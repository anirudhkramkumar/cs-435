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26" r:id="rId2"/>
  </p:sldMasterIdLst>
  <p:notesMasterIdLst>
    <p:notesMasterId r:id="rId28"/>
  </p:notesMasterIdLst>
  <p:sldIdLst>
    <p:sldId id="258" r:id="rId3"/>
    <p:sldId id="666" r:id="rId4"/>
    <p:sldId id="633" r:id="rId5"/>
    <p:sldId id="634" r:id="rId6"/>
    <p:sldId id="667" r:id="rId7"/>
    <p:sldId id="635" r:id="rId8"/>
    <p:sldId id="668" r:id="rId9"/>
    <p:sldId id="636" r:id="rId10"/>
    <p:sldId id="638" r:id="rId11"/>
    <p:sldId id="656" r:id="rId12"/>
    <p:sldId id="657" r:id="rId13"/>
    <p:sldId id="639" r:id="rId14"/>
    <p:sldId id="642" r:id="rId15"/>
    <p:sldId id="647" r:id="rId16"/>
    <p:sldId id="659" r:id="rId17"/>
    <p:sldId id="658" r:id="rId18"/>
    <p:sldId id="655" r:id="rId19"/>
    <p:sldId id="644" r:id="rId20"/>
    <p:sldId id="662" r:id="rId21"/>
    <p:sldId id="661" r:id="rId22"/>
    <p:sldId id="663" r:id="rId23"/>
    <p:sldId id="664" r:id="rId24"/>
    <p:sldId id="665" r:id="rId25"/>
    <p:sldId id="660" r:id="rId26"/>
    <p:sldId id="632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FFF"/>
    <a:srgbClr val="CCFFFF"/>
    <a:srgbClr val="FF43FF"/>
    <a:srgbClr val="AA7BE9"/>
    <a:srgbClr val="D012C2"/>
    <a:srgbClr val="A6A6A6"/>
    <a:srgbClr val="A6E3FA"/>
    <a:srgbClr val="76F616"/>
    <a:srgbClr val="FFA6A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DF207F-C436-4F72-82F5-FD7BDBCEE8D7}" v="419" dt="2026-04-26T15:59:27.284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7" autoAdjust="0"/>
    <p:restoredTop sz="94660"/>
  </p:normalViewPr>
  <p:slideViewPr>
    <p:cSldViewPr snapToGrid="0">
      <p:cViewPr varScale="1">
        <p:scale>
          <a:sx n="66" d="100"/>
          <a:sy n="66" d="100"/>
        </p:scale>
        <p:origin x="7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kandari, Marzieh" userId="6f7e8ab1-ced9-4cd8-8d9c-9e0f76df628a" providerId="ADAL" clId="{5F4653E6-588C-449F-882E-1257AC0BE145}"/>
    <pc:docChg chg="undo custSel addSld delSld modSld sldOrd">
      <pc:chgData name="Eskandari, Marzieh" userId="6f7e8ab1-ced9-4cd8-8d9c-9e0f76df628a" providerId="ADAL" clId="{5F4653E6-588C-449F-882E-1257AC0BE145}" dt="2026-04-26T16:00:00.545" v="1636" actId="47"/>
      <pc:docMkLst>
        <pc:docMk/>
      </pc:docMkLst>
      <pc:sldChg chg="modSp mod">
        <pc:chgData name="Eskandari, Marzieh" userId="6f7e8ab1-ced9-4cd8-8d9c-9e0f76df628a" providerId="ADAL" clId="{5F4653E6-588C-449F-882E-1257AC0BE145}" dt="2026-04-26T15:47:51.220" v="1512" actId="207"/>
        <pc:sldMkLst>
          <pc:docMk/>
          <pc:sldMk cId="1016513470" sldId="633"/>
        </pc:sldMkLst>
        <pc:spChg chg="mod">
          <ac:chgData name="Eskandari, Marzieh" userId="6f7e8ab1-ced9-4cd8-8d9c-9e0f76df628a" providerId="ADAL" clId="{5F4653E6-588C-449F-882E-1257AC0BE145}" dt="2026-04-26T15:40:55.386" v="1374" actId="20577"/>
          <ac:spMkLst>
            <pc:docMk/>
            <pc:sldMk cId="1016513470" sldId="633"/>
            <ac:spMk id="2" creationId="{E3767E56-E49F-4909-9EB6-1B7E34EE4F40}"/>
          </ac:spMkLst>
        </pc:spChg>
        <pc:graphicFrameChg chg="modGraphic">
          <ac:chgData name="Eskandari, Marzieh" userId="6f7e8ab1-ced9-4cd8-8d9c-9e0f76df628a" providerId="ADAL" clId="{5F4653E6-588C-449F-882E-1257AC0BE145}" dt="2026-04-26T15:47:51.220" v="1512" actId="207"/>
          <ac:graphicFrameMkLst>
            <pc:docMk/>
            <pc:sldMk cId="1016513470" sldId="633"/>
            <ac:graphicFrameMk id="7" creationId="{3DAB164E-BE04-48E1-AC03-C53A043EB54F}"/>
          </ac:graphicFrameMkLst>
        </pc:graphicFrameChg>
      </pc:sldChg>
      <pc:sldChg chg="addSp delSp modSp mod delAnim">
        <pc:chgData name="Eskandari, Marzieh" userId="6f7e8ab1-ced9-4cd8-8d9c-9e0f76df628a" providerId="ADAL" clId="{5F4653E6-588C-449F-882E-1257AC0BE145}" dt="2026-04-26T15:54:12.743" v="1569" actId="478"/>
        <pc:sldMkLst>
          <pc:docMk/>
          <pc:sldMk cId="501922846" sldId="634"/>
        </pc:sldMkLst>
        <pc:spChg chg="add mod">
          <ac:chgData name="Eskandari, Marzieh" userId="6f7e8ab1-ced9-4cd8-8d9c-9e0f76df628a" providerId="ADAL" clId="{5F4653E6-588C-449F-882E-1257AC0BE145}" dt="2026-04-26T15:41:36.057" v="1385" actId="115"/>
          <ac:spMkLst>
            <pc:docMk/>
            <pc:sldMk cId="501922846" sldId="634"/>
            <ac:spMk id="2" creationId="{A0255152-9114-CDAF-9E8D-A3E069B4B9E0}"/>
          </ac:spMkLst>
        </pc:spChg>
        <pc:spChg chg="add mod">
          <ac:chgData name="Eskandari, Marzieh" userId="6f7e8ab1-ced9-4cd8-8d9c-9e0f76df628a" providerId="ADAL" clId="{5F4653E6-588C-449F-882E-1257AC0BE145}" dt="2026-04-26T15:45:49.626" v="1501" actId="1076"/>
          <ac:spMkLst>
            <pc:docMk/>
            <pc:sldMk cId="501922846" sldId="634"/>
            <ac:spMk id="3" creationId="{A98C001C-9002-7BF2-09CE-1AC4B519D795}"/>
          </ac:spMkLst>
        </pc:spChg>
        <pc:spChg chg="add mod">
          <ac:chgData name="Eskandari, Marzieh" userId="6f7e8ab1-ced9-4cd8-8d9c-9e0f76df628a" providerId="ADAL" clId="{5F4653E6-588C-449F-882E-1257AC0BE145}" dt="2026-04-26T15:45:59.030" v="1507" actId="20577"/>
          <ac:spMkLst>
            <pc:docMk/>
            <pc:sldMk cId="501922846" sldId="634"/>
            <ac:spMk id="7" creationId="{88BBA32E-BA8D-F1DE-85EB-F7E7B5AE6519}"/>
          </ac:spMkLst>
        </pc:spChg>
        <pc:spChg chg="add mod">
          <ac:chgData name="Eskandari, Marzieh" userId="6f7e8ab1-ced9-4cd8-8d9c-9e0f76df628a" providerId="ADAL" clId="{5F4653E6-588C-449F-882E-1257AC0BE145}" dt="2026-04-26T15:53:51.999" v="1568" actId="12"/>
          <ac:spMkLst>
            <pc:docMk/>
            <pc:sldMk cId="501922846" sldId="634"/>
            <ac:spMk id="9" creationId="{229A6B88-BF30-BB96-6477-C9746E1F00FA}"/>
          </ac:spMkLst>
        </pc:spChg>
        <pc:spChg chg="del mod">
          <ac:chgData name="Eskandari, Marzieh" userId="6f7e8ab1-ced9-4cd8-8d9c-9e0f76df628a" providerId="ADAL" clId="{5F4653E6-588C-449F-882E-1257AC0BE145}" dt="2026-04-26T15:52:46.356" v="1551" actId="478"/>
          <ac:spMkLst>
            <pc:docMk/>
            <pc:sldMk cId="501922846" sldId="634"/>
            <ac:spMk id="14" creationId="{041FDF48-2C0A-4781-BE9B-593DB8784F60}"/>
          </ac:spMkLst>
        </pc:spChg>
        <pc:spChg chg="del">
          <ac:chgData name="Eskandari, Marzieh" userId="6f7e8ab1-ced9-4cd8-8d9c-9e0f76df628a" providerId="ADAL" clId="{5F4653E6-588C-449F-882E-1257AC0BE145}" dt="2026-04-26T15:53:20.778" v="1558" actId="478"/>
          <ac:spMkLst>
            <pc:docMk/>
            <pc:sldMk cId="501922846" sldId="634"/>
            <ac:spMk id="15" creationId="{DC7CDB56-ECE3-4A77-B51B-C145516D28FE}"/>
          </ac:spMkLst>
        </pc:spChg>
        <pc:spChg chg="del mod">
          <ac:chgData name="Eskandari, Marzieh" userId="6f7e8ab1-ced9-4cd8-8d9c-9e0f76df628a" providerId="ADAL" clId="{5F4653E6-588C-449F-882E-1257AC0BE145}" dt="2026-04-26T15:52:46.356" v="1551" actId="478"/>
          <ac:spMkLst>
            <pc:docMk/>
            <pc:sldMk cId="501922846" sldId="634"/>
            <ac:spMk id="16" creationId="{3B4E20CF-4F7C-4BD6-9422-72DD4B80B5C7}"/>
          </ac:spMkLst>
        </pc:spChg>
        <pc:graphicFrameChg chg="del modGraphic">
          <ac:chgData name="Eskandari, Marzieh" userId="6f7e8ab1-ced9-4cd8-8d9c-9e0f76df628a" providerId="ADAL" clId="{5F4653E6-588C-449F-882E-1257AC0BE145}" dt="2026-04-26T15:52:46.356" v="1551" actId="478"/>
          <ac:graphicFrameMkLst>
            <pc:docMk/>
            <pc:sldMk cId="501922846" sldId="634"/>
            <ac:graphicFrameMk id="10" creationId="{070D1C57-1290-40FC-AF4B-A02A98771DC4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5:52:46.356" v="1551" actId="478"/>
          <ac:graphicFrameMkLst>
            <pc:docMk/>
            <pc:sldMk cId="501922846" sldId="634"/>
            <ac:graphicFrameMk id="12" creationId="{4702FAC5-3D6B-4B8B-8519-D1F6415CE474}"/>
          </ac:graphicFrameMkLst>
        </pc:graphicFrameChg>
        <pc:cxnChg chg="del mod">
          <ac:chgData name="Eskandari, Marzieh" userId="6f7e8ab1-ced9-4cd8-8d9c-9e0f76df628a" providerId="ADAL" clId="{5F4653E6-588C-449F-882E-1257AC0BE145}" dt="2026-04-26T15:54:12.743" v="1569" actId="478"/>
          <ac:cxnSpMkLst>
            <pc:docMk/>
            <pc:sldMk cId="501922846" sldId="634"/>
            <ac:cxnSpMk id="4" creationId="{F6EB4E2D-1905-4A27-A720-1337EDB0BAE1}"/>
          </ac:cxnSpMkLst>
        </pc:cxnChg>
        <pc:cxnChg chg="del mod">
          <ac:chgData name="Eskandari, Marzieh" userId="6f7e8ab1-ced9-4cd8-8d9c-9e0f76df628a" providerId="ADAL" clId="{5F4653E6-588C-449F-882E-1257AC0BE145}" dt="2026-04-26T15:52:46.356" v="1551" actId="478"/>
          <ac:cxnSpMkLst>
            <pc:docMk/>
            <pc:sldMk cId="501922846" sldId="634"/>
            <ac:cxnSpMk id="11" creationId="{73CE64F7-9CF5-4C6B-8CCE-39EC6F08CFC1}"/>
          </ac:cxnSpMkLst>
        </pc:cxnChg>
        <pc:cxnChg chg="del mod">
          <ac:chgData name="Eskandari, Marzieh" userId="6f7e8ab1-ced9-4cd8-8d9c-9e0f76df628a" providerId="ADAL" clId="{5F4653E6-588C-449F-882E-1257AC0BE145}" dt="2026-04-26T15:52:46.356" v="1551" actId="478"/>
          <ac:cxnSpMkLst>
            <pc:docMk/>
            <pc:sldMk cId="501922846" sldId="634"/>
            <ac:cxnSpMk id="13" creationId="{2A6FF9B2-D028-40EB-BD66-7E7B2F8A3E49}"/>
          </ac:cxnSpMkLst>
        </pc:cxnChg>
        <pc:cxnChg chg="del">
          <ac:chgData name="Eskandari, Marzieh" userId="6f7e8ab1-ced9-4cd8-8d9c-9e0f76df628a" providerId="ADAL" clId="{5F4653E6-588C-449F-882E-1257AC0BE145}" dt="2026-04-26T15:48:44.171" v="1516" actId="478"/>
          <ac:cxnSpMkLst>
            <pc:docMk/>
            <pc:sldMk cId="501922846" sldId="634"/>
            <ac:cxnSpMk id="18" creationId="{5B5368A4-79E2-4192-AAA1-8CEE8619FC26}"/>
          </ac:cxnSpMkLst>
        </pc:cxnChg>
        <pc:cxnChg chg="del">
          <ac:chgData name="Eskandari, Marzieh" userId="6f7e8ab1-ced9-4cd8-8d9c-9e0f76df628a" providerId="ADAL" clId="{5F4653E6-588C-449F-882E-1257AC0BE145}" dt="2026-04-26T15:48:42.222" v="1515" actId="478"/>
          <ac:cxnSpMkLst>
            <pc:docMk/>
            <pc:sldMk cId="501922846" sldId="634"/>
            <ac:cxnSpMk id="19" creationId="{7A2F29AE-7C75-4E21-A26B-CC638B1B1359}"/>
          </ac:cxnSpMkLst>
        </pc:cxnChg>
      </pc:sldChg>
      <pc:sldChg chg="addSp modSp mod">
        <pc:chgData name="Eskandari, Marzieh" userId="6f7e8ab1-ced9-4cd8-8d9c-9e0f76df628a" providerId="ADAL" clId="{5F4653E6-588C-449F-882E-1257AC0BE145}" dt="2026-04-26T15:48:57.960" v="1518" actId="207"/>
        <pc:sldMkLst>
          <pc:docMk/>
          <pc:sldMk cId="1447505482" sldId="635"/>
        </pc:sldMkLst>
        <pc:spChg chg="add mod">
          <ac:chgData name="Eskandari, Marzieh" userId="6f7e8ab1-ced9-4cd8-8d9c-9e0f76df628a" providerId="ADAL" clId="{5F4653E6-588C-449F-882E-1257AC0BE145}" dt="2026-04-26T15:41:40.145" v="1386"/>
          <ac:spMkLst>
            <pc:docMk/>
            <pc:sldMk cId="1447505482" sldId="635"/>
            <ac:spMk id="2" creationId="{53854D24-9E36-B7AB-70C8-EAC6F851C919}"/>
          </ac:spMkLst>
        </pc:spChg>
        <pc:spChg chg="add mod">
          <ac:chgData name="Eskandari, Marzieh" userId="6f7e8ab1-ced9-4cd8-8d9c-9e0f76df628a" providerId="ADAL" clId="{5F4653E6-588C-449F-882E-1257AC0BE145}" dt="2026-04-26T15:47:26.179" v="1510"/>
          <ac:spMkLst>
            <pc:docMk/>
            <pc:sldMk cId="1447505482" sldId="635"/>
            <ac:spMk id="3" creationId="{2EB3EB62-1EDD-5B1D-E106-6130D82F4E0E}"/>
          </ac:spMkLst>
        </pc:spChg>
        <pc:spChg chg="add mod">
          <ac:chgData name="Eskandari, Marzieh" userId="6f7e8ab1-ced9-4cd8-8d9c-9e0f76df628a" providerId="ADAL" clId="{5F4653E6-588C-449F-882E-1257AC0BE145}" dt="2026-04-26T15:47:26.179" v="1510"/>
          <ac:spMkLst>
            <pc:docMk/>
            <pc:sldMk cId="1447505482" sldId="635"/>
            <ac:spMk id="7" creationId="{F049C1CE-403C-2B1F-B2F7-D9204E7B75D3}"/>
          </ac:spMkLst>
        </pc:spChg>
        <pc:spChg chg="mod">
          <ac:chgData name="Eskandari, Marzieh" userId="6f7e8ab1-ced9-4cd8-8d9c-9e0f76df628a" providerId="ADAL" clId="{5F4653E6-588C-449F-882E-1257AC0BE145}" dt="2026-04-26T15:48:57.960" v="1518" actId="207"/>
          <ac:spMkLst>
            <pc:docMk/>
            <pc:sldMk cId="1447505482" sldId="635"/>
            <ac:spMk id="14" creationId="{041FDF48-2C0A-4781-BE9B-593DB8784F60}"/>
          </ac:spMkLst>
        </pc:spChg>
        <pc:graphicFrameChg chg="modGraphic">
          <ac:chgData name="Eskandari, Marzieh" userId="6f7e8ab1-ced9-4cd8-8d9c-9e0f76df628a" providerId="ADAL" clId="{5F4653E6-588C-449F-882E-1257AC0BE145}" dt="2026-04-26T15:48:53.898" v="1517" actId="207"/>
          <ac:graphicFrameMkLst>
            <pc:docMk/>
            <pc:sldMk cId="1447505482" sldId="635"/>
            <ac:graphicFrameMk id="10" creationId="{070D1C57-1290-40FC-AF4B-A02A98771DC4}"/>
          </ac:graphicFrameMkLst>
        </pc:graphicFrameChg>
        <pc:cxnChg chg="mod">
          <ac:chgData name="Eskandari, Marzieh" userId="6f7e8ab1-ced9-4cd8-8d9c-9e0f76df628a" providerId="ADAL" clId="{5F4653E6-588C-449F-882E-1257AC0BE145}" dt="2026-04-26T15:46:44.061" v="1509" actId="1582"/>
          <ac:cxnSpMkLst>
            <pc:docMk/>
            <pc:sldMk cId="1447505482" sldId="635"/>
            <ac:cxnSpMk id="4" creationId="{F6EB4E2D-1905-4A27-A720-1337EDB0BAE1}"/>
          </ac:cxnSpMkLst>
        </pc:cxnChg>
        <pc:cxnChg chg="mod">
          <ac:chgData name="Eskandari, Marzieh" userId="6f7e8ab1-ced9-4cd8-8d9c-9e0f76df628a" providerId="ADAL" clId="{5F4653E6-588C-449F-882E-1257AC0BE145}" dt="2026-04-26T15:46:44.061" v="1509" actId="1582"/>
          <ac:cxnSpMkLst>
            <pc:docMk/>
            <pc:sldMk cId="1447505482" sldId="635"/>
            <ac:cxnSpMk id="11" creationId="{73CE64F7-9CF5-4C6B-8CCE-39EC6F08CFC1}"/>
          </ac:cxnSpMkLst>
        </pc:cxnChg>
        <pc:cxnChg chg="mod">
          <ac:chgData name="Eskandari, Marzieh" userId="6f7e8ab1-ced9-4cd8-8d9c-9e0f76df628a" providerId="ADAL" clId="{5F4653E6-588C-449F-882E-1257AC0BE145}" dt="2026-04-26T15:46:44.061" v="1509" actId="1582"/>
          <ac:cxnSpMkLst>
            <pc:docMk/>
            <pc:sldMk cId="1447505482" sldId="635"/>
            <ac:cxnSpMk id="13" creationId="{2A6FF9B2-D028-40EB-BD66-7E7B2F8A3E49}"/>
          </ac:cxnSpMkLst>
        </pc:cxnChg>
      </pc:sldChg>
      <pc:sldChg chg="addSp delSp modSp add del mod addAnim delAnim modAnim">
        <pc:chgData name="Eskandari, Marzieh" userId="6f7e8ab1-ced9-4cd8-8d9c-9e0f76df628a" providerId="ADAL" clId="{5F4653E6-588C-449F-882E-1257AC0BE145}" dt="2026-04-26T14:32:56.086" v="478" actId="113"/>
        <pc:sldMkLst>
          <pc:docMk/>
          <pc:sldMk cId="2511897607" sldId="636"/>
        </pc:sldMkLst>
        <pc:spChg chg="mod">
          <ac:chgData name="Eskandari, Marzieh" userId="6f7e8ab1-ced9-4cd8-8d9c-9e0f76df628a" providerId="ADAL" clId="{5F4653E6-588C-449F-882E-1257AC0BE145}" dt="2026-04-26T14:32:56.086" v="478" actId="113"/>
          <ac:spMkLst>
            <pc:docMk/>
            <pc:sldMk cId="2511897607" sldId="636"/>
            <ac:spMk id="2" creationId="{E3767E56-E49F-4909-9EB6-1B7E34EE4F40}"/>
          </ac:spMkLst>
        </pc:spChg>
        <pc:spChg chg="mod">
          <ac:chgData name="Eskandari, Marzieh" userId="6f7e8ab1-ced9-4cd8-8d9c-9e0f76df628a" providerId="ADAL" clId="{5F4653E6-588C-449F-882E-1257AC0BE145}" dt="2026-04-26T13:39:41.031" v="84" actId="20577"/>
          <ac:spMkLst>
            <pc:docMk/>
            <pc:sldMk cId="2511897607" sldId="636"/>
            <ac:spMk id="3" creationId="{F1CDBBDC-07E3-48FE-BF04-A914ACCF4C85}"/>
          </ac:spMkLst>
        </pc:spChg>
        <pc:spChg chg="add mod">
          <ac:chgData name="Eskandari, Marzieh" userId="6f7e8ab1-ced9-4cd8-8d9c-9e0f76df628a" providerId="ADAL" clId="{5F4653E6-588C-449F-882E-1257AC0BE145}" dt="2026-04-26T13:45:55.288" v="144" actId="1076"/>
          <ac:spMkLst>
            <pc:docMk/>
            <pc:sldMk cId="2511897607" sldId="636"/>
            <ac:spMk id="8" creationId="{016E470A-28A2-E2C6-FD5D-30B6FAE378B6}"/>
          </ac:spMkLst>
        </pc:spChg>
        <pc:spChg chg="add mod">
          <ac:chgData name="Eskandari, Marzieh" userId="6f7e8ab1-ced9-4cd8-8d9c-9e0f76df628a" providerId="ADAL" clId="{5F4653E6-588C-449F-882E-1257AC0BE145}" dt="2026-04-26T13:46:12.786" v="155" actId="1076"/>
          <ac:spMkLst>
            <pc:docMk/>
            <pc:sldMk cId="2511897607" sldId="636"/>
            <ac:spMk id="10" creationId="{BFBCC1FB-F1DC-365D-04B7-D7F2CFBE96A2}"/>
          </ac:spMkLst>
        </pc:spChg>
        <pc:spChg chg="add mod">
          <ac:chgData name="Eskandari, Marzieh" userId="6f7e8ab1-ced9-4cd8-8d9c-9e0f76df628a" providerId="ADAL" clId="{5F4653E6-588C-449F-882E-1257AC0BE145}" dt="2026-04-26T13:46:51.278" v="166" actId="1076"/>
          <ac:spMkLst>
            <pc:docMk/>
            <pc:sldMk cId="2511897607" sldId="636"/>
            <ac:spMk id="12" creationId="{EA5C0812-B517-3C8B-0FA0-D453779E14B7}"/>
          </ac:spMkLst>
        </pc:spChg>
        <pc:spChg chg="add del mod">
          <ac:chgData name="Eskandari, Marzieh" userId="6f7e8ab1-ced9-4cd8-8d9c-9e0f76df628a" providerId="ADAL" clId="{5F4653E6-588C-449F-882E-1257AC0BE145}" dt="2026-04-26T13:46:26.573" v="159" actId="478"/>
          <ac:spMkLst>
            <pc:docMk/>
            <pc:sldMk cId="2511897607" sldId="636"/>
            <ac:spMk id="14" creationId="{9311AC87-C250-36A0-2366-0E1C4E8AA5BE}"/>
          </ac:spMkLst>
        </pc:spChg>
        <pc:spChg chg="add mod">
          <ac:chgData name="Eskandari, Marzieh" userId="6f7e8ab1-ced9-4cd8-8d9c-9e0f76df628a" providerId="ADAL" clId="{5F4653E6-588C-449F-882E-1257AC0BE145}" dt="2026-04-26T13:47:17.694" v="176" actId="1076"/>
          <ac:spMkLst>
            <pc:docMk/>
            <pc:sldMk cId="2511897607" sldId="636"/>
            <ac:spMk id="18" creationId="{906C2091-0190-6C2A-6458-7127126837A6}"/>
          </ac:spMkLst>
        </pc:spChg>
        <pc:graphicFrameChg chg="modGraphic">
          <ac:chgData name="Eskandari, Marzieh" userId="6f7e8ab1-ced9-4cd8-8d9c-9e0f76df628a" providerId="ADAL" clId="{5F4653E6-588C-449F-882E-1257AC0BE145}" dt="2026-04-26T13:36:18.867" v="28" actId="20577"/>
          <ac:graphicFrameMkLst>
            <pc:docMk/>
            <pc:sldMk cId="2511897607" sldId="636"/>
            <ac:graphicFrameMk id="6" creationId="{79136302-8338-4A90-9946-2E7D654DD11C}"/>
          </ac:graphicFrameMkLst>
        </pc:graphicFrameChg>
        <pc:cxnChg chg="add mod">
          <ac:chgData name="Eskandari, Marzieh" userId="6f7e8ab1-ced9-4cd8-8d9c-9e0f76df628a" providerId="ADAL" clId="{5F4653E6-588C-449F-882E-1257AC0BE145}" dt="2026-04-26T13:45:39.967" v="139" actId="1582"/>
          <ac:cxnSpMkLst>
            <pc:docMk/>
            <pc:sldMk cId="2511897607" sldId="636"/>
            <ac:cxnSpMk id="7" creationId="{B1C0759F-933B-D400-0B5F-96BEBAAF0E83}"/>
          </ac:cxnSpMkLst>
        </pc:cxnChg>
        <pc:cxnChg chg="add mod">
          <ac:chgData name="Eskandari, Marzieh" userId="6f7e8ab1-ced9-4cd8-8d9c-9e0f76df628a" providerId="ADAL" clId="{5F4653E6-588C-449F-882E-1257AC0BE145}" dt="2026-04-26T13:46:04.783" v="146" actId="1076"/>
          <ac:cxnSpMkLst>
            <pc:docMk/>
            <pc:sldMk cId="2511897607" sldId="636"/>
            <ac:cxnSpMk id="9" creationId="{8FC70080-352B-C80C-C67A-3266A1544A1D}"/>
          </ac:cxnSpMkLst>
        </pc:cxnChg>
        <pc:cxnChg chg="add mod">
          <ac:chgData name="Eskandari, Marzieh" userId="6f7e8ab1-ced9-4cd8-8d9c-9e0f76df628a" providerId="ADAL" clId="{5F4653E6-588C-449F-882E-1257AC0BE145}" dt="2026-04-26T13:46:48.442" v="165" actId="14100"/>
          <ac:cxnSpMkLst>
            <pc:docMk/>
            <pc:sldMk cId="2511897607" sldId="636"/>
            <ac:cxnSpMk id="11" creationId="{3F10C421-7CBD-2E20-02FB-801D4860C0A3}"/>
          </ac:cxnSpMkLst>
        </pc:cxnChg>
        <pc:cxnChg chg="add del mod">
          <ac:chgData name="Eskandari, Marzieh" userId="6f7e8ab1-ced9-4cd8-8d9c-9e0f76df628a" providerId="ADAL" clId="{5F4653E6-588C-449F-882E-1257AC0BE145}" dt="2026-04-26T13:46:26.573" v="159" actId="478"/>
          <ac:cxnSpMkLst>
            <pc:docMk/>
            <pc:sldMk cId="2511897607" sldId="636"/>
            <ac:cxnSpMk id="13" creationId="{DFBE3837-9978-94F8-94BD-12D4CF213710}"/>
          </ac:cxnSpMkLst>
        </pc:cxnChg>
        <pc:cxnChg chg="add mod">
          <ac:chgData name="Eskandari, Marzieh" userId="6f7e8ab1-ced9-4cd8-8d9c-9e0f76df628a" providerId="ADAL" clId="{5F4653E6-588C-449F-882E-1257AC0BE145}" dt="2026-04-26T13:47:08.635" v="170" actId="1076"/>
          <ac:cxnSpMkLst>
            <pc:docMk/>
            <pc:sldMk cId="2511897607" sldId="636"/>
            <ac:cxnSpMk id="17" creationId="{9F65D671-6C11-406E-30F4-EE46CC3F7568}"/>
          </ac:cxnSpMkLst>
        </pc:cxnChg>
      </pc:sldChg>
      <pc:sldChg chg="addSp delSp modSp del mod">
        <pc:chgData name="Eskandari, Marzieh" userId="6f7e8ab1-ced9-4cd8-8d9c-9e0f76df628a" providerId="ADAL" clId="{5F4653E6-588C-449F-882E-1257AC0BE145}" dt="2026-04-26T16:00:00.545" v="1636" actId="47"/>
        <pc:sldMkLst>
          <pc:docMk/>
          <pc:sldMk cId="2950447705" sldId="637"/>
        </pc:sldMkLst>
        <pc:spChg chg="add del mod">
          <ac:chgData name="Eskandari, Marzieh" userId="6f7e8ab1-ced9-4cd8-8d9c-9e0f76df628a" providerId="ADAL" clId="{5F4653E6-588C-449F-882E-1257AC0BE145}" dt="2026-04-26T15:55:53.116" v="1586" actId="478"/>
          <ac:spMkLst>
            <pc:docMk/>
            <pc:sldMk cId="2950447705" sldId="637"/>
            <ac:spMk id="2" creationId="{FCDC1532-D63E-CAD0-76C8-A083CB1CCDA9}"/>
          </ac:spMkLst>
        </pc:spChg>
        <pc:spChg chg="add mod">
          <ac:chgData name="Eskandari, Marzieh" userId="6f7e8ab1-ced9-4cd8-8d9c-9e0f76df628a" providerId="ADAL" clId="{5F4653E6-588C-449F-882E-1257AC0BE145}" dt="2026-04-26T15:56:00.372" v="1588" actId="1076"/>
          <ac:spMkLst>
            <pc:docMk/>
            <pc:sldMk cId="2950447705" sldId="637"/>
            <ac:spMk id="4" creationId="{2058B75A-0F83-40A0-DC15-8EB1E7F278C6}"/>
          </ac:spMkLst>
        </pc:spChg>
        <pc:spChg chg="del mod">
          <ac:chgData name="Eskandari, Marzieh" userId="6f7e8ab1-ced9-4cd8-8d9c-9e0f76df628a" providerId="ADAL" clId="{5F4653E6-588C-449F-882E-1257AC0BE145}" dt="2026-04-26T15:55:33.284" v="1581" actId="478"/>
          <ac:spMkLst>
            <pc:docMk/>
            <pc:sldMk cId="2950447705" sldId="637"/>
            <ac:spMk id="6" creationId="{26194D1B-F82C-4D89-986D-2A4B425651C6}"/>
          </ac:spMkLst>
        </pc:spChg>
        <pc:spChg chg="mod">
          <ac:chgData name="Eskandari, Marzieh" userId="6f7e8ab1-ced9-4cd8-8d9c-9e0f76df628a" providerId="ADAL" clId="{5F4653E6-588C-449F-882E-1257AC0BE145}" dt="2026-04-26T15:57:18.202" v="1612" actId="21"/>
          <ac:spMkLst>
            <pc:docMk/>
            <pc:sldMk cId="2950447705" sldId="637"/>
            <ac:spMk id="7" creationId="{EE86460E-DEF9-4DA1-8053-DFB7F6C515A4}"/>
          </ac:spMkLst>
        </pc:spChg>
      </pc:sldChg>
      <pc:sldChg chg="addSp modSp add del mod addAnim delAnim modAnim">
        <pc:chgData name="Eskandari, Marzieh" userId="6f7e8ab1-ced9-4cd8-8d9c-9e0f76df628a" providerId="ADAL" clId="{5F4653E6-588C-449F-882E-1257AC0BE145}" dt="2026-04-26T14:39:49.754" v="587" actId="20577"/>
        <pc:sldMkLst>
          <pc:docMk/>
          <pc:sldMk cId="525703894" sldId="638"/>
        </pc:sldMkLst>
        <pc:spChg chg="add mod">
          <ac:chgData name="Eskandari, Marzieh" userId="6f7e8ab1-ced9-4cd8-8d9c-9e0f76df628a" providerId="ADAL" clId="{5F4653E6-588C-449F-882E-1257AC0BE145}" dt="2026-04-26T14:39:49.754" v="587" actId="20577"/>
          <ac:spMkLst>
            <pc:docMk/>
            <pc:sldMk cId="525703894" sldId="638"/>
            <ac:spMk id="3" creationId="{AC3362C2-5AFC-E084-9A5C-803ECD8D2537}"/>
          </ac:spMkLst>
        </pc:spChg>
        <pc:spChg chg="mod">
          <ac:chgData name="Eskandari, Marzieh" userId="6f7e8ab1-ced9-4cd8-8d9c-9e0f76df628a" providerId="ADAL" clId="{5F4653E6-588C-449F-882E-1257AC0BE145}" dt="2026-04-26T13:39:32.648" v="81" actId="20577"/>
          <ac:spMkLst>
            <pc:docMk/>
            <pc:sldMk cId="525703894" sldId="638"/>
            <ac:spMk id="7" creationId="{C9AA4AF4-911D-4A5E-BB2A-5DD05048E179}"/>
          </ac:spMkLst>
        </pc:spChg>
        <pc:spChg chg="add mod">
          <ac:chgData name="Eskandari, Marzieh" userId="6f7e8ab1-ced9-4cd8-8d9c-9e0f76df628a" providerId="ADAL" clId="{5F4653E6-588C-449F-882E-1257AC0BE145}" dt="2026-04-26T13:48:20.801" v="180"/>
          <ac:spMkLst>
            <pc:docMk/>
            <pc:sldMk cId="525703894" sldId="638"/>
            <ac:spMk id="8" creationId="{7379D035-A10C-1995-F134-6277CD5DDEFE}"/>
          </ac:spMkLst>
        </pc:spChg>
        <pc:spChg chg="add mod">
          <ac:chgData name="Eskandari, Marzieh" userId="6f7e8ab1-ced9-4cd8-8d9c-9e0f76df628a" providerId="ADAL" clId="{5F4653E6-588C-449F-882E-1257AC0BE145}" dt="2026-04-26T13:48:20.801" v="180"/>
          <ac:spMkLst>
            <pc:docMk/>
            <pc:sldMk cId="525703894" sldId="638"/>
            <ac:spMk id="10" creationId="{60E3EFB9-4E23-EB60-D72C-4949A28BAEF6}"/>
          </ac:spMkLst>
        </pc:spChg>
        <pc:spChg chg="add mod">
          <ac:chgData name="Eskandari, Marzieh" userId="6f7e8ab1-ced9-4cd8-8d9c-9e0f76df628a" providerId="ADAL" clId="{5F4653E6-588C-449F-882E-1257AC0BE145}" dt="2026-04-26T13:48:20.801" v="180"/>
          <ac:spMkLst>
            <pc:docMk/>
            <pc:sldMk cId="525703894" sldId="638"/>
            <ac:spMk id="12" creationId="{60A3C7B0-DD68-9B72-96D1-350D235056B8}"/>
          </ac:spMkLst>
        </pc:spChg>
        <pc:spChg chg="add mod">
          <ac:chgData name="Eskandari, Marzieh" userId="6f7e8ab1-ced9-4cd8-8d9c-9e0f76df628a" providerId="ADAL" clId="{5F4653E6-588C-449F-882E-1257AC0BE145}" dt="2026-04-26T13:48:20.801" v="180"/>
          <ac:spMkLst>
            <pc:docMk/>
            <pc:sldMk cId="525703894" sldId="638"/>
            <ac:spMk id="14" creationId="{6FA33216-1FE4-3048-CE72-603C3C03668C}"/>
          </ac:spMkLst>
        </pc:spChg>
        <pc:spChg chg="add mod">
          <ac:chgData name="Eskandari, Marzieh" userId="6f7e8ab1-ced9-4cd8-8d9c-9e0f76df628a" providerId="ADAL" clId="{5F4653E6-588C-449F-882E-1257AC0BE145}" dt="2026-04-26T13:48:47.372" v="201" actId="20577"/>
          <ac:spMkLst>
            <pc:docMk/>
            <pc:sldMk cId="525703894" sldId="638"/>
            <ac:spMk id="16" creationId="{98DF8A46-5EA3-1F2F-245E-D400BACB283D}"/>
          </ac:spMkLst>
        </pc:spChg>
        <pc:graphicFrameChg chg="modGraphic">
          <ac:chgData name="Eskandari, Marzieh" userId="6f7e8ab1-ced9-4cd8-8d9c-9e0f76df628a" providerId="ADAL" clId="{5F4653E6-588C-449F-882E-1257AC0BE145}" dt="2026-04-26T13:36:42.250" v="29" actId="207"/>
          <ac:graphicFrameMkLst>
            <pc:docMk/>
            <pc:sldMk cId="525703894" sldId="638"/>
            <ac:graphicFrameMk id="6" creationId="{79136302-8338-4A90-9946-2E7D654DD11C}"/>
          </ac:graphicFrameMkLst>
        </pc:graphicFrameChg>
        <pc:cxnChg chg="add mod">
          <ac:chgData name="Eskandari, Marzieh" userId="6f7e8ab1-ced9-4cd8-8d9c-9e0f76df628a" providerId="ADAL" clId="{5F4653E6-588C-449F-882E-1257AC0BE145}" dt="2026-04-26T13:48:20.801" v="180"/>
          <ac:cxnSpMkLst>
            <pc:docMk/>
            <pc:sldMk cId="525703894" sldId="638"/>
            <ac:cxnSpMk id="4" creationId="{3A4B852F-F9E5-A0A0-C399-F8F254E28A6B}"/>
          </ac:cxnSpMkLst>
        </pc:cxnChg>
        <pc:cxnChg chg="add mod">
          <ac:chgData name="Eskandari, Marzieh" userId="6f7e8ab1-ced9-4cd8-8d9c-9e0f76df628a" providerId="ADAL" clId="{5F4653E6-588C-449F-882E-1257AC0BE145}" dt="2026-04-26T13:48:20.801" v="180"/>
          <ac:cxnSpMkLst>
            <pc:docMk/>
            <pc:sldMk cId="525703894" sldId="638"/>
            <ac:cxnSpMk id="9" creationId="{06983672-18BD-F94F-3BA6-D15661C1F348}"/>
          </ac:cxnSpMkLst>
        </pc:cxnChg>
        <pc:cxnChg chg="add mod">
          <ac:chgData name="Eskandari, Marzieh" userId="6f7e8ab1-ced9-4cd8-8d9c-9e0f76df628a" providerId="ADAL" clId="{5F4653E6-588C-449F-882E-1257AC0BE145}" dt="2026-04-26T13:48:20.801" v="180"/>
          <ac:cxnSpMkLst>
            <pc:docMk/>
            <pc:sldMk cId="525703894" sldId="638"/>
            <ac:cxnSpMk id="11" creationId="{7D6AAE8C-EB36-FF34-E576-9A6E4644257E}"/>
          </ac:cxnSpMkLst>
        </pc:cxnChg>
        <pc:cxnChg chg="add mod">
          <ac:chgData name="Eskandari, Marzieh" userId="6f7e8ab1-ced9-4cd8-8d9c-9e0f76df628a" providerId="ADAL" clId="{5F4653E6-588C-449F-882E-1257AC0BE145}" dt="2026-04-26T13:48:20.801" v="180"/>
          <ac:cxnSpMkLst>
            <pc:docMk/>
            <pc:sldMk cId="525703894" sldId="638"/>
            <ac:cxnSpMk id="13" creationId="{80113BB9-5D10-8D85-1ADC-7BCB51A9CA3F}"/>
          </ac:cxnSpMkLst>
        </pc:cxnChg>
        <pc:cxnChg chg="add mod">
          <ac:chgData name="Eskandari, Marzieh" userId="6f7e8ab1-ced9-4cd8-8d9c-9e0f76df628a" providerId="ADAL" clId="{5F4653E6-588C-449F-882E-1257AC0BE145}" dt="2026-04-26T13:49:02.171" v="202" actId="208"/>
          <ac:cxnSpMkLst>
            <pc:docMk/>
            <pc:sldMk cId="525703894" sldId="638"/>
            <ac:cxnSpMk id="15" creationId="{74E9A99A-2E82-7EDE-3FF1-B7467E75256E}"/>
          </ac:cxnSpMkLst>
        </pc:cxnChg>
      </pc:sldChg>
      <pc:sldChg chg="addSp delSp modSp add del mod">
        <pc:chgData name="Eskandari, Marzieh" userId="6f7e8ab1-ced9-4cd8-8d9c-9e0f76df628a" providerId="ADAL" clId="{5F4653E6-588C-449F-882E-1257AC0BE145}" dt="2026-04-26T14:28:29.075" v="456"/>
        <pc:sldMkLst>
          <pc:docMk/>
          <pc:sldMk cId="1620000720" sldId="639"/>
        </pc:sldMkLst>
        <pc:spChg chg="mod">
          <ac:chgData name="Eskandari, Marzieh" userId="6f7e8ab1-ced9-4cd8-8d9c-9e0f76df628a" providerId="ADAL" clId="{5F4653E6-588C-449F-882E-1257AC0BE145}" dt="2026-04-26T14:13:38.910" v="242"/>
          <ac:spMkLst>
            <pc:docMk/>
            <pc:sldMk cId="1620000720" sldId="639"/>
            <ac:spMk id="3" creationId="{948C9472-1766-43B3-B6C7-6841C22DDCA6}"/>
          </ac:spMkLst>
        </pc:spChg>
        <pc:spChg chg="add mod">
          <ac:chgData name="Eskandari, Marzieh" userId="6f7e8ab1-ced9-4cd8-8d9c-9e0f76df628a" providerId="ADAL" clId="{5F4653E6-588C-449F-882E-1257AC0BE145}" dt="2026-04-26T13:52:03.615" v="228" actId="1036"/>
          <ac:spMkLst>
            <pc:docMk/>
            <pc:sldMk cId="1620000720" sldId="639"/>
            <ac:spMk id="4" creationId="{A7F62399-B17F-30AA-09D4-3D7DA233D77F}"/>
          </ac:spMkLst>
        </pc:spChg>
        <pc:spChg chg="mod">
          <ac:chgData name="Eskandari, Marzieh" userId="6f7e8ab1-ced9-4cd8-8d9c-9e0f76df628a" providerId="ADAL" clId="{5F4653E6-588C-449F-882E-1257AC0BE145}" dt="2026-04-26T14:15:46.568" v="272" actId="20577"/>
          <ac:spMkLst>
            <pc:docMk/>
            <pc:sldMk cId="1620000720" sldId="639"/>
            <ac:spMk id="7" creationId="{C9AA4AF4-911D-4A5E-BB2A-5DD05048E179}"/>
          </ac:spMkLst>
        </pc:spChg>
        <pc:spChg chg="add mod">
          <ac:chgData name="Eskandari, Marzieh" userId="6f7e8ab1-ced9-4cd8-8d9c-9e0f76df628a" providerId="ADAL" clId="{5F4653E6-588C-449F-882E-1257AC0BE145}" dt="2026-04-26T13:52:03.615" v="228" actId="1036"/>
          <ac:spMkLst>
            <pc:docMk/>
            <pc:sldMk cId="1620000720" sldId="639"/>
            <ac:spMk id="9" creationId="{9CA1E211-B917-2315-C0B9-BE5EC3CDE97E}"/>
          </ac:spMkLst>
        </pc:spChg>
        <pc:spChg chg="add mod">
          <ac:chgData name="Eskandari, Marzieh" userId="6f7e8ab1-ced9-4cd8-8d9c-9e0f76df628a" providerId="ADAL" clId="{5F4653E6-588C-449F-882E-1257AC0BE145}" dt="2026-04-26T13:52:11.764" v="229"/>
          <ac:spMkLst>
            <pc:docMk/>
            <pc:sldMk cId="1620000720" sldId="639"/>
            <ac:spMk id="11" creationId="{BAD57FD7-7225-0B95-CD1C-FB6AD7CDCCD5}"/>
          </ac:spMkLst>
        </pc:spChg>
        <pc:spChg chg="add mod">
          <ac:chgData name="Eskandari, Marzieh" userId="6f7e8ab1-ced9-4cd8-8d9c-9e0f76df628a" providerId="ADAL" clId="{5F4653E6-588C-449F-882E-1257AC0BE145}" dt="2026-04-26T13:52:11.764" v="229"/>
          <ac:spMkLst>
            <pc:docMk/>
            <pc:sldMk cId="1620000720" sldId="639"/>
            <ac:spMk id="13" creationId="{47E9729D-A89E-2A48-BC0D-7D133D2C1DA7}"/>
          </ac:spMkLst>
        </pc:spChg>
        <pc:spChg chg="add mod">
          <ac:chgData name="Eskandari, Marzieh" userId="6f7e8ab1-ced9-4cd8-8d9c-9e0f76df628a" providerId="ADAL" clId="{5F4653E6-588C-449F-882E-1257AC0BE145}" dt="2026-04-26T13:52:11.764" v="229"/>
          <ac:spMkLst>
            <pc:docMk/>
            <pc:sldMk cId="1620000720" sldId="639"/>
            <ac:spMk id="15" creationId="{724FB9EE-1C2F-CE87-8099-C89B07FDEC15}"/>
          </ac:spMkLst>
        </pc:spChg>
        <pc:spChg chg="add del mod">
          <ac:chgData name="Eskandari, Marzieh" userId="6f7e8ab1-ced9-4cd8-8d9c-9e0f76df628a" providerId="ADAL" clId="{5F4653E6-588C-449F-882E-1257AC0BE145}" dt="2026-04-26T14:13:41.279" v="243" actId="478"/>
          <ac:spMkLst>
            <pc:docMk/>
            <pc:sldMk cId="1620000720" sldId="639"/>
            <ac:spMk id="17" creationId="{1C2008A3-23DA-51AC-F9B0-240A8B39DA97}"/>
          </ac:spMkLst>
        </pc:spChg>
        <pc:spChg chg="add mod">
          <ac:chgData name="Eskandari, Marzieh" userId="6f7e8ab1-ced9-4cd8-8d9c-9e0f76df628a" providerId="ADAL" clId="{5F4653E6-588C-449F-882E-1257AC0BE145}" dt="2026-04-26T14:14:19.999" v="266" actId="1037"/>
          <ac:spMkLst>
            <pc:docMk/>
            <pc:sldMk cId="1620000720" sldId="639"/>
            <ac:spMk id="19" creationId="{95EDC195-9EAA-34D0-45AB-837E6AE9D17A}"/>
          </ac:spMkLst>
        </pc:spChg>
        <pc:spChg chg="add del mod">
          <ac:chgData name="Eskandari, Marzieh" userId="6f7e8ab1-ced9-4cd8-8d9c-9e0f76df628a" providerId="ADAL" clId="{5F4653E6-588C-449F-882E-1257AC0BE145}" dt="2026-04-26T14:27:23.560" v="455" actId="478"/>
          <ac:spMkLst>
            <pc:docMk/>
            <pc:sldMk cId="1620000720" sldId="639"/>
            <ac:spMk id="21" creationId="{ECC77295-1337-20AA-0E59-2AC69DE0E5D8}"/>
          </ac:spMkLst>
        </pc:spChg>
        <pc:graphicFrameChg chg="mod modGraphic">
          <ac:chgData name="Eskandari, Marzieh" userId="6f7e8ab1-ced9-4cd8-8d9c-9e0f76df628a" providerId="ADAL" clId="{5F4653E6-588C-449F-882E-1257AC0BE145}" dt="2026-04-26T14:28:29.075" v="456"/>
          <ac:graphicFrameMkLst>
            <pc:docMk/>
            <pc:sldMk cId="1620000720" sldId="639"/>
            <ac:graphicFrameMk id="6" creationId="{79136302-8338-4A90-9946-2E7D654DD11C}"/>
          </ac:graphicFrameMkLst>
        </pc:graphicFrameChg>
        <pc:cxnChg chg="add mod">
          <ac:chgData name="Eskandari, Marzieh" userId="6f7e8ab1-ced9-4cd8-8d9c-9e0f76df628a" providerId="ADAL" clId="{5F4653E6-588C-449F-882E-1257AC0BE145}" dt="2026-04-26T13:52:03.615" v="228" actId="1036"/>
          <ac:cxnSpMkLst>
            <pc:docMk/>
            <pc:sldMk cId="1620000720" sldId="639"/>
            <ac:cxnSpMk id="2" creationId="{13BD0360-D5E1-83AD-6D32-E0E1BDC3BF20}"/>
          </ac:cxnSpMkLst>
        </pc:cxnChg>
        <pc:cxnChg chg="add mod">
          <ac:chgData name="Eskandari, Marzieh" userId="6f7e8ab1-ced9-4cd8-8d9c-9e0f76df628a" providerId="ADAL" clId="{5F4653E6-588C-449F-882E-1257AC0BE145}" dt="2026-04-26T13:52:03.615" v="228" actId="1036"/>
          <ac:cxnSpMkLst>
            <pc:docMk/>
            <pc:sldMk cId="1620000720" sldId="639"/>
            <ac:cxnSpMk id="8" creationId="{F220F944-66A2-4AF7-D740-FCA150311692}"/>
          </ac:cxnSpMkLst>
        </pc:cxnChg>
        <pc:cxnChg chg="add mod">
          <ac:chgData name="Eskandari, Marzieh" userId="6f7e8ab1-ced9-4cd8-8d9c-9e0f76df628a" providerId="ADAL" clId="{5F4653E6-588C-449F-882E-1257AC0BE145}" dt="2026-04-26T13:52:11.764" v="229"/>
          <ac:cxnSpMkLst>
            <pc:docMk/>
            <pc:sldMk cId="1620000720" sldId="639"/>
            <ac:cxnSpMk id="10" creationId="{ACCCAAAF-FD9E-CC55-E0D5-EB0A20A865F5}"/>
          </ac:cxnSpMkLst>
        </pc:cxnChg>
        <pc:cxnChg chg="add mod">
          <ac:chgData name="Eskandari, Marzieh" userId="6f7e8ab1-ced9-4cd8-8d9c-9e0f76df628a" providerId="ADAL" clId="{5F4653E6-588C-449F-882E-1257AC0BE145}" dt="2026-04-26T13:52:11.764" v="229"/>
          <ac:cxnSpMkLst>
            <pc:docMk/>
            <pc:sldMk cId="1620000720" sldId="639"/>
            <ac:cxnSpMk id="12" creationId="{ABAE0069-FB92-1D71-3D8A-49235A856010}"/>
          </ac:cxnSpMkLst>
        </pc:cxnChg>
        <pc:cxnChg chg="add mod">
          <ac:chgData name="Eskandari, Marzieh" userId="6f7e8ab1-ced9-4cd8-8d9c-9e0f76df628a" providerId="ADAL" clId="{5F4653E6-588C-449F-882E-1257AC0BE145}" dt="2026-04-26T13:52:11.764" v="229"/>
          <ac:cxnSpMkLst>
            <pc:docMk/>
            <pc:sldMk cId="1620000720" sldId="639"/>
            <ac:cxnSpMk id="14" creationId="{5E47B60C-DB2F-EA11-9E00-69389D7EF3CC}"/>
          </ac:cxnSpMkLst>
        </pc:cxnChg>
        <pc:cxnChg chg="add mod">
          <ac:chgData name="Eskandari, Marzieh" userId="6f7e8ab1-ced9-4cd8-8d9c-9e0f76df628a" providerId="ADAL" clId="{5F4653E6-588C-449F-882E-1257AC0BE145}" dt="2026-04-26T14:14:13.990" v="247" actId="208"/>
          <ac:cxnSpMkLst>
            <pc:docMk/>
            <pc:sldMk cId="1620000720" sldId="639"/>
            <ac:cxnSpMk id="18" creationId="{A0473DA4-075D-C9B5-56DF-BA560096C786}"/>
          </ac:cxnSpMkLst>
        </pc:cxnChg>
      </pc:sldChg>
      <pc:sldChg chg="add del">
        <pc:chgData name="Eskandari, Marzieh" userId="6f7e8ab1-ced9-4cd8-8d9c-9e0f76df628a" providerId="ADAL" clId="{5F4653E6-588C-449F-882E-1257AC0BE145}" dt="2026-04-26T14:15:48.826" v="273" actId="47"/>
        <pc:sldMkLst>
          <pc:docMk/>
          <pc:sldMk cId="4087404867" sldId="640"/>
        </pc:sldMkLst>
      </pc:sldChg>
      <pc:sldChg chg="addSp delSp modSp add del mod modAnim">
        <pc:chgData name="Eskandari, Marzieh" userId="6f7e8ab1-ced9-4cd8-8d9c-9e0f76df628a" providerId="ADAL" clId="{5F4653E6-588C-449F-882E-1257AC0BE145}" dt="2026-04-26T14:49:49.568" v="717" actId="1035"/>
        <pc:sldMkLst>
          <pc:docMk/>
          <pc:sldMk cId="513728137" sldId="642"/>
        </pc:sldMkLst>
        <pc:spChg chg="add del mod">
          <ac:chgData name="Eskandari, Marzieh" userId="6f7e8ab1-ced9-4cd8-8d9c-9e0f76df628a" providerId="ADAL" clId="{5F4653E6-588C-449F-882E-1257AC0BE145}" dt="2026-04-26T14:48:42.407" v="691" actId="21"/>
          <ac:spMkLst>
            <pc:docMk/>
            <pc:sldMk cId="513728137" sldId="642"/>
            <ac:spMk id="2" creationId="{D0F0D571-689D-58EE-B483-E6207D50E1DB}"/>
          </ac:spMkLst>
        </pc:spChg>
        <pc:spChg chg="add mod">
          <ac:chgData name="Eskandari, Marzieh" userId="6f7e8ab1-ced9-4cd8-8d9c-9e0f76df628a" providerId="ADAL" clId="{5F4653E6-588C-449F-882E-1257AC0BE145}" dt="2026-04-26T14:49:49.568" v="717" actId="1035"/>
          <ac:spMkLst>
            <pc:docMk/>
            <pc:sldMk cId="513728137" sldId="642"/>
            <ac:spMk id="3" creationId="{32E55E5B-7995-33D2-DABC-A2EC40555F34}"/>
          </ac:spMkLst>
        </pc:spChg>
        <pc:spChg chg="add mod">
          <ac:chgData name="Eskandari, Marzieh" userId="6f7e8ab1-ced9-4cd8-8d9c-9e0f76df628a" providerId="ADAL" clId="{5F4653E6-588C-449F-882E-1257AC0BE145}" dt="2026-04-26T14:48:42.915" v="692"/>
          <ac:spMkLst>
            <pc:docMk/>
            <pc:sldMk cId="513728137" sldId="642"/>
            <ac:spMk id="4" creationId="{D0F0D571-689D-58EE-B483-E6207D50E1DB}"/>
          </ac:spMkLst>
        </pc:spChg>
        <pc:spChg chg="mod">
          <ac:chgData name="Eskandari, Marzieh" userId="6f7e8ab1-ced9-4cd8-8d9c-9e0f76df628a" providerId="ADAL" clId="{5F4653E6-588C-449F-882E-1257AC0BE145}" dt="2026-04-26T14:49:09.665" v="699" actId="20577"/>
          <ac:spMkLst>
            <pc:docMk/>
            <pc:sldMk cId="513728137" sldId="642"/>
            <ac:spMk id="6" creationId="{26194D1B-F82C-4D89-986D-2A4B425651C6}"/>
          </ac:spMkLst>
        </pc:spChg>
        <pc:graphicFrameChg chg="del">
          <ac:chgData name="Eskandari, Marzieh" userId="6f7e8ab1-ced9-4cd8-8d9c-9e0f76df628a" providerId="ADAL" clId="{5F4653E6-588C-449F-882E-1257AC0BE145}" dt="2026-04-26T14:16:09.828" v="274" actId="478"/>
          <ac:graphicFrameMkLst>
            <pc:docMk/>
            <pc:sldMk cId="513728137" sldId="642"/>
            <ac:graphicFrameMk id="10" creationId="{621BB2FC-A433-4B98-B541-8A1ED3617212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4:16:11.357" v="275" actId="478"/>
          <ac:graphicFrameMkLst>
            <pc:docMk/>
            <pc:sldMk cId="513728137" sldId="642"/>
            <ac:graphicFrameMk id="11" creationId="{E1165EBE-1AC4-47FD-B655-CC51F5755B11}"/>
          </ac:graphicFrameMkLst>
        </pc:graphicFrameChg>
      </pc:sldChg>
      <pc:sldChg chg="addSp delSp modSp mod addAnim delAnim modAnim">
        <pc:chgData name="Eskandari, Marzieh" userId="6f7e8ab1-ced9-4cd8-8d9c-9e0f76df628a" providerId="ADAL" clId="{5F4653E6-588C-449F-882E-1257AC0BE145}" dt="2026-04-26T15:30:57.219" v="1244" actId="20577"/>
        <pc:sldMkLst>
          <pc:docMk/>
          <pc:sldMk cId="680850381" sldId="644"/>
        </pc:sldMkLst>
        <pc:spChg chg="mod">
          <ac:chgData name="Eskandari, Marzieh" userId="6f7e8ab1-ced9-4cd8-8d9c-9e0f76df628a" providerId="ADAL" clId="{5F4653E6-588C-449F-882E-1257AC0BE145}" dt="2026-04-26T15:22:28.603" v="1025" actId="403"/>
          <ac:spMkLst>
            <pc:docMk/>
            <pc:sldMk cId="680850381" sldId="644"/>
            <ac:spMk id="2" creationId="{6F12381D-0525-40F5-9F0A-F46DC59D17EF}"/>
          </ac:spMkLst>
        </pc:spChg>
        <pc:spChg chg="add del mod">
          <ac:chgData name="Eskandari, Marzieh" userId="6f7e8ab1-ced9-4cd8-8d9c-9e0f76df628a" providerId="ADAL" clId="{5F4653E6-588C-449F-882E-1257AC0BE145}" dt="2026-04-26T15:27:28.449" v="1173" actId="478"/>
          <ac:spMkLst>
            <pc:docMk/>
            <pc:sldMk cId="680850381" sldId="644"/>
            <ac:spMk id="4" creationId="{0AAB1C16-4376-49AC-8D27-2A0ADF7D35F3}"/>
          </ac:spMkLst>
        </pc:spChg>
        <pc:graphicFrameChg chg="mod modGraphic">
          <ac:chgData name="Eskandari, Marzieh" userId="6f7e8ab1-ced9-4cd8-8d9c-9e0f76df628a" providerId="ADAL" clId="{5F4653E6-588C-449F-882E-1257AC0BE145}" dt="2026-04-26T15:30:57.219" v="1244" actId="20577"/>
          <ac:graphicFrameMkLst>
            <pc:docMk/>
            <pc:sldMk cId="680850381" sldId="644"/>
            <ac:graphicFrameMk id="3" creationId="{55B04C5E-E281-488E-B719-DBEB19FDC33B}"/>
          </ac:graphicFrameMkLst>
        </pc:graphicFrameChg>
        <pc:graphicFrameChg chg="del mod modGraphic">
          <ac:chgData name="Eskandari, Marzieh" userId="6f7e8ab1-ced9-4cd8-8d9c-9e0f76df628a" providerId="ADAL" clId="{5F4653E6-588C-449F-882E-1257AC0BE145}" dt="2026-04-26T15:27:36.648" v="1177" actId="478"/>
          <ac:graphicFrameMkLst>
            <pc:docMk/>
            <pc:sldMk cId="680850381" sldId="644"/>
            <ac:graphicFrameMk id="16" creationId="{E5F80C64-41D0-4676-B43F-616D9A7DA135}"/>
          </ac:graphicFrameMkLst>
        </pc:graphicFrameChg>
        <pc:graphicFrameChg chg="del mod">
          <ac:chgData name="Eskandari, Marzieh" userId="6f7e8ab1-ced9-4cd8-8d9c-9e0f76df628a" providerId="ADAL" clId="{5F4653E6-588C-449F-882E-1257AC0BE145}" dt="2026-04-26T15:27:10.002" v="1171" actId="478"/>
          <ac:graphicFrameMkLst>
            <pc:docMk/>
            <pc:sldMk cId="680850381" sldId="644"/>
            <ac:graphicFrameMk id="18" creationId="{CDA46AD9-2BE3-4252-9F71-FED299014819}"/>
          </ac:graphicFrameMkLst>
        </pc:graphicFrameChg>
        <pc:graphicFrameChg chg="del mod">
          <ac:chgData name="Eskandari, Marzieh" userId="6f7e8ab1-ced9-4cd8-8d9c-9e0f76df628a" providerId="ADAL" clId="{5F4653E6-588C-449F-882E-1257AC0BE145}" dt="2026-04-26T15:27:06.084" v="1170" actId="478"/>
          <ac:graphicFrameMkLst>
            <pc:docMk/>
            <pc:sldMk cId="680850381" sldId="644"/>
            <ac:graphicFrameMk id="19" creationId="{0A2EABF0-1870-4BD5-97AE-0C8B8FE27AE1}"/>
          </ac:graphicFrameMkLst>
        </pc:graphicFrameChg>
      </pc:sldChg>
      <pc:sldChg chg="del">
        <pc:chgData name="Eskandari, Marzieh" userId="6f7e8ab1-ced9-4cd8-8d9c-9e0f76df628a" providerId="ADAL" clId="{5F4653E6-588C-449F-882E-1257AC0BE145}" dt="2026-04-26T12:29:14.323" v="2" actId="47"/>
        <pc:sldMkLst>
          <pc:docMk/>
          <pc:sldMk cId="3491179814" sldId="645"/>
        </pc:sldMkLst>
      </pc:sldChg>
      <pc:sldChg chg="del">
        <pc:chgData name="Eskandari, Marzieh" userId="6f7e8ab1-ced9-4cd8-8d9c-9e0f76df628a" providerId="ADAL" clId="{5F4653E6-588C-449F-882E-1257AC0BE145}" dt="2026-04-26T12:29:09.182" v="0" actId="47"/>
        <pc:sldMkLst>
          <pc:docMk/>
          <pc:sldMk cId="3264021618" sldId="646"/>
        </pc:sldMkLst>
      </pc:sldChg>
      <pc:sldChg chg="addSp delSp modSp mod modAnim">
        <pc:chgData name="Eskandari, Marzieh" userId="6f7e8ab1-ced9-4cd8-8d9c-9e0f76df628a" providerId="ADAL" clId="{5F4653E6-588C-449F-882E-1257AC0BE145}" dt="2026-04-26T15:08:47.641" v="919" actId="1036"/>
        <pc:sldMkLst>
          <pc:docMk/>
          <pc:sldMk cId="2822153315" sldId="647"/>
        </pc:sldMkLst>
        <pc:spChg chg="mod">
          <ac:chgData name="Eskandari, Marzieh" userId="6f7e8ab1-ced9-4cd8-8d9c-9e0f76df628a" providerId="ADAL" clId="{5F4653E6-588C-449F-882E-1257AC0BE145}" dt="2026-04-26T14:53:05.867" v="753" actId="20577"/>
          <ac:spMkLst>
            <pc:docMk/>
            <pc:sldMk cId="2822153315" sldId="647"/>
            <ac:spMk id="2" creationId="{6F12381D-0525-40F5-9F0A-F46DC59D17EF}"/>
          </ac:spMkLst>
        </pc:spChg>
        <pc:spChg chg="del mod">
          <ac:chgData name="Eskandari, Marzieh" userId="6f7e8ab1-ced9-4cd8-8d9c-9e0f76df628a" providerId="ADAL" clId="{5F4653E6-588C-449F-882E-1257AC0BE145}" dt="2026-04-26T14:50:38.146" v="725" actId="478"/>
          <ac:spMkLst>
            <pc:docMk/>
            <pc:sldMk cId="2822153315" sldId="647"/>
            <ac:spMk id="3" creationId="{798DF672-5A40-44F1-989C-C3489F28D713}"/>
          </ac:spMkLst>
        </pc:spChg>
        <pc:spChg chg="add mod">
          <ac:chgData name="Eskandari, Marzieh" userId="6f7e8ab1-ced9-4cd8-8d9c-9e0f76df628a" providerId="ADAL" clId="{5F4653E6-588C-449F-882E-1257AC0BE145}" dt="2026-04-26T14:54:48.425" v="801" actId="1076"/>
          <ac:spMkLst>
            <pc:docMk/>
            <pc:sldMk cId="2822153315" sldId="647"/>
            <ac:spMk id="4" creationId="{F4FBA566-485C-F2F0-BA7C-E82088B12237}"/>
          </ac:spMkLst>
        </pc:spChg>
        <pc:spChg chg="del mod">
          <ac:chgData name="Eskandari, Marzieh" userId="6f7e8ab1-ced9-4cd8-8d9c-9e0f76df628a" providerId="ADAL" clId="{5F4653E6-588C-449F-882E-1257AC0BE145}" dt="2026-04-26T14:50:46.634" v="727" actId="478"/>
          <ac:spMkLst>
            <pc:docMk/>
            <pc:sldMk cId="2822153315" sldId="647"/>
            <ac:spMk id="7" creationId="{103012AE-C816-4295-9DBA-C8AD2E6D9E58}"/>
          </ac:spMkLst>
        </pc:spChg>
        <pc:spChg chg="mod">
          <ac:chgData name="Eskandari, Marzieh" userId="6f7e8ab1-ced9-4cd8-8d9c-9e0f76df628a" providerId="ADAL" clId="{5F4653E6-588C-449F-882E-1257AC0BE145}" dt="2026-04-26T14:54:48.425" v="801" actId="1076"/>
          <ac:spMkLst>
            <pc:docMk/>
            <pc:sldMk cId="2822153315" sldId="647"/>
            <ac:spMk id="10" creationId="{412F5391-2763-42CF-A731-5BD341BD8F2C}"/>
          </ac:spMkLst>
        </pc:spChg>
        <pc:spChg chg="add del mod">
          <ac:chgData name="Eskandari, Marzieh" userId="6f7e8ab1-ced9-4cd8-8d9c-9e0f76df628a" providerId="ADAL" clId="{5F4653E6-588C-449F-882E-1257AC0BE145}" dt="2026-04-26T15:08:01.403" v="915" actId="1076"/>
          <ac:spMkLst>
            <pc:docMk/>
            <pc:sldMk cId="2822153315" sldId="647"/>
            <ac:spMk id="11" creationId="{E0E1C546-F3E1-4827-8D77-C1EF0AC045EA}"/>
          </ac:spMkLst>
        </pc:spChg>
        <pc:spChg chg="add mod">
          <ac:chgData name="Eskandari, Marzieh" userId="6f7e8ab1-ced9-4cd8-8d9c-9e0f76df628a" providerId="ADAL" clId="{5F4653E6-588C-449F-882E-1257AC0BE145}" dt="2026-04-26T15:08:01.403" v="915" actId="1076"/>
          <ac:spMkLst>
            <pc:docMk/>
            <pc:sldMk cId="2822153315" sldId="647"/>
            <ac:spMk id="12" creationId="{BE9BA5E3-C930-E4FE-A566-58C27E582AE8}"/>
          </ac:spMkLst>
        </pc:spChg>
        <pc:spChg chg="mod">
          <ac:chgData name="Eskandari, Marzieh" userId="6f7e8ab1-ced9-4cd8-8d9c-9e0f76df628a" providerId="ADAL" clId="{5F4653E6-588C-449F-882E-1257AC0BE145}" dt="2026-04-26T15:08:47.641" v="919" actId="1036"/>
          <ac:spMkLst>
            <pc:docMk/>
            <pc:sldMk cId="2822153315" sldId="647"/>
            <ac:spMk id="14" creationId="{B60A4B4C-9396-437F-8F53-963CDAA05593}"/>
          </ac:spMkLst>
        </pc:spChg>
        <pc:spChg chg="add mod">
          <ac:chgData name="Eskandari, Marzieh" userId="6f7e8ab1-ced9-4cd8-8d9c-9e0f76df628a" providerId="ADAL" clId="{5F4653E6-588C-449F-882E-1257AC0BE145}" dt="2026-04-26T15:08:47.641" v="919" actId="1036"/>
          <ac:spMkLst>
            <pc:docMk/>
            <pc:sldMk cId="2822153315" sldId="647"/>
            <ac:spMk id="15" creationId="{AD766F34-9E11-1718-1F27-7CD0D478E966}"/>
          </ac:spMkLst>
        </pc:spChg>
        <pc:spChg chg="add">
          <ac:chgData name="Eskandari, Marzieh" userId="6f7e8ab1-ced9-4cd8-8d9c-9e0f76df628a" providerId="ADAL" clId="{5F4653E6-588C-449F-882E-1257AC0BE145}" dt="2026-04-26T14:57:00.741" v="851"/>
          <ac:spMkLst>
            <pc:docMk/>
            <pc:sldMk cId="2822153315" sldId="647"/>
            <ac:spMk id="16" creationId="{DA00E431-FBCF-63CE-618A-79A79346D4C1}"/>
          </ac:spMkLst>
        </pc:spChg>
        <pc:graphicFrameChg chg="del mod modGraphic">
          <ac:chgData name="Eskandari, Marzieh" userId="6f7e8ab1-ced9-4cd8-8d9c-9e0f76df628a" providerId="ADAL" clId="{5F4653E6-588C-449F-882E-1257AC0BE145}" dt="2026-04-26T14:54:02.901" v="791" actId="478"/>
          <ac:graphicFrameMkLst>
            <pc:docMk/>
            <pc:sldMk cId="2822153315" sldId="647"/>
            <ac:graphicFrameMk id="6" creationId="{3ACCF770-7412-4B4B-8A16-7D2A32BD05F5}"/>
          </ac:graphicFrameMkLst>
        </pc:graphicFrameChg>
        <pc:graphicFrameChg chg="mod modGraphic">
          <ac:chgData name="Eskandari, Marzieh" userId="6f7e8ab1-ced9-4cd8-8d9c-9e0f76df628a" providerId="ADAL" clId="{5F4653E6-588C-449F-882E-1257AC0BE145}" dt="2026-04-26T14:54:40.751" v="800" actId="1076"/>
          <ac:graphicFrameMkLst>
            <pc:docMk/>
            <pc:sldMk cId="2822153315" sldId="647"/>
            <ac:graphicFrameMk id="8" creationId="{FBE60292-D461-4C2C-AC36-07A0F3486603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4:50:38.146" v="725" actId="478"/>
          <ac:graphicFrameMkLst>
            <pc:docMk/>
            <pc:sldMk cId="2822153315" sldId="647"/>
            <ac:graphicFrameMk id="9" creationId="{8FA65709-9F8D-43DE-AB53-03DA7498D440}"/>
          </ac:graphicFrameMkLst>
        </pc:graphicFrameChg>
        <pc:graphicFrameChg chg="del mod modGraphic">
          <ac:chgData name="Eskandari, Marzieh" userId="6f7e8ab1-ced9-4cd8-8d9c-9e0f76df628a" providerId="ADAL" clId="{5F4653E6-588C-449F-882E-1257AC0BE145}" dt="2026-04-26T14:54:04.855" v="792" actId="478"/>
          <ac:graphicFrameMkLst>
            <pc:docMk/>
            <pc:sldMk cId="2822153315" sldId="647"/>
            <ac:graphicFrameMk id="13" creationId="{B83070CB-15FF-480C-AD86-20FC53B39699}"/>
          </ac:graphicFrameMkLst>
        </pc:graphicFrameChg>
      </pc:sldChg>
      <pc:sldChg chg="del">
        <pc:chgData name="Eskandari, Marzieh" userId="6f7e8ab1-ced9-4cd8-8d9c-9e0f76df628a" providerId="ADAL" clId="{5F4653E6-588C-449F-882E-1257AC0BE145}" dt="2026-04-26T12:29:10.258" v="1" actId="47"/>
        <pc:sldMkLst>
          <pc:docMk/>
          <pc:sldMk cId="300521846" sldId="654"/>
        </pc:sldMkLst>
      </pc:sldChg>
      <pc:sldChg chg="modSp mod">
        <pc:chgData name="Eskandari, Marzieh" userId="6f7e8ab1-ced9-4cd8-8d9c-9e0f76df628a" providerId="ADAL" clId="{5F4653E6-588C-449F-882E-1257AC0BE145}" dt="2026-04-26T15:21:57.146" v="1021" actId="207"/>
        <pc:sldMkLst>
          <pc:docMk/>
          <pc:sldMk cId="2513863597" sldId="655"/>
        </pc:sldMkLst>
        <pc:spChg chg="mod">
          <ac:chgData name="Eskandari, Marzieh" userId="6f7e8ab1-ced9-4cd8-8d9c-9e0f76df628a" providerId="ADAL" clId="{5F4653E6-588C-449F-882E-1257AC0BE145}" dt="2026-04-26T15:21:57.146" v="1021" actId="207"/>
          <ac:spMkLst>
            <pc:docMk/>
            <pc:sldMk cId="2513863597" sldId="655"/>
            <ac:spMk id="29" creationId="{E3D541BB-281F-455D-A6C0-700777B2407D}"/>
          </ac:spMkLst>
        </pc:spChg>
      </pc:sldChg>
      <pc:sldChg chg="addSp modSp add mod modAnim">
        <pc:chgData name="Eskandari, Marzieh" userId="6f7e8ab1-ced9-4cd8-8d9c-9e0f76df628a" providerId="ADAL" clId="{5F4653E6-588C-449F-882E-1257AC0BE145}" dt="2026-04-26T14:39:41.011" v="585" actId="6549"/>
        <pc:sldMkLst>
          <pc:docMk/>
          <pc:sldMk cId="1911094256" sldId="656"/>
        </pc:sldMkLst>
        <pc:spChg chg="mod">
          <ac:chgData name="Eskandari, Marzieh" userId="6f7e8ab1-ced9-4cd8-8d9c-9e0f76df628a" providerId="ADAL" clId="{5F4653E6-588C-449F-882E-1257AC0BE145}" dt="2026-04-26T14:39:41.011" v="585" actId="6549"/>
          <ac:spMkLst>
            <pc:docMk/>
            <pc:sldMk cId="1911094256" sldId="656"/>
            <ac:spMk id="3" creationId="{BBF6F6E8-F6DD-E15E-564F-4C4B7D55D004}"/>
          </ac:spMkLst>
        </pc:spChg>
        <pc:spChg chg="add mod">
          <ac:chgData name="Eskandari, Marzieh" userId="6f7e8ab1-ced9-4cd8-8d9c-9e0f76df628a" providerId="ADAL" clId="{5F4653E6-588C-449F-882E-1257AC0BE145}" dt="2026-04-26T13:42:12.937" v="116" actId="1076"/>
          <ac:spMkLst>
            <pc:docMk/>
            <pc:sldMk cId="1911094256" sldId="656"/>
            <ac:spMk id="4" creationId="{B89ED3F4-02AE-A5CC-1D68-3B96021A3A98}"/>
          </ac:spMkLst>
        </pc:spChg>
        <pc:spChg chg="mod">
          <ac:chgData name="Eskandari, Marzieh" userId="6f7e8ab1-ced9-4cd8-8d9c-9e0f76df628a" providerId="ADAL" clId="{5F4653E6-588C-449F-882E-1257AC0BE145}" dt="2026-04-26T13:41:39.380" v="105" actId="21"/>
          <ac:spMkLst>
            <pc:docMk/>
            <pc:sldMk cId="1911094256" sldId="656"/>
            <ac:spMk id="7" creationId="{31A5A98A-2E40-C2BA-9AEE-65891981E176}"/>
          </ac:spMkLst>
        </pc:spChg>
        <pc:spChg chg="add mod">
          <ac:chgData name="Eskandari, Marzieh" userId="6f7e8ab1-ced9-4cd8-8d9c-9e0f76df628a" providerId="ADAL" clId="{5F4653E6-588C-449F-882E-1257AC0BE145}" dt="2026-04-26T13:51:29.511" v="216"/>
          <ac:spMkLst>
            <pc:docMk/>
            <pc:sldMk cId="1911094256" sldId="656"/>
            <ac:spMk id="9" creationId="{7872104A-F14E-EABC-8A33-1C9F5C1B1839}"/>
          </ac:spMkLst>
        </pc:spChg>
        <pc:spChg chg="add mod">
          <ac:chgData name="Eskandari, Marzieh" userId="6f7e8ab1-ced9-4cd8-8d9c-9e0f76df628a" providerId="ADAL" clId="{5F4653E6-588C-449F-882E-1257AC0BE145}" dt="2026-04-26T13:51:29.511" v="216"/>
          <ac:spMkLst>
            <pc:docMk/>
            <pc:sldMk cId="1911094256" sldId="656"/>
            <ac:spMk id="11" creationId="{292BA85B-B204-3C1C-C6DD-B637436E671D}"/>
          </ac:spMkLst>
        </pc:spChg>
        <pc:spChg chg="add mod">
          <ac:chgData name="Eskandari, Marzieh" userId="6f7e8ab1-ced9-4cd8-8d9c-9e0f76df628a" providerId="ADAL" clId="{5F4653E6-588C-449F-882E-1257AC0BE145}" dt="2026-04-26T13:51:29.511" v="216"/>
          <ac:spMkLst>
            <pc:docMk/>
            <pc:sldMk cId="1911094256" sldId="656"/>
            <ac:spMk id="13" creationId="{D2394682-C3E2-367D-77E1-9C2EBF5E2516}"/>
          </ac:spMkLst>
        </pc:spChg>
        <pc:spChg chg="add mod">
          <ac:chgData name="Eskandari, Marzieh" userId="6f7e8ab1-ced9-4cd8-8d9c-9e0f76df628a" providerId="ADAL" clId="{5F4653E6-588C-449F-882E-1257AC0BE145}" dt="2026-04-26T13:51:38.914" v="219"/>
          <ac:spMkLst>
            <pc:docMk/>
            <pc:sldMk cId="1911094256" sldId="656"/>
            <ac:spMk id="15" creationId="{03BE5511-0CBC-7C71-AFD5-45B2C37AB0E0}"/>
          </ac:spMkLst>
        </pc:spChg>
        <pc:spChg chg="add mod">
          <ac:chgData name="Eskandari, Marzieh" userId="6f7e8ab1-ced9-4cd8-8d9c-9e0f76df628a" providerId="ADAL" clId="{5F4653E6-588C-449F-882E-1257AC0BE145}" dt="2026-04-26T13:51:38.914" v="219"/>
          <ac:spMkLst>
            <pc:docMk/>
            <pc:sldMk cId="1911094256" sldId="656"/>
            <ac:spMk id="17" creationId="{6FE25EED-1FA3-D536-3323-B3CDCF75B2D0}"/>
          </ac:spMkLst>
        </pc:spChg>
        <pc:spChg chg="add mod">
          <ac:chgData name="Eskandari, Marzieh" userId="6f7e8ab1-ced9-4cd8-8d9c-9e0f76df628a" providerId="ADAL" clId="{5F4653E6-588C-449F-882E-1257AC0BE145}" dt="2026-04-26T14:14:30.393" v="269" actId="1076"/>
          <ac:spMkLst>
            <pc:docMk/>
            <pc:sldMk cId="1911094256" sldId="656"/>
            <ac:spMk id="19" creationId="{6EFEC36B-6A78-0FC1-631D-59F2EFF320CB}"/>
          </ac:spMkLst>
        </pc:spChg>
        <pc:graphicFrameChg chg="modGraphic">
          <ac:chgData name="Eskandari, Marzieh" userId="6f7e8ab1-ced9-4cd8-8d9c-9e0f76df628a" providerId="ADAL" clId="{5F4653E6-588C-449F-882E-1257AC0BE145}" dt="2026-04-26T13:41:20.564" v="96" actId="207"/>
          <ac:graphicFrameMkLst>
            <pc:docMk/>
            <pc:sldMk cId="1911094256" sldId="656"/>
            <ac:graphicFrameMk id="6" creationId="{D92F468C-0E10-8875-3EA3-76333B3BEA09}"/>
          </ac:graphicFrameMkLst>
        </pc:graphicFrameChg>
        <pc:cxnChg chg="add mod">
          <ac:chgData name="Eskandari, Marzieh" userId="6f7e8ab1-ced9-4cd8-8d9c-9e0f76df628a" providerId="ADAL" clId="{5F4653E6-588C-449F-882E-1257AC0BE145}" dt="2026-04-26T13:51:29.511" v="216"/>
          <ac:cxnSpMkLst>
            <pc:docMk/>
            <pc:sldMk cId="1911094256" sldId="656"/>
            <ac:cxnSpMk id="8" creationId="{5F47CE6D-4A98-A2F6-1574-E4A894A49D81}"/>
          </ac:cxnSpMkLst>
        </pc:cxnChg>
        <pc:cxnChg chg="add mod">
          <ac:chgData name="Eskandari, Marzieh" userId="6f7e8ab1-ced9-4cd8-8d9c-9e0f76df628a" providerId="ADAL" clId="{5F4653E6-588C-449F-882E-1257AC0BE145}" dt="2026-04-26T13:51:29.511" v="216"/>
          <ac:cxnSpMkLst>
            <pc:docMk/>
            <pc:sldMk cId="1911094256" sldId="656"/>
            <ac:cxnSpMk id="10" creationId="{53567DA8-3051-3B3C-71B2-1975E77329AA}"/>
          </ac:cxnSpMkLst>
        </pc:cxnChg>
        <pc:cxnChg chg="add mod">
          <ac:chgData name="Eskandari, Marzieh" userId="6f7e8ab1-ced9-4cd8-8d9c-9e0f76df628a" providerId="ADAL" clId="{5F4653E6-588C-449F-882E-1257AC0BE145}" dt="2026-04-26T13:51:29.511" v="216"/>
          <ac:cxnSpMkLst>
            <pc:docMk/>
            <pc:sldMk cId="1911094256" sldId="656"/>
            <ac:cxnSpMk id="12" creationId="{455B6590-C67B-9AFF-A97C-7D44E92C44B3}"/>
          </ac:cxnSpMkLst>
        </pc:cxnChg>
        <pc:cxnChg chg="add mod">
          <ac:chgData name="Eskandari, Marzieh" userId="6f7e8ab1-ced9-4cd8-8d9c-9e0f76df628a" providerId="ADAL" clId="{5F4653E6-588C-449F-882E-1257AC0BE145}" dt="2026-04-26T13:51:38.914" v="219"/>
          <ac:cxnSpMkLst>
            <pc:docMk/>
            <pc:sldMk cId="1911094256" sldId="656"/>
            <ac:cxnSpMk id="14" creationId="{5691E508-21BA-6F08-8AC0-38B6A5BD0C63}"/>
          </ac:cxnSpMkLst>
        </pc:cxnChg>
        <pc:cxnChg chg="add mod">
          <ac:chgData name="Eskandari, Marzieh" userId="6f7e8ab1-ced9-4cd8-8d9c-9e0f76df628a" providerId="ADAL" clId="{5F4653E6-588C-449F-882E-1257AC0BE145}" dt="2026-04-26T13:51:38.914" v="219"/>
          <ac:cxnSpMkLst>
            <pc:docMk/>
            <pc:sldMk cId="1911094256" sldId="656"/>
            <ac:cxnSpMk id="16" creationId="{1ABD9FEA-3D0D-8823-051E-30EAE8249A72}"/>
          </ac:cxnSpMkLst>
        </pc:cxnChg>
        <pc:cxnChg chg="add mod">
          <ac:chgData name="Eskandari, Marzieh" userId="6f7e8ab1-ced9-4cd8-8d9c-9e0f76df628a" providerId="ADAL" clId="{5F4653E6-588C-449F-882E-1257AC0BE145}" dt="2026-04-26T14:14:30.393" v="269" actId="1076"/>
          <ac:cxnSpMkLst>
            <pc:docMk/>
            <pc:sldMk cId="1911094256" sldId="656"/>
            <ac:cxnSpMk id="18" creationId="{C7AD3213-25EB-E55C-AC32-15181F682E42}"/>
          </ac:cxnSpMkLst>
        </pc:cxnChg>
      </pc:sldChg>
      <pc:sldChg chg="delSp modSp add mod">
        <pc:chgData name="Eskandari, Marzieh" userId="6f7e8ab1-ced9-4cd8-8d9c-9e0f76df628a" providerId="ADAL" clId="{5F4653E6-588C-449F-882E-1257AC0BE145}" dt="2026-04-26T14:43:31.778" v="650" actId="6549"/>
        <pc:sldMkLst>
          <pc:docMk/>
          <pc:sldMk cId="1522011277" sldId="657"/>
        </pc:sldMkLst>
        <pc:spChg chg="mod">
          <ac:chgData name="Eskandari, Marzieh" userId="6f7e8ab1-ced9-4cd8-8d9c-9e0f76df628a" providerId="ADAL" clId="{5F4653E6-588C-449F-882E-1257AC0BE145}" dt="2026-04-26T14:39:29.577" v="583" actId="20577"/>
          <ac:spMkLst>
            <pc:docMk/>
            <pc:sldMk cId="1522011277" sldId="657"/>
            <ac:spMk id="3" creationId="{96942C51-1440-C256-BDAF-BC5E6F857FBD}"/>
          </ac:spMkLst>
        </pc:spChg>
        <pc:spChg chg="del mod">
          <ac:chgData name="Eskandari, Marzieh" userId="6f7e8ab1-ced9-4cd8-8d9c-9e0f76df628a" providerId="ADAL" clId="{5F4653E6-588C-449F-882E-1257AC0BE145}" dt="2026-04-26T14:38:41.430" v="554" actId="478"/>
          <ac:spMkLst>
            <pc:docMk/>
            <pc:sldMk cId="1522011277" sldId="657"/>
            <ac:spMk id="4" creationId="{E8A520BD-B363-35E8-677B-74AFE606EFCC}"/>
          </ac:spMkLst>
        </pc:spChg>
        <pc:spChg chg="mod">
          <ac:chgData name="Eskandari, Marzieh" userId="6f7e8ab1-ced9-4cd8-8d9c-9e0f76df628a" providerId="ADAL" clId="{5F4653E6-588C-449F-882E-1257AC0BE145}" dt="2026-04-26T14:43:31.778" v="650" actId="6549"/>
          <ac:spMkLst>
            <pc:docMk/>
            <pc:sldMk cId="1522011277" sldId="657"/>
            <ac:spMk id="7" creationId="{2E95EF5B-A6A6-89BC-F321-23EC3E14A2DB}"/>
          </ac:spMkLst>
        </pc:spChg>
        <pc:spChg chg="del">
          <ac:chgData name="Eskandari, Marzieh" userId="6f7e8ab1-ced9-4cd8-8d9c-9e0f76df628a" providerId="ADAL" clId="{5F4653E6-588C-449F-882E-1257AC0BE145}" dt="2026-04-26T14:37:21.083" v="486" actId="478"/>
          <ac:spMkLst>
            <pc:docMk/>
            <pc:sldMk cId="1522011277" sldId="657"/>
            <ac:spMk id="19" creationId="{4DA2E018-D00D-4930-5EE2-A4C36B3549BB}"/>
          </ac:spMkLst>
        </pc:spChg>
        <pc:graphicFrameChg chg="modGraphic">
          <ac:chgData name="Eskandari, Marzieh" userId="6f7e8ab1-ced9-4cd8-8d9c-9e0f76df628a" providerId="ADAL" clId="{5F4653E6-588C-449F-882E-1257AC0BE145}" dt="2026-04-26T14:37:27.151" v="488" actId="207"/>
          <ac:graphicFrameMkLst>
            <pc:docMk/>
            <pc:sldMk cId="1522011277" sldId="657"/>
            <ac:graphicFrameMk id="6" creationId="{CD63E3D6-5419-990C-2DDC-716559A5D9CF}"/>
          </ac:graphicFrameMkLst>
        </pc:graphicFrameChg>
        <pc:cxnChg chg="del">
          <ac:chgData name="Eskandari, Marzieh" userId="6f7e8ab1-ced9-4cd8-8d9c-9e0f76df628a" providerId="ADAL" clId="{5F4653E6-588C-449F-882E-1257AC0BE145}" dt="2026-04-26T14:37:23.130" v="487" actId="478"/>
          <ac:cxnSpMkLst>
            <pc:docMk/>
            <pc:sldMk cId="1522011277" sldId="657"/>
            <ac:cxnSpMk id="18" creationId="{99E87105-E74C-F8C6-116E-8AB9559326E7}"/>
          </ac:cxnSpMkLst>
        </pc:cxnChg>
      </pc:sldChg>
      <pc:sldChg chg="addSp delSp modSp add mod modAnim">
        <pc:chgData name="Eskandari, Marzieh" userId="6f7e8ab1-ced9-4cd8-8d9c-9e0f76df628a" providerId="ADAL" clId="{5F4653E6-588C-449F-882E-1257AC0BE145}" dt="2026-04-26T15:21:44.156" v="1020" actId="207"/>
        <pc:sldMkLst>
          <pc:docMk/>
          <pc:sldMk cId="3800829068" sldId="658"/>
        </pc:sldMkLst>
        <pc:spChg chg="del">
          <ac:chgData name="Eskandari, Marzieh" userId="6f7e8ab1-ced9-4cd8-8d9c-9e0f76df628a" providerId="ADAL" clId="{5F4653E6-588C-449F-882E-1257AC0BE145}" dt="2026-04-26T14:51:00.939" v="729" actId="478"/>
          <ac:spMkLst>
            <pc:docMk/>
            <pc:sldMk cId="3800829068" sldId="658"/>
            <ac:spMk id="2" creationId="{7BCBD6EE-2795-3AC5-1DA5-DA4156F6D4BF}"/>
          </ac:spMkLst>
        </pc:spChg>
        <pc:spChg chg="add del mod">
          <ac:chgData name="Eskandari, Marzieh" userId="6f7e8ab1-ced9-4cd8-8d9c-9e0f76df628a" providerId="ADAL" clId="{5F4653E6-588C-449F-882E-1257AC0BE145}" dt="2026-04-26T15:20:54.523" v="1013" actId="478"/>
          <ac:spMkLst>
            <pc:docMk/>
            <pc:sldMk cId="3800829068" sldId="658"/>
            <ac:spMk id="4" creationId="{8DE02982-15EC-2687-7230-D49EF85A0B83}"/>
          </ac:spMkLst>
        </pc:spChg>
        <pc:spChg chg="mod">
          <ac:chgData name="Eskandari, Marzieh" userId="6f7e8ab1-ced9-4cd8-8d9c-9e0f76df628a" providerId="ADAL" clId="{5F4653E6-588C-449F-882E-1257AC0BE145}" dt="2026-04-26T15:21:44.156" v="1020" actId="207"/>
          <ac:spMkLst>
            <pc:docMk/>
            <pc:sldMk cId="3800829068" sldId="658"/>
            <ac:spMk id="7" creationId="{C275F5FA-01D6-3FBB-DDA8-68DBE2FAD666}"/>
          </ac:spMkLst>
        </pc:spChg>
        <pc:spChg chg="del">
          <ac:chgData name="Eskandari, Marzieh" userId="6f7e8ab1-ced9-4cd8-8d9c-9e0f76df628a" providerId="ADAL" clId="{5F4653E6-588C-449F-882E-1257AC0BE145}" dt="2026-04-26T14:51:03.947" v="730" actId="478"/>
          <ac:spMkLst>
            <pc:docMk/>
            <pc:sldMk cId="3800829068" sldId="658"/>
            <ac:spMk id="10" creationId="{F4B58A0B-EA78-95F9-4D08-D2EE07145930}"/>
          </ac:spMkLst>
        </pc:spChg>
        <pc:spChg chg="del">
          <ac:chgData name="Eskandari, Marzieh" userId="6f7e8ab1-ced9-4cd8-8d9c-9e0f76df628a" providerId="ADAL" clId="{5F4653E6-588C-449F-882E-1257AC0BE145}" dt="2026-04-26T14:51:03.947" v="730" actId="478"/>
          <ac:spMkLst>
            <pc:docMk/>
            <pc:sldMk cId="3800829068" sldId="658"/>
            <ac:spMk id="11" creationId="{D6578E9D-6306-6930-88FD-90EAF1511440}"/>
          </ac:spMkLst>
        </pc:spChg>
        <pc:spChg chg="add del mod">
          <ac:chgData name="Eskandari, Marzieh" userId="6f7e8ab1-ced9-4cd8-8d9c-9e0f76df628a" providerId="ADAL" clId="{5F4653E6-588C-449F-882E-1257AC0BE145}" dt="2026-04-26T15:20:51.663" v="1012" actId="478"/>
          <ac:spMkLst>
            <pc:docMk/>
            <pc:sldMk cId="3800829068" sldId="658"/>
            <ac:spMk id="12" creationId="{D7F588B1-6F35-7112-1C71-5B9DE21AF607}"/>
          </ac:spMkLst>
        </pc:spChg>
        <pc:spChg chg="del">
          <ac:chgData name="Eskandari, Marzieh" userId="6f7e8ab1-ced9-4cd8-8d9c-9e0f76df628a" providerId="ADAL" clId="{5F4653E6-588C-449F-882E-1257AC0BE145}" dt="2026-04-26T14:51:03.947" v="730" actId="478"/>
          <ac:spMkLst>
            <pc:docMk/>
            <pc:sldMk cId="3800829068" sldId="658"/>
            <ac:spMk id="14" creationId="{423865EE-7BB7-E03A-836D-59C05AB91401}"/>
          </ac:spMkLst>
        </pc:spChg>
        <pc:graphicFrameChg chg="add del mod">
          <ac:chgData name="Eskandari, Marzieh" userId="6f7e8ab1-ced9-4cd8-8d9c-9e0f76df628a" providerId="ADAL" clId="{5F4653E6-588C-449F-882E-1257AC0BE145}" dt="2026-04-26T15:20:54.523" v="1013" actId="478"/>
          <ac:graphicFrameMkLst>
            <pc:docMk/>
            <pc:sldMk cId="3800829068" sldId="658"/>
            <ac:graphicFrameMk id="3" creationId="{05EA2FEC-5C50-5E9D-82B1-B916AC82E9E1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4:51:03.947" v="730" actId="478"/>
          <ac:graphicFrameMkLst>
            <pc:docMk/>
            <pc:sldMk cId="3800829068" sldId="658"/>
            <ac:graphicFrameMk id="6" creationId="{35441EFC-0B35-D0EF-FA87-71BEC237EF3D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4:51:03.947" v="730" actId="478"/>
          <ac:graphicFrameMkLst>
            <pc:docMk/>
            <pc:sldMk cId="3800829068" sldId="658"/>
            <ac:graphicFrameMk id="8" creationId="{B2BEFAE8-5858-EBF2-4B7D-E637FE25FA60}"/>
          </ac:graphicFrameMkLst>
        </pc:graphicFrameChg>
        <pc:graphicFrameChg chg="add del mod">
          <ac:chgData name="Eskandari, Marzieh" userId="6f7e8ab1-ced9-4cd8-8d9c-9e0f76df628a" providerId="ADAL" clId="{5F4653E6-588C-449F-882E-1257AC0BE145}" dt="2026-04-26T15:20:51.663" v="1012" actId="478"/>
          <ac:graphicFrameMkLst>
            <pc:docMk/>
            <pc:sldMk cId="3800829068" sldId="658"/>
            <ac:graphicFrameMk id="9" creationId="{E632F218-12CD-EADF-234D-A9903543A565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4:51:03.947" v="730" actId="478"/>
          <ac:graphicFrameMkLst>
            <pc:docMk/>
            <pc:sldMk cId="3800829068" sldId="658"/>
            <ac:graphicFrameMk id="13" creationId="{50AA7F9F-93C8-9CE3-DA7E-0A50F2ADF7E3}"/>
          </ac:graphicFrameMkLst>
        </pc:graphicFrameChg>
      </pc:sldChg>
      <pc:sldChg chg="addSp delSp modSp add mod addAnim delAnim modAnim">
        <pc:chgData name="Eskandari, Marzieh" userId="6f7e8ab1-ced9-4cd8-8d9c-9e0f76df628a" providerId="ADAL" clId="{5F4653E6-588C-449F-882E-1257AC0BE145}" dt="2026-04-26T15:16:43.889" v="984"/>
        <pc:sldMkLst>
          <pc:docMk/>
          <pc:sldMk cId="2950817878" sldId="659"/>
        </pc:sldMkLst>
        <pc:spChg chg="del mod">
          <ac:chgData name="Eskandari, Marzieh" userId="6f7e8ab1-ced9-4cd8-8d9c-9e0f76df628a" providerId="ADAL" clId="{5F4653E6-588C-449F-882E-1257AC0BE145}" dt="2026-04-26T14:56:13.971" v="850"/>
          <ac:spMkLst>
            <pc:docMk/>
            <pc:sldMk cId="2950817878" sldId="659"/>
            <ac:spMk id="2" creationId="{9E9205E6-253F-CB6E-E114-89634077ED40}"/>
          </ac:spMkLst>
        </pc:spChg>
        <pc:spChg chg="add">
          <ac:chgData name="Eskandari, Marzieh" userId="6f7e8ab1-ced9-4cd8-8d9c-9e0f76df628a" providerId="ADAL" clId="{5F4653E6-588C-449F-882E-1257AC0BE145}" dt="2026-04-26T14:57:16.691" v="852"/>
          <ac:spMkLst>
            <pc:docMk/>
            <pc:sldMk cId="2950817878" sldId="659"/>
            <ac:spMk id="3" creationId="{BDA68AA8-74FD-6F4A-7467-C4D810074DE7}"/>
          </ac:spMkLst>
        </pc:spChg>
        <pc:spChg chg="add del mod">
          <ac:chgData name="Eskandari, Marzieh" userId="6f7e8ab1-ced9-4cd8-8d9c-9e0f76df628a" providerId="ADAL" clId="{5F4653E6-588C-449F-882E-1257AC0BE145}" dt="2026-04-26T14:57:42.293" v="860"/>
          <ac:spMkLst>
            <pc:docMk/>
            <pc:sldMk cId="2950817878" sldId="659"/>
            <ac:spMk id="4" creationId="{7DDFE61E-489C-D94F-B002-05F92F124C45}"/>
          </ac:spMkLst>
        </pc:spChg>
        <pc:spChg chg="add mod">
          <ac:chgData name="Eskandari, Marzieh" userId="6f7e8ab1-ced9-4cd8-8d9c-9e0f76df628a" providerId="ADAL" clId="{5F4653E6-588C-449F-882E-1257AC0BE145}" dt="2026-04-26T15:10:49.128" v="929" actId="207"/>
          <ac:spMkLst>
            <pc:docMk/>
            <pc:sldMk cId="2950817878" sldId="659"/>
            <ac:spMk id="7" creationId="{0DC3511B-C540-AD38-6F89-1032CF7B23D4}"/>
          </ac:spMkLst>
        </pc:spChg>
        <pc:spChg chg="add mod">
          <ac:chgData name="Eskandari, Marzieh" userId="6f7e8ab1-ced9-4cd8-8d9c-9e0f76df628a" providerId="ADAL" clId="{5F4653E6-588C-449F-882E-1257AC0BE145}" dt="2026-04-26T15:11:59.057" v="946" actId="1076"/>
          <ac:spMkLst>
            <pc:docMk/>
            <pc:sldMk cId="2950817878" sldId="659"/>
            <ac:spMk id="9" creationId="{BC06888A-5B03-B28E-480A-C6AB3BDA51C5}"/>
          </ac:spMkLst>
        </pc:spChg>
        <pc:spChg chg="mod">
          <ac:chgData name="Eskandari, Marzieh" userId="6f7e8ab1-ced9-4cd8-8d9c-9e0f76df628a" providerId="ADAL" clId="{5F4653E6-588C-449F-882E-1257AC0BE145}" dt="2026-04-26T14:58:28.890" v="867" actId="1076"/>
          <ac:spMkLst>
            <pc:docMk/>
            <pc:sldMk cId="2950817878" sldId="659"/>
            <ac:spMk id="10" creationId="{034B3483-1334-A47C-6305-49ED7B4DCE9E}"/>
          </ac:spMkLst>
        </pc:spChg>
        <pc:spChg chg="del">
          <ac:chgData name="Eskandari, Marzieh" userId="6f7e8ab1-ced9-4cd8-8d9c-9e0f76df628a" providerId="ADAL" clId="{5F4653E6-588C-449F-882E-1257AC0BE145}" dt="2026-04-26T14:55:55.847" v="816" actId="478"/>
          <ac:spMkLst>
            <pc:docMk/>
            <pc:sldMk cId="2950817878" sldId="659"/>
            <ac:spMk id="11" creationId="{CC908A93-E5D1-5A37-8D74-B3CE95F9F0DB}"/>
          </ac:spMkLst>
        </pc:spChg>
        <pc:spChg chg="del">
          <ac:chgData name="Eskandari, Marzieh" userId="6f7e8ab1-ced9-4cd8-8d9c-9e0f76df628a" providerId="ADAL" clId="{5F4653E6-588C-449F-882E-1257AC0BE145}" dt="2026-04-26T14:55:55.847" v="816" actId="478"/>
          <ac:spMkLst>
            <pc:docMk/>
            <pc:sldMk cId="2950817878" sldId="659"/>
            <ac:spMk id="14" creationId="{E9AF42C6-0631-FD40-369B-33E13E4A1D5E}"/>
          </ac:spMkLst>
        </pc:spChg>
        <pc:spChg chg="add mod">
          <ac:chgData name="Eskandari, Marzieh" userId="6f7e8ab1-ced9-4cd8-8d9c-9e0f76df628a" providerId="ADAL" clId="{5F4653E6-588C-449F-882E-1257AC0BE145}" dt="2026-04-26T15:11:54.606" v="945" actId="1076"/>
          <ac:spMkLst>
            <pc:docMk/>
            <pc:sldMk cId="2950817878" sldId="659"/>
            <ac:spMk id="15" creationId="{3B831962-1B8F-2D30-5A6B-4997FA51B016}"/>
          </ac:spMkLst>
        </pc:spChg>
        <pc:spChg chg="add mod">
          <ac:chgData name="Eskandari, Marzieh" userId="6f7e8ab1-ced9-4cd8-8d9c-9e0f76df628a" providerId="ADAL" clId="{5F4653E6-588C-449F-882E-1257AC0BE145}" dt="2026-04-26T15:12:57.064" v="958" actId="1076"/>
          <ac:spMkLst>
            <pc:docMk/>
            <pc:sldMk cId="2950817878" sldId="659"/>
            <ac:spMk id="16" creationId="{AC3437C2-7E02-C707-6423-4413E15E51CA}"/>
          </ac:spMkLst>
        </pc:spChg>
        <pc:spChg chg="add mod">
          <ac:chgData name="Eskandari, Marzieh" userId="6f7e8ab1-ced9-4cd8-8d9c-9e0f76df628a" providerId="ADAL" clId="{5F4653E6-588C-449F-882E-1257AC0BE145}" dt="2026-04-26T15:12:47.440" v="955" actId="1076"/>
          <ac:spMkLst>
            <pc:docMk/>
            <pc:sldMk cId="2950817878" sldId="659"/>
            <ac:spMk id="18" creationId="{E5179F8A-3394-9EC7-F172-08486F26D9D4}"/>
          </ac:spMkLst>
        </pc:spChg>
        <pc:graphicFrameChg chg="del">
          <ac:chgData name="Eskandari, Marzieh" userId="6f7e8ab1-ced9-4cd8-8d9c-9e0f76df628a" providerId="ADAL" clId="{5F4653E6-588C-449F-882E-1257AC0BE145}" dt="2026-04-26T14:55:55.847" v="816" actId="478"/>
          <ac:graphicFrameMkLst>
            <pc:docMk/>
            <pc:sldMk cId="2950817878" sldId="659"/>
            <ac:graphicFrameMk id="6" creationId="{D14EAC38-0294-43DD-D06B-5491D3F9B9AC}"/>
          </ac:graphicFrameMkLst>
        </pc:graphicFrameChg>
        <pc:graphicFrameChg chg="mod modGraphic">
          <ac:chgData name="Eskandari, Marzieh" userId="6f7e8ab1-ced9-4cd8-8d9c-9e0f76df628a" providerId="ADAL" clId="{5F4653E6-588C-449F-882E-1257AC0BE145}" dt="2026-04-26T15:10:22.226" v="926" actId="207"/>
          <ac:graphicFrameMkLst>
            <pc:docMk/>
            <pc:sldMk cId="2950817878" sldId="659"/>
            <ac:graphicFrameMk id="8" creationId="{D7A91DFB-88A5-4360-C2FC-6B7B7819825B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6T15:11:54.606" v="945" actId="1076"/>
          <ac:graphicFrameMkLst>
            <pc:docMk/>
            <pc:sldMk cId="2950817878" sldId="659"/>
            <ac:graphicFrameMk id="12" creationId="{DA912FE1-74B5-DA47-B1E0-0B7BD6787F47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4:55:55.847" v="816" actId="478"/>
          <ac:graphicFrameMkLst>
            <pc:docMk/>
            <pc:sldMk cId="2950817878" sldId="659"/>
            <ac:graphicFrameMk id="13" creationId="{A4D6E88F-DD0F-9040-C97C-121FB86DB490}"/>
          </ac:graphicFrameMkLst>
        </pc:graphicFrameChg>
        <pc:graphicFrameChg chg="add mod modGraphic">
          <ac:chgData name="Eskandari, Marzieh" userId="6f7e8ab1-ced9-4cd8-8d9c-9e0f76df628a" providerId="ADAL" clId="{5F4653E6-588C-449F-882E-1257AC0BE145}" dt="2026-04-26T15:12:47.440" v="955" actId="1076"/>
          <ac:graphicFrameMkLst>
            <pc:docMk/>
            <pc:sldMk cId="2950817878" sldId="659"/>
            <ac:graphicFrameMk id="17" creationId="{2C63F910-5420-63B6-A696-5424374CD21A}"/>
          </ac:graphicFrameMkLst>
        </pc:graphicFrameChg>
        <pc:graphicFrameChg chg="add mod ord modGraphic">
          <ac:chgData name="Eskandari, Marzieh" userId="6f7e8ab1-ced9-4cd8-8d9c-9e0f76df628a" providerId="ADAL" clId="{5F4653E6-588C-449F-882E-1257AC0BE145}" dt="2026-04-26T15:14:37.524" v="966" actId="167"/>
          <ac:graphicFrameMkLst>
            <pc:docMk/>
            <pc:sldMk cId="2950817878" sldId="659"/>
            <ac:graphicFrameMk id="19" creationId="{005A174E-1F8E-34F4-65FC-B9C4FA293069}"/>
          </ac:graphicFrameMkLst>
        </pc:graphicFrameChg>
      </pc:sldChg>
      <pc:sldChg chg="delSp modSp add mod">
        <pc:chgData name="Eskandari, Marzieh" userId="6f7e8ab1-ced9-4cd8-8d9c-9e0f76df628a" providerId="ADAL" clId="{5F4653E6-588C-449F-882E-1257AC0BE145}" dt="2026-04-26T15:39:24.265" v="1323" actId="1076"/>
        <pc:sldMkLst>
          <pc:docMk/>
          <pc:sldMk cId="1540171186" sldId="660"/>
        </pc:sldMkLst>
        <pc:spChg chg="mod">
          <ac:chgData name="Eskandari, Marzieh" userId="6f7e8ab1-ced9-4cd8-8d9c-9e0f76df628a" providerId="ADAL" clId="{5F4653E6-588C-449F-882E-1257AC0BE145}" dt="2026-04-26T15:39:24.265" v="1323" actId="1076"/>
          <ac:spMkLst>
            <pc:docMk/>
            <pc:sldMk cId="1540171186" sldId="660"/>
            <ac:spMk id="4" creationId="{18443DF8-BEA5-9F54-BB1C-2D3598799ED4}"/>
          </ac:spMkLst>
        </pc:spChg>
        <pc:graphicFrameChg chg="del">
          <ac:chgData name="Eskandari, Marzieh" userId="6f7e8ab1-ced9-4cd8-8d9c-9e0f76df628a" providerId="ADAL" clId="{5F4653E6-588C-449F-882E-1257AC0BE145}" dt="2026-04-26T15:38:51.753" v="1312" actId="478"/>
          <ac:graphicFrameMkLst>
            <pc:docMk/>
            <pc:sldMk cId="1540171186" sldId="660"/>
            <ac:graphicFrameMk id="3" creationId="{EE411970-143D-D2A2-456C-5A833C794C13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5:38:51.753" v="1312" actId="478"/>
          <ac:graphicFrameMkLst>
            <pc:docMk/>
            <pc:sldMk cId="1540171186" sldId="660"/>
            <ac:graphicFrameMk id="16" creationId="{F59B5539-CA04-F633-B110-FA85C622DAC4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5:38:51.753" v="1312" actId="478"/>
          <ac:graphicFrameMkLst>
            <pc:docMk/>
            <pc:sldMk cId="1540171186" sldId="660"/>
            <ac:graphicFrameMk id="18" creationId="{38B19829-72C4-A6D7-74BA-EDEC39D458DF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5:38:51.753" v="1312" actId="478"/>
          <ac:graphicFrameMkLst>
            <pc:docMk/>
            <pc:sldMk cId="1540171186" sldId="660"/>
            <ac:graphicFrameMk id="19" creationId="{FA9B43B5-92C8-DAD5-B465-EDF16C3DDBDE}"/>
          </ac:graphicFrameMkLst>
        </pc:graphicFrameChg>
      </pc:sldChg>
      <pc:sldChg chg="delSp modSp add mod modAnim">
        <pc:chgData name="Eskandari, Marzieh" userId="6f7e8ab1-ced9-4cd8-8d9c-9e0f76df628a" providerId="ADAL" clId="{5F4653E6-588C-449F-882E-1257AC0BE145}" dt="2026-04-26T15:37:41.491" v="1291" actId="20577"/>
        <pc:sldMkLst>
          <pc:docMk/>
          <pc:sldMk cId="3798184097" sldId="661"/>
        </pc:sldMkLst>
        <pc:spChg chg="mod">
          <ac:chgData name="Eskandari, Marzieh" userId="6f7e8ab1-ced9-4cd8-8d9c-9e0f76df628a" providerId="ADAL" clId="{5F4653E6-588C-449F-882E-1257AC0BE145}" dt="2026-04-26T15:37:41.491" v="1291" actId="20577"/>
          <ac:spMkLst>
            <pc:docMk/>
            <pc:sldMk cId="3798184097" sldId="661"/>
            <ac:spMk id="4" creationId="{800B9C23-C218-6FA1-CC56-CFE2CEB08D9C}"/>
          </ac:spMkLst>
        </pc:spChg>
        <pc:graphicFrameChg chg="modGraphic">
          <ac:chgData name="Eskandari, Marzieh" userId="6f7e8ab1-ced9-4cd8-8d9c-9e0f76df628a" providerId="ADAL" clId="{5F4653E6-588C-449F-882E-1257AC0BE145}" dt="2026-04-26T15:30:22.793" v="1232" actId="20577"/>
          <ac:graphicFrameMkLst>
            <pc:docMk/>
            <pc:sldMk cId="3798184097" sldId="661"/>
            <ac:graphicFrameMk id="3" creationId="{81D9FAE6-8A9D-5515-EF97-5C394526790A}"/>
          </ac:graphicFrameMkLst>
        </pc:graphicFrameChg>
        <pc:graphicFrameChg chg="modGraphic">
          <ac:chgData name="Eskandari, Marzieh" userId="6f7e8ab1-ced9-4cd8-8d9c-9e0f76df628a" providerId="ADAL" clId="{5F4653E6-588C-449F-882E-1257AC0BE145}" dt="2026-04-26T15:35:06.299" v="1262" actId="207"/>
          <ac:graphicFrameMkLst>
            <pc:docMk/>
            <pc:sldMk cId="3798184097" sldId="661"/>
            <ac:graphicFrameMk id="16" creationId="{46E47322-2572-CD14-B5DB-DCAF723CB5A9}"/>
          </ac:graphicFrameMkLst>
        </pc:graphicFrameChg>
        <pc:graphicFrameChg chg="del modGraphic">
          <ac:chgData name="Eskandari, Marzieh" userId="6f7e8ab1-ced9-4cd8-8d9c-9e0f76df628a" providerId="ADAL" clId="{5F4653E6-588C-449F-882E-1257AC0BE145}" dt="2026-04-26T15:34:40.497" v="1259" actId="478"/>
          <ac:graphicFrameMkLst>
            <pc:docMk/>
            <pc:sldMk cId="3798184097" sldId="661"/>
            <ac:graphicFrameMk id="18" creationId="{655DAC61-CA1B-871D-FD46-79D9B5CD6917}"/>
          </ac:graphicFrameMkLst>
        </pc:graphicFrameChg>
        <pc:graphicFrameChg chg="del modGraphic">
          <ac:chgData name="Eskandari, Marzieh" userId="6f7e8ab1-ced9-4cd8-8d9c-9e0f76df628a" providerId="ADAL" clId="{5F4653E6-588C-449F-882E-1257AC0BE145}" dt="2026-04-26T15:34:36.886" v="1258" actId="478"/>
          <ac:graphicFrameMkLst>
            <pc:docMk/>
            <pc:sldMk cId="3798184097" sldId="661"/>
            <ac:graphicFrameMk id="19" creationId="{D3215680-09F8-59B8-BA95-8B9B64D6B117}"/>
          </ac:graphicFrameMkLst>
        </pc:graphicFrameChg>
      </pc:sldChg>
      <pc:sldChg chg="addSp delSp modSp add mod addAnim delAnim modAnim">
        <pc:chgData name="Eskandari, Marzieh" userId="6f7e8ab1-ced9-4cd8-8d9c-9e0f76df628a" providerId="ADAL" clId="{5F4653E6-588C-449F-882E-1257AC0BE145}" dt="2026-04-26T15:37:32.124" v="1282" actId="20577"/>
        <pc:sldMkLst>
          <pc:docMk/>
          <pc:sldMk cId="2160888700" sldId="662"/>
        </pc:sldMkLst>
        <pc:spChg chg="mod">
          <ac:chgData name="Eskandari, Marzieh" userId="6f7e8ab1-ced9-4cd8-8d9c-9e0f76df628a" providerId="ADAL" clId="{5F4653E6-588C-449F-882E-1257AC0BE145}" dt="2026-04-26T15:37:32.124" v="1282" actId="20577"/>
          <ac:spMkLst>
            <pc:docMk/>
            <pc:sldMk cId="2160888700" sldId="662"/>
            <ac:spMk id="4" creationId="{6F96FC5D-A29E-9361-7851-D6A96CCD3584}"/>
          </ac:spMkLst>
        </pc:spChg>
        <pc:spChg chg="add del mod">
          <ac:chgData name="Eskandari, Marzieh" userId="6f7e8ab1-ced9-4cd8-8d9c-9e0f76df628a" providerId="ADAL" clId="{5F4653E6-588C-449F-882E-1257AC0BE145}" dt="2026-04-26T15:33:12.578" v="1254" actId="21"/>
          <ac:spMkLst>
            <pc:docMk/>
            <pc:sldMk cId="2160888700" sldId="662"/>
            <ac:spMk id="6" creationId="{A43930D2-9165-9D57-DF0C-773DB29A0C1C}"/>
          </ac:spMkLst>
        </pc:spChg>
        <pc:spChg chg="add mod">
          <ac:chgData name="Eskandari, Marzieh" userId="6f7e8ab1-ced9-4cd8-8d9c-9e0f76df628a" providerId="ADAL" clId="{5F4653E6-588C-449F-882E-1257AC0BE145}" dt="2026-04-26T15:33:28.137" v="1255"/>
          <ac:spMkLst>
            <pc:docMk/>
            <pc:sldMk cId="2160888700" sldId="662"/>
            <ac:spMk id="7" creationId="{A43930D2-9165-9D57-DF0C-773DB29A0C1C}"/>
          </ac:spMkLst>
        </pc:spChg>
        <pc:graphicFrameChg chg="modGraphic">
          <ac:chgData name="Eskandari, Marzieh" userId="6f7e8ab1-ced9-4cd8-8d9c-9e0f76df628a" providerId="ADAL" clId="{5F4653E6-588C-449F-882E-1257AC0BE145}" dt="2026-04-26T15:30:45.159" v="1240" actId="20577"/>
          <ac:graphicFrameMkLst>
            <pc:docMk/>
            <pc:sldMk cId="2160888700" sldId="662"/>
            <ac:graphicFrameMk id="3" creationId="{B582EC6E-1A45-6509-A4BC-0DB5862AF7DF}"/>
          </ac:graphicFrameMkLst>
        </pc:graphicFrameChg>
        <pc:graphicFrameChg chg="modGraphic">
          <ac:chgData name="Eskandari, Marzieh" userId="6f7e8ab1-ced9-4cd8-8d9c-9e0f76df628a" providerId="ADAL" clId="{5F4653E6-588C-449F-882E-1257AC0BE145}" dt="2026-04-26T15:32:23.876" v="1252" actId="207"/>
          <ac:graphicFrameMkLst>
            <pc:docMk/>
            <pc:sldMk cId="2160888700" sldId="662"/>
            <ac:graphicFrameMk id="16" creationId="{AC3CB212-12E7-16DF-24A3-7FBD7A6454E9}"/>
          </ac:graphicFrameMkLst>
        </pc:graphicFrameChg>
      </pc:sldChg>
      <pc:sldChg chg="delSp add del mod">
        <pc:chgData name="Eskandari, Marzieh" userId="6f7e8ab1-ced9-4cd8-8d9c-9e0f76df628a" providerId="ADAL" clId="{5F4653E6-588C-449F-882E-1257AC0BE145}" dt="2026-04-26T15:35:32.128" v="1263" actId="47"/>
        <pc:sldMkLst>
          <pc:docMk/>
          <pc:sldMk cId="711437317" sldId="663"/>
        </pc:sldMkLst>
        <pc:graphicFrameChg chg="del">
          <ac:chgData name="Eskandari, Marzieh" userId="6f7e8ab1-ced9-4cd8-8d9c-9e0f76df628a" providerId="ADAL" clId="{5F4653E6-588C-449F-882E-1257AC0BE145}" dt="2026-04-26T15:31:57.279" v="1250" actId="478"/>
          <ac:graphicFrameMkLst>
            <pc:docMk/>
            <pc:sldMk cId="711437317" sldId="663"/>
            <ac:graphicFrameMk id="18" creationId="{2C1F375C-FE6A-3DF3-5630-84FB1855FCF4}"/>
          </ac:graphicFrameMkLst>
        </pc:graphicFrameChg>
        <pc:graphicFrameChg chg="del">
          <ac:chgData name="Eskandari, Marzieh" userId="6f7e8ab1-ced9-4cd8-8d9c-9e0f76df628a" providerId="ADAL" clId="{5F4653E6-588C-449F-882E-1257AC0BE145}" dt="2026-04-26T15:31:54.818" v="1249" actId="478"/>
          <ac:graphicFrameMkLst>
            <pc:docMk/>
            <pc:sldMk cId="711437317" sldId="663"/>
            <ac:graphicFrameMk id="19" creationId="{9F72DFF2-4695-486F-8E80-A9E2F66F2BEB}"/>
          </ac:graphicFrameMkLst>
        </pc:graphicFrameChg>
      </pc:sldChg>
      <pc:sldChg chg="addSp modSp add mod modAnim">
        <pc:chgData name="Eskandari, Marzieh" userId="6f7e8ab1-ced9-4cd8-8d9c-9e0f76df628a" providerId="ADAL" clId="{5F4653E6-588C-449F-882E-1257AC0BE145}" dt="2026-04-26T15:37:50.268" v="1295" actId="20577"/>
        <pc:sldMkLst>
          <pc:docMk/>
          <pc:sldMk cId="3166591365" sldId="663"/>
        </pc:sldMkLst>
        <pc:spChg chg="mod">
          <ac:chgData name="Eskandari, Marzieh" userId="6f7e8ab1-ced9-4cd8-8d9c-9e0f76df628a" providerId="ADAL" clId="{5F4653E6-588C-449F-882E-1257AC0BE145}" dt="2026-04-26T15:37:50.268" v="1295" actId="20577"/>
          <ac:spMkLst>
            <pc:docMk/>
            <pc:sldMk cId="3166591365" sldId="663"/>
            <ac:spMk id="4" creationId="{4D1D5D0E-B49E-CC57-618F-336315E84E28}"/>
          </ac:spMkLst>
        </pc:spChg>
        <pc:spChg chg="add mod">
          <ac:chgData name="Eskandari, Marzieh" userId="6f7e8ab1-ced9-4cd8-8d9c-9e0f76df628a" providerId="ADAL" clId="{5F4653E6-588C-449F-882E-1257AC0BE145}" dt="2026-04-26T15:35:55.369" v="1267" actId="14100"/>
          <ac:spMkLst>
            <pc:docMk/>
            <pc:sldMk cId="3166591365" sldId="663"/>
            <ac:spMk id="6" creationId="{927EDE5E-4A0B-19EA-6270-20C2D61F5861}"/>
          </ac:spMkLst>
        </pc:spChg>
        <pc:graphicFrameChg chg="modGraphic">
          <ac:chgData name="Eskandari, Marzieh" userId="6f7e8ab1-ced9-4cd8-8d9c-9e0f76df628a" providerId="ADAL" clId="{5F4653E6-588C-449F-882E-1257AC0BE145}" dt="2026-04-26T15:35:51.352" v="1266" actId="207"/>
          <ac:graphicFrameMkLst>
            <pc:docMk/>
            <pc:sldMk cId="3166591365" sldId="663"/>
            <ac:graphicFrameMk id="16" creationId="{1F3948F4-67D3-7ED6-7527-A43606BFDDDB}"/>
          </ac:graphicFrameMkLst>
        </pc:graphicFrameChg>
      </pc:sldChg>
      <pc:sldChg chg="delSp modSp add mod">
        <pc:chgData name="Eskandari, Marzieh" userId="6f7e8ab1-ced9-4cd8-8d9c-9e0f76df628a" providerId="ADAL" clId="{5F4653E6-588C-449F-882E-1257AC0BE145}" dt="2026-04-26T15:37:55.575" v="1300" actId="20577"/>
        <pc:sldMkLst>
          <pc:docMk/>
          <pc:sldMk cId="2440361073" sldId="664"/>
        </pc:sldMkLst>
        <pc:spChg chg="mod">
          <ac:chgData name="Eskandari, Marzieh" userId="6f7e8ab1-ced9-4cd8-8d9c-9e0f76df628a" providerId="ADAL" clId="{5F4653E6-588C-449F-882E-1257AC0BE145}" dt="2026-04-26T15:37:55.575" v="1300" actId="20577"/>
          <ac:spMkLst>
            <pc:docMk/>
            <pc:sldMk cId="2440361073" sldId="664"/>
            <ac:spMk id="4" creationId="{72878126-821B-DC10-DF6F-C36DBE51A527}"/>
          </ac:spMkLst>
        </pc:spChg>
        <pc:spChg chg="del">
          <ac:chgData name="Eskandari, Marzieh" userId="6f7e8ab1-ced9-4cd8-8d9c-9e0f76df628a" providerId="ADAL" clId="{5F4653E6-588C-449F-882E-1257AC0BE145}" dt="2026-04-26T15:36:07.621" v="1270" actId="478"/>
          <ac:spMkLst>
            <pc:docMk/>
            <pc:sldMk cId="2440361073" sldId="664"/>
            <ac:spMk id="6" creationId="{47716F81-2941-75C5-4E65-D310CBA0151E}"/>
          </ac:spMkLst>
        </pc:spChg>
        <pc:graphicFrameChg chg="modGraphic">
          <ac:chgData name="Eskandari, Marzieh" userId="6f7e8ab1-ced9-4cd8-8d9c-9e0f76df628a" providerId="ADAL" clId="{5F4653E6-588C-449F-882E-1257AC0BE145}" dt="2026-04-26T15:36:16.497" v="1271" actId="207"/>
          <ac:graphicFrameMkLst>
            <pc:docMk/>
            <pc:sldMk cId="2440361073" sldId="664"/>
            <ac:graphicFrameMk id="16" creationId="{55C938D9-03C0-0EF4-665B-01FB857168B6}"/>
          </ac:graphicFrameMkLst>
        </pc:graphicFrameChg>
      </pc:sldChg>
      <pc:sldChg chg="addSp modSp add mod">
        <pc:chgData name="Eskandari, Marzieh" userId="6f7e8ab1-ced9-4cd8-8d9c-9e0f76df628a" providerId="ADAL" clId="{5F4653E6-588C-449F-882E-1257AC0BE145}" dt="2026-04-26T15:38:47.381" v="1311" actId="14100"/>
        <pc:sldMkLst>
          <pc:docMk/>
          <pc:sldMk cId="3892595482" sldId="665"/>
        </pc:sldMkLst>
        <pc:spChg chg="mod">
          <ac:chgData name="Eskandari, Marzieh" userId="6f7e8ab1-ced9-4cd8-8d9c-9e0f76df628a" providerId="ADAL" clId="{5F4653E6-588C-449F-882E-1257AC0BE145}" dt="2026-04-26T15:38:02.897" v="1309" actId="20577"/>
          <ac:spMkLst>
            <pc:docMk/>
            <pc:sldMk cId="3892595482" sldId="665"/>
            <ac:spMk id="4" creationId="{74C177E0-FCA0-9563-9BC0-6FA85505391A}"/>
          </ac:spMkLst>
        </pc:spChg>
        <pc:spChg chg="add mod">
          <ac:chgData name="Eskandari, Marzieh" userId="6f7e8ab1-ced9-4cd8-8d9c-9e0f76df628a" providerId="ADAL" clId="{5F4653E6-588C-449F-882E-1257AC0BE145}" dt="2026-04-26T15:38:47.381" v="1311" actId="14100"/>
          <ac:spMkLst>
            <pc:docMk/>
            <pc:sldMk cId="3892595482" sldId="665"/>
            <ac:spMk id="6" creationId="{7B0D6CF0-D937-A5BE-2C62-C3806552A874}"/>
          </ac:spMkLst>
        </pc:spChg>
        <pc:graphicFrameChg chg="modGraphic">
          <ac:chgData name="Eskandari, Marzieh" userId="6f7e8ab1-ced9-4cd8-8d9c-9e0f76df628a" providerId="ADAL" clId="{5F4653E6-588C-449F-882E-1257AC0BE145}" dt="2026-04-26T15:36:32.112" v="1273" actId="207"/>
          <ac:graphicFrameMkLst>
            <pc:docMk/>
            <pc:sldMk cId="3892595482" sldId="665"/>
            <ac:graphicFrameMk id="16" creationId="{9C1F97D4-FFAD-C769-2391-7DEF5D7517E7}"/>
          </ac:graphicFrameMkLst>
        </pc:graphicFrameChg>
      </pc:sldChg>
      <pc:sldChg chg="addSp delSp modSp add mod ord modAnim">
        <pc:chgData name="Eskandari, Marzieh" userId="6f7e8ab1-ced9-4cd8-8d9c-9e0f76df628a" providerId="ADAL" clId="{5F4653E6-588C-449F-882E-1257AC0BE145}" dt="2026-04-26T15:45:02.042" v="1496" actId="20577"/>
        <pc:sldMkLst>
          <pc:docMk/>
          <pc:sldMk cId="277371671" sldId="666"/>
        </pc:sldMkLst>
        <pc:spChg chg="add mod">
          <ac:chgData name="Eskandari, Marzieh" userId="6f7e8ab1-ced9-4cd8-8d9c-9e0f76df628a" providerId="ADAL" clId="{5F4653E6-588C-449F-882E-1257AC0BE145}" dt="2026-04-26T15:45:02.042" v="1496" actId="20577"/>
          <ac:spMkLst>
            <pc:docMk/>
            <pc:sldMk cId="277371671" sldId="666"/>
            <ac:spMk id="3" creationId="{5ED5CAE1-31A0-28AE-7037-CD625479EAFB}"/>
          </ac:spMkLst>
        </pc:spChg>
        <pc:graphicFrameChg chg="del">
          <ac:chgData name="Eskandari, Marzieh" userId="6f7e8ab1-ced9-4cd8-8d9c-9e0f76df628a" providerId="ADAL" clId="{5F4653E6-588C-449F-882E-1257AC0BE145}" dt="2026-04-26T15:40:19.007" v="1325" actId="478"/>
          <ac:graphicFrameMkLst>
            <pc:docMk/>
            <pc:sldMk cId="277371671" sldId="666"/>
            <ac:graphicFrameMk id="7" creationId="{7BCA8165-A6D9-8A49-D9B9-317F95032253}"/>
          </ac:graphicFrameMkLst>
        </pc:graphicFrameChg>
      </pc:sldChg>
      <pc:sldChg chg="modSp add">
        <pc:chgData name="Eskandari, Marzieh" userId="6f7e8ab1-ced9-4cd8-8d9c-9e0f76df628a" providerId="ADAL" clId="{5F4653E6-588C-449F-882E-1257AC0BE145}" dt="2026-04-26T15:54:54.620" v="1576" actId="20577"/>
        <pc:sldMkLst>
          <pc:docMk/>
          <pc:sldMk cId="2941773298" sldId="667"/>
        </pc:sldMkLst>
        <pc:spChg chg="mod">
          <ac:chgData name="Eskandari, Marzieh" userId="6f7e8ab1-ced9-4cd8-8d9c-9e0f76df628a" providerId="ADAL" clId="{5F4653E6-588C-449F-882E-1257AC0BE145}" dt="2026-04-26T15:54:54.620" v="1576" actId="20577"/>
          <ac:spMkLst>
            <pc:docMk/>
            <pc:sldMk cId="2941773298" sldId="667"/>
            <ac:spMk id="16" creationId="{03F89FD4-87DC-60DA-EB70-1735E2568A9A}"/>
          </ac:spMkLst>
        </pc:spChg>
      </pc:sldChg>
      <pc:sldChg chg="addSp delSp modSp new mod modAnim">
        <pc:chgData name="Eskandari, Marzieh" userId="6f7e8ab1-ced9-4cd8-8d9c-9e0f76df628a" providerId="ADAL" clId="{5F4653E6-588C-449F-882E-1257AC0BE145}" dt="2026-04-26T15:59:41.251" v="1635" actId="207"/>
        <pc:sldMkLst>
          <pc:docMk/>
          <pc:sldMk cId="2442570443" sldId="668"/>
        </pc:sldMkLst>
        <pc:spChg chg="del">
          <ac:chgData name="Eskandari, Marzieh" userId="6f7e8ab1-ced9-4cd8-8d9c-9e0f76df628a" providerId="ADAL" clId="{5F4653E6-588C-449F-882E-1257AC0BE145}" dt="2026-04-26T15:56:19.587" v="1595" actId="478"/>
          <ac:spMkLst>
            <pc:docMk/>
            <pc:sldMk cId="2442570443" sldId="668"/>
            <ac:spMk id="2" creationId="{7F7AC332-EFE3-2853-05E3-F0B78A93AE7A}"/>
          </ac:spMkLst>
        </pc:spChg>
        <pc:spChg chg="del mod">
          <ac:chgData name="Eskandari, Marzieh" userId="6f7e8ab1-ced9-4cd8-8d9c-9e0f76df628a" providerId="ADAL" clId="{5F4653E6-588C-449F-882E-1257AC0BE145}" dt="2026-04-26T15:56:15.250" v="1593" actId="478"/>
          <ac:spMkLst>
            <pc:docMk/>
            <pc:sldMk cId="2442570443" sldId="668"/>
            <ac:spMk id="3" creationId="{337117FB-9D54-A9F4-62CE-D94A89259837}"/>
          </ac:spMkLst>
        </pc:spChg>
        <pc:spChg chg="add del mod">
          <ac:chgData name="Eskandari, Marzieh" userId="6f7e8ab1-ced9-4cd8-8d9c-9e0f76df628a" providerId="ADAL" clId="{5F4653E6-588C-449F-882E-1257AC0BE145}" dt="2026-04-26T15:56:17.101" v="1594" actId="478"/>
          <ac:spMkLst>
            <pc:docMk/>
            <pc:sldMk cId="2442570443" sldId="668"/>
            <ac:spMk id="6" creationId="{92C63630-7621-82AD-4917-86AB1BE0323B}"/>
          </ac:spMkLst>
        </pc:spChg>
        <pc:spChg chg="add mod">
          <ac:chgData name="Eskandari, Marzieh" userId="6f7e8ab1-ced9-4cd8-8d9c-9e0f76df628a" providerId="ADAL" clId="{5F4653E6-588C-449F-882E-1257AC0BE145}" dt="2026-04-26T15:59:41.251" v="1635" actId="207"/>
          <ac:spMkLst>
            <pc:docMk/>
            <pc:sldMk cId="2442570443" sldId="668"/>
            <ac:spMk id="7" creationId="{EB653A7A-F610-92F4-0887-A2828CE398EE}"/>
          </ac:spMkLst>
        </pc:spChg>
        <pc:spChg chg="add mod">
          <ac:chgData name="Eskandari, Marzieh" userId="6f7e8ab1-ced9-4cd8-8d9c-9e0f76df628a" providerId="ADAL" clId="{5F4653E6-588C-449F-882E-1257AC0BE145}" dt="2026-04-26T15:59:37.834" v="1634" actId="207"/>
          <ac:spMkLst>
            <pc:docMk/>
            <pc:sldMk cId="2442570443" sldId="668"/>
            <ac:spMk id="8" creationId="{3B3B1112-EC69-5A18-5C15-48043D33E9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703BD-F754-4911-8474-9BEA183D8AD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AFCE0-8595-4565-BBCA-3D2A04B3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695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151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50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212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544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37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50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25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66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64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018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5275-7DAA-4DAA-A1FB-C2BA739AC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04328-F4B2-437A-A4ED-37117ABE6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9467-564A-42FC-9948-5920967D9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2E9BA-447A-4565-B84B-6C056190F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AE295-514D-461B-9832-C965697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991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5277-9092-4736-81A7-CF4E0A85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C6ABA-5D31-419D-ABB0-531A79087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A790-8A10-4422-8D6C-187EEE7E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780A5-53DF-4AE5-A586-3396EFDD1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26B29-CD2F-46A9-A61E-82FA54AC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070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0ABD-643C-4229-AF74-A3778742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412A1-D6A6-4BA5-B169-747600E46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D9137-CFA8-41CB-99E1-470D6062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60553-2ECE-40E9-A8DA-2550322B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BA28D-286E-4387-9ED1-63330DAC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133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A546-0E6E-4CCD-8DB0-CB0CE036B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B10F8-8E2A-4D47-B9BD-536514D5E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DCDE0-DDD7-4257-929F-49C2F8841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5D06D-C0FA-46CD-989F-86091CA1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E47F0-062D-4F71-B5BE-A84AF5C6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F9F70-B3FA-4081-B7B2-DD931117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124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51C3-07FD-436E-9B13-F99936C1F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CEEC1-0AF9-4CFA-BF99-4EF63FEA5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9229E-39DF-4E3C-8B76-BC9D4EF43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A60B16-D20D-4731-82F0-5834277EA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F97CD-1BE4-44AC-A915-595152547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21F8C-4B6C-4526-80CA-D6723AA37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3CC2A-2B0E-41DC-AE3C-692D07BF0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C0D730-5D0C-4BF0-AD3E-988F3BED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501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2A27-57E7-4D88-A470-325807FF8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3F1EF-1C04-4C68-BB41-9F1A579CA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D5F9D-E890-4E9B-AA6F-E981AA10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08691-7D84-4DD0-A078-3C6D5FF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976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86E16-1CE4-4C02-8AD0-DAC7E3D2E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7830D-7752-4B5A-8534-2E81C5C23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BAE1F-570F-486F-8CC4-233E7197C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6248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8E36C-B3B9-4AFD-9CC4-99D4F385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6F234-966A-49AB-82BC-EAF6C3C72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BD59D-C341-4F2F-AAEC-6BEEA544B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752A2-FE3A-4A45-9074-4E8BD7B3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D323B-CE2C-4124-B552-C6FD0CFD7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3F41E-8615-482C-8DB0-9C044368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5183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9D35-0119-4415-B96C-2128CBCDB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610D5-7B32-4590-AB2A-8A4944806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220B1-D890-4DFE-B13B-DDB7F94E5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F0E5C-679A-4D3F-AEB9-E5E51C77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ED808-BF66-4EE2-941A-30519628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116EB-82EB-4067-A24A-2880C1D6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9869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DE5F-15BE-4E46-894A-BDE14445E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59FB3-88C0-4AEA-A653-2ECFAECFB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491E7-9F7E-419F-90FB-6A4A4EB8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B3336-5E37-455A-95CB-5759C435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BFE0E-06A3-414D-A1D8-F50D900A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708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2D9C5A-DEAD-4638-9C67-9B3A5653C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C4D1-978A-4CFB-9292-58CB4D14A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6B50F-35B7-4B8D-AF79-ED5E2FB7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BFAE8-6E60-4347-BBEC-4BAD70C7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E7894-6786-4718-9F84-94E5ACC9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10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1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EAE37-2CF9-471C-A5BA-2537D0088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5F4B8-C5E8-48A1-AE99-5715F7C54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89D42-CC24-43CD-9A6A-DA9D03F55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697D6-B062-4991-ABB8-234826DC5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967D5-6772-4446-8DAC-4549E08FC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46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altLang="en-US" dirty="0"/>
              <a:t>Divide and Conquer: problem set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4572000"/>
            <a:ext cx="6400800" cy="1752600"/>
          </a:xfrm>
        </p:spPr>
        <p:txBody>
          <a:bodyPr>
            <a:normAutofit/>
          </a:bodyPr>
          <a:lstStyle/>
          <a:p>
            <a:r>
              <a:rPr lang="en-US" sz="2400" dirty="0" err="1"/>
              <a:t>Marzieh</a:t>
            </a:r>
            <a:r>
              <a:rPr lang="en-US" sz="2400" dirty="0"/>
              <a:t> </a:t>
            </a:r>
            <a:r>
              <a:rPr lang="en-US" sz="2400" dirty="0" err="1"/>
              <a:t>Eskandari</a:t>
            </a:r>
            <a:endParaRPr lang="en-US" sz="2400" dirty="0"/>
          </a:p>
          <a:p>
            <a:r>
              <a:rPr lang="en-US" sz="2400" dirty="0"/>
              <a:t>NJIT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6B16E-5687-49A6-BE81-4525E5D87BF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1/17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54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1EC11-3E4B-E617-0CFF-7D768C74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0EED-D0CB-5B43-B554-1201AC30A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1" y="365125"/>
            <a:ext cx="11219329" cy="1325563"/>
          </a:xfrm>
        </p:spPr>
        <p:txBody>
          <a:bodyPr>
            <a:normAutofit/>
          </a:bodyPr>
          <a:lstStyle/>
          <a:p>
            <a:r>
              <a:rPr lang="en-US" sz="2400" dirty="0"/>
              <a:t>1. You are given an integer array, find its subarray with maximum sum.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4B0F1-2E16-E703-53B2-B1E4D416090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428E28-AF3B-738F-25F1-D296CFFA44FD}"/>
              </a:ext>
            </a:extLst>
          </p:cNvPr>
          <p:cNvGraphicFramePr>
            <a:graphicFrameLocks noGrp="1"/>
          </p:cNvGraphicFramePr>
          <p:nvPr/>
        </p:nvGraphicFramePr>
        <p:xfrm>
          <a:off x="3650569" y="1802126"/>
          <a:ext cx="4273549" cy="84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07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ED5CAE1-31A0-28AE-7037-CD625479EAFB}"/>
              </a:ext>
            </a:extLst>
          </p:cNvPr>
          <p:cNvSpPr txBox="1"/>
          <p:nvPr/>
        </p:nvSpPr>
        <p:spPr>
          <a:xfrm>
            <a:off x="907773" y="4132629"/>
            <a:ext cx="10790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Naïve Approach: Quadratic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D&amp;C: O(</a:t>
            </a:r>
            <a:r>
              <a:rPr lang="en-US" sz="2000" dirty="0" err="1">
                <a:solidFill>
                  <a:srgbClr val="7030A0"/>
                </a:solidFill>
              </a:rPr>
              <a:t>nlogn</a:t>
            </a:r>
            <a:r>
              <a:rPr lang="en-US" sz="2000" dirty="0">
                <a:solidFill>
                  <a:srgbClr val="7030A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</a:rPr>
              <a:t>The best approach: linear-time algorithm called </a:t>
            </a:r>
            <a:r>
              <a:rPr lang="en-US" sz="2000" b="1" dirty="0" err="1">
                <a:solidFill>
                  <a:srgbClr val="7030A0"/>
                </a:solidFill>
              </a:rPr>
              <a:t>Kadane’s</a:t>
            </a:r>
            <a:r>
              <a:rPr lang="en-US" sz="2000" b="1" dirty="0">
                <a:solidFill>
                  <a:srgbClr val="7030A0"/>
                </a:solidFill>
              </a:rPr>
              <a:t> Algorithm</a:t>
            </a:r>
            <a:r>
              <a:rPr lang="en-US" sz="2000" dirty="0">
                <a:solidFill>
                  <a:srgbClr val="7030A0"/>
                </a:solidFill>
              </a:rPr>
              <a:t> (Good to know for interviews).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37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7E56-E49F-4909-9EB6-1B7E34EE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1" y="365125"/>
            <a:ext cx="11219329" cy="1325563"/>
          </a:xfrm>
        </p:spPr>
        <p:txBody>
          <a:bodyPr>
            <a:normAutofit/>
          </a:bodyPr>
          <a:lstStyle/>
          <a:p>
            <a:r>
              <a:rPr lang="en-US" sz="2400" dirty="0"/>
              <a:t>Naive Approach:  Check all possible subarrays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B89F-ACA1-4374-9358-F728183965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136302-8338-4A90-9946-2E7D654D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911647"/>
              </p:ext>
            </p:extLst>
          </p:nvPr>
        </p:nvGraphicFramePr>
        <p:xfrm>
          <a:off x="3650569" y="1802126"/>
          <a:ext cx="4273549" cy="84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07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AB164E-BE04-48E1-AC03-C53A043EB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31815"/>
              </p:ext>
            </p:extLst>
          </p:nvPr>
        </p:nvGraphicFramePr>
        <p:xfrm>
          <a:off x="3713159" y="2873334"/>
          <a:ext cx="3854456" cy="375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807">
                  <a:extLst>
                    <a:ext uri="{9D8B030D-6E8A-4147-A177-3AD203B41FA5}">
                      <a16:colId xmlns:a16="http://schemas.microsoft.com/office/drawing/2014/main" val="3418929930"/>
                    </a:ext>
                  </a:extLst>
                </a:gridCol>
                <a:gridCol w="481807">
                  <a:extLst>
                    <a:ext uri="{9D8B030D-6E8A-4147-A177-3AD203B41FA5}">
                      <a16:colId xmlns:a16="http://schemas.microsoft.com/office/drawing/2014/main" val="2156709159"/>
                    </a:ext>
                  </a:extLst>
                </a:gridCol>
                <a:gridCol w="481807">
                  <a:extLst>
                    <a:ext uri="{9D8B030D-6E8A-4147-A177-3AD203B41FA5}">
                      <a16:colId xmlns:a16="http://schemas.microsoft.com/office/drawing/2014/main" val="2028623136"/>
                    </a:ext>
                  </a:extLst>
                </a:gridCol>
                <a:gridCol w="481807">
                  <a:extLst>
                    <a:ext uri="{9D8B030D-6E8A-4147-A177-3AD203B41FA5}">
                      <a16:colId xmlns:a16="http://schemas.microsoft.com/office/drawing/2014/main" val="1814027509"/>
                    </a:ext>
                  </a:extLst>
                </a:gridCol>
                <a:gridCol w="481807">
                  <a:extLst>
                    <a:ext uri="{9D8B030D-6E8A-4147-A177-3AD203B41FA5}">
                      <a16:colId xmlns:a16="http://schemas.microsoft.com/office/drawing/2014/main" val="555035403"/>
                    </a:ext>
                  </a:extLst>
                </a:gridCol>
                <a:gridCol w="481807">
                  <a:extLst>
                    <a:ext uri="{9D8B030D-6E8A-4147-A177-3AD203B41FA5}">
                      <a16:colId xmlns:a16="http://schemas.microsoft.com/office/drawing/2014/main" val="2894294522"/>
                    </a:ext>
                  </a:extLst>
                </a:gridCol>
                <a:gridCol w="481807">
                  <a:extLst>
                    <a:ext uri="{9D8B030D-6E8A-4147-A177-3AD203B41FA5}">
                      <a16:colId xmlns:a16="http://schemas.microsoft.com/office/drawing/2014/main" val="3928912101"/>
                    </a:ext>
                  </a:extLst>
                </a:gridCol>
                <a:gridCol w="481807">
                  <a:extLst>
                    <a:ext uri="{9D8B030D-6E8A-4147-A177-3AD203B41FA5}">
                      <a16:colId xmlns:a16="http://schemas.microsoft.com/office/drawing/2014/main" val="2288467431"/>
                    </a:ext>
                  </a:extLst>
                </a:gridCol>
              </a:tblGrid>
              <a:tr h="469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6959065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43624955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758674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06128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371222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94706438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351850"/>
                  </a:ext>
                </a:extLst>
              </a:tr>
              <a:tr h="4694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75923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16513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B89F-ACA1-4374-9358-F728183965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136302-8338-4A90-9946-2E7D654D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892375"/>
              </p:ext>
            </p:extLst>
          </p:nvPr>
        </p:nvGraphicFramePr>
        <p:xfrm>
          <a:off x="921852" y="1188683"/>
          <a:ext cx="4273549" cy="84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07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0255152-9114-CDAF-9E8D-A3E069B4B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17" y="152313"/>
            <a:ext cx="11219329" cy="1325563"/>
          </a:xfrm>
        </p:spPr>
        <p:txBody>
          <a:bodyPr>
            <a:normAutofit/>
          </a:bodyPr>
          <a:lstStyle/>
          <a:p>
            <a:r>
              <a:rPr lang="en-US" sz="2400" u="sng" dirty="0"/>
              <a:t>D&amp;C Approach: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C001C-9002-7BF2-09CE-1AC4B519D795}"/>
              </a:ext>
            </a:extLst>
          </p:cNvPr>
          <p:cNvSpPr txBox="1"/>
          <p:nvPr/>
        </p:nvSpPr>
        <p:spPr>
          <a:xfrm>
            <a:off x="921852" y="2005094"/>
            <a:ext cx="523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BA32E-BA8D-F1DE-85EB-F7E7B5AE6519}"/>
              </a:ext>
            </a:extLst>
          </p:cNvPr>
          <p:cNvSpPr txBox="1"/>
          <p:nvPr/>
        </p:nvSpPr>
        <p:spPr>
          <a:xfrm>
            <a:off x="4671796" y="1958908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A6B88-BF30-BB96-6477-C9746E1F00FA}"/>
              </a:ext>
            </a:extLst>
          </p:cNvPr>
          <p:cNvSpPr txBox="1"/>
          <p:nvPr/>
        </p:nvSpPr>
        <p:spPr>
          <a:xfrm>
            <a:off x="1445457" y="2914118"/>
            <a:ext cx="8372312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Split the array into two halves: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 any subarray, the maximum sum is in one of three places:</a:t>
            </a:r>
          </a:p>
          <a:p>
            <a:pPr lvl="2">
              <a:buFont typeface="+mj-lt"/>
              <a:buAutoNum type="arabicPeriod"/>
            </a:pPr>
            <a:r>
              <a:rPr lang="en-US" sz="2400" dirty="0"/>
              <a:t> Entirely in the </a:t>
            </a:r>
            <a:r>
              <a:rPr lang="en-US" sz="2400" b="1" dirty="0"/>
              <a:t>left half</a:t>
            </a:r>
            <a:r>
              <a:rPr lang="en-US" sz="2400" dirty="0"/>
              <a:t> </a:t>
            </a:r>
          </a:p>
          <a:p>
            <a:pPr lvl="2">
              <a:buFont typeface="+mj-lt"/>
              <a:buAutoNum type="arabicPeriod"/>
            </a:pPr>
            <a:r>
              <a:rPr lang="en-US" sz="2400" dirty="0"/>
              <a:t> Entirely in the </a:t>
            </a:r>
            <a:r>
              <a:rPr lang="en-US" sz="2400" b="1" dirty="0"/>
              <a:t>right half</a:t>
            </a:r>
            <a:r>
              <a:rPr lang="en-US" sz="2400" dirty="0"/>
              <a:t> </a:t>
            </a:r>
          </a:p>
          <a:p>
            <a:pPr lvl="2">
              <a:buFont typeface="+mj-lt"/>
              <a:buAutoNum type="arabicPeriod"/>
            </a:pPr>
            <a:r>
              <a:rPr lang="en-US" sz="2400" dirty="0"/>
              <a:t> A </a:t>
            </a:r>
            <a:r>
              <a:rPr lang="en-US" sz="2400" b="1" dirty="0"/>
              <a:t>crossing subarray</a:t>
            </a:r>
            <a:r>
              <a:rPr lang="en-US" sz="2400" dirty="0"/>
              <a:t> (goes through the middle)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compute all three and take the maximum.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192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530F-00DF-7169-FF6F-0363607F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5C78A-A233-1A1E-5152-52ECA75B4A3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A3179E-F6CB-03AD-C6C3-1E1ED6B8A97E}"/>
              </a:ext>
            </a:extLst>
          </p:cNvPr>
          <p:cNvGraphicFramePr>
            <a:graphicFrameLocks noGrp="1"/>
          </p:cNvGraphicFramePr>
          <p:nvPr/>
        </p:nvGraphicFramePr>
        <p:xfrm>
          <a:off x="921852" y="1188683"/>
          <a:ext cx="4273549" cy="84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07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259538-67A8-2E42-5418-87E3DDBDEC1F}"/>
              </a:ext>
            </a:extLst>
          </p:cNvPr>
          <p:cNvCxnSpPr>
            <a:cxnSpLocks/>
          </p:cNvCxnSpPr>
          <p:nvPr/>
        </p:nvCxnSpPr>
        <p:spPr>
          <a:xfrm>
            <a:off x="3361840" y="1213175"/>
            <a:ext cx="0" cy="10390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F37BBAD-5D9B-9E92-52DE-9B48116B34A0}"/>
              </a:ext>
            </a:extLst>
          </p:cNvPr>
          <p:cNvGraphicFramePr>
            <a:graphicFrameLocks noGrp="1"/>
          </p:cNvGraphicFramePr>
          <p:nvPr/>
        </p:nvGraphicFramePr>
        <p:xfrm>
          <a:off x="921852" y="2444518"/>
          <a:ext cx="4273549" cy="84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07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A7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30E057-9708-2BCE-5170-13D2CDC85111}"/>
              </a:ext>
            </a:extLst>
          </p:cNvPr>
          <p:cNvCxnSpPr>
            <a:cxnSpLocks/>
          </p:cNvCxnSpPr>
          <p:nvPr/>
        </p:nvCxnSpPr>
        <p:spPr>
          <a:xfrm>
            <a:off x="3350256" y="2539103"/>
            <a:ext cx="0" cy="10390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64A2C5-C199-9B20-EB3D-4FA071CF3A78}"/>
              </a:ext>
            </a:extLst>
          </p:cNvPr>
          <p:cNvGraphicFramePr>
            <a:graphicFrameLocks noGrp="1"/>
          </p:cNvGraphicFramePr>
          <p:nvPr/>
        </p:nvGraphicFramePr>
        <p:xfrm>
          <a:off x="921852" y="3917647"/>
          <a:ext cx="4273549" cy="84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07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A73055-8E93-ED1C-1F6A-F0607296F3E4}"/>
              </a:ext>
            </a:extLst>
          </p:cNvPr>
          <p:cNvCxnSpPr>
            <a:cxnSpLocks/>
          </p:cNvCxnSpPr>
          <p:nvPr/>
        </p:nvCxnSpPr>
        <p:spPr>
          <a:xfrm>
            <a:off x="3359221" y="4045559"/>
            <a:ext cx="0" cy="10390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8E4C6BA-60E4-A968-E2A0-15FA2DB12466}"/>
              </a:ext>
            </a:extLst>
          </p:cNvPr>
          <p:cNvSpPr/>
          <p:nvPr/>
        </p:nvSpPr>
        <p:spPr>
          <a:xfrm>
            <a:off x="5677936" y="2619168"/>
            <a:ext cx="6096000" cy="6715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maxsub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(low, mid)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rgbClr val="AA7BE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maxsub</a:t>
            </a:r>
            <a:r>
              <a:rPr lang="en-US" dirty="0">
                <a:solidFill>
                  <a:srgbClr val="AA7BE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(mid+1, high)</a:t>
            </a:r>
            <a:endParaRPr lang="en-US" sz="1600" dirty="0">
              <a:solidFill>
                <a:srgbClr val="AA7BE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66200F-6CA5-1707-32E2-9DB46061DD83}"/>
              </a:ext>
            </a:extLst>
          </p:cNvPr>
          <p:cNvSpPr/>
          <p:nvPr/>
        </p:nvSpPr>
        <p:spPr>
          <a:xfrm>
            <a:off x="5677936" y="1545081"/>
            <a:ext cx="6096000" cy="3752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maxsub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low,high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F89FD4-87DC-60DA-EB70-1735E2568A9A}"/>
              </a:ext>
            </a:extLst>
          </p:cNvPr>
          <p:cNvSpPr/>
          <p:nvPr/>
        </p:nvSpPr>
        <p:spPr>
          <a:xfrm>
            <a:off x="5867946" y="4394559"/>
            <a:ext cx="30973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middlemaxsub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(low, high)</a:t>
            </a:r>
          </a:p>
          <a:p>
            <a:r>
              <a:rPr lang="en-US" dirty="0"/>
              <a:t>[crossing subarray]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2D9FF-5455-8211-B302-4E0C8A409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17" y="152313"/>
            <a:ext cx="11219329" cy="1325563"/>
          </a:xfrm>
        </p:spPr>
        <p:txBody>
          <a:bodyPr>
            <a:normAutofit/>
          </a:bodyPr>
          <a:lstStyle/>
          <a:p>
            <a:r>
              <a:rPr lang="en-US" sz="2400" u="sng" dirty="0"/>
              <a:t>D&amp;C Approach: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08E49-0CC4-99A5-7784-3C8A7F3CAA7D}"/>
              </a:ext>
            </a:extLst>
          </p:cNvPr>
          <p:cNvSpPr txBox="1"/>
          <p:nvPr/>
        </p:nvSpPr>
        <p:spPr>
          <a:xfrm>
            <a:off x="921852" y="2005094"/>
            <a:ext cx="523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01FFA-304B-E57F-1A5B-4AABC45BAE6E}"/>
              </a:ext>
            </a:extLst>
          </p:cNvPr>
          <p:cNvSpPr txBox="1"/>
          <p:nvPr/>
        </p:nvSpPr>
        <p:spPr>
          <a:xfrm>
            <a:off x="4671796" y="1958908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177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B89F-ACA1-4374-9358-F728183965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136302-8338-4A90-9946-2E7D654DD11C}"/>
              </a:ext>
            </a:extLst>
          </p:cNvPr>
          <p:cNvGraphicFramePr>
            <a:graphicFrameLocks noGrp="1"/>
          </p:cNvGraphicFramePr>
          <p:nvPr/>
        </p:nvGraphicFramePr>
        <p:xfrm>
          <a:off x="921852" y="1188683"/>
          <a:ext cx="4273549" cy="84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07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EB4E2D-1905-4A27-A720-1337EDB0BAE1}"/>
              </a:ext>
            </a:extLst>
          </p:cNvPr>
          <p:cNvCxnSpPr>
            <a:cxnSpLocks/>
          </p:cNvCxnSpPr>
          <p:nvPr/>
        </p:nvCxnSpPr>
        <p:spPr>
          <a:xfrm>
            <a:off x="3361840" y="1213175"/>
            <a:ext cx="0" cy="10390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0D1C57-1290-40FC-AF4B-A02A98771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933871"/>
              </p:ext>
            </p:extLst>
          </p:nvPr>
        </p:nvGraphicFramePr>
        <p:xfrm>
          <a:off x="921852" y="2444518"/>
          <a:ext cx="4273549" cy="84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07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A7B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CE64F7-9CF5-4C6B-8CCE-39EC6F08CFC1}"/>
              </a:ext>
            </a:extLst>
          </p:cNvPr>
          <p:cNvCxnSpPr>
            <a:cxnSpLocks/>
          </p:cNvCxnSpPr>
          <p:nvPr/>
        </p:nvCxnSpPr>
        <p:spPr>
          <a:xfrm>
            <a:off x="3350256" y="2539103"/>
            <a:ext cx="0" cy="10390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702FAC5-3D6B-4B8B-8519-D1F6415CE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244533"/>
              </p:ext>
            </p:extLst>
          </p:nvPr>
        </p:nvGraphicFramePr>
        <p:xfrm>
          <a:off x="921852" y="3917647"/>
          <a:ext cx="4273549" cy="846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0507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610507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4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4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4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6FF9B2-D028-40EB-BD66-7E7B2F8A3E49}"/>
              </a:ext>
            </a:extLst>
          </p:cNvPr>
          <p:cNvCxnSpPr>
            <a:cxnSpLocks/>
          </p:cNvCxnSpPr>
          <p:nvPr/>
        </p:nvCxnSpPr>
        <p:spPr>
          <a:xfrm>
            <a:off x="3359221" y="4045559"/>
            <a:ext cx="0" cy="10390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41FDF48-2C0A-4781-BE9B-593DB8784F60}"/>
              </a:ext>
            </a:extLst>
          </p:cNvPr>
          <p:cNvSpPr/>
          <p:nvPr/>
        </p:nvSpPr>
        <p:spPr>
          <a:xfrm>
            <a:off x="5677936" y="2619168"/>
            <a:ext cx="6096000" cy="6715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maxsub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(low, mid)</a:t>
            </a:r>
            <a:endParaRPr lang="en-US" sz="16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rgbClr val="AA7BE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maxsub</a:t>
            </a:r>
            <a:r>
              <a:rPr lang="en-US" dirty="0">
                <a:solidFill>
                  <a:srgbClr val="AA7BE9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(mid+1, high)</a:t>
            </a:r>
            <a:endParaRPr lang="en-US" sz="1600" dirty="0">
              <a:solidFill>
                <a:srgbClr val="AA7BE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7CDB56-ECE3-4A77-B51B-C145516D28FE}"/>
              </a:ext>
            </a:extLst>
          </p:cNvPr>
          <p:cNvSpPr/>
          <p:nvPr/>
        </p:nvSpPr>
        <p:spPr>
          <a:xfrm>
            <a:off x="5677936" y="1545081"/>
            <a:ext cx="6096000" cy="3752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maxsub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low,high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4E20CF-4F7C-4BD6-9422-72DD4B80B5C7}"/>
              </a:ext>
            </a:extLst>
          </p:cNvPr>
          <p:cNvSpPr/>
          <p:nvPr/>
        </p:nvSpPr>
        <p:spPr>
          <a:xfrm>
            <a:off x="5867946" y="4394559"/>
            <a:ext cx="3097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middlemaxsub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(low, high)</a:t>
            </a:r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5368A4-79E2-4192-AAA1-8CEE8619FC26}"/>
              </a:ext>
            </a:extLst>
          </p:cNvPr>
          <p:cNvCxnSpPr>
            <a:cxnSpLocks/>
          </p:cNvCxnSpPr>
          <p:nvPr/>
        </p:nvCxnSpPr>
        <p:spPr>
          <a:xfrm flipH="1">
            <a:off x="921852" y="4898300"/>
            <a:ext cx="2359232" cy="0"/>
          </a:xfrm>
          <a:prstGeom prst="straightConnector1">
            <a:avLst/>
          </a:prstGeom>
          <a:ln w="38100">
            <a:solidFill>
              <a:srgbClr val="D012C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2F29AE-7C75-4E21-A26B-CC638B1B1359}"/>
              </a:ext>
            </a:extLst>
          </p:cNvPr>
          <p:cNvCxnSpPr>
            <a:cxnSpLocks/>
          </p:cNvCxnSpPr>
          <p:nvPr/>
        </p:nvCxnSpPr>
        <p:spPr>
          <a:xfrm flipV="1">
            <a:off x="3424519" y="4898300"/>
            <a:ext cx="1770882" cy="357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3854D24-9E36-B7AB-70C8-EAC6F851C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17" y="152313"/>
            <a:ext cx="11219329" cy="1325563"/>
          </a:xfrm>
        </p:spPr>
        <p:txBody>
          <a:bodyPr>
            <a:normAutofit/>
          </a:bodyPr>
          <a:lstStyle/>
          <a:p>
            <a:r>
              <a:rPr lang="en-US" sz="2400" u="sng" dirty="0"/>
              <a:t>D&amp;C Approach: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B3EB62-1EDD-5B1D-E106-6130D82F4E0E}"/>
              </a:ext>
            </a:extLst>
          </p:cNvPr>
          <p:cNvSpPr txBox="1"/>
          <p:nvPr/>
        </p:nvSpPr>
        <p:spPr>
          <a:xfrm>
            <a:off x="921852" y="2005094"/>
            <a:ext cx="523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9C1CE-403C-2B1F-B2F7-D9204E7B75D3}"/>
              </a:ext>
            </a:extLst>
          </p:cNvPr>
          <p:cNvSpPr txBox="1"/>
          <p:nvPr/>
        </p:nvSpPr>
        <p:spPr>
          <a:xfrm>
            <a:off x="4671796" y="1958908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505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C8269-3217-F056-3512-8B599448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653A7A-F610-92F4-0887-A2828CE398EE}"/>
              </a:ext>
            </a:extLst>
          </p:cNvPr>
          <p:cNvSpPr txBox="1"/>
          <p:nvPr/>
        </p:nvSpPr>
        <p:spPr>
          <a:xfrm>
            <a:off x="134754" y="587140"/>
            <a:ext cx="6955750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</a:rPr>
              <a:t>maxsub</a:t>
            </a:r>
            <a:r>
              <a:rPr lang="en-US" sz="2000" dirty="0">
                <a:latin typeface="Consolas" panose="020B0609020204030204" pitchFamily="49" charset="0"/>
              </a:rPr>
              <a:t>(low, high):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if low == high: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return low, high, A[low]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mid = (low + high) // 2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Lstart, Lend, </a:t>
            </a:r>
            <a:r>
              <a:rPr lang="en-US" sz="2000" dirty="0" err="1">
                <a:latin typeface="Consolas" panose="020B0609020204030204" pitchFamily="49" charset="0"/>
              </a:rPr>
              <a:t>Lsum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maxsub</a:t>
            </a:r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</a:rPr>
              <a:t>(low, mid)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Rstart</a:t>
            </a:r>
            <a:r>
              <a:rPr lang="en-US" sz="2000" dirty="0">
                <a:latin typeface="Consolas" panose="020B0609020204030204" pitchFamily="49" charset="0"/>
              </a:rPr>
              <a:t>, Rend, </a:t>
            </a:r>
            <a:r>
              <a:rPr lang="en-US" sz="2000" dirty="0" err="1">
                <a:latin typeface="Consolas" panose="020B0609020204030204" pitchFamily="49" charset="0"/>
              </a:rPr>
              <a:t>Rsum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AA7BE9"/>
                </a:solidFill>
                <a:latin typeface="Consolas" panose="020B0609020204030204" pitchFamily="49" charset="0"/>
              </a:rPr>
              <a:t>maxsub</a:t>
            </a:r>
            <a:r>
              <a:rPr lang="en-US" sz="2000" dirty="0">
                <a:solidFill>
                  <a:srgbClr val="AA7BE9"/>
                </a:solidFill>
                <a:latin typeface="Consolas" panose="020B0609020204030204" pitchFamily="49" charset="0"/>
              </a:rPr>
              <a:t>(mid+1, high)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 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Mstart</a:t>
            </a:r>
            <a:r>
              <a:rPr lang="en-US" sz="2000" dirty="0">
                <a:latin typeface="Consolas" panose="020B0609020204030204" pitchFamily="49" charset="0"/>
              </a:rPr>
              <a:t>, Mend, </a:t>
            </a:r>
            <a:r>
              <a:rPr lang="en-US" sz="2000" dirty="0" err="1">
                <a:latin typeface="Consolas" panose="020B0609020204030204" pitchFamily="49" charset="0"/>
              </a:rPr>
              <a:t>Msum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middlemaxsub</a:t>
            </a:r>
            <a:r>
              <a:rPr lang="en-US" sz="2000" dirty="0">
                <a:solidFill>
                  <a:srgbClr val="00B0F0"/>
                </a:solidFill>
                <a:latin typeface="Consolas" panose="020B0609020204030204" pitchFamily="49" charset="0"/>
              </a:rPr>
              <a:t>(low, high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if </a:t>
            </a:r>
            <a:r>
              <a:rPr lang="en-US" sz="2000" dirty="0" err="1">
                <a:latin typeface="Consolas" panose="020B0609020204030204" pitchFamily="49" charset="0"/>
              </a:rPr>
              <a:t>Lsum</a:t>
            </a:r>
            <a:r>
              <a:rPr lang="en-US" sz="2000" dirty="0">
                <a:latin typeface="Consolas" panose="020B0609020204030204" pitchFamily="49" charset="0"/>
              </a:rPr>
              <a:t> &gt;= </a:t>
            </a:r>
            <a:r>
              <a:rPr lang="en-US" sz="2000" dirty="0" err="1">
                <a:latin typeface="Consolas" panose="020B0609020204030204" pitchFamily="49" charset="0"/>
              </a:rPr>
              <a:t>Rsum</a:t>
            </a:r>
            <a:r>
              <a:rPr lang="en-US" sz="2000" dirty="0">
                <a:latin typeface="Consolas" panose="020B0609020204030204" pitchFamily="49" charset="0"/>
              </a:rPr>
              <a:t> and </a:t>
            </a:r>
            <a:r>
              <a:rPr lang="en-US" sz="2000" dirty="0" err="1">
                <a:latin typeface="Consolas" panose="020B0609020204030204" pitchFamily="49" charset="0"/>
              </a:rPr>
              <a:t>Lsum</a:t>
            </a:r>
            <a:r>
              <a:rPr lang="en-US" sz="2000" dirty="0">
                <a:latin typeface="Consolas" panose="020B0609020204030204" pitchFamily="49" charset="0"/>
              </a:rPr>
              <a:t> &gt;= </a:t>
            </a:r>
            <a:r>
              <a:rPr lang="en-US" sz="2000" dirty="0" err="1">
                <a:latin typeface="Consolas" panose="020B0609020204030204" pitchFamily="49" charset="0"/>
              </a:rPr>
              <a:t>Msum</a:t>
            </a:r>
            <a:r>
              <a:rPr lang="en-US" sz="20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return Lstart, Lend, </a:t>
            </a:r>
            <a:r>
              <a:rPr lang="en-US" sz="2000" dirty="0" err="1">
                <a:latin typeface="Consolas" panose="020B0609020204030204" pitchFamily="49" charset="0"/>
              </a:rPr>
              <a:t>L_sum</a:t>
            </a:r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elif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Rsum</a:t>
            </a:r>
            <a:r>
              <a:rPr lang="en-US" sz="2000" dirty="0">
                <a:latin typeface="Consolas" panose="020B0609020204030204" pitchFamily="49" charset="0"/>
              </a:rPr>
              <a:t> &gt;= </a:t>
            </a:r>
            <a:r>
              <a:rPr lang="en-US" sz="2000" dirty="0" err="1">
                <a:latin typeface="Consolas" panose="020B0609020204030204" pitchFamily="49" charset="0"/>
              </a:rPr>
              <a:t>Lsum</a:t>
            </a:r>
            <a:r>
              <a:rPr lang="en-US" sz="2000" dirty="0">
                <a:latin typeface="Consolas" panose="020B0609020204030204" pitchFamily="49" charset="0"/>
              </a:rPr>
              <a:t> and </a:t>
            </a:r>
            <a:r>
              <a:rPr lang="en-US" sz="2000" dirty="0" err="1">
                <a:latin typeface="Consolas" panose="020B0609020204030204" pitchFamily="49" charset="0"/>
              </a:rPr>
              <a:t>Rsum</a:t>
            </a:r>
            <a:r>
              <a:rPr lang="en-US" sz="2000" dirty="0">
                <a:latin typeface="Consolas" panose="020B0609020204030204" pitchFamily="49" charset="0"/>
              </a:rPr>
              <a:t> &gt;= </a:t>
            </a:r>
            <a:r>
              <a:rPr lang="en-US" sz="2000" dirty="0" err="1">
                <a:latin typeface="Consolas" panose="020B0609020204030204" pitchFamily="49" charset="0"/>
              </a:rPr>
              <a:t>Msum</a:t>
            </a:r>
            <a:r>
              <a:rPr lang="en-US" sz="20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return </a:t>
            </a:r>
            <a:r>
              <a:rPr lang="en-US" sz="2000" dirty="0" err="1">
                <a:latin typeface="Consolas" panose="020B0609020204030204" pitchFamily="49" charset="0"/>
              </a:rPr>
              <a:t>Rstart</a:t>
            </a:r>
            <a:r>
              <a:rPr lang="en-US" sz="2000" dirty="0">
                <a:latin typeface="Consolas" panose="020B0609020204030204" pitchFamily="49" charset="0"/>
              </a:rPr>
              <a:t>, Rend, </a:t>
            </a:r>
            <a:r>
              <a:rPr lang="en-US" sz="2000" dirty="0" err="1">
                <a:latin typeface="Consolas" panose="020B0609020204030204" pitchFamily="49" charset="0"/>
              </a:rPr>
              <a:t>Rsum</a:t>
            </a:r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    else: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return </a:t>
            </a:r>
            <a:r>
              <a:rPr lang="en-US" sz="2000" dirty="0" err="1">
                <a:latin typeface="Consolas" panose="020B0609020204030204" pitchFamily="49" charset="0"/>
              </a:rPr>
              <a:t>Mstart</a:t>
            </a:r>
            <a:r>
              <a:rPr lang="en-US" sz="2000" dirty="0">
                <a:latin typeface="Consolas" panose="020B0609020204030204" pitchFamily="49" charset="0"/>
              </a:rPr>
              <a:t>, Mend, </a:t>
            </a:r>
            <a:r>
              <a:rPr lang="en-US" sz="2000" dirty="0" err="1">
                <a:latin typeface="Consolas" panose="020B0609020204030204" pitchFamily="49" charset="0"/>
              </a:rPr>
              <a:t>Msum</a:t>
            </a:r>
            <a:endParaRPr lang="en-US" sz="2000" dirty="0"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B1112-EC69-5A18-5C15-48043D33E925}"/>
              </a:ext>
            </a:extLst>
          </p:cNvPr>
          <p:cNvSpPr txBox="1"/>
          <p:nvPr/>
        </p:nvSpPr>
        <p:spPr>
          <a:xfrm>
            <a:off x="7166244" y="490888"/>
            <a:ext cx="4996881" cy="5632311"/>
          </a:xfrm>
          <a:prstGeom prst="rect">
            <a:avLst/>
          </a:prstGeom>
          <a:solidFill>
            <a:srgbClr val="F7FFFF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</a:rPr>
              <a:t>middlemaxsub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(low, high):</a:t>
            </a:r>
          </a:p>
          <a:p>
            <a:r>
              <a:rPr lang="en-US" dirty="0">
                <a:latin typeface="Consolas" panose="020B0609020204030204" pitchFamily="49" charset="0"/>
              </a:rPr>
              <a:t>    mid=(</a:t>
            </a:r>
            <a:r>
              <a:rPr lang="en-US" dirty="0" err="1">
                <a:latin typeface="Consolas" panose="020B0609020204030204" pitchFamily="49" charset="0"/>
              </a:rPr>
              <a:t>low+high</a:t>
            </a:r>
            <a:r>
              <a:rPr lang="en-US" dirty="0">
                <a:latin typeface="Consolas" panose="020B0609020204030204" pitchFamily="49" charset="0"/>
              </a:rPr>
              <a:t>)//2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sum1 = -infinity</a:t>
            </a:r>
          </a:p>
          <a:p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    sum = 0</a:t>
            </a:r>
          </a:p>
          <a:p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    index1 = -1 </a:t>
            </a:r>
          </a:p>
          <a:p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    for </a:t>
            </a:r>
            <a:r>
              <a:rPr lang="en-US" dirty="0" err="1">
                <a:solidFill>
                  <a:srgbClr val="FF43FF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=mid to low:</a:t>
            </a:r>
          </a:p>
          <a:p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        sum += A[</a:t>
            </a:r>
            <a:r>
              <a:rPr lang="en-US" dirty="0" err="1">
                <a:solidFill>
                  <a:srgbClr val="FF43FF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        if sum &gt; sum1:</a:t>
            </a:r>
          </a:p>
          <a:p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            sum1 = sum</a:t>
            </a:r>
          </a:p>
          <a:p>
            <a:r>
              <a:rPr lang="en-US" dirty="0">
                <a:solidFill>
                  <a:srgbClr val="FF43FF"/>
                </a:solidFill>
                <a:latin typeface="Consolas" panose="020B0609020204030204" pitchFamily="49" charset="0"/>
              </a:rPr>
              <a:t>            index1 = </a:t>
            </a:r>
            <a:r>
              <a:rPr lang="en-US" dirty="0" err="1">
                <a:solidFill>
                  <a:srgbClr val="FF43FF"/>
                </a:solidFill>
                <a:latin typeface="Consolas" panose="020B0609020204030204" pitchFamily="49" charset="0"/>
              </a:rPr>
              <a:t>i</a:t>
            </a:r>
            <a:endParaRPr lang="en-US" dirty="0">
              <a:solidFill>
                <a:srgbClr val="FF43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sum2 = -infinity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sum = 0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index2 = -1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for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=mid + 1 to high: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    sum += A[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    if sum &gt; sum2: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        sum2 = sum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        index2 =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i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return index1, index2, sum1 + sum2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57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7E56-E49F-4909-9EB6-1B7E34EE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29" y="365125"/>
            <a:ext cx="11940989" cy="1325563"/>
          </a:xfrm>
        </p:spPr>
        <p:txBody>
          <a:bodyPr>
            <a:normAutofit/>
          </a:bodyPr>
          <a:lstStyle/>
          <a:p>
            <a:r>
              <a:rPr lang="en-US" sz="2400" dirty="0"/>
              <a:t>2. Given a sorted </a:t>
            </a:r>
            <a:r>
              <a:rPr lang="en-US" sz="2400" dirty="0" err="1"/>
              <a:t>n×n</a:t>
            </a:r>
            <a:r>
              <a:rPr lang="en-US" sz="2400" dirty="0"/>
              <a:t> integer matrix A, where each row and each column is sorted in increasing order, and an integer q, determine whether q appears in the matrix and output </a:t>
            </a:r>
            <a:r>
              <a:rPr lang="en-US" sz="2400" b="1" dirty="0"/>
              <a:t>True</a:t>
            </a:r>
            <a:r>
              <a:rPr lang="en-US" sz="2400" dirty="0"/>
              <a:t> if it is found and </a:t>
            </a:r>
            <a:r>
              <a:rPr lang="en-US" sz="2400" b="1" dirty="0"/>
              <a:t>False</a:t>
            </a:r>
            <a:r>
              <a:rPr lang="en-US" sz="2400" dirty="0"/>
              <a:t> otherwise.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B89F-ACA1-4374-9358-F728183965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136302-8338-4A90-9946-2E7D654D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28326"/>
              </p:ext>
            </p:extLst>
          </p:nvPr>
        </p:nvGraphicFramePr>
        <p:xfrm>
          <a:off x="3632639" y="2322079"/>
          <a:ext cx="4273552" cy="37291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194">
                  <a:extLst>
                    <a:ext uri="{9D8B030D-6E8A-4147-A177-3AD203B41FA5}">
                      <a16:colId xmlns:a16="http://schemas.microsoft.com/office/drawing/2014/main" val="250146252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323488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2599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624145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56344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14132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398510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1CDBBDC-07E3-48FE-BF04-A914ACCF4C85}"/>
              </a:ext>
            </a:extLst>
          </p:cNvPr>
          <p:cNvSpPr txBox="1"/>
          <p:nvPr/>
        </p:nvSpPr>
        <p:spPr>
          <a:xfrm flipH="1">
            <a:off x="1193201" y="3191435"/>
            <a:ext cx="74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C0759F-933B-D400-0B5F-96BEBAAF0E83}"/>
              </a:ext>
            </a:extLst>
          </p:cNvPr>
          <p:cNvCxnSpPr/>
          <p:nvPr/>
        </p:nvCxnSpPr>
        <p:spPr>
          <a:xfrm>
            <a:off x="2704699" y="2897204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6E470A-28A2-E2C6-FD5D-30B6FAE378B6}"/>
              </a:ext>
            </a:extLst>
          </p:cNvPr>
          <p:cNvSpPr txBox="1"/>
          <p:nvPr/>
        </p:nvSpPr>
        <p:spPr>
          <a:xfrm>
            <a:off x="2751570" y="2527872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C70080-352B-C80C-C67A-3266A1544A1D}"/>
              </a:ext>
            </a:extLst>
          </p:cNvPr>
          <p:cNvCxnSpPr/>
          <p:nvPr/>
        </p:nvCxnSpPr>
        <p:spPr>
          <a:xfrm>
            <a:off x="2751571" y="5898682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BCC1FB-F1DC-365D-04B7-D7F2CFBE96A2}"/>
              </a:ext>
            </a:extLst>
          </p:cNvPr>
          <p:cNvSpPr txBox="1"/>
          <p:nvPr/>
        </p:nvSpPr>
        <p:spPr>
          <a:xfrm>
            <a:off x="2607618" y="5529349"/>
            <a:ext cx="88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10C421-7CBD-2E20-02FB-801D4860C0A3}"/>
              </a:ext>
            </a:extLst>
          </p:cNvPr>
          <p:cNvCxnSpPr>
            <a:cxnSpLocks/>
          </p:cNvCxnSpPr>
          <p:nvPr/>
        </p:nvCxnSpPr>
        <p:spPr>
          <a:xfrm>
            <a:off x="4435642" y="1771048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A5C0812-B517-3C8B-0FA0-D453779E14B7}"/>
              </a:ext>
            </a:extLst>
          </p:cNvPr>
          <p:cNvSpPr txBox="1"/>
          <p:nvPr/>
        </p:nvSpPr>
        <p:spPr>
          <a:xfrm>
            <a:off x="3922644" y="1829055"/>
            <a:ext cx="49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65D671-6C11-406E-30F4-EE46CC3F7568}"/>
              </a:ext>
            </a:extLst>
          </p:cNvPr>
          <p:cNvCxnSpPr>
            <a:cxnSpLocks/>
          </p:cNvCxnSpPr>
          <p:nvPr/>
        </p:nvCxnSpPr>
        <p:spPr>
          <a:xfrm>
            <a:off x="7629625" y="1800180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6C2091-0190-6C2A-6458-7127126837A6}"/>
              </a:ext>
            </a:extLst>
          </p:cNvPr>
          <p:cNvSpPr txBox="1"/>
          <p:nvPr/>
        </p:nvSpPr>
        <p:spPr>
          <a:xfrm>
            <a:off x="7629625" y="1821717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189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B89F-ACA1-4374-9358-F728183965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136302-8338-4A90-9946-2E7D654D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826689"/>
              </p:ext>
            </p:extLst>
          </p:nvPr>
        </p:nvGraphicFramePr>
        <p:xfrm>
          <a:off x="3632639" y="2322079"/>
          <a:ext cx="4273552" cy="37291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194">
                  <a:extLst>
                    <a:ext uri="{9D8B030D-6E8A-4147-A177-3AD203B41FA5}">
                      <a16:colId xmlns:a16="http://schemas.microsoft.com/office/drawing/2014/main" val="250146252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323488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2599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624145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56344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14132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39851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AA4AF4-911D-4A5E-BB2A-5DD05048E179}"/>
              </a:ext>
            </a:extLst>
          </p:cNvPr>
          <p:cNvSpPr txBox="1"/>
          <p:nvPr/>
        </p:nvSpPr>
        <p:spPr>
          <a:xfrm flipH="1">
            <a:off x="1193201" y="3191435"/>
            <a:ext cx="74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q=50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362C2-5AFC-E084-9A5C-803ECD8D2537}"/>
              </a:ext>
            </a:extLst>
          </p:cNvPr>
          <p:cNvSpPr txBox="1"/>
          <p:nvPr/>
        </p:nvSpPr>
        <p:spPr>
          <a:xfrm>
            <a:off x="670431" y="599794"/>
            <a:ext cx="7491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Go to middle column: </a:t>
            </a:r>
            <a:r>
              <a:rPr lang="en-US" sz="2000" dirty="0" err="1"/>
              <a:t>midCol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r = find largest row such that A[r][</a:t>
            </a:r>
            <a:r>
              <a:rPr lang="en-US" sz="2000" dirty="0" err="1"/>
              <a:t>midCol</a:t>
            </a:r>
            <a:r>
              <a:rPr lang="en-US" sz="2000" dirty="0"/>
              <a:t>] &lt;= q, use binary search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A4B852F-F9E5-A0A0-C399-F8F254E28A6B}"/>
              </a:ext>
            </a:extLst>
          </p:cNvPr>
          <p:cNvCxnSpPr/>
          <p:nvPr/>
        </p:nvCxnSpPr>
        <p:spPr>
          <a:xfrm>
            <a:off x="2704699" y="2897204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79D035-A10C-1995-F134-6277CD5DDEFE}"/>
              </a:ext>
            </a:extLst>
          </p:cNvPr>
          <p:cNvSpPr txBox="1"/>
          <p:nvPr/>
        </p:nvSpPr>
        <p:spPr>
          <a:xfrm>
            <a:off x="2751570" y="2527872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983672-18BD-F94F-3BA6-D15661C1F348}"/>
              </a:ext>
            </a:extLst>
          </p:cNvPr>
          <p:cNvCxnSpPr/>
          <p:nvPr/>
        </p:nvCxnSpPr>
        <p:spPr>
          <a:xfrm>
            <a:off x="2751571" y="5898682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E3EFB9-4E23-EB60-D72C-4949A28BAEF6}"/>
              </a:ext>
            </a:extLst>
          </p:cNvPr>
          <p:cNvSpPr txBox="1"/>
          <p:nvPr/>
        </p:nvSpPr>
        <p:spPr>
          <a:xfrm>
            <a:off x="2607618" y="5529349"/>
            <a:ext cx="88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6AAE8C-EB36-FF34-E576-9A6E4644257E}"/>
              </a:ext>
            </a:extLst>
          </p:cNvPr>
          <p:cNvCxnSpPr>
            <a:cxnSpLocks/>
          </p:cNvCxnSpPr>
          <p:nvPr/>
        </p:nvCxnSpPr>
        <p:spPr>
          <a:xfrm>
            <a:off x="4435642" y="1771048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3C7B0-DD68-9B72-96D1-350D235056B8}"/>
              </a:ext>
            </a:extLst>
          </p:cNvPr>
          <p:cNvSpPr txBox="1"/>
          <p:nvPr/>
        </p:nvSpPr>
        <p:spPr>
          <a:xfrm>
            <a:off x="3922644" y="1829055"/>
            <a:ext cx="49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113BB9-5D10-8D85-1ADC-7BCB51A9CA3F}"/>
              </a:ext>
            </a:extLst>
          </p:cNvPr>
          <p:cNvCxnSpPr>
            <a:cxnSpLocks/>
          </p:cNvCxnSpPr>
          <p:nvPr/>
        </p:nvCxnSpPr>
        <p:spPr>
          <a:xfrm>
            <a:off x="7629625" y="1800180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FA33216-1FE4-3048-CE72-603C3C03668C}"/>
              </a:ext>
            </a:extLst>
          </p:cNvPr>
          <p:cNvSpPr txBox="1"/>
          <p:nvPr/>
        </p:nvSpPr>
        <p:spPr>
          <a:xfrm>
            <a:off x="7629625" y="1821717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E9A99A-2E82-7EDE-3FF1-B7467E75256E}"/>
              </a:ext>
            </a:extLst>
          </p:cNvPr>
          <p:cNvCxnSpPr>
            <a:cxnSpLocks/>
          </p:cNvCxnSpPr>
          <p:nvPr/>
        </p:nvCxnSpPr>
        <p:spPr>
          <a:xfrm>
            <a:off x="6020602" y="1823258"/>
            <a:ext cx="0" cy="48534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8DF8A46-5EA3-1F2F-245E-D400BACB283D}"/>
              </a:ext>
            </a:extLst>
          </p:cNvPr>
          <p:cNvSpPr txBox="1"/>
          <p:nvPr/>
        </p:nvSpPr>
        <p:spPr>
          <a:xfrm>
            <a:off x="6020602" y="1844795"/>
            <a:ext cx="870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midCol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570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7F711-F6A7-DA80-BBCC-19858379D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E6979-D4A2-5F9B-A167-1D81E29FC3D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2F468C-0E10-8875-3EA3-76333B3BE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424230"/>
              </p:ext>
            </p:extLst>
          </p:nvPr>
        </p:nvGraphicFramePr>
        <p:xfrm>
          <a:off x="3632639" y="2322079"/>
          <a:ext cx="4273552" cy="37291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194">
                  <a:extLst>
                    <a:ext uri="{9D8B030D-6E8A-4147-A177-3AD203B41FA5}">
                      <a16:colId xmlns:a16="http://schemas.microsoft.com/office/drawing/2014/main" val="250146252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F6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323488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2599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624145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56344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14132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39851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1A5A98A-2E40-C2BA-9AEE-65891981E176}"/>
              </a:ext>
            </a:extLst>
          </p:cNvPr>
          <p:cNvSpPr txBox="1"/>
          <p:nvPr/>
        </p:nvSpPr>
        <p:spPr>
          <a:xfrm flipH="1">
            <a:off x="1193201" y="3191435"/>
            <a:ext cx="74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q=50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6F6E8-F6DD-E15E-564F-4C4B7D55D004}"/>
              </a:ext>
            </a:extLst>
          </p:cNvPr>
          <p:cNvSpPr txBox="1"/>
          <p:nvPr/>
        </p:nvSpPr>
        <p:spPr>
          <a:xfrm>
            <a:off x="670431" y="599794"/>
            <a:ext cx="7491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Go to middle column: </a:t>
            </a:r>
            <a:r>
              <a:rPr lang="en-US" sz="2000" dirty="0" err="1"/>
              <a:t>midCol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r = find largest row such that A[r][</a:t>
            </a:r>
            <a:r>
              <a:rPr lang="en-US" sz="2000" dirty="0" err="1"/>
              <a:t>midCol</a:t>
            </a:r>
            <a:r>
              <a:rPr lang="en-US" sz="2000" dirty="0"/>
              <a:t>] &lt;= q, use binary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9ED3F4-02AE-A5CC-1D68-3B96021A3A98}"/>
              </a:ext>
            </a:extLst>
          </p:cNvPr>
          <p:cNvSpPr txBox="1"/>
          <p:nvPr/>
        </p:nvSpPr>
        <p:spPr>
          <a:xfrm>
            <a:off x="8162222" y="3228945"/>
            <a:ext cx="62920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6F616"/>
                </a:solidFill>
              </a:rPr>
              <a:t>r=1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47CE6D-4A98-A2F6-1574-E4A894A49D81}"/>
              </a:ext>
            </a:extLst>
          </p:cNvPr>
          <p:cNvCxnSpPr>
            <a:cxnSpLocks/>
          </p:cNvCxnSpPr>
          <p:nvPr/>
        </p:nvCxnSpPr>
        <p:spPr>
          <a:xfrm>
            <a:off x="4435642" y="1771048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72104A-F14E-EABC-8A33-1C9F5C1B1839}"/>
              </a:ext>
            </a:extLst>
          </p:cNvPr>
          <p:cNvSpPr txBox="1"/>
          <p:nvPr/>
        </p:nvSpPr>
        <p:spPr>
          <a:xfrm>
            <a:off x="3922644" y="1829055"/>
            <a:ext cx="49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567DA8-3051-3B3C-71B2-1975E77329AA}"/>
              </a:ext>
            </a:extLst>
          </p:cNvPr>
          <p:cNvCxnSpPr>
            <a:cxnSpLocks/>
          </p:cNvCxnSpPr>
          <p:nvPr/>
        </p:nvCxnSpPr>
        <p:spPr>
          <a:xfrm>
            <a:off x="7629625" y="1800180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2BA85B-B204-3C1C-C6DD-B637436E671D}"/>
              </a:ext>
            </a:extLst>
          </p:cNvPr>
          <p:cNvSpPr txBox="1"/>
          <p:nvPr/>
        </p:nvSpPr>
        <p:spPr>
          <a:xfrm>
            <a:off x="7629625" y="1821717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5B6590-C67B-9AFF-A97C-7D44E92C44B3}"/>
              </a:ext>
            </a:extLst>
          </p:cNvPr>
          <p:cNvCxnSpPr>
            <a:cxnSpLocks/>
          </p:cNvCxnSpPr>
          <p:nvPr/>
        </p:nvCxnSpPr>
        <p:spPr>
          <a:xfrm>
            <a:off x="6020602" y="1823258"/>
            <a:ext cx="0" cy="48534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2394682-C3E2-367D-77E1-9C2EBF5E2516}"/>
              </a:ext>
            </a:extLst>
          </p:cNvPr>
          <p:cNvSpPr txBox="1"/>
          <p:nvPr/>
        </p:nvSpPr>
        <p:spPr>
          <a:xfrm>
            <a:off x="6020602" y="1844795"/>
            <a:ext cx="870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midCol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91E508-21BA-6F08-8AC0-38B6A5BD0C63}"/>
              </a:ext>
            </a:extLst>
          </p:cNvPr>
          <p:cNvCxnSpPr/>
          <p:nvPr/>
        </p:nvCxnSpPr>
        <p:spPr>
          <a:xfrm>
            <a:off x="2704699" y="2897204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BE5511-0CBC-7C71-AFD5-45B2C37AB0E0}"/>
              </a:ext>
            </a:extLst>
          </p:cNvPr>
          <p:cNvSpPr txBox="1"/>
          <p:nvPr/>
        </p:nvSpPr>
        <p:spPr>
          <a:xfrm>
            <a:off x="2751570" y="2527872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BD9FEA-3D0D-8823-051E-30EAE8249A72}"/>
              </a:ext>
            </a:extLst>
          </p:cNvPr>
          <p:cNvCxnSpPr/>
          <p:nvPr/>
        </p:nvCxnSpPr>
        <p:spPr>
          <a:xfrm>
            <a:off x="2751571" y="5898682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FE25EED-1FA3-D536-3323-B3CDCF75B2D0}"/>
              </a:ext>
            </a:extLst>
          </p:cNvPr>
          <p:cNvSpPr txBox="1"/>
          <p:nvPr/>
        </p:nvSpPr>
        <p:spPr>
          <a:xfrm>
            <a:off x="2607618" y="5529349"/>
            <a:ext cx="88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AD3213-25EB-E55C-AC32-15181F682E42}"/>
              </a:ext>
            </a:extLst>
          </p:cNvPr>
          <p:cNvCxnSpPr/>
          <p:nvPr/>
        </p:nvCxnSpPr>
        <p:spPr>
          <a:xfrm>
            <a:off x="2689083" y="3429000"/>
            <a:ext cx="59676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EFEC36B-6A78-0FC1-631D-59F2EFF320CB}"/>
              </a:ext>
            </a:extLst>
          </p:cNvPr>
          <p:cNvSpPr txBox="1"/>
          <p:nvPr/>
        </p:nvSpPr>
        <p:spPr>
          <a:xfrm>
            <a:off x="2822584" y="3059668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094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8DDD-7544-7DD1-E592-2796F911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8B2BF-4574-9A47-4008-2F8F8E5A38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63E3D6-5419-990C-2DDC-716559A5D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015247"/>
              </p:ext>
            </p:extLst>
          </p:nvPr>
        </p:nvGraphicFramePr>
        <p:xfrm>
          <a:off x="3632639" y="2322079"/>
          <a:ext cx="4273552" cy="37291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194">
                  <a:extLst>
                    <a:ext uri="{9D8B030D-6E8A-4147-A177-3AD203B41FA5}">
                      <a16:colId xmlns:a16="http://schemas.microsoft.com/office/drawing/2014/main" val="250146252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323488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2599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624145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56344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14132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3985104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5EF5B-A6A6-89BC-F321-23EC3E14A2DB}"/>
                  </a:ext>
                </a:extLst>
              </p:cNvPr>
              <p:cNvSpPr txBox="1"/>
              <p:nvPr/>
            </p:nvSpPr>
            <p:spPr>
              <a:xfrm flipH="1">
                <a:off x="510138" y="3243779"/>
                <a:ext cx="298034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NOTE: </a:t>
                </a:r>
                <a:r>
                  <a:rPr lang="en-US" dirty="0">
                    <a:solidFill>
                      <a:srgbClr val="FF0000"/>
                    </a:solidFill>
                  </a:rPr>
                  <a:t>If there is no element in </a:t>
                </a:r>
                <a:r>
                  <a:rPr lang="en-US" dirty="0" err="1">
                    <a:solidFill>
                      <a:srgbClr val="FF0000"/>
                    </a:solidFill>
                  </a:rPr>
                  <a:t>midCol</a:t>
                </a:r>
                <a:r>
                  <a:rPr lang="en-US" dirty="0">
                    <a:solidFill>
                      <a:srgbClr val="FF0000"/>
                    </a:solidFill>
                  </a:rPr>
                  <a:t> that is less than or equal to q (all values are </a:t>
                </a:r>
                <a:r>
                  <a:rPr lang="en-US" b="1" dirty="0">
                    <a:solidFill>
                      <a:srgbClr val="FF0000"/>
                    </a:solidFill>
                  </a:rPr>
                  <a:t>greater than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) then we define r=top−1.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Example: q=20: r=-1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E95EF5B-A6A6-89BC-F321-23EC3E14A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0138" y="3243779"/>
                <a:ext cx="2980349" cy="1754326"/>
              </a:xfrm>
              <a:prstGeom prst="rect">
                <a:avLst/>
              </a:prstGeom>
              <a:blipFill>
                <a:blip r:embed="rId4"/>
                <a:stretch>
                  <a:fillRect l="-1840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6942C51-1440-C256-BDAF-BC5E6F857FBD}"/>
              </a:ext>
            </a:extLst>
          </p:cNvPr>
          <p:cNvSpPr txBox="1"/>
          <p:nvPr/>
        </p:nvSpPr>
        <p:spPr>
          <a:xfrm>
            <a:off x="670431" y="599794"/>
            <a:ext cx="74917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Go to middle column: </a:t>
            </a:r>
            <a:r>
              <a:rPr lang="en-US" sz="2000" dirty="0" err="1"/>
              <a:t>midCol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r = find largest row such that A[r][</a:t>
            </a:r>
            <a:r>
              <a:rPr lang="en-US" sz="2000" dirty="0" err="1"/>
              <a:t>midCol</a:t>
            </a:r>
            <a:r>
              <a:rPr lang="en-US" sz="2000" dirty="0"/>
              <a:t>] &lt;= q, use binary search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C8DAFD-FD20-35EA-15D1-E935A502133A}"/>
              </a:ext>
            </a:extLst>
          </p:cNvPr>
          <p:cNvCxnSpPr>
            <a:cxnSpLocks/>
          </p:cNvCxnSpPr>
          <p:nvPr/>
        </p:nvCxnSpPr>
        <p:spPr>
          <a:xfrm>
            <a:off x="4435642" y="1771048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EDE489-C2C5-D4D5-5508-7B34C2B5BF37}"/>
              </a:ext>
            </a:extLst>
          </p:cNvPr>
          <p:cNvSpPr txBox="1"/>
          <p:nvPr/>
        </p:nvSpPr>
        <p:spPr>
          <a:xfrm>
            <a:off x="3922644" y="1829055"/>
            <a:ext cx="49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76B4D0-D0A2-83F5-53FD-97912E7E7FAD}"/>
              </a:ext>
            </a:extLst>
          </p:cNvPr>
          <p:cNvCxnSpPr>
            <a:cxnSpLocks/>
          </p:cNvCxnSpPr>
          <p:nvPr/>
        </p:nvCxnSpPr>
        <p:spPr>
          <a:xfrm>
            <a:off x="7629625" y="1800180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F0C940-6CEB-3E60-13AD-F5A86AA43F89}"/>
              </a:ext>
            </a:extLst>
          </p:cNvPr>
          <p:cNvSpPr txBox="1"/>
          <p:nvPr/>
        </p:nvSpPr>
        <p:spPr>
          <a:xfrm>
            <a:off x="7629625" y="1821717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DEFBA1-A474-66DA-A27A-A236E8B70CF9}"/>
              </a:ext>
            </a:extLst>
          </p:cNvPr>
          <p:cNvCxnSpPr>
            <a:cxnSpLocks/>
          </p:cNvCxnSpPr>
          <p:nvPr/>
        </p:nvCxnSpPr>
        <p:spPr>
          <a:xfrm>
            <a:off x="6020602" y="1823258"/>
            <a:ext cx="0" cy="48534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252FA7-924C-B616-12B7-C9A04D103803}"/>
              </a:ext>
            </a:extLst>
          </p:cNvPr>
          <p:cNvSpPr txBox="1"/>
          <p:nvPr/>
        </p:nvSpPr>
        <p:spPr>
          <a:xfrm>
            <a:off x="6020602" y="1844795"/>
            <a:ext cx="870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midCol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E1BE2C-5E27-6D21-0F68-A188E1261D5E}"/>
              </a:ext>
            </a:extLst>
          </p:cNvPr>
          <p:cNvCxnSpPr/>
          <p:nvPr/>
        </p:nvCxnSpPr>
        <p:spPr>
          <a:xfrm>
            <a:off x="2704699" y="2897204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415893-982C-20F7-FB7C-C071A1FD3DAC}"/>
              </a:ext>
            </a:extLst>
          </p:cNvPr>
          <p:cNvSpPr txBox="1"/>
          <p:nvPr/>
        </p:nvSpPr>
        <p:spPr>
          <a:xfrm>
            <a:off x="2751570" y="2527872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C052B2-F51F-1C7C-0C6A-5CBED395616D}"/>
              </a:ext>
            </a:extLst>
          </p:cNvPr>
          <p:cNvCxnSpPr/>
          <p:nvPr/>
        </p:nvCxnSpPr>
        <p:spPr>
          <a:xfrm>
            <a:off x="2751571" y="5898682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F4888C-775E-DBCE-8BEC-F438BE0690B8}"/>
              </a:ext>
            </a:extLst>
          </p:cNvPr>
          <p:cNvSpPr txBox="1"/>
          <p:nvPr/>
        </p:nvSpPr>
        <p:spPr>
          <a:xfrm>
            <a:off x="2607618" y="5529349"/>
            <a:ext cx="88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2011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B89F-ACA1-4374-9358-F728183965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8/17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136302-8338-4A90-9946-2E7D654D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358171"/>
              </p:ext>
            </p:extLst>
          </p:nvPr>
        </p:nvGraphicFramePr>
        <p:xfrm>
          <a:off x="3632639" y="2322079"/>
          <a:ext cx="4273552" cy="37291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194">
                  <a:extLst>
                    <a:ext uri="{9D8B030D-6E8A-4147-A177-3AD203B41FA5}">
                      <a16:colId xmlns:a16="http://schemas.microsoft.com/office/drawing/2014/main" val="250146252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29217024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776217534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577469686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335702025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020170692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2698580770"/>
                    </a:ext>
                  </a:extLst>
                </a:gridCol>
                <a:gridCol w="534194">
                  <a:extLst>
                    <a:ext uri="{9D8B030D-6E8A-4147-A177-3AD203B41FA5}">
                      <a16:colId xmlns:a16="http://schemas.microsoft.com/office/drawing/2014/main" val="1198916039"/>
                    </a:ext>
                  </a:extLst>
                </a:gridCol>
              </a:tblGrid>
              <a:tr h="30510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645984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514801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F6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323488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25999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624145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56344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141326"/>
                  </a:ext>
                </a:extLst>
              </a:tr>
              <a:tr h="480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E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39851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AA4AF4-911D-4A5E-BB2A-5DD05048E179}"/>
              </a:ext>
            </a:extLst>
          </p:cNvPr>
          <p:cNvSpPr txBox="1"/>
          <p:nvPr/>
        </p:nvSpPr>
        <p:spPr>
          <a:xfrm flipH="1">
            <a:off x="1193201" y="3191435"/>
            <a:ext cx="74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q=50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8C9472-1766-43B3-B6C7-6841C22DDCA6}"/>
              </a:ext>
            </a:extLst>
          </p:cNvPr>
          <p:cNvSpPr/>
          <p:nvPr/>
        </p:nvSpPr>
        <p:spPr>
          <a:xfrm>
            <a:off x="2837956" y="489286"/>
            <a:ext cx="6096000" cy="70981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 err="1">
                <a:highlight>
                  <a:srgbClr val="FFA6A6"/>
                </a:highlight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Matrix_search</a:t>
            </a:r>
            <a:r>
              <a:rPr lang="en-US" sz="1600" dirty="0">
                <a:highlight>
                  <a:srgbClr val="FFA6A6"/>
                </a:highlight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(q, top, r, midCol+1, right)</a:t>
            </a:r>
            <a:endParaRPr lang="en-US" sz="1400" dirty="0">
              <a:highlight>
                <a:srgbClr val="FFA6A6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 err="1">
                <a:highlight>
                  <a:srgbClr val="A6E3FA"/>
                </a:highlight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Matrix_search</a:t>
            </a:r>
            <a:r>
              <a:rPr lang="en-US" sz="1600" dirty="0">
                <a:highlight>
                  <a:srgbClr val="A6E3FA"/>
                </a:highlight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(q, r+1, bottom, left, midCol-1)</a:t>
            </a:r>
            <a:endParaRPr lang="en-US" sz="1400" dirty="0">
              <a:effectLst/>
              <a:highlight>
                <a:srgbClr val="A6E3FA"/>
              </a:highligh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3BD0360-D5E1-83AD-6D32-E0E1BDC3BF20}"/>
              </a:ext>
            </a:extLst>
          </p:cNvPr>
          <p:cNvCxnSpPr/>
          <p:nvPr/>
        </p:nvCxnSpPr>
        <p:spPr>
          <a:xfrm>
            <a:off x="2704699" y="2974204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7F62399-B17F-30AA-09D4-3D7DA233D77F}"/>
              </a:ext>
            </a:extLst>
          </p:cNvPr>
          <p:cNvSpPr txBox="1"/>
          <p:nvPr/>
        </p:nvSpPr>
        <p:spPr>
          <a:xfrm>
            <a:off x="2751570" y="2604872"/>
            <a:ext cx="50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20F944-66A2-4AF7-D740-FCA150311692}"/>
              </a:ext>
            </a:extLst>
          </p:cNvPr>
          <p:cNvCxnSpPr/>
          <p:nvPr/>
        </p:nvCxnSpPr>
        <p:spPr>
          <a:xfrm>
            <a:off x="2751571" y="5975682"/>
            <a:ext cx="59676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A1E211-B917-2315-C0B9-BE5EC3CDE97E}"/>
              </a:ext>
            </a:extLst>
          </p:cNvPr>
          <p:cNvSpPr txBox="1"/>
          <p:nvPr/>
        </p:nvSpPr>
        <p:spPr>
          <a:xfrm>
            <a:off x="2607618" y="5606349"/>
            <a:ext cx="882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CCAAAF-FD9E-CC55-E0D5-EB0A20A865F5}"/>
              </a:ext>
            </a:extLst>
          </p:cNvPr>
          <p:cNvCxnSpPr>
            <a:cxnSpLocks/>
          </p:cNvCxnSpPr>
          <p:nvPr/>
        </p:nvCxnSpPr>
        <p:spPr>
          <a:xfrm>
            <a:off x="4435642" y="1771048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AD57FD7-7225-0B95-CD1C-FB6AD7CDCCD5}"/>
              </a:ext>
            </a:extLst>
          </p:cNvPr>
          <p:cNvSpPr txBox="1"/>
          <p:nvPr/>
        </p:nvSpPr>
        <p:spPr>
          <a:xfrm>
            <a:off x="3922644" y="1829055"/>
            <a:ext cx="49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AE0069-FB92-1D71-3D8A-49235A856010}"/>
              </a:ext>
            </a:extLst>
          </p:cNvPr>
          <p:cNvCxnSpPr>
            <a:cxnSpLocks/>
          </p:cNvCxnSpPr>
          <p:nvPr/>
        </p:nvCxnSpPr>
        <p:spPr>
          <a:xfrm>
            <a:off x="7629625" y="1800180"/>
            <a:ext cx="0" cy="4853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E9729D-A89E-2A48-BC0D-7D133D2C1DA7}"/>
              </a:ext>
            </a:extLst>
          </p:cNvPr>
          <p:cNvSpPr txBox="1"/>
          <p:nvPr/>
        </p:nvSpPr>
        <p:spPr>
          <a:xfrm>
            <a:off x="7629625" y="1821717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47B60C-DB2F-EA11-9E00-69389D7EF3CC}"/>
              </a:ext>
            </a:extLst>
          </p:cNvPr>
          <p:cNvCxnSpPr>
            <a:cxnSpLocks/>
          </p:cNvCxnSpPr>
          <p:nvPr/>
        </p:nvCxnSpPr>
        <p:spPr>
          <a:xfrm>
            <a:off x="6020602" y="1823258"/>
            <a:ext cx="0" cy="48534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4FB9EE-1C2F-CE87-8099-C89B07FDEC15}"/>
              </a:ext>
            </a:extLst>
          </p:cNvPr>
          <p:cNvSpPr txBox="1"/>
          <p:nvPr/>
        </p:nvSpPr>
        <p:spPr>
          <a:xfrm>
            <a:off x="6020602" y="1844795"/>
            <a:ext cx="870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midCol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473DA4-075D-C9B5-56DF-BA560096C786}"/>
              </a:ext>
            </a:extLst>
          </p:cNvPr>
          <p:cNvCxnSpPr/>
          <p:nvPr/>
        </p:nvCxnSpPr>
        <p:spPr>
          <a:xfrm>
            <a:off x="2689083" y="3429000"/>
            <a:ext cx="596766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5EDC195-9EAA-34D0-45AB-837E6AE9D17A}"/>
              </a:ext>
            </a:extLst>
          </p:cNvPr>
          <p:cNvSpPr txBox="1"/>
          <p:nvPr/>
        </p:nvSpPr>
        <p:spPr>
          <a:xfrm>
            <a:off x="2822584" y="3059668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0000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F06EB-0A39-4843-8CCA-2E283BCD9F0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10/17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4D1B-F82C-4D89-986D-2A4B425651C6}"/>
              </a:ext>
            </a:extLst>
          </p:cNvPr>
          <p:cNvSpPr/>
          <p:nvPr/>
        </p:nvSpPr>
        <p:spPr>
          <a:xfrm>
            <a:off x="474421" y="298486"/>
            <a:ext cx="9709107" cy="62404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Matrix_search</a:t>
            </a:r>
            <a:r>
              <a:rPr lang="en-US" dirty="0">
                <a:latin typeface="Consolas" panose="020B0609020204030204" pitchFamily="49" charset="0"/>
              </a:rPr>
              <a:t>(q, top, bottom, left, right):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if top &gt; bottom or left &gt; right: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        return False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midCol</a:t>
            </a:r>
            <a:r>
              <a:rPr lang="en-US" dirty="0">
                <a:latin typeface="Consolas" panose="020B0609020204030204" pitchFamily="49" charset="0"/>
              </a:rPr>
              <a:t> = (left + right) // 2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    # binary search on </a:t>
            </a:r>
            <a:r>
              <a:rPr lang="en-US" dirty="0" err="1">
                <a:latin typeface="Consolas" panose="020B0609020204030204" pitchFamily="49" charset="0"/>
              </a:rPr>
              <a:t>midCol</a:t>
            </a:r>
            <a:endParaRPr lang="en-US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    r = find largest row in range [</a:t>
            </a:r>
            <a:r>
              <a:rPr lang="en-US" dirty="0" err="1">
                <a:latin typeface="Consolas" panose="020B0609020204030204" pitchFamily="49" charset="0"/>
              </a:rPr>
              <a:t>top..bottom</a:t>
            </a:r>
            <a:r>
              <a:rPr lang="en-US" dirty="0">
                <a:latin typeface="Consolas" panose="020B0609020204030204" pitchFamily="49" charset="0"/>
              </a:rPr>
              <a:t>] such that A[r][</a:t>
            </a:r>
            <a:r>
              <a:rPr lang="en-US" dirty="0" err="1">
                <a:latin typeface="Consolas" panose="020B0609020204030204" pitchFamily="49" charset="0"/>
              </a:rPr>
              <a:t>midCol</a:t>
            </a:r>
            <a:r>
              <a:rPr lang="en-US" dirty="0">
                <a:latin typeface="Consolas" panose="020B0609020204030204" pitchFamily="49" charset="0"/>
              </a:rPr>
              <a:t>] &lt;= q    	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	if A[r][</a:t>
            </a:r>
            <a:r>
              <a:rPr lang="en-US" dirty="0" err="1">
                <a:latin typeface="Consolas" panose="020B0609020204030204" pitchFamily="49" charset="0"/>
              </a:rPr>
              <a:t>midCol</a:t>
            </a:r>
            <a:r>
              <a:rPr lang="en-US" dirty="0">
                <a:latin typeface="Consolas" panose="020B0609020204030204" pitchFamily="49" charset="0"/>
              </a:rPr>
              <a:t>] == q:      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		return True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	result1 = </a:t>
            </a:r>
            <a:r>
              <a:rPr lang="en-US" dirty="0" err="1">
                <a:highlight>
                  <a:srgbClr val="FFA6A6"/>
                </a:highlight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Matrix_search</a:t>
            </a:r>
            <a:r>
              <a:rPr lang="en-US" dirty="0">
                <a:highlight>
                  <a:srgbClr val="FFA6A6"/>
                </a:highlight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(q, top, r, midCol+1, right)</a:t>
            </a:r>
            <a:endParaRPr lang="en-US" dirty="0"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result1 = </a:t>
            </a:r>
            <a:r>
              <a:rPr lang="en-US" dirty="0" err="1">
                <a:highlight>
                  <a:srgbClr val="A6E3FA"/>
                </a:highlight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Matrix_search</a:t>
            </a:r>
            <a:r>
              <a:rPr lang="en-US" dirty="0">
                <a:highlight>
                  <a:srgbClr val="A6E3FA"/>
                </a:highlight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(q, r+1, bottom, left, midCol-1)</a:t>
            </a:r>
          </a:p>
          <a:p>
            <a:pPr>
              <a:lnSpc>
                <a:spcPct val="150000"/>
              </a:lnSpc>
            </a:pPr>
            <a:endParaRPr lang="en-US" dirty="0">
              <a:highlight>
                <a:srgbClr val="A6E3FA"/>
              </a:highlight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onsolas" panose="020B0609020204030204" pitchFamily="49" charset="0"/>
              </a:rPr>
              <a:t>    return result1 OR result2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>
              <a:lnSpc>
                <a:spcPct val="150000"/>
              </a:lnSpc>
            </a:pP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E55E5B-7995-33D2-DABC-A2EC40555F34}"/>
              </a:ext>
            </a:extLst>
          </p:cNvPr>
          <p:cNvSpPr/>
          <p:nvPr/>
        </p:nvSpPr>
        <p:spPr>
          <a:xfrm>
            <a:off x="837398" y="2483318"/>
            <a:ext cx="9249878" cy="847023"/>
          </a:xfrm>
          <a:custGeom>
            <a:avLst/>
            <a:gdLst>
              <a:gd name="csX0" fmla="*/ 0 w 9249878"/>
              <a:gd name="csY0" fmla="*/ 0 h 847023"/>
              <a:gd name="csX1" fmla="*/ 763115 w 9249878"/>
              <a:gd name="csY1" fmla="*/ 0 h 847023"/>
              <a:gd name="csX2" fmla="*/ 1341232 w 9249878"/>
              <a:gd name="csY2" fmla="*/ 0 h 847023"/>
              <a:gd name="csX3" fmla="*/ 1826851 w 9249878"/>
              <a:gd name="csY3" fmla="*/ 0 h 847023"/>
              <a:gd name="csX4" fmla="*/ 2219971 w 9249878"/>
              <a:gd name="csY4" fmla="*/ 0 h 847023"/>
              <a:gd name="csX5" fmla="*/ 2705589 w 9249878"/>
              <a:gd name="csY5" fmla="*/ 0 h 847023"/>
              <a:gd name="csX6" fmla="*/ 3006210 w 9249878"/>
              <a:gd name="csY6" fmla="*/ 0 h 847023"/>
              <a:gd name="csX7" fmla="*/ 3491829 w 9249878"/>
              <a:gd name="csY7" fmla="*/ 0 h 847023"/>
              <a:gd name="csX8" fmla="*/ 4254944 w 9249878"/>
              <a:gd name="csY8" fmla="*/ 0 h 847023"/>
              <a:gd name="csX9" fmla="*/ 5018059 w 9249878"/>
              <a:gd name="csY9" fmla="*/ 0 h 847023"/>
              <a:gd name="csX10" fmla="*/ 5781174 w 9249878"/>
              <a:gd name="csY10" fmla="*/ 0 h 847023"/>
              <a:gd name="csX11" fmla="*/ 6174294 w 9249878"/>
              <a:gd name="csY11" fmla="*/ 0 h 847023"/>
              <a:gd name="csX12" fmla="*/ 6752411 w 9249878"/>
              <a:gd name="csY12" fmla="*/ 0 h 847023"/>
              <a:gd name="csX13" fmla="*/ 7053032 w 9249878"/>
              <a:gd name="csY13" fmla="*/ 0 h 847023"/>
              <a:gd name="csX14" fmla="*/ 7353653 w 9249878"/>
              <a:gd name="csY14" fmla="*/ 0 h 847023"/>
              <a:gd name="csX15" fmla="*/ 8116768 w 9249878"/>
              <a:gd name="csY15" fmla="*/ 0 h 847023"/>
              <a:gd name="csX16" fmla="*/ 9249878 w 9249878"/>
              <a:gd name="csY16" fmla="*/ 0 h 847023"/>
              <a:gd name="csX17" fmla="*/ 9249878 w 9249878"/>
              <a:gd name="csY17" fmla="*/ 406571 h 847023"/>
              <a:gd name="csX18" fmla="*/ 9249878 w 9249878"/>
              <a:gd name="csY18" fmla="*/ 847023 h 847023"/>
              <a:gd name="csX19" fmla="*/ 8579262 w 9249878"/>
              <a:gd name="csY19" fmla="*/ 847023 h 847023"/>
              <a:gd name="csX20" fmla="*/ 7908646 w 9249878"/>
              <a:gd name="csY20" fmla="*/ 847023 h 847023"/>
              <a:gd name="csX21" fmla="*/ 7515526 w 9249878"/>
              <a:gd name="csY21" fmla="*/ 847023 h 847023"/>
              <a:gd name="csX22" fmla="*/ 6937409 w 9249878"/>
              <a:gd name="csY22" fmla="*/ 847023 h 847023"/>
              <a:gd name="csX23" fmla="*/ 6266792 w 9249878"/>
              <a:gd name="csY23" fmla="*/ 847023 h 847023"/>
              <a:gd name="csX24" fmla="*/ 5503677 w 9249878"/>
              <a:gd name="csY24" fmla="*/ 847023 h 847023"/>
              <a:gd name="csX25" fmla="*/ 4833061 w 9249878"/>
              <a:gd name="csY25" fmla="*/ 847023 h 847023"/>
              <a:gd name="csX26" fmla="*/ 4532440 w 9249878"/>
              <a:gd name="csY26" fmla="*/ 847023 h 847023"/>
              <a:gd name="csX27" fmla="*/ 3861824 w 9249878"/>
              <a:gd name="csY27" fmla="*/ 847023 h 847023"/>
              <a:gd name="csX28" fmla="*/ 3468704 w 9249878"/>
              <a:gd name="csY28" fmla="*/ 847023 h 847023"/>
              <a:gd name="csX29" fmla="*/ 2890587 w 9249878"/>
              <a:gd name="csY29" fmla="*/ 847023 h 847023"/>
              <a:gd name="csX30" fmla="*/ 2497467 w 9249878"/>
              <a:gd name="csY30" fmla="*/ 847023 h 847023"/>
              <a:gd name="csX31" fmla="*/ 2011848 w 9249878"/>
              <a:gd name="csY31" fmla="*/ 847023 h 847023"/>
              <a:gd name="csX32" fmla="*/ 1248734 w 9249878"/>
              <a:gd name="csY32" fmla="*/ 847023 h 847023"/>
              <a:gd name="csX33" fmla="*/ 948112 w 9249878"/>
              <a:gd name="csY33" fmla="*/ 847023 h 847023"/>
              <a:gd name="csX34" fmla="*/ 0 w 9249878"/>
              <a:gd name="csY34" fmla="*/ 847023 h 847023"/>
              <a:gd name="csX35" fmla="*/ 0 w 9249878"/>
              <a:gd name="csY35" fmla="*/ 406571 h 847023"/>
              <a:gd name="csX36" fmla="*/ 0 w 9249878"/>
              <a:gd name="csY36" fmla="*/ 0 h 8470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9249878" h="847023" extrusionOk="0">
                <a:moveTo>
                  <a:pt x="0" y="0"/>
                </a:moveTo>
                <a:cubicBezTo>
                  <a:pt x="273639" y="-28134"/>
                  <a:pt x="568657" y="9250"/>
                  <a:pt x="763115" y="0"/>
                </a:cubicBezTo>
                <a:cubicBezTo>
                  <a:pt x="957574" y="-9250"/>
                  <a:pt x="1068449" y="53260"/>
                  <a:pt x="1341232" y="0"/>
                </a:cubicBezTo>
                <a:cubicBezTo>
                  <a:pt x="1614015" y="-53260"/>
                  <a:pt x="1667699" y="28956"/>
                  <a:pt x="1826851" y="0"/>
                </a:cubicBezTo>
                <a:cubicBezTo>
                  <a:pt x="1986003" y="-28956"/>
                  <a:pt x="2112469" y="31040"/>
                  <a:pt x="2219971" y="0"/>
                </a:cubicBezTo>
                <a:cubicBezTo>
                  <a:pt x="2327473" y="-31040"/>
                  <a:pt x="2472199" y="12178"/>
                  <a:pt x="2705589" y="0"/>
                </a:cubicBezTo>
                <a:cubicBezTo>
                  <a:pt x="2938979" y="-12178"/>
                  <a:pt x="2864294" y="23248"/>
                  <a:pt x="3006210" y="0"/>
                </a:cubicBezTo>
                <a:cubicBezTo>
                  <a:pt x="3148126" y="-23248"/>
                  <a:pt x="3337786" y="32034"/>
                  <a:pt x="3491829" y="0"/>
                </a:cubicBezTo>
                <a:cubicBezTo>
                  <a:pt x="3645872" y="-32034"/>
                  <a:pt x="3959864" y="34603"/>
                  <a:pt x="4254944" y="0"/>
                </a:cubicBezTo>
                <a:cubicBezTo>
                  <a:pt x="4550024" y="-34603"/>
                  <a:pt x="4676837" y="22155"/>
                  <a:pt x="5018059" y="0"/>
                </a:cubicBezTo>
                <a:cubicBezTo>
                  <a:pt x="5359281" y="-22155"/>
                  <a:pt x="5585138" y="78247"/>
                  <a:pt x="5781174" y="0"/>
                </a:cubicBezTo>
                <a:cubicBezTo>
                  <a:pt x="5977211" y="-78247"/>
                  <a:pt x="6077628" y="4645"/>
                  <a:pt x="6174294" y="0"/>
                </a:cubicBezTo>
                <a:cubicBezTo>
                  <a:pt x="6270960" y="-4645"/>
                  <a:pt x="6535868" y="60145"/>
                  <a:pt x="6752411" y="0"/>
                </a:cubicBezTo>
                <a:cubicBezTo>
                  <a:pt x="6968954" y="-60145"/>
                  <a:pt x="6974235" y="1347"/>
                  <a:pt x="7053032" y="0"/>
                </a:cubicBezTo>
                <a:cubicBezTo>
                  <a:pt x="7131829" y="-1347"/>
                  <a:pt x="7203774" y="12374"/>
                  <a:pt x="7353653" y="0"/>
                </a:cubicBezTo>
                <a:cubicBezTo>
                  <a:pt x="7503532" y="-12374"/>
                  <a:pt x="7780126" y="77995"/>
                  <a:pt x="8116768" y="0"/>
                </a:cubicBezTo>
                <a:cubicBezTo>
                  <a:pt x="8453410" y="-77995"/>
                  <a:pt x="8762701" y="65113"/>
                  <a:pt x="9249878" y="0"/>
                </a:cubicBezTo>
                <a:cubicBezTo>
                  <a:pt x="9275058" y="90231"/>
                  <a:pt x="9237848" y="220744"/>
                  <a:pt x="9249878" y="406571"/>
                </a:cubicBezTo>
                <a:cubicBezTo>
                  <a:pt x="9261908" y="592398"/>
                  <a:pt x="9246875" y="637890"/>
                  <a:pt x="9249878" y="847023"/>
                </a:cubicBezTo>
                <a:cubicBezTo>
                  <a:pt x="9033283" y="923215"/>
                  <a:pt x="8873956" y="803632"/>
                  <a:pt x="8579262" y="847023"/>
                </a:cubicBezTo>
                <a:cubicBezTo>
                  <a:pt x="8284568" y="890414"/>
                  <a:pt x="8118814" y="818035"/>
                  <a:pt x="7908646" y="847023"/>
                </a:cubicBezTo>
                <a:cubicBezTo>
                  <a:pt x="7698478" y="876011"/>
                  <a:pt x="7625357" y="804181"/>
                  <a:pt x="7515526" y="847023"/>
                </a:cubicBezTo>
                <a:cubicBezTo>
                  <a:pt x="7405695" y="889865"/>
                  <a:pt x="7174839" y="843279"/>
                  <a:pt x="6937409" y="847023"/>
                </a:cubicBezTo>
                <a:cubicBezTo>
                  <a:pt x="6699979" y="850767"/>
                  <a:pt x="6489473" y="781277"/>
                  <a:pt x="6266792" y="847023"/>
                </a:cubicBezTo>
                <a:cubicBezTo>
                  <a:pt x="6044111" y="912769"/>
                  <a:pt x="5844333" y="782021"/>
                  <a:pt x="5503677" y="847023"/>
                </a:cubicBezTo>
                <a:cubicBezTo>
                  <a:pt x="5163021" y="912025"/>
                  <a:pt x="5069930" y="830893"/>
                  <a:pt x="4833061" y="847023"/>
                </a:cubicBezTo>
                <a:cubicBezTo>
                  <a:pt x="4596192" y="863153"/>
                  <a:pt x="4609146" y="818678"/>
                  <a:pt x="4532440" y="847023"/>
                </a:cubicBezTo>
                <a:cubicBezTo>
                  <a:pt x="4455734" y="875368"/>
                  <a:pt x="4010715" y="823151"/>
                  <a:pt x="3861824" y="847023"/>
                </a:cubicBezTo>
                <a:cubicBezTo>
                  <a:pt x="3712933" y="870895"/>
                  <a:pt x="3551356" y="808243"/>
                  <a:pt x="3468704" y="847023"/>
                </a:cubicBezTo>
                <a:cubicBezTo>
                  <a:pt x="3386052" y="885803"/>
                  <a:pt x="3133253" y="803786"/>
                  <a:pt x="2890587" y="847023"/>
                </a:cubicBezTo>
                <a:cubicBezTo>
                  <a:pt x="2647921" y="890260"/>
                  <a:pt x="2680637" y="845000"/>
                  <a:pt x="2497467" y="847023"/>
                </a:cubicBezTo>
                <a:cubicBezTo>
                  <a:pt x="2314297" y="849046"/>
                  <a:pt x="2190901" y="814645"/>
                  <a:pt x="2011848" y="847023"/>
                </a:cubicBezTo>
                <a:cubicBezTo>
                  <a:pt x="1832795" y="879401"/>
                  <a:pt x="1507557" y="794499"/>
                  <a:pt x="1248734" y="847023"/>
                </a:cubicBezTo>
                <a:cubicBezTo>
                  <a:pt x="989911" y="899547"/>
                  <a:pt x="1095803" y="824537"/>
                  <a:pt x="948112" y="847023"/>
                </a:cubicBezTo>
                <a:cubicBezTo>
                  <a:pt x="800421" y="869509"/>
                  <a:pt x="255626" y="751005"/>
                  <a:pt x="0" y="847023"/>
                </a:cubicBezTo>
                <a:cubicBezTo>
                  <a:pt x="-8591" y="654030"/>
                  <a:pt x="28861" y="620408"/>
                  <a:pt x="0" y="406571"/>
                </a:cubicBezTo>
                <a:cubicBezTo>
                  <a:pt x="-28861" y="192734"/>
                  <a:pt x="35833" y="121706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52882809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F0D571-689D-58EE-B483-E6207D50E1DB}"/>
              </a:ext>
            </a:extLst>
          </p:cNvPr>
          <p:cNvSpPr txBox="1"/>
          <p:nvPr/>
        </p:nvSpPr>
        <p:spPr>
          <a:xfrm>
            <a:off x="6352122" y="1494919"/>
            <a:ext cx="5376793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find_largest_row</a:t>
            </a:r>
            <a:r>
              <a:rPr lang="en-US" dirty="0">
                <a:latin typeface="Consolas" panose="020B0609020204030204" pitchFamily="49" charset="0"/>
              </a:rPr>
              <a:t>(top, bottom, </a:t>
            </a:r>
            <a:r>
              <a:rPr lang="en-US" dirty="0" err="1">
                <a:latin typeface="Consolas" panose="020B0609020204030204" pitchFamily="49" charset="0"/>
              </a:rPr>
              <a:t>midCol</a:t>
            </a:r>
            <a:r>
              <a:rPr lang="en-US" dirty="0">
                <a:latin typeface="Consolas" panose="020B0609020204030204" pitchFamily="49" charset="0"/>
              </a:rPr>
              <a:t>, q):</a:t>
            </a:r>
          </a:p>
          <a:p>
            <a:r>
              <a:rPr lang="en-US" dirty="0">
                <a:latin typeface="Consolas" panose="020B0609020204030204" pitchFamily="49" charset="0"/>
              </a:rPr>
              <a:t>    low = top</a:t>
            </a:r>
          </a:p>
          <a:p>
            <a:r>
              <a:rPr lang="en-US" dirty="0">
                <a:latin typeface="Consolas" panose="020B0609020204030204" pitchFamily="49" charset="0"/>
              </a:rPr>
              <a:t>    high = bottom</a:t>
            </a:r>
          </a:p>
          <a:p>
            <a:r>
              <a:rPr lang="en-US" dirty="0">
                <a:latin typeface="Consolas" panose="020B0609020204030204" pitchFamily="49" charset="0"/>
              </a:rPr>
              <a:t>    r = top - 1   #no valid row found</a:t>
            </a:r>
          </a:p>
          <a:p>
            <a:r>
              <a:rPr lang="en-US" dirty="0">
                <a:latin typeface="Consolas" panose="020B0609020204030204" pitchFamily="49" charset="0"/>
              </a:rPr>
              <a:t>    while low &lt;= high:</a:t>
            </a:r>
          </a:p>
          <a:p>
            <a:r>
              <a:rPr lang="en-US" dirty="0">
                <a:latin typeface="Consolas" panose="020B0609020204030204" pitchFamily="49" charset="0"/>
              </a:rPr>
              <a:t>        mid = (low + high) // 2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A[mid][</a:t>
            </a:r>
            <a:r>
              <a:rPr lang="en-US" dirty="0" err="1">
                <a:latin typeface="Consolas" panose="020B0609020204030204" pitchFamily="49" charset="0"/>
              </a:rPr>
              <a:t>midCol</a:t>
            </a:r>
            <a:r>
              <a:rPr lang="en-US" dirty="0">
                <a:latin typeface="Consolas" panose="020B0609020204030204" pitchFamily="49" charset="0"/>
              </a:rPr>
              <a:t>] &lt;= q: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 = mid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low = mid + 1 else: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high = mid - 1 return 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372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7D868-6B5A-42D2-BABF-53AD8E680A8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2381D-0525-40F5-9F0A-F46DC59D17EF}"/>
              </a:ext>
            </a:extLst>
          </p:cNvPr>
          <p:cNvSpPr/>
          <p:nvPr/>
        </p:nvSpPr>
        <p:spPr>
          <a:xfrm>
            <a:off x="312963" y="289449"/>
            <a:ext cx="11598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3. Given a sorted integer array and an integer q, write pseudocode to find the first (and last) occurrence of q in the array. Use only the Divide and Conquer approach.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E60292-D461-4C2C-AC36-07A0F3486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520697"/>
              </p:ext>
            </p:extLst>
          </p:nvPr>
        </p:nvGraphicFramePr>
        <p:xfrm>
          <a:off x="3198797" y="1812943"/>
          <a:ext cx="5352750" cy="7082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275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2521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12F5391-2763-42CF-A731-5BD341BD8F2C}"/>
              </a:ext>
            </a:extLst>
          </p:cNvPr>
          <p:cNvSpPr txBox="1"/>
          <p:nvPr/>
        </p:nvSpPr>
        <p:spPr>
          <a:xfrm>
            <a:off x="2929290" y="350732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q=10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1C546-F3E1-4827-8D77-C1EF0AC045EA}"/>
              </a:ext>
            </a:extLst>
          </p:cNvPr>
          <p:cNvSpPr txBox="1"/>
          <p:nvPr/>
        </p:nvSpPr>
        <p:spPr>
          <a:xfrm>
            <a:off x="2929290" y="531161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q=11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0A4B4C-9396-437F-8F53-963CDAA05593}"/>
              </a:ext>
            </a:extLst>
          </p:cNvPr>
          <p:cNvSpPr txBox="1"/>
          <p:nvPr/>
        </p:nvSpPr>
        <p:spPr>
          <a:xfrm>
            <a:off x="2929290" y="4346425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q=7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BA566-485C-F2F0-BA7C-E82088B12237}"/>
              </a:ext>
            </a:extLst>
          </p:cNvPr>
          <p:cNvSpPr txBox="1"/>
          <p:nvPr/>
        </p:nvSpPr>
        <p:spPr>
          <a:xfrm>
            <a:off x="6594911" y="3501942"/>
            <a:ext cx="2238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Output: first=4, last=7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BA5E3-C930-E4FE-A566-58C27E582AE8}"/>
              </a:ext>
            </a:extLst>
          </p:cNvPr>
          <p:cNvSpPr txBox="1"/>
          <p:nvPr/>
        </p:nvSpPr>
        <p:spPr>
          <a:xfrm>
            <a:off x="6594911" y="5311616"/>
            <a:ext cx="2238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Output: first=8, last=8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766F34-9E11-1718-1F27-7CD0D478E966}"/>
              </a:ext>
            </a:extLst>
          </p:cNvPr>
          <p:cNvSpPr txBox="1"/>
          <p:nvPr/>
        </p:nvSpPr>
        <p:spPr>
          <a:xfrm>
            <a:off x="6536402" y="4457762"/>
            <a:ext cx="2238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Output: first=0, last=1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215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4" grpId="0"/>
      <p:bldP spid="12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96E33-1735-083B-D4BD-9D33A51F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05A174E-1F8E-34F4-65FC-B9C4FA293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793381"/>
              </p:ext>
            </p:extLst>
          </p:nvPr>
        </p:nvGraphicFramePr>
        <p:xfrm>
          <a:off x="5584455" y="1503347"/>
          <a:ext cx="5352750" cy="7082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275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2521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8F049-41F4-07E7-F1AA-A3480F19F22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11/17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A91DFB-88A5-4360-C2FC-6B7B78198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109381"/>
              </p:ext>
            </p:extLst>
          </p:nvPr>
        </p:nvGraphicFramePr>
        <p:xfrm>
          <a:off x="5633436" y="1503347"/>
          <a:ext cx="5352750" cy="7082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275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2521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34B3483-1334-A47C-6305-49ED7B4DCE9E}"/>
              </a:ext>
            </a:extLst>
          </p:cNvPr>
          <p:cNvSpPr txBox="1"/>
          <p:nvPr/>
        </p:nvSpPr>
        <p:spPr>
          <a:xfrm>
            <a:off x="5617109" y="106950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q=10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DC3511B-C540-AD38-6F89-1032CF7B2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897" y="617974"/>
            <a:ext cx="4562375" cy="28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middle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→ go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left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Otherwise: 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go left if too big 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go right if too small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 earliest index found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06888A-5B03-B28E-480A-C6AB3BDA51C5}"/>
              </a:ext>
            </a:extLst>
          </p:cNvPr>
          <p:cNvSpPr/>
          <p:nvPr/>
        </p:nvSpPr>
        <p:spPr>
          <a:xfrm>
            <a:off x="4730818" y="635314"/>
            <a:ext cx="6959066" cy="2616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A912FE1-74B5-DA47-B1E0-0B7BD6787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727139"/>
              </p:ext>
            </p:extLst>
          </p:nvPr>
        </p:nvGraphicFramePr>
        <p:xfrm>
          <a:off x="5617109" y="1503347"/>
          <a:ext cx="5352750" cy="7082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275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2521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B831962-1B8F-2D30-5A6B-4997FA51B016}"/>
              </a:ext>
            </a:extLst>
          </p:cNvPr>
          <p:cNvSpPr txBox="1"/>
          <p:nvPr/>
        </p:nvSpPr>
        <p:spPr>
          <a:xfrm>
            <a:off x="5600782" y="1069506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q=7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3437C2-7E02-C707-6423-4413E15E51CA}"/>
              </a:ext>
            </a:extLst>
          </p:cNvPr>
          <p:cNvSpPr/>
          <p:nvPr/>
        </p:nvSpPr>
        <p:spPr>
          <a:xfrm>
            <a:off x="4730818" y="724100"/>
            <a:ext cx="6959066" cy="2616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C63F910-5420-63B6-A696-5424374CD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247917"/>
              </p:ext>
            </p:extLst>
          </p:nvPr>
        </p:nvGraphicFramePr>
        <p:xfrm>
          <a:off x="5600782" y="1503347"/>
          <a:ext cx="5352750" cy="7082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275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535275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2521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37297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5179F8A-3394-9EC7-F172-08486F26D9D4}"/>
              </a:ext>
            </a:extLst>
          </p:cNvPr>
          <p:cNvSpPr txBox="1"/>
          <p:nvPr/>
        </p:nvSpPr>
        <p:spPr>
          <a:xfrm>
            <a:off x="5584455" y="106950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q=11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081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animBg="1"/>
      <p:bldP spid="15" grpId="0"/>
      <p:bldP spid="16" grpId="0" animBg="1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D55BB-B873-F4BA-1850-C75CC378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1D8EB-A8C6-C159-0684-5F993C3F098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75F5FA-01D6-3FBB-DDA8-68DBE2FAD666}"/>
              </a:ext>
            </a:extLst>
          </p:cNvPr>
          <p:cNvSpPr txBox="1"/>
          <p:nvPr/>
        </p:nvSpPr>
        <p:spPr>
          <a:xfrm>
            <a:off x="269757" y="317690"/>
            <a:ext cx="10390137" cy="6141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Consolas" panose="020B0609020204030204" pitchFamily="49" charset="0"/>
              </a:rPr>
              <a:t>FirstOccurrence</a:t>
            </a:r>
            <a:r>
              <a:rPr lang="en-US" dirty="0">
                <a:latin typeface="Consolas" panose="020B0609020204030204" pitchFamily="49" charset="0"/>
              </a:rPr>
              <a:t>(A, low, high, q):</a:t>
            </a:r>
          </a:p>
          <a:p>
            <a:r>
              <a:rPr lang="en-US" dirty="0">
                <a:latin typeface="Consolas" panose="020B0609020204030204" pitchFamily="49" charset="0"/>
              </a:rPr>
              <a:t>    if low &gt; high: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-1</a:t>
            </a:r>
          </a:p>
          <a:p>
            <a:r>
              <a:rPr lang="en-US" dirty="0">
                <a:latin typeface="Consolas" panose="020B0609020204030204" pitchFamily="49" charset="0"/>
              </a:rPr>
              <a:t>    mid = (low + high) // 2</a:t>
            </a:r>
          </a:p>
          <a:p>
            <a:pPr>
              <a:lnSpc>
                <a:spcPct val="150000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   if A[mid] == q:</a:t>
            </a:r>
          </a:p>
          <a:p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       # continue searching left to find earlier occurrence</a:t>
            </a:r>
          </a:p>
          <a:p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</a:rPr>
              <a:t>leftResult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</a:rPr>
              <a:t>FirstOccurrence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(A, low, mid - 1, q)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if 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</a:rPr>
              <a:t>leftResult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!= -1:</a:t>
            </a:r>
          </a:p>
          <a:p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           return </a:t>
            </a:r>
            <a:r>
              <a:rPr lang="en-US" dirty="0" err="1">
                <a:solidFill>
                  <a:srgbClr val="00B0F0"/>
                </a:solidFill>
                <a:latin typeface="Consolas" panose="020B0609020204030204" pitchFamily="49" charset="0"/>
              </a:rPr>
              <a:t>leftResult</a:t>
            </a:r>
            <a:endParaRPr lang="en-US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       else:</a:t>
            </a:r>
          </a:p>
          <a:p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           return mid</a:t>
            </a:r>
          </a:p>
          <a:p>
            <a:pPr>
              <a:lnSpc>
                <a:spcPct val="150000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A[mid] &gt; q: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    return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FirstOccurrence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(A, low, mid - 1, q)</a:t>
            </a:r>
          </a:p>
          <a:p>
            <a:pPr>
              <a:lnSpc>
                <a:spcPct val="150000"/>
              </a:lnSpc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   else: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return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FirstOccurrence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(A, mid + 1, high, q)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0829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7D868-6B5A-42D2-BABF-53AD8E680A8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12/17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D541BB-281F-455D-A6C0-700777B2407D}"/>
              </a:ext>
            </a:extLst>
          </p:cNvPr>
          <p:cNvSpPr txBox="1"/>
          <p:nvPr/>
        </p:nvSpPr>
        <p:spPr>
          <a:xfrm>
            <a:off x="336885" y="170041"/>
            <a:ext cx="11088302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LastOccurrence</a:t>
            </a:r>
            <a:r>
              <a:rPr lang="en-US" dirty="0">
                <a:latin typeface="Consolas" panose="020B0609020204030204" pitchFamily="49" charset="0"/>
              </a:rPr>
              <a:t>(A, low, high, q):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if low &gt; high: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-1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mid = (low + high) // 2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if A[mid] == q:</a:t>
            </a:r>
          </a:p>
          <a:p>
            <a:r>
              <a:rPr lang="en-US" dirty="0">
                <a:latin typeface="Consolas" panose="020B0609020204030204" pitchFamily="49" charset="0"/>
              </a:rPr>
              <a:t>        # continue searching right to find later occurrence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rightResult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LastOccurrence</a:t>
            </a:r>
            <a:r>
              <a:rPr lang="en-US" dirty="0">
                <a:latin typeface="Consolas" panose="020B0609020204030204" pitchFamily="49" charset="0"/>
              </a:rPr>
              <a:t>(A, mid + 1, high, q)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latin typeface="Consolas" panose="020B0609020204030204" pitchFamily="49" charset="0"/>
              </a:rPr>
              <a:t>rightResult</a:t>
            </a:r>
            <a:r>
              <a:rPr lang="en-US" dirty="0">
                <a:latin typeface="Consolas" panose="020B0609020204030204" pitchFamily="49" charset="0"/>
              </a:rPr>
              <a:t> != -1: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</a:t>
            </a:r>
            <a:r>
              <a:rPr lang="en-US" dirty="0" err="1">
                <a:latin typeface="Consolas" panose="020B0609020204030204" pitchFamily="49" charset="0"/>
              </a:rPr>
              <a:t>rightResult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    else: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mid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elif</a:t>
            </a:r>
            <a:r>
              <a:rPr lang="en-US" dirty="0">
                <a:latin typeface="Consolas" panose="020B0609020204030204" pitchFamily="49" charset="0"/>
              </a:rPr>
              <a:t> A[mid] &gt; q: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</a:t>
            </a:r>
            <a:r>
              <a:rPr lang="en-US" dirty="0" err="1">
                <a:latin typeface="Consolas" panose="020B0609020204030204" pitchFamily="49" charset="0"/>
              </a:rPr>
              <a:t>LastOccurrence</a:t>
            </a:r>
            <a:r>
              <a:rPr lang="en-US" dirty="0">
                <a:latin typeface="Consolas" panose="020B0609020204030204" pitchFamily="49" charset="0"/>
              </a:rPr>
              <a:t>(A, low, mid - 1, q)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else: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</a:t>
            </a:r>
            <a:r>
              <a:rPr lang="en-US" dirty="0" err="1">
                <a:latin typeface="Consolas" panose="020B0609020204030204" pitchFamily="49" charset="0"/>
              </a:rPr>
              <a:t>LastOccurrence</a:t>
            </a:r>
            <a:r>
              <a:rPr lang="en-US" dirty="0">
                <a:latin typeface="Consolas" panose="020B0609020204030204" pitchFamily="49" charset="0"/>
              </a:rPr>
              <a:t>(A, mid + 1, high, q)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3863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7D868-6B5A-42D2-BABF-53AD8E680A8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2381D-0525-40F5-9F0A-F46DC59D17EF}"/>
              </a:ext>
            </a:extLst>
          </p:cNvPr>
          <p:cNvSpPr/>
          <p:nvPr/>
        </p:nvSpPr>
        <p:spPr>
          <a:xfrm>
            <a:off x="312963" y="289449"/>
            <a:ext cx="11598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4. Given a sorted array of distinct non-negative integers, find the smallest integer that does not appear in this array.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B04C5E-E281-488E-B719-DBEB19FDC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370669"/>
              </p:ext>
            </p:extLst>
          </p:nvPr>
        </p:nvGraphicFramePr>
        <p:xfrm>
          <a:off x="4767039" y="1420585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80850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BD04-6D94-9D17-3A3F-03B66642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05C9B-B4CB-7A36-DA20-1D88658793C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17B1D3-495C-D0FC-1A18-FDD6553C6367}"/>
              </a:ext>
            </a:extLst>
          </p:cNvPr>
          <p:cNvSpPr/>
          <p:nvPr/>
        </p:nvSpPr>
        <p:spPr>
          <a:xfrm>
            <a:off x="312963" y="289449"/>
            <a:ext cx="11598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4. Given a sorted array of distinct non-negative integers, find the smallest integer that does not appear in this array.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82EC6E-1A45-6509-A4BC-0DB5862AF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576902"/>
              </p:ext>
            </p:extLst>
          </p:nvPr>
        </p:nvGraphicFramePr>
        <p:xfrm>
          <a:off x="4767039" y="1420585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C3CB212-12E7-16DF-24A3-7FBD7A645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206966"/>
              </p:ext>
            </p:extLst>
          </p:nvPr>
        </p:nvGraphicFramePr>
        <p:xfrm>
          <a:off x="4767039" y="2707820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F96FC5D-A29E-9361-7851-D6A96CCD3584}"/>
              </a:ext>
            </a:extLst>
          </p:cNvPr>
          <p:cNvSpPr/>
          <p:nvPr/>
        </p:nvSpPr>
        <p:spPr>
          <a:xfrm>
            <a:off x="312963" y="1374312"/>
            <a:ext cx="6096000" cy="23760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Check middle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endParaRPr lang="en-US" sz="1050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  If greater than its index: go left,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        Otherwise, go right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3930D2-9165-9D57-DF0C-773DB29A0C1C}"/>
              </a:ext>
            </a:extLst>
          </p:cNvPr>
          <p:cNvSpPr/>
          <p:nvPr/>
        </p:nvSpPr>
        <p:spPr>
          <a:xfrm>
            <a:off x="4562375" y="2722800"/>
            <a:ext cx="3012707" cy="1176005"/>
          </a:xfrm>
          <a:custGeom>
            <a:avLst/>
            <a:gdLst>
              <a:gd name="csX0" fmla="*/ 0 w 3012707"/>
              <a:gd name="csY0" fmla="*/ 0 h 1176005"/>
              <a:gd name="csX1" fmla="*/ 502118 w 3012707"/>
              <a:gd name="csY1" fmla="*/ 0 h 1176005"/>
              <a:gd name="csX2" fmla="*/ 1064490 w 3012707"/>
              <a:gd name="csY2" fmla="*/ 0 h 1176005"/>
              <a:gd name="csX3" fmla="*/ 1536481 w 3012707"/>
              <a:gd name="csY3" fmla="*/ 0 h 1176005"/>
              <a:gd name="csX4" fmla="*/ 2008471 w 3012707"/>
              <a:gd name="csY4" fmla="*/ 0 h 1176005"/>
              <a:gd name="csX5" fmla="*/ 2510589 w 3012707"/>
              <a:gd name="csY5" fmla="*/ 0 h 1176005"/>
              <a:gd name="csX6" fmla="*/ 3012707 w 3012707"/>
              <a:gd name="csY6" fmla="*/ 0 h 1176005"/>
              <a:gd name="csX7" fmla="*/ 3012707 w 3012707"/>
              <a:gd name="csY7" fmla="*/ 611523 h 1176005"/>
              <a:gd name="csX8" fmla="*/ 3012707 w 3012707"/>
              <a:gd name="csY8" fmla="*/ 1176005 h 1176005"/>
              <a:gd name="csX9" fmla="*/ 2450335 w 3012707"/>
              <a:gd name="csY9" fmla="*/ 1176005 h 1176005"/>
              <a:gd name="csX10" fmla="*/ 2038598 w 3012707"/>
              <a:gd name="csY10" fmla="*/ 1176005 h 1176005"/>
              <a:gd name="csX11" fmla="*/ 1566608 w 3012707"/>
              <a:gd name="csY11" fmla="*/ 1176005 h 1176005"/>
              <a:gd name="csX12" fmla="*/ 1094617 w 3012707"/>
              <a:gd name="csY12" fmla="*/ 1176005 h 1176005"/>
              <a:gd name="csX13" fmla="*/ 652753 w 3012707"/>
              <a:gd name="csY13" fmla="*/ 1176005 h 1176005"/>
              <a:gd name="csX14" fmla="*/ 0 w 3012707"/>
              <a:gd name="csY14" fmla="*/ 1176005 h 1176005"/>
              <a:gd name="csX15" fmla="*/ 0 w 3012707"/>
              <a:gd name="csY15" fmla="*/ 623283 h 1176005"/>
              <a:gd name="csX16" fmla="*/ 0 w 3012707"/>
              <a:gd name="csY16" fmla="*/ 0 h 11760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12707" h="1176005" extrusionOk="0">
                <a:moveTo>
                  <a:pt x="0" y="0"/>
                </a:moveTo>
                <a:cubicBezTo>
                  <a:pt x="186634" y="-9835"/>
                  <a:pt x="325754" y="31931"/>
                  <a:pt x="502118" y="0"/>
                </a:cubicBezTo>
                <a:cubicBezTo>
                  <a:pt x="678482" y="-31931"/>
                  <a:pt x="891540" y="42407"/>
                  <a:pt x="1064490" y="0"/>
                </a:cubicBezTo>
                <a:cubicBezTo>
                  <a:pt x="1237440" y="-42407"/>
                  <a:pt x="1319976" y="25134"/>
                  <a:pt x="1536481" y="0"/>
                </a:cubicBezTo>
                <a:cubicBezTo>
                  <a:pt x="1752986" y="-25134"/>
                  <a:pt x="1827625" y="11046"/>
                  <a:pt x="2008471" y="0"/>
                </a:cubicBezTo>
                <a:cubicBezTo>
                  <a:pt x="2189317" y="-11046"/>
                  <a:pt x="2320789" y="44100"/>
                  <a:pt x="2510589" y="0"/>
                </a:cubicBezTo>
                <a:cubicBezTo>
                  <a:pt x="2700389" y="-44100"/>
                  <a:pt x="2872835" y="21506"/>
                  <a:pt x="3012707" y="0"/>
                </a:cubicBezTo>
                <a:cubicBezTo>
                  <a:pt x="3026636" y="279236"/>
                  <a:pt x="2956800" y="307910"/>
                  <a:pt x="3012707" y="611523"/>
                </a:cubicBezTo>
                <a:cubicBezTo>
                  <a:pt x="3068614" y="915136"/>
                  <a:pt x="3008469" y="947165"/>
                  <a:pt x="3012707" y="1176005"/>
                </a:cubicBezTo>
                <a:cubicBezTo>
                  <a:pt x="2734291" y="1226525"/>
                  <a:pt x="2648410" y="1131063"/>
                  <a:pt x="2450335" y="1176005"/>
                </a:cubicBezTo>
                <a:cubicBezTo>
                  <a:pt x="2252260" y="1220947"/>
                  <a:pt x="2231431" y="1173624"/>
                  <a:pt x="2038598" y="1176005"/>
                </a:cubicBezTo>
                <a:cubicBezTo>
                  <a:pt x="1845765" y="1178386"/>
                  <a:pt x="1758258" y="1174942"/>
                  <a:pt x="1566608" y="1176005"/>
                </a:cubicBezTo>
                <a:cubicBezTo>
                  <a:pt x="1374958" y="1177068"/>
                  <a:pt x="1318949" y="1167341"/>
                  <a:pt x="1094617" y="1176005"/>
                </a:cubicBezTo>
                <a:cubicBezTo>
                  <a:pt x="870285" y="1184669"/>
                  <a:pt x="815305" y="1147252"/>
                  <a:pt x="652753" y="1176005"/>
                </a:cubicBezTo>
                <a:cubicBezTo>
                  <a:pt x="490201" y="1204758"/>
                  <a:pt x="146755" y="1101118"/>
                  <a:pt x="0" y="1176005"/>
                </a:cubicBezTo>
                <a:cubicBezTo>
                  <a:pt x="-9227" y="1008405"/>
                  <a:pt x="40494" y="776214"/>
                  <a:pt x="0" y="623283"/>
                </a:cubicBezTo>
                <a:cubicBezTo>
                  <a:pt x="-40494" y="470352"/>
                  <a:pt x="3607" y="284931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43FF"/>
            </a:solidFill>
            <a:extLst>
              <a:ext uri="{C807C97D-BFC1-408E-A445-0C87EB9F89A2}">
                <ask:lineSketchStyleProps xmlns:ask="http://schemas.microsoft.com/office/drawing/2018/sketchyshapes" sd="423876361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088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A19EE-A315-5839-A1FD-D61AE64E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5552C-E79D-4053-34CD-E78F7942063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11765C-467C-B565-ED05-3FDFBF2A8160}"/>
              </a:ext>
            </a:extLst>
          </p:cNvPr>
          <p:cNvSpPr/>
          <p:nvPr/>
        </p:nvSpPr>
        <p:spPr>
          <a:xfrm>
            <a:off x="312963" y="289449"/>
            <a:ext cx="11598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4. Given a sorted array of distinct non-negative integers, find the smallest integer that does not appear in this array.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D9FAE6-8A9D-5515-EF97-5C3945267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353725"/>
              </p:ext>
            </p:extLst>
          </p:nvPr>
        </p:nvGraphicFramePr>
        <p:xfrm>
          <a:off x="4767039" y="1420585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6E47322-2572-CD14-B5DB-DCAF723CB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681146"/>
              </p:ext>
            </p:extLst>
          </p:nvPr>
        </p:nvGraphicFramePr>
        <p:xfrm>
          <a:off x="4767039" y="2707820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00B9C23-C218-6FA1-CC56-CFE2CEB08D9C}"/>
              </a:ext>
            </a:extLst>
          </p:cNvPr>
          <p:cNvSpPr/>
          <p:nvPr/>
        </p:nvSpPr>
        <p:spPr>
          <a:xfrm>
            <a:off x="312963" y="1374312"/>
            <a:ext cx="6096000" cy="23760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Check middle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endParaRPr lang="en-US" sz="1050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  If greater than its index: go left,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        Otherwise, go right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8184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4DE2F-A335-F3E4-238B-456FE661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FCC83-67E2-DBD4-B69B-5DF2B6DCF49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D24CCE-1802-77FB-3281-BBB4E7AD6D3F}"/>
              </a:ext>
            </a:extLst>
          </p:cNvPr>
          <p:cNvSpPr/>
          <p:nvPr/>
        </p:nvSpPr>
        <p:spPr>
          <a:xfrm>
            <a:off x="312963" y="289449"/>
            <a:ext cx="11598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4. Given a sorted array of distinct non-negative integers, find the smallest integer that does not appear in this array.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65ECD3-5B41-5C4E-FB46-7D478B832715}"/>
              </a:ext>
            </a:extLst>
          </p:cNvPr>
          <p:cNvGraphicFramePr>
            <a:graphicFrameLocks noGrp="1"/>
          </p:cNvGraphicFramePr>
          <p:nvPr/>
        </p:nvGraphicFramePr>
        <p:xfrm>
          <a:off x="4767039" y="1420585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F3948F4-67D3-7ED6-7527-A43606BFD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006783"/>
              </p:ext>
            </p:extLst>
          </p:nvPr>
        </p:nvGraphicFramePr>
        <p:xfrm>
          <a:off x="4767039" y="2707820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D1D5D0E-B49E-CC57-618F-336315E84E28}"/>
              </a:ext>
            </a:extLst>
          </p:cNvPr>
          <p:cNvSpPr/>
          <p:nvPr/>
        </p:nvSpPr>
        <p:spPr>
          <a:xfrm>
            <a:off x="312963" y="1374312"/>
            <a:ext cx="6096000" cy="23760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Check middle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endParaRPr lang="en-US" sz="1050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  If greater than its index: go left,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        Otherwise, go left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EDE5E-4A0B-19EA-6270-20C2D61F5861}"/>
              </a:ext>
            </a:extLst>
          </p:cNvPr>
          <p:cNvSpPr/>
          <p:nvPr/>
        </p:nvSpPr>
        <p:spPr>
          <a:xfrm>
            <a:off x="6096000" y="2722800"/>
            <a:ext cx="1479082" cy="1176005"/>
          </a:xfrm>
          <a:custGeom>
            <a:avLst/>
            <a:gdLst>
              <a:gd name="csX0" fmla="*/ 0 w 1479082"/>
              <a:gd name="csY0" fmla="*/ 0 h 1176005"/>
              <a:gd name="csX1" fmla="*/ 493027 w 1479082"/>
              <a:gd name="csY1" fmla="*/ 0 h 1176005"/>
              <a:gd name="csX2" fmla="*/ 1015636 w 1479082"/>
              <a:gd name="csY2" fmla="*/ 0 h 1176005"/>
              <a:gd name="csX3" fmla="*/ 1479082 w 1479082"/>
              <a:gd name="csY3" fmla="*/ 0 h 1176005"/>
              <a:gd name="csX4" fmla="*/ 1479082 w 1479082"/>
              <a:gd name="csY4" fmla="*/ 576242 h 1176005"/>
              <a:gd name="csX5" fmla="*/ 1479082 w 1479082"/>
              <a:gd name="csY5" fmla="*/ 1176005 h 1176005"/>
              <a:gd name="csX6" fmla="*/ 956473 w 1479082"/>
              <a:gd name="csY6" fmla="*/ 1176005 h 1176005"/>
              <a:gd name="csX7" fmla="*/ 493027 w 1479082"/>
              <a:gd name="csY7" fmla="*/ 1176005 h 1176005"/>
              <a:gd name="csX8" fmla="*/ 0 w 1479082"/>
              <a:gd name="csY8" fmla="*/ 1176005 h 1176005"/>
              <a:gd name="csX9" fmla="*/ 0 w 1479082"/>
              <a:gd name="csY9" fmla="*/ 599763 h 1176005"/>
              <a:gd name="csX10" fmla="*/ 0 w 1479082"/>
              <a:gd name="csY10" fmla="*/ 0 h 11760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79082" h="1176005" extrusionOk="0">
                <a:moveTo>
                  <a:pt x="0" y="0"/>
                </a:moveTo>
                <a:cubicBezTo>
                  <a:pt x="193677" y="-965"/>
                  <a:pt x="319110" y="54193"/>
                  <a:pt x="493027" y="0"/>
                </a:cubicBezTo>
                <a:cubicBezTo>
                  <a:pt x="666944" y="-54193"/>
                  <a:pt x="879379" y="3614"/>
                  <a:pt x="1015636" y="0"/>
                </a:cubicBezTo>
                <a:cubicBezTo>
                  <a:pt x="1151893" y="-3614"/>
                  <a:pt x="1287224" y="31371"/>
                  <a:pt x="1479082" y="0"/>
                </a:cubicBezTo>
                <a:cubicBezTo>
                  <a:pt x="1545419" y="138691"/>
                  <a:pt x="1448673" y="414775"/>
                  <a:pt x="1479082" y="576242"/>
                </a:cubicBezTo>
                <a:cubicBezTo>
                  <a:pt x="1509491" y="737709"/>
                  <a:pt x="1432944" y="905622"/>
                  <a:pt x="1479082" y="1176005"/>
                </a:cubicBezTo>
                <a:cubicBezTo>
                  <a:pt x="1243594" y="1227796"/>
                  <a:pt x="1068836" y="1119582"/>
                  <a:pt x="956473" y="1176005"/>
                </a:cubicBezTo>
                <a:cubicBezTo>
                  <a:pt x="844110" y="1232428"/>
                  <a:pt x="680270" y="1127596"/>
                  <a:pt x="493027" y="1176005"/>
                </a:cubicBezTo>
                <a:cubicBezTo>
                  <a:pt x="305784" y="1224414"/>
                  <a:pt x="203294" y="1173739"/>
                  <a:pt x="0" y="1176005"/>
                </a:cubicBezTo>
                <a:cubicBezTo>
                  <a:pt x="-44515" y="977838"/>
                  <a:pt x="5269" y="794308"/>
                  <a:pt x="0" y="599763"/>
                </a:cubicBezTo>
                <a:cubicBezTo>
                  <a:pt x="-5269" y="405218"/>
                  <a:pt x="56277" y="174914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43FF"/>
            </a:solidFill>
            <a:extLst>
              <a:ext uri="{C807C97D-BFC1-408E-A445-0C87EB9F89A2}">
                <ask:lineSketchStyleProps xmlns:ask="http://schemas.microsoft.com/office/drawing/2018/sketchyshapes" sd="423876361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6591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34F9-2A2C-37CB-CD02-0C476E98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50A75-BC29-FA25-70AB-9B47AB0A0FC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42E076-E5AA-7D8F-76EE-CAA6C29C9D53}"/>
              </a:ext>
            </a:extLst>
          </p:cNvPr>
          <p:cNvSpPr/>
          <p:nvPr/>
        </p:nvSpPr>
        <p:spPr>
          <a:xfrm>
            <a:off x="312963" y="289449"/>
            <a:ext cx="11598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4. Given a sorted array of distinct non-negative integers, find the smallest integer that does not appear in this array.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B4DD39-58A2-7595-CC3D-F1D31B9CA0E0}"/>
              </a:ext>
            </a:extLst>
          </p:cNvPr>
          <p:cNvGraphicFramePr>
            <a:graphicFrameLocks noGrp="1"/>
          </p:cNvGraphicFramePr>
          <p:nvPr/>
        </p:nvGraphicFramePr>
        <p:xfrm>
          <a:off x="4767039" y="1420585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5C938D9-03C0-0EF4-665B-01FB85716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975976"/>
              </p:ext>
            </p:extLst>
          </p:nvPr>
        </p:nvGraphicFramePr>
        <p:xfrm>
          <a:off x="4767039" y="2707820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2878126-821B-DC10-DF6F-C36DBE51A527}"/>
              </a:ext>
            </a:extLst>
          </p:cNvPr>
          <p:cNvSpPr/>
          <p:nvPr/>
        </p:nvSpPr>
        <p:spPr>
          <a:xfrm>
            <a:off x="312963" y="1374312"/>
            <a:ext cx="6096000" cy="23760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Check middle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endParaRPr lang="en-US" sz="1050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  If greater than its index: go right,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        Otherwise, go right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0361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1E1B-7484-724C-00C8-89DE7927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3B6AC-A886-E682-FDF4-109FC98FF33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9C4424-9A36-6F45-F6F6-ABA044E5C045}"/>
              </a:ext>
            </a:extLst>
          </p:cNvPr>
          <p:cNvSpPr/>
          <p:nvPr/>
        </p:nvSpPr>
        <p:spPr>
          <a:xfrm>
            <a:off x="312963" y="289449"/>
            <a:ext cx="11598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4. Given a sorted array of distinct non-negative integers, find the smallest integer that does not appear in this array.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EDE633-3923-6E1E-E1D2-7C5F691D1B6F}"/>
              </a:ext>
            </a:extLst>
          </p:cNvPr>
          <p:cNvGraphicFramePr>
            <a:graphicFrameLocks noGrp="1"/>
          </p:cNvGraphicFramePr>
          <p:nvPr/>
        </p:nvGraphicFramePr>
        <p:xfrm>
          <a:off x="4767039" y="1420585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C1F97D4-FFAD-C769-2391-7DEF5D751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097062"/>
              </p:ext>
            </p:extLst>
          </p:nvPr>
        </p:nvGraphicFramePr>
        <p:xfrm>
          <a:off x="4767039" y="2707820"/>
          <a:ext cx="6965040" cy="971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6504">
                  <a:extLst>
                    <a:ext uri="{9D8B030D-6E8A-4147-A177-3AD203B41FA5}">
                      <a16:colId xmlns:a16="http://schemas.microsoft.com/office/drawing/2014/main" val="224021398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16040524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2238348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461662009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459141665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618282000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386036151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304149381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2730300207"/>
                    </a:ext>
                  </a:extLst>
                </a:gridCol>
                <a:gridCol w="696504">
                  <a:extLst>
                    <a:ext uri="{9D8B030D-6E8A-4147-A177-3AD203B41FA5}">
                      <a16:colId xmlns:a16="http://schemas.microsoft.com/office/drawing/2014/main" val="1284580446"/>
                    </a:ext>
                  </a:extLst>
                </a:gridCol>
              </a:tblGrid>
              <a:tr h="391887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46084877"/>
                  </a:ext>
                </a:extLst>
              </a:tr>
              <a:tr h="57966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034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4C177E0-FCA0-9563-9BC0-6FA85505391A}"/>
              </a:ext>
            </a:extLst>
          </p:cNvPr>
          <p:cNvSpPr/>
          <p:nvPr/>
        </p:nvSpPr>
        <p:spPr>
          <a:xfrm>
            <a:off x="312963" y="1374312"/>
            <a:ext cx="6096000" cy="237603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Check middle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endParaRPr lang="en-US" sz="1050" dirty="0">
              <a:solidFill>
                <a:srgbClr val="0070C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  If greater than its index: go left,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</a:rPr>
              <a:t>        Otherwise, go right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0D6CF0-D937-A5BE-2C62-C3806552A874}"/>
              </a:ext>
            </a:extLst>
          </p:cNvPr>
          <p:cNvSpPr/>
          <p:nvPr/>
        </p:nvSpPr>
        <p:spPr>
          <a:xfrm>
            <a:off x="6795436" y="2722800"/>
            <a:ext cx="779646" cy="1176005"/>
          </a:xfrm>
          <a:custGeom>
            <a:avLst/>
            <a:gdLst>
              <a:gd name="csX0" fmla="*/ 0 w 779646"/>
              <a:gd name="csY0" fmla="*/ 0 h 1176005"/>
              <a:gd name="csX1" fmla="*/ 389823 w 779646"/>
              <a:gd name="csY1" fmla="*/ 0 h 1176005"/>
              <a:gd name="csX2" fmla="*/ 779646 w 779646"/>
              <a:gd name="csY2" fmla="*/ 0 h 1176005"/>
              <a:gd name="csX3" fmla="*/ 779646 w 779646"/>
              <a:gd name="csY3" fmla="*/ 576242 h 1176005"/>
              <a:gd name="csX4" fmla="*/ 779646 w 779646"/>
              <a:gd name="csY4" fmla="*/ 1176005 h 1176005"/>
              <a:gd name="csX5" fmla="*/ 374230 w 779646"/>
              <a:gd name="csY5" fmla="*/ 1176005 h 1176005"/>
              <a:gd name="csX6" fmla="*/ 0 w 779646"/>
              <a:gd name="csY6" fmla="*/ 1176005 h 1176005"/>
              <a:gd name="csX7" fmla="*/ 0 w 779646"/>
              <a:gd name="csY7" fmla="*/ 611523 h 1176005"/>
              <a:gd name="csX8" fmla="*/ 0 w 779646"/>
              <a:gd name="csY8" fmla="*/ 0 h 11760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79646" h="1176005" extrusionOk="0">
                <a:moveTo>
                  <a:pt x="0" y="0"/>
                </a:moveTo>
                <a:cubicBezTo>
                  <a:pt x="162905" y="-3858"/>
                  <a:pt x="272640" y="25149"/>
                  <a:pt x="389823" y="0"/>
                </a:cubicBezTo>
                <a:cubicBezTo>
                  <a:pt x="507006" y="-25149"/>
                  <a:pt x="646811" y="43148"/>
                  <a:pt x="779646" y="0"/>
                </a:cubicBezTo>
                <a:cubicBezTo>
                  <a:pt x="782471" y="159604"/>
                  <a:pt x="776253" y="458307"/>
                  <a:pt x="779646" y="576242"/>
                </a:cubicBezTo>
                <a:cubicBezTo>
                  <a:pt x="783039" y="694177"/>
                  <a:pt x="775765" y="907078"/>
                  <a:pt x="779646" y="1176005"/>
                </a:cubicBezTo>
                <a:cubicBezTo>
                  <a:pt x="651556" y="1188412"/>
                  <a:pt x="551781" y="1166110"/>
                  <a:pt x="374230" y="1176005"/>
                </a:cubicBezTo>
                <a:cubicBezTo>
                  <a:pt x="196679" y="1185900"/>
                  <a:pt x="83149" y="1171847"/>
                  <a:pt x="0" y="1176005"/>
                </a:cubicBezTo>
                <a:cubicBezTo>
                  <a:pt x="-34821" y="1001809"/>
                  <a:pt x="51877" y="807104"/>
                  <a:pt x="0" y="611523"/>
                </a:cubicBezTo>
                <a:cubicBezTo>
                  <a:pt x="-51877" y="415942"/>
                  <a:pt x="70047" y="300041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43FF"/>
            </a:solidFill>
            <a:extLst>
              <a:ext uri="{C807C97D-BFC1-408E-A445-0C87EB9F89A2}">
                <ask:lineSketchStyleProps xmlns:ask="http://schemas.microsoft.com/office/drawing/2018/sketchyshapes" sd="423876361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2595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DCF9-B557-CB2C-0FAB-9CA71DC5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DBC61-7354-F19A-FDAC-135341E165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DD2093-967E-6303-A258-796A111972A1}"/>
              </a:ext>
            </a:extLst>
          </p:cNvPr>
          <p:cNvSpPr/>
          <p:nvPr/>
        </p:nvSpPr>
        <p:spPr>
          <a:xfrm>
            <a:off x="312963" y="289449"/>
            <a:ext cx="115987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4. Given a sorted array of distinct non-negative integers, find the smallest integer that does not appear in this array.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443DF8-BEA5-9F54-BB1C-2D3598799ED4}"/>
              </a:ext>
            </a:extLst>
          </p:cNvPr>
          <p:cNvSpPr/>
          <p:nvPr/>
        </p:nvSpPr>
        <p:spPr>
          <a:xfrm>
            <a:off x="1643112" y="1518516"/>
            <a:ext cx="8905775" cy="41549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Missingsmallest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(A, low, high): </a:t>
            </a:r>
          </a:p>
          <a:p>
            <a:endParaRPr lang="en-US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  if low == high: </a:t>
            </a:r>
          </a:p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       return low </a:t>
            </a:r>
          </a:p>
          <a:p>
            <a:endParaRPr lang="en-US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  mid = (high + low) // 2 </a:t>
            </a:r>
          </a:p>
          <a:p>
            <a:endParaRPr lang="en-US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  if A[mid] &gt; mid: </a:t>
            </a:r>
          </a:p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Missingsmallest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(A, low, mid - 1) </a:t>
            </a:r>
          </a:p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  else: </a:t>
            </a:r>
          </a:p>
          <a:p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        return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Missingsmallest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</a:rPr>
              <a:t>(A, mid + 1, high)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0171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dirty="0"/>
              <a:t>Any Question??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57800"/>
            <a:ext cx="9144000" cy="5334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a nice day!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1AB4-7224-4A4F-8380-DEAD3A16D40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17/17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6194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AUTOUPDATE" val="True"/>
  <p:tag name="PPTPRODUCTIVITY_SLIDE_NUMBERS_FORMAT" val="#/##"/>
  <p:tag name="PPTPRODUCTIVITY_SLIDE_NUMBERS_SKIP_HIDDEN" val="True"/>
  <p:tag name="PPTPRODUCTIVITY_SLIDE_NUMBERS_AUTOUPDATE_APPLY_AL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Custom 1">
      <a:majorFont>
        <a:latin typeface="Cmss10"/>
        <a:ea typeface=""/>
        <a:cs typeface=""/>
      </a:majorFont>
      <a:minorFont>
        <a:latin typeface="Cmss10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13823</TotalTime>
  <Words>2375</Words>
  <Application>Microsoft Office PowerPoint</Application>
  <PresentationFormat>Widescreen</PresentationFormat>
  <Paragraphs>1056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Cmss10</vt:lpstr>
      <vt:lpstr>Consolas</vt:lpstr>
      <vt:lpstr>Corbel</vt:lpstr>
      <vt:lpstr>Wingdings 2</vt:lpstr>
      <vt:lpstr>Dividend</vt:lpstr>
      <vt:lpstr>Office Theme</vt:lpstr>
      <vt:lpstr>Divide and Conquer: problem set</vt:lpstr>
      <vt:lpstr>1. You are given an integer array, find its subarray with maximum sum.</vt:lpstr>
      <vt:lpstr>Naive Approach:  Check all possible subarrays</vt:lpstr>
      <vt:lpstr>D&amp;C Approach:</vt:lpstr>
      <vt:lpstr>D&amp;C Approach:</vt:lpstr>
      <vt:lpstr>D&amp;C Approach:</vt:lpstr>
      <vt:lpstr>PowerPoint Presentation</vt:lpstr>
      <vt:lpstr>2. Given a sorted n×n integer matrix A, where each row and each column is sorted in increasing order, and an integer q, determine whether q appears in the matrix and output True if it is found and False otherwise.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Models</dc:title>
  <dc:creator>Windows User</dc:creator>
  <cp:lastModifiedBy>Eskandari, Marzieh</cp:lastModifiedBy>
  <cp:revision>544</cp:revision>
  <dcterms:created xsi:type="dcterms:W3CDTF">2020-09-14T20:12:04Z</dcterms:created>
  <dcterms:modified xsi:type="dcterms:W3CDTF">2026-04-26T16:00:02Z</dcterms:modified>
</cp:coreProperties>
</file>