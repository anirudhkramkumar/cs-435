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6" r:id="rId1"/>
    <p:sldMasterId id="2147483738" r:id="rId2"/>
  </p:sldMasterIdLst>
  <p:notesMasterIdLst>
    <p:notesMasterId r:id="rId78"/>
  </p:notesMasterIdLst>
  <p:sldIdLst>
    <p:sldId id="258" r:id="rId3"/>
    <p:sldId id="655" r:id="rId4"/>
    <p:sldId id="654" r:id="rId5"/>
    <p:sldId id="259" r:id="rId6"/>
    <p:sldId id="261" r:id="rId7"/>
    <p:sldId id="262" r:id="rId8"/>
    <p:sldId id="272" r:id="rId9"/>
    <p:sldId id="290" r:id="rId10"/>
    <p:sldId id="318" r:id="rId11"/>
    <p:sldId id="648" r:id="rId12"/>
    <p:sldId id="321" r:id="rId13"/>
    <p:sldId id="649" r:id="rId14"/>
    <p:sldId id="647" r:id="rId15"/>
    <p:sldId id="695" r:id="rId16"/>
    <p:sldId id="644" r:id="rId17"/>
    <p:sldId id="643" r:id="rId18"/>
    <p:sldId id="645" r:id="rId19"/>
    <p:sldId id="320" r:id="rId20"/>
    <p:sldId id="642" r:id="rId21"/>
    <p:sldId id="638" r:id="rId22"/>
    <p:sldId id="640" r:id="rId23"/>
    <p:sldId id="652" r:id="rId24"/>
    <p:sldId id="641" r:id="rId25"/>
    <p:sldId id="629" r:id="rId26"/>
    <p:sldId id="630" r:id="rId27"/>
    <p:sldId id="696" r:id="rId28"/>
    <p:sldId id="631" r:id="rId29"/>
    <p:sldId id="626" r:id="rId30"/>
    <p:sldId id="322" r:id="rId31"/>
    <p:sldId id="650" r:id="rId32"/>
    <p:sldId id="324" r:id="rId33"/>
    <p:sldId id="327" r:id="rId34"/>
    <p:sldId id="705" r:id="rId35"/>
    <p:sldId id="706" r:id="rId36"/>
    <p:sldId id="329" r:id="rId37"/>
    <p:sldId id="330" r:id="rId38"/>
    <p:sldId id="331" r:id="rId39"/>
    <p:sldId id="707" r:id="rId40"/>
    <p:sldId id="333" r:id="rId41"/>
    <p:sldId id="708" r:id="rId42"/>
    <p:sldId id="334" r:id="rId43"/>
    <p:sldId id="335" r:id="rId44"/>
    <p:sldId id="336" r:id="rId45"/>
    <p:sldId id="338" r:id="rId46"/>
    <p:sldId id="651" r:id="rId47"/>
    <p:sldId id="709" r:id="rId48"/>
    <p:sldId id="710" r:id="rId49"/>
    <p:sldId id="711" r:id="rId50"/>
    <p:sldId id="697" r:id="rId51"/>
    <p:sldId id="699" r:id="rId52"/>
    <p:sldId id="698" r:id="rId53"/>
    <p:sldId id="700" r:id="rId54"/>
    <p:sldId id="704" r:id="rId55"/>
    <p:sldId id="701" r:id="rId56"/>
    <p:sldId id="702" r:id="rId57"/>
    <p:sldId id="703" r:id="rId58"/>
    <p:sldId id="712" r:id="rId59"/>
    <p:sldId id="679" r:id="rId60"/>
    <p:sldId id="718" r:id="rId61"/>
    <p:sldId id="719" r:id="rId62"/>
    <p:sldId id="720" r:id="rId63"/>
    <p:sldId id="721" r:id="rId64"/>
    <p:sldId id="722" r:id="rId65"/>
    <p:sldId id="723" r:id="rId66"/>
    <p:sldId id="724" r:id="rId67"/>
    <p:sldId id="725" r:id="rId68"/>
    <p:sldId id="726" r:id="rId69"/>
    <p:sldId id="727" r:id="rId70"/>
    <p:sldId id="730" r:id="rId71"/>
    <p:sldId id="728" r:id="rId72"/>
    <p:sldId id="729" r:id="rId73"/>
    <p:sldId id="731" r:id="rId74"/>
    <p:sldId id="732" r:id="rId75"/>
    <p:sldId id="733" r:id="rId76"/>
    <p:sldId id="632" r:id="rId77"/>
  </p:sldIdLst>
  <p:sldSz cx="12192000" cy="6858000"/>
  <p:notesSz cx="6858000" cy="9144000"/>
  <p:custDataLst>
    <p:tags r:id="rId79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FF"/>
    <a:srgbClr val="7E37DD"/>
    <a:srgbClr val="FFFF99"/>
    <a:srgbClr val="9C65E5"/>
    <a:srgbClr val="FF9900"/>
    <a:srgbClr val="AA7BE9"/>
    <a:srgbClr val="7BA946"/>
    <a:srgbClr val="FFA6A6"/>
    <a:srgbClr val="FFFF00"/>
    <a:srgbClr val="76F61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867" autoAdjust="0"/>
    <p:restoredTop sz="94660"/>
  </p:normalViewPr>
  <p:slideViewPr>
    <p:cSldViewPr snapToGrid="0">
      <p:cViewPr varScale="1">
        <p:scale>
          <a:sx n="65" d="100"/>
          <a:sy n="65" d="100"/>
        </p:scale>
        <p:origin x="76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16" Type="http://schemas.openxmlformats.org/officeDocument/2006/relationships/slide" Target="slides/slide14.xml"/><Relationship Id="rId11" Type="http://schemas.openxmlformats.org/officeDocument/2006/relationships/slide" Target="slides/slide9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74" Type="http://schemas.openxmlformats.org/officeDocument/2006/relationships/slide" Target="slides/slide72.xml"/><Relationship Id="rId79" Type="http://schemas.openxmlformats.org/officeDocument/2006/relationships/tags" Target="tags/tag1.xml"/><Relationship Id="rId5" Type="http://schemas.openxmlformats.org/officeDocument/2006/relationships/slide" Target="slides/slide3.xml"/><Relationship Id="rId61" Type="http://schemas.openxmlformats.org/officeDocument/2006/relationships/slide" Target="slides/slide59.xml"/><Relationship Id="rId82" Type="http://schemas.openxmlformats.org/officeDocument/2006/relationships/theme" Target="theme/theme1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77" Type="http://schemas.openxmlformats.org/officeDocument/2006/relationships/slide" Target="slides/slide75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80" Type="http://schemas.openxmlformats.org/officeDocument/2006/relationships/presProps" Target="presProps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slide" Target="slides/slide65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slide" Target="slides/slide68.xml"/><Relationship Id="rId75" Type="http://schemas.openxmlformats.org/officeDocument/2006/relationships/slide" Target="slides/slide73.xml"/><Relationship Id="rId83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slide" Target="slides/slide71.xml"/><Relationship Id="rId78" Type="http://schemas.openxmlformats.org/officeDocument/2006/relationships/notesMaster" Target="notesMasters/notesMaster1.xml"/><Relationship Id="rId81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slide" Target="slides/slide74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Relationship Id="rId24" Type="http://schemas.openxmlformats.org/officeDocument/2006/relationships/slide" Target="slides/slide22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66" Type="http://schemas.openxmlformats.org/officeDocument/2006/relationships/slide" Target="slides/slide6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4703BD-F754-4911-8474-9BEA183D8AD2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87AFCE0-8595-4565-BBCA-3D2A04B3B4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23353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00DD1B-11A0-4FF3-AE07-95BE9493DB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3CA3DC-1E78-4354-9AF9-29A731ABB6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88AE2B-E51B-4F37-BE06-D42A42D1FF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3200B34-6535-4988-B6D9-9B8318B82C92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4/11/2026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white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300CFD-AD1F-4C25-B95D-3CAE71DCBD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white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6CAF1A-0611-4522-9E69-611FC2601C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87DF407-17F1-42D7-87D5-7CFAC968837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white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863929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BE8F20-AAB7-45DE-BF6B-61844D7924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57F84E-8068-4F02-ACA2-283B5D899A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FF22E3-3B5A-40C5-9A16-6504643A24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EB340CB-823C-4AAA-9AC6-CD56B1FBFDFE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4/11/2026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158A30-2CB9-4307-A66E-4AF9955556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63ACF0-C8FB-4551-AAD0-0675F31F85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87DF407-17F1-42D7-87D5-7CFAC968837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26681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41E09B-24F2-459D-AC29-FFC16C82DF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F31B07-2775-4989-9AFF-61B4011B73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407BBB-DA36-4B50-9825-B55D47D131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95166F1-B48E-43A9-A9E3-CD82DEA23DCA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4/11/2026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white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39E206-FFDF-4882-B9C4-BF3266FA14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white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087C66-1264-44F1-BF05-D351272A9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87DF407-17F1-42D7-87D5-7CFAC968837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white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641980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DE3D1B-BB05-45BE-B2EE-F934AFCCB1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0C6172-E2AB-466E-B9B4-347B735777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DC1BEC1-D2A6-4BF8-8E30-688A8241BD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733EA9-7E95-45A7-8FAA-29AE6EE871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B8114C4-A967-4328-B288-32813BDEC983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4/11/2026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203FA3-078E-4FA3-8714-04A6552563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173FE3-0164-4780-B293-95DACFB1AD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87DF407-17F1-42D7-87D5-7CFAC968837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066631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7CD7B0-EE60-49E6-AD8F-60767F4EA3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52A95E-949F-4DBD-B019-3A93B0F657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5C86DBA-BD64-43D4-9ADA-3AD9DB9AED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DDCDB10-44D7-4CCF-97AC-9399DBEBC8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E6CF0D2-77B7-4FFE-8717-D02BBE2D181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47FBC43-8B40-42C3-A293-4D79D03924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650CEE9-D4CC-4B54-A250-94CA54E4D756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4/11/2026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C1A4019-D180-41D6-BAE4-BE51256A74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B77CA6-62A9-4927-9EB4-F7B4798F4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87DF407-17F1-42D7-87D5-7CFAC968837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618009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BF98D3-3F67-4CB9-A854-C5438626EB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BF8612C-892B-4814-BC5A-B81B614AFF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06CE010-9ABA-46D0-8967-C7800BD238CA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4/11/2026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DE06E79-9E5D-44CE-9D24-D3A76C4127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712DBC-2315-4B6B-8BF6-B1C12A1527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87DF407-17F1-42D7-87D5-7CFAC968837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693800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731E467-2D1D-4199-9D0E-E7745FCBE7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8095DC9-AC5F-4800-ADA5-AFEDFB922A04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4/11/2026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9EF603E-AE7A-438A-8C2F-2E57C5E221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E0DBF7-63A6-4044-9D85-2597CC37C1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87DF407-17F1-42D7-87D5-7CFAC968837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4266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1E3D4-70B7-40BC-A408-D789C05718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1CD58E-380F-40CC-9FC2-9A2A87B1DF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363B01-C35C-4BCF-B242-9EBA687553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585443-F8F8-4B93-AB83-7A0ED57E13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8CF8562-19AF-407A-858C-BB195C287FBF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4/11/2026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64C9CE-E69E-496B-9633-BF32ADCE7E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867B1C-4AED-4260-A122-629AEAD1C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87DF407-17F1-42D7-87D5-7CFAC968837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501197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12C048-75F8-442C-BB35-ED6D0427FE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B58F49E-0354-4318-92C9-E32078543B8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0809D9-BA7E-414D-935D-89AED7AB4F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F26407-7E11-40EC-9F16-328F9CE645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C0624FA-0042-4F6B-9E6E-EAB3BB0EA633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4/11/2026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BA58E6-A8EB-400D-BB8E-C471882BAC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white">
                  <a:shade val="50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20A2BF-9665-484D-B4D6-4E9BDB8FB7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87DF407-17F1-42D7-87D5-7CFAC968837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49947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B96E90-141B-407A-B52C-D519628765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306B76F-52CF-4BBC-B05D-3B4CD0D287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9AB433-E685-4509-9037-5B699920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E6A12D-6F89-4058-8196-0B349EBEDBB7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4/11/2026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181599-326B-4942-BC6A-FD5F5B584D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B4F4AC-CF0D-4710-B8F4-EEF2027CD2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87DF407-17F1-42D7-87D5-7CFAC968837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895798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9510960-5E8A-4D7A-B71F-1628F90A1ED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0FFB5B-E5ED-4D23-9067-5BB1A7C82C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D1CF25-EC22-4572-BD7A-48FA14C23B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D5CA9AA-4C73-4BBC-A4C2-4A707850A089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4/11/2026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C4F07C-CC3E-431A-A1AF-84B04402D4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F81D7B-4D1D-4883-B962-C4AACD5547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87DF407-17F1-42D7-87D5-7CFAC968837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2809076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3200B34-6535-4988-B6D9-9B8318B82C92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4/11/2026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white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white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87DF407-17F1-42D7-87D5-7CFAC968837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white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845051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EB340CB-823C-4AAA-9AC6-CD56B1FBFDFE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4/11/2026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87DF407-17F1-42D7-87D5-7CFAC968837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595971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95166F1-B48E-43A9-A9E3-CD82DEA23DCA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4/11/2026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white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white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87DF407-17F1-42D7-87D5-7CFAC968837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white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7770738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B8114C4-A967-4328-B288-32813BDEC983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4/11/2026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87DF407-17F1-42D7-87D5-7CFAC968837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2036285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650CEE9-D4CC-4B54-A250-94CA54E4D756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4/11/2026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87DF407-17F1-42D7-87D5-7CFAC968837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5522134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06CE010-9ABA-46D0-8967-C7800BD238CA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4/11/2026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87DF407-17F1-42D7-87D5-7CFAC968837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48513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8095DC9-AC5F-4800-ADA5-AFEDFB922A04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4/11/2026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87DF407-17F1-42D7-87D5-7CFAC968837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2995360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8CF8562-19AF-407A-858C-BB195C287FBF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4/11/2026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87DF407-17F1-42D7-87D5-7CFAC968837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9487689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C0624FA-0042-4F6B-9E6E-EAB3BB0EA633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4/11/2026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white">
                  <a:shade val="50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87DF407-17F1-42D7-87D5-7CFAC968837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6987947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E6A12D-6F89-4058-8196-0B349EBEDBB7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4/11/2026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87DF407-17F1-42D7-87D5-7CFAC968837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1804034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D5CA9AA-4C73-4BBC-A4C2-4A707850A089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4/11/2026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87DF407-17F1-42D7-87D5-7CFAC968837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131016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08E5245-E673-4742-8B16-BBA59DC410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3384C9-049C-49A4-BF46-51F3096A17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3DEA6F-998C-44A1-B163-14B7604577A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A04FD96-06E1-49CA-9346-D0ABCD911DD2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4/11/2026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0B8B9C-D320-4CC3-9B5C-0C5E3E5E67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A249E3-F8C8-48FF-9EA5-03F9D230FF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87DF407-17F1-42D7-87D5-7CFAC968837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318086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A04FD96-06E1-49CA-9346-D0ABCD911DD2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4/11/2026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87DF407-17F1-42D7-87D5-7CFAC968837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32755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9" r:id="rId1"/>
    <p:sldLayoutId id="2147483740" r:id="rId2"/>
    <p:sldLayoutId id="2147483741" r:id="rId3"/>
    <p:sldLayoutId id="2147483742" r:id="rId4"/>
    <p:sldLayoutId id="2147483743" r:id="rId5"/>
    <p:sldLayoutId id="2147483744" r:id="rId6"/>
    <p:sldLayoutId id="2147483745" r:id="rId7"/>
    <p:sldLayoutId id="2147483746" r:id="rId8"/>
    <p:sldLayoutId id="2147483747" r:id="rId9"/>
    <p:sldLayoutId id="2147483748" r:id="rId10"/>
    <p:sldLayoutId id="2147483749" r:id="rId1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3.xml"/><Relationship Id="rId1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tags" Target="../tags/tag5.xml"/><Relationship Id="rId1" Type="http://schemas.openxmlformats.org/officeDocument/2006/relationships/tags" Target="../tags/tag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tags" Target="../tags/tag7.xml"/><Relationship Id="rId1" Type="http://schemas.openxmlformats.org/officeDocument/2006/relationships/tags" Target="../tags/tag6.xml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tags" Target="../tags/tag9.xml"/><Relationship Id="rId1" Type="http://schemas.openxmlformats.org/officeDocument/2006/relationships/tags" Target="../tags/tag8.xml"/><Relationship Id="rId5" Type="http://schemas.openxmlformats.org/officeDocument/2006/relationships/image" Target="../media/image2.jpg"/><Relationship Id="rId4" Type="http://schemas.openxmlformats.org/officeDocument/2006/relationships/image" Target="../media/image1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tags" Target="../tags/tag11.xml"/><Relationship Id="rId1" Type="http://schemas.openxmlformats.org/officeDocument/2006/relationships/tags" Target="../tags/tag10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tags" Target="../tags/tag13.xml"/><Relationship Id="rId1" Type="http://schemas.openxmlformats.org/officeDocument/2006/relationships/tags" Target="../tags/tag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tags" Target="../tags/tag15.xml"/><Relationship Id="rId1" Type="http://schemas.openxmlformats.org/officeDocument/2006/relationships/tags" Target="../tags/tag1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tags" Target="../tags/tag17.xml"/><Relationship Id="rId1" Type="http://schemas.openxmlformats.org/officeDocument/2006/relationships/tags" Target="../tags/tag1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tags" Target="../tags/tag19.xml"/><Relationship Id="rId1" Type="http://schemas.openxmlformats.org/officeDocument/2006/relationships/tags" Target="../tags/tag18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tags" Target="../tags/tag21.xml"/><Relationship Id="rId1" Type="http://schemas.openxmlformats.org/officeDocument/2006/relationships/tags" Target="../tags/tag20.xml"/><Relationship Id="rId4" Type="http://schemas.openxmlformats.org/officeDocument/2006/relationships/image" Target="../media/image5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tags" Target="../tags/tag23.xml"/><Relationship Id="rId1" Type="http://schemas.openxmlformats.org/officeDocument/2006/relationships/tags" Target="../tags/tag2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tags" Target="../tags/tag25.xml"/><Relationship Id="rId1" Type="http://schemas.openxmlformats.org/officeDocument/2006/relationships/tags" Target="../tags/tag24.xml"/><Relationship Id="rId4" Type="http://schemas.openxmlformats.org/officeDocument/2006/relationships/image" Target="../media/image7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tags" Target="../tags/tag27.xml"/><Relationship Id="rId1" Type="http://schemas.openxmlformats.org/officeDocument/2006/relationships/tags" Target="../tags/tag26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tags" Target="../tags/tag29.xml"/><Relationship Id="rId1" Type="http://schemas.openxmlformats.org/officeDocument/2006/relationships/tags" Target="../tags/tag28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tags" Target="../tags/tag31.xml"/><Relationship Id="rId1" Type="http://schemas.openxmlformats.org/officeDocument/2006/relationships/tags" Target="../tags/tag30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tags" Target="../tags/tag33.xml"/><Relationship Id="rId1" Type="http://schemas.openxmlformats.org/officeDocument/2006/relationships/tags" Target="../tags/tag3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tags" Target="../tags/tag35.xml"/><Relationship Id="rId1" Type="http://schemas.openxmlformats.org/officeDocument/2006/relationships/tags" Target="../tags/tag34.xml"/><Relationship Id="rId4" Type="http://schemas.openxmlformats.org/officeDocument/2006/relationships/image" Target="../media/image8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tags" Target="../tags/tag37.xml"/><Relationship Id="rId1" Type="http://schemas.openxmlformats.org/officeDocument/2006/relationships/tags" Target="../tags/tag36.xml"/><Relationship Id="rId4" Type="http://schemas.openxmlformats.org/officeDocument/2006/relationships/image" Target="../media/image9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tags" Target="../tags/tag39.xml"/><Relationship Id="rId1" Type="http://schemas.openxmlformats.org/officeDocument/2006/relationships/tags" Target="../tags/tag38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tags" Target="../tags/tag41.xml"/><Relationship Id="rId1" Type="http://schemas.openxmlformats.org/officeDocument/2006/relationships/tags" Target="../tags/tag40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tags" Target="../tags/tag43.xml"/><Relationship Id="rId1" Type="http://schemas.openxmlformats.org/officeDocument/2006/relationships/tags" Target="../tags/tag4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tags" Target="../tags/tag45.xml"/><Relationship Id="rId1" Type="http://schemas.openxmlformats.org/officeDocument/2006/relationships/tags" Target="../tags/tag4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tags" Target="../tags/tag47.xml"/><Relationship Id="rId1" Type="http://schemas.openxmlformats.org/officeDocument/2006/relationships/tags" Target="../tags/tag46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tags" Target="../tags/tag49.xml"/><Relationship Id="rId1" Type="http://schemas.openxmlformats.org/officeDocument/2006/relationships/tags" Target="../tags/tag48.xml"/><Relationship Id="rId4" Type="http://schemas.openxmlformats.org/officeDocument/2006/relationships/image" Target="../media/image4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tags" Target="../tags/tag51.xml"/><Relationship Id="rId1" Type="http://schemas.openxmlformats.org/officeDocument/2006/relationships/tags" Target="../tags/tag50.xml"/><Relationship Id="rId5" Type="http://schemas.openxmlformats.org/officeDocument/2006/relationships/image" Target="../media/image10.png"/><Relationship Id="rId4" Type="http://schemas.openxmlformats.org/officeDocument/2006/relationships/image" Target="../media/image4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tags" Target="../tags/tag53.xml"/><Relationship Id="rId1" Type="http://schemas.openxmlformats.org/officeDocument/2006/relationships/tags" Target="../tags/tag52.xml"/><Relationship Id="rId4" Type="http://schemas.openxmlformats.org/officeDocument/2006/relationships/image" Target="../media/image4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tags" Target="../tags/tag55.xml"/><Relationship Id="rId1" Type="http://schemas.openxmlformats.org/officeDocument/2006/relationships/tags" Target="../tags/tag54.xml"/><Relationship Id="rId5" Type="http://schemas.openxmlformats.org/officeDocument/2006/relationships/image" Target="../media/image11.png"/><Relationship Id="rId4" Type="http://schemas.openxmlformats.org/officeDocument/2006/relationships/image" Target="../media/image4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tags" Target="../tags/tag57.xml"/><Relationship Id="rId1" Type="http://schemas.openxmlformats.org/officeDocument/2006/relationships/tags" Target="../tags/tag56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tags" Target="../tags/tag59.xml"/><Relationship Id="rId1" Type="http://schemas.openxmlformats.org/officeDocument/2006/relationships/tags" Target="../tags/tag58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22.png"/><Relationship Id="rId18" Type="http://schemas.openxmlformats.org/officeDocument/2006/relationships/image" Target="../media/image26.png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16.png"/><Relationship Id="rId12" Type="http://schemas.openxmlformats.org/officeDocument/2006/relationships/image" Target="../media/image21.png"/><Relationship Id="rId17" Type="http://schemas.openxmlformats.org/officeDocument/2006/relationships/image" Target="../media/image24.png"/><Relationship Id="rId2" Type="http://schemas.openxmlformats.org/officeDocument/2006/relationships/tags" Target="../tags/tag61.xml"/><Relationship Id="rId16" Type="http://schemas.openxmlformats.org/officeDocument/2006/relationships/image" Target="../media/image25.png"/><Relationship Id="rId1" Type="http://schemas.openxmlformats.org/officeDocument/2006/relationships/tags" Target="../tags/tag60.xml"/><Relationship Id="rId6" Type="http://schemas.openxmlformats.org/officeDocument/2006/relationships/image" Target="../media/image13.png"/><Relationship Id="rId11" Type="http://schemas.openxmlformats.org/officeDocument/2006/relationships/image" Target="../media/image20.png"/><Relationship Id="rId5" Type="http://schemas.openxmlformats.org/officeDocument/2006/relationships/image" Target="../media/image14.png"/><Relationship Id="rId15" Type="http://schemas.openxmlformats.org/officeDocument/2006/relationships/image" Target="../media/image23.png"/><Relationship Id="rId10" Type="http://schemas.openxmlformats.org/officeDocument/2006/relationships/image" Target="../media/image19.png"/><Relationship Id="rId4" Type="http://schemas.openxmlformats.org/officeDocument/2006/relationships/image" Target="../media/image12.png"/><Relationship Id="rId9" Type="http://schemas.openxmlformats.org/officeDocument/2006/relationships/image" Target="../media/image18.png"/><Relationship Id="rId14" Type="http://schemas.openxmlformats.org/officeDocument/2006/relationships/image" Target="../media/image15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7" Type="http://schemas.openxmlformats.org/officeDocument/2006/relationships/image" Target="../media/image30.png"/><Relationship Id="rId2" Type="http://schemas.openxmlformats.org/officeDocument/2006/relationships/tags" Target="../tags/tag63.xml"/><Relationship Id="rId1" Type="http://schemas.openxmlformats.org/officeDocument/2006/relationships/tags" Target="../tags/tag62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tags" Target="../tags/tag65.xml"/><Relationship Id="rId1" Type="http://schemas.openxmlformats.org/officeDocument/2006/relationships/tags" Target="../tags/tag64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5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tags" Target="../tags/tag67.xml"/><Relationship Id="rId1" Type="http://schemas.openxmlformats.org/officeDocument/2006/relationships/tags" Target="../tags/tag66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tags" Target="../tags/tag69.xml"/><Relationship Id="rId1" Type="http://schemas.openxmlformats.org/officeDocument/2006/relationships/tags" Target="../tags/tag68.xml"/><Relationship Id="rId4" Type="http://schemas.openxmlformats.org/officeDocument/2006/relationships/image" Target="../media/image37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tags" Target="../tags/tag71.xml"/><Relationship Id="rId1" Type="http://schemas.openxmlformats.org/officeDocument/2006/relationships/tags" Target="../tags/tag70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tags" Target="../tags/tag73.xml"/><Relationship Id="rId1" Type="http://schemas.openxmlformats.org/officeDocument/2006/relationships/tags" Target="../tags/tag7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tags" Target="../tags/tag75.xml"/><Relationship Id="rId1" Type="http://schemas.openxmlformats.org/officeDocument/2006/relationships/tags" Target="../tags/tag74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tags" Target="../tags/tag77.xml"/><Relationship Id="rId1" Type="http://schemas.openxmlformats.org/officeDocument/2006/relationships/tags" Target="../tags/tag76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tags" Target="../tags/tag79.xml"/><Relationship Id="rId1" Type="http://schemas.openxmlformats.org/officeDocument/2006/relationships/tags" Target="../tags/tag78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tags" Target="../tags/tag81.xml"/><Relationship Id="rId1" Type="http://schemas.openxmlformats.org/officeDocument/2006/relationships/tags" Target="../tags/tag80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tags" Target="../tags/tag83.xml"/><Relationship Id="rId1" Type="http://schemas.openxmlformats.org/officeDocument/2006/relationships/tags" Target="../tags/tag8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tags" Target="../tags/tag85.xml"/><Relationship Id="rId1" Type="http://schemas.openxmlformats.org/officeDocument/2006/relationships/tags" Target="../tags/tag84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tags" Target="../tags/tag87.xml"/><Relationship Id="rId1" Type="http://schemas.openxmlformats.org/officeDocument/2006/relationships/tags" Target="../tags/tag86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tags" Target="../tags/tag89.xml"/><Relationship Id="rId1" Type="http://schemas.openxmlformats.org/officeDocument/2006/relationships/tags" Target="../tags/tag88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tags" Target="../tags/tag91.xml"/><Relationship Id="rId1" Type="http://schemas.openxmlformats.org/officeDocument/2006/relationships/tags" Target="../tags/tag90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tags" Target="../tags/tag93.xml"/><Relationship Id="rId1" Type="http://schemas.openxmlformats.org/officeDocument/2006/relationships/tags" Target="../tags/tag9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tags" Target="../tags/tag95.xml"/><Relationship Id="rId1" Type="http://schemas.openxmlformats.org/officeDocument/2006/relationships/tags" Target="../tags/tag94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tags" Target="../tags/tag97.xml"/><Relationship Id="rId1" Type="http://schemas.openxmlformats.org/officeDocument/2006/relationships/tags" Target="../tags/tag96.xml"/><Relationship Id="rId4" Type="http://schemas.openxmlformats.org/officeDocument/2006/relationships/image" Target="../media/image38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tags" Target="../tags/tag99.xml"/><Relationship Id="rId1" Type="http://schemas.openxmlformats.org/officeDocument/2006/relationships/tags" Target="../tags/tag98.xml"/><Relationship Id="rId4" Type="http://schemas.openxmlformats.org/officeDocument/2006/relationships/image" Target="../media/image39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tags" Target="../tags/tag101.xml"/><Relationship Id="rId1" Type="http://schemas.openxmlformats.org/officeDocument/2006/relationships/tags" Target="../tags/tag100.xml"/><Relationship Id="rId4" Type="http://schemas.openxmlformats.org/officeDocument/2006/relationships/image" Target="../media/image40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tags" Target="../tags/tag103.xml"/><Relationship Id="rId1" Type="http://schemas.openxmlformats.org/officeDocument/2006/relationships/tags" Target="../tags/tag102.xml"/><Relationship Id="rId4" Type="http://schemas.openxmlformats.org/officeDocument/2006/relationships/image" Target="../media/image41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tags" Target="../tags/tag105.xml"/><Relationship Id="rId1" Type="http://schemas.openxmlformats.org/officeDocument/2006/relationships/tags" Target="../tags/tag104.xml"/><Relationship Id="rId4" Type="http://schemas.openxmlformats.org/officeDocument/2006/relationships/image" Target="../media/image42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tags" Target="../tags/tag107.xml"/><Relationship Id="rId1" Type="http://schemas.openxmlformats.org/officeDocument/2006/relationships/tags" Target="../tags/tag106.xml"/><Relationship Id="rId4" Type="http://schemas.openxmlformats.org/officeDocument/2006/relationships/image" Target="../media/image43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tags" Target="../tags/tag109.xml"/><Relationship Id="rId1" Type="http://schemas.openxmlformats.org/officeDocument/2006/relationships/tags" Target="../tags/tag108.xml"/><Relationship Id="rId4" Type="http://schemas.openxmlformats.org/officeDocument/2006/relationships/image" Target="../media/image44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tags" Target="../tags/tag111.xml"/><Relationship Id="rId1" Type="http://schemas.openxmlformats.org/officeDocument/2006/relationships/tags" Target="../tags/tag110.xml"/><Relationship Id="rId4" Type="http://schemas.openxmlformats.org/officeDocument/2006/relationships/image" Target="../media/image45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tags" Target="../tags/tag113.xml"/><Relationship Id="rId1" Type="http://schemas.openxmlformats.org/officeDocument/2006/relationships/tags" Target="../tags/tag112.xml"/><Relationship Id="rId4" Type="http://schemas.openxmlformats.org/officeDocument/2006/relationships/image" Target="../media/image46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tags" Target="../tags/tag115.xml"/><Relationship Id="rId1" Type="http://schemas.openxmlformats.org/officeDocument/2006/relationships/tags" Target="../tags/tag114.xml"/><Relationship Id="rId4" Type="http://schemas.openxmlformats.org/officeDocument/2006/relationships/image" Target="../media/image47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tags" Target="../tags/tag117.xml"/><Relationship Id="rId1" Type="http://schemas.openxmlformats.org/officeDocument/2006/relationships/tags" Target="../tags/tag116.xml"/><Relationship Id="rId4" Type="http://schemas.openxmlformats.org/officeDocument/2006/relationships/image" Target="../media/image48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tags" Target="../tags/tag119.xml"/><Relationship Id="rId1" Type="http://schemas.openxmlformats.org/officeDocument/2006/relationships/tags" Target="../tags/tag118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tags" Target="../tags/tag121.xml"/><Relationship Id="rId1" Type="http://schemas.openxmlformats.org/officeDocument/2006/relationships/tags" Target="../tags/tag120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tags" Target="../tags/tag123.xml"/><Relationship Id="rId1" Type="http://schemas.openxmlformats.org/officeDocument/2006/relationships/tags" Target="../tags/tag12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tags" Target="../tags/tag125.xml"/><Relationship Id="rId1" Type="http://schemas.openxmlformats.org/officeDocument/2006/relationships/tags" Target="../tags/tag124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tags" Target="../tags/tag127.xml"/><Relationship Id="rId1" Type="http://schemas.openxmlformats.org/officeDocument/2006/relationships/tags" Target="../tags/tag126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tags" Target="../tags/tag129.xml"/><Relationship Id="rId1" Type="http://schemas.openxmlformats.org/officeDocument/2006/relationships/tags" Target="../tags/tag128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tags" Target="../tags/tag131.xml"/><Relationship Id="rId1" Type="http://schemas.openxmlformats.org/officeDocument/2006/relationships/tags" Target="../tags/tag130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tags" Target="../tags/tag133.xml"/><Relationship Id="rId1" Type="http://schemas.openxmlformats.org/officeDocument/2006/relationships/tags" Target="../tags/tag132.xml"/></Relationships>
</file>

<file path=ppt/slides/_rels/slide6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13" Type="http://schemas.openxmlformats.org/officeDocument/2006/relationships/image" Target="../media/image56.png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49.png"/><Relationship Id="rId12" Type="http://schemas.openxmlformats.org/officeDocument/2006/relationships/image" Target="../media/image55.png"/><Relationship Id="rId17" Type="http://schemas.openxmlformats.org/officeDocument/2006/relationships/image" Target="../media/image60.png"/><Relationship Id="rId2" Type="http://schemas.openxmlformats.org/officeDocument/2006/relationships/tags" Target="../tags/tag135.xml"/><Relationship Id="rId16" Type="http://schemas.openxmlformats.org/officeDocument/2006/relationships/image" Target="../media/image59.png"/><Relationship Id="rId1" Type="http://schemas.openxmlformats.org/officeDocument/2006/relationships/tags" Target="../tags/tag134.xml"/><Relationship Id="rId6" Type="http://schemas.openxmlformats.org/officeDocument/2006/relationships/image" Target="../media/image480.png"/><Relationship Id="rId11" Type="http://schemas.openxmlformats.org/officeDocument/2006/relationships/image" Target="../media/image54.png"/><Relationship Id="rId5" Type="http://schemas.openxmlformats.org/officeDocument/2006/relationships/image" Target="../media/image470.png"/><Relationship Id="rId15" Type="http://schemas.openxmlformats.org/officeDocument/2006/relationships/image" Target="../media/image58.png"/><Relationship Id="rId10" Type="http://schemas.openxmlformats.org/officeDocument/2006/relationships/image" Target="../media/image53.png"/><Relationship Id="rId4" Type="http://schemas.openxmlformats.org/officeDocument/2006/relationships/image" Target="../media/image460.png"/><Relationship Id="rId9" Type="http://schemas.openxmlformats.org/officeDocument/2006/relationships/image" Target="../media/image52.png"/><Relationship Id="rId14" Type="http://schemas.openxmlformats.org/officeDocument/2006/relationships/image" Target="../media/image57.pn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7" Type="http://schemas.openxmlformats.org/officeDocument/2006/relationships/image" Target="../media/image62.png"/><Relationship Id="rId2" Type="http://schemas.openxmlformats.org/officeDocument/2006/relationships/tags" Target="../tags/tag137.xml"/><Relationship Id="rId1" Type="http://schemas.openxmlformats.org/officeDocument/2006/relationships/tags" Target="../tags/tag136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61.pn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tags" Target="../tags/tag139.xml"/><Relationship Id="rId1" Type="http://schemas.openxmlformats.org/officeDocument/2006/relationships/tags" Target="../tags/tag138.xml"/><Relationship Id="rId4" Type="http://schemas.openxmlformats.org/officeDocument/2006/relationships/image" Target="../media/image63.png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tags" Target="../tags/tag141.xml"/><Relationship Id="rId1" Type="http://schemas.openxmlformats.org/officeDocument/2006/relationships/tags" Target="../tags/tag140.xml"/><Relationship Id="rId6" Type="http://schemas.openxmlformats.org/officeDocument/2006/relationships/image" Target="../media/image65.png"/><Relationship Id="rId5" Type="http://schemas.openxmlformats.org/officeDocument/2006/relationships/image" Target="../media/image64.png"/><Relationship Id="rId4" Type="http://schemas.openxmlformats.org/officeDocument/2006/relationships/image" Target="../media/image63.png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7" Type="http://schemas.openxmlformats.org/officeDocument/2006/relationships/image" Target="../media/image67.png"/><Relationship Id="rId2" Type="http://schemas.openxmlformats.org/officeDocument/2006/relationships/tags" Target="../tags/tag143.xml"/><Relationship Id="rId1" Type="http://schemas.openxmlformats.org/officeDocument/2006/relationships/tags" Target="../tags/tag142.xml"/><Relationship Id="rId6" Type="http://schemas.openxmlformats.org/officeDocument/2006/relationships/image" Target="../media/image66.png"/><Relationship Id="rId5" Type="http://schemas.openxmlformats.org/officeDocument/2006/relationships/image" Target="../media/image64.png"/><Relationship Id="rId4" Type="http://schemas.openxmlformats.org/officeDocument/2006/relationships/image" Target="../media/image63.png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tags" Target="../tags/tag145.xml"/><Relationship Id="rId1" Type="http://schemas.openxmlformats.org/officeDocument/2006/relationships/tags" Target="../tags/tag144.xml"/></Relationships>
</file>

<file path=ppt/slides/_rels/slide7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13" Type="http://schemas.openxmlformats.org/officeDocument/2006/relationships/image" Target="../media/image75.png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71.png"/><Relationship Id="rId12" Type="http://schemas.openxmlformats.org/officeDocument/2006/relationships/image" Target="../media/image57.png"/><Relationship Id="rId17" Type="http://schemas.openxmlformats.org/officeDocument/2006/relationships/image" Target="../media/image78.png"/><Relationship Id="rId2" Type="http://schemas.openxmlformats.org/officeDocument/2006/relationships/tags" Target="../tags/tag147.xml"/><Relationship Id="rId16" Type="http://schemas.openxmlformats.org/officeDocument/2006/relationships/image" Target="../media/image77.png"/><Relationship Id="rId1" Type="http://schemas.openxmlformats.org/officeDocument/2006/relationships/tags" Target="../tags/tag146.xml"/><Relationship Id="rId6" Type="http://schemas.openxmlformats.org/officeDocument/2006/relationships/image" Target="../media/image480.png"/><Relationship Id="rId11" Type="http://schemas.openxmlformats.org/officeDocument/2006/relationships/image" Target="../media/image74.png"/><Relationship Id="rId5" Type="http://schemas.openxmlformats.org/officeDocument/2006/relationships/image" Target="../media/image69.png"/><Relationship Id="rId15" Type="http://schemas.openxmlformats.org/officeDocument/2006/relationships/image" Target="../media/image76.png"/><Relationship Id="rId10" Type="http://schemas.openxmlformats.org/officeDocument/2006/relationships/image" Target="../media/image73.png"/><Relationship Id="rId4" Type="http://schemas.openxmlformats.org/officeDocument/2006/relationships/image" Target="../media/image68.png"/><Relationship Id="rId9" Type="http://schemas.openxmlformats.org/officeDocument/2006/relationships/image" Target="../media/image72.png"/><Relationship Id="rId14" Type="http://schemas.openxmlformats.org/officeDocument/2006/relationships/image" Target="../media/image60.png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7" Type="http://schemas.openxmlformats.org/officeDocument/2006/relationships/image" Target="../media/image81.png"/><Relationship Id="rId2" Type="http://schemas.openxmlformats.org/officeDocument/2006/relationships/tags" Target="../tags/tag149.xml"/><Relationship Id="rId1" Type="http://schemas.openxmlformats.org/officeDocument/2006/relationships/tags" Target="../tags/tag148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79.png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151.xml"/><Relationship Id="rId1" Type="http://schemas.openxmlformats.org/officeDocument/2006/relationships/tags" Target="../tags/tag15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effectLst>
            <a:glow rad="228600">
              <a:schemeClr val="accent1">
                <a:satMod val="175000"/>
                <a:alpha val="40000"/>
              </a:schemeClr>
            </a:glow>
          </a:effectLst>
        </p:spPr>
        <p:txBody>
          <a:bodyPr>
            <a:normAutofit/>
          </a:bodyPr>
          <a:lstStyle/>
          <a:p>
            <a:r>
              <a:rPr lang="en-US" altLang="en-US" dirty="0"/>
              <a:t>Divide and Conquer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971800" y="4572000"/>
            <a:ext cx="6400800" cy="1752600"/>
          </a:xfrm>
        </p:spPr>
        <p:txBody>
          <a:bodyPr>
            <a:normAutofit/>
          </a:bodyPr>
          <a:lstStyle/>
          <a:p>
            <a:r>
              <a:rPr lang="en-US" sz="2400" dirty="0" err="1">
                <a:solidFill>
                  <a:schemeClr val="bg1"/>
                </a:solidFill>
              </a:rPr>
              <a:t>Marzieh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Eskandari</a:t>
            </a:r>
            <a:endParaRPr lang="en-US" sz="2400" dirty="0">
              <a:solidFill>
                <a:schemeClr val="bg1"/>
              </a:solidFill>
            </a:endParaRPr>
          </a:p>
          <a:p>
            <a:r>
              <a:rPr lang="en-US" sz="2400" dirty="0">
                <a:solidFill>
                  <a:schemeClr val="bg1"/>
                </a:solidFill>
              </a:rPr>
              <a:t>NJIT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C6B16E-5687-49A6-BE81-4525E5D87BF2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1/92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9585407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D54328-5E56-43D4-8C8D-4419DF57C1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Guess a number!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EFD96B-9835-489B-B08C-F2F6492B13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6892" y="1984553"/>
            <a:ext cx="5150137" cy="1444447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Arial Rounded MT Bold" panose="020F0704030504030204" pitchFamily="34" charset="0"/>
              </a:rPr>
              <a:t>Guess an integer 1 ≤ x ≤ 8 by asking at most three questions!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21F1A8-A103-4F31-A7DB-25A1CC288D1A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2/92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FD0354E-05FC-415A-9E39-535F3CDAA805}"/>
              </a:ext>
            </a:extLst>
          </p:cNvPr>
          <p:cNvCxnSpPr>
            <a:cxnSpLocks/>
            <a:stCxn id="99" idx="0"/>
            <a:endCxn id="10" idx="5"/>
          </p:cNvCxnSpPr>
          <p:nvPr/>
        </p:nvCxnSpPr>
        <p:spPr>
          <a:xfrm flipH="1" flipV="1">
            <a:off x="7265532" y="2852595"/>
            <a:ext cx="1428152" cy="63408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3B790AF-0DEE-4700-9A79-D490DCF582AE}"/>
              </a:ext>
            </a:extLst>
          </p:cNvPr>
          <p:cNvCxnSpPr>
            <a:cxnSpLocks/>
            <a:stCxn id="29" idx="0"/>
            <a:endCxn id="10" idx="3"/>
          </p:cNvCxnSpPr>
          <p:nvPr/>
        </p:nvCxnSpPr>
        <p:spPr>
          <a:xfrm flipV="1">
            <a:off x="4960236" y="2852595"/>
            <a:ext cx="1566269" cy="63408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Oval 16">
            <a:extLst>
              <a:ext uri="{FF2B5EF4-FFF2-40B4-BE49-F238E27FC236}">
                <a16:creationId xmlns:a16="http://schemas.microsoft.com/office/drawing/2014/main" id="{EF54C6E9-F385-4C6B-9C30-04F8A57CC6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73447" y="2480846"/>
            <a:ext cx="1045143" cy="435531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1600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AEA82DE-9B9B-4877-967A-94434B5ABBF6}"/>
              </a:ext>
            </a:extLst>
          </p:cNvPr>
          <p:cNvCxnSpPr>
            <a:cxnSpLocks/>
            <a:stCxn id="37" idx="0"/>
            <a:endCxn id="28" idx="5"/>
          </p:cNvCxnSpPr>
          <p:nvPr/>
        </p:nvCxnSpPr>
        <p:spPr>
          <a:xfrm flipH="1" flipV="1">
            <a:off x="5294484" y="3845269"/>
            <a:ext cx="441068" cy="62092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955F891-B361-4A4E-B1B7-3519AE6B42A1}"/>
              </a:ext>
            </a:extLst>
          </p:cNvPr>
          <p:cNvCxnSpPr>
            <a:cxnSpLocks/>
            <a:stCxn id="35" idx="0"/>
            <a:endCxn id="28" idx="3"/>
          </p:cNvCxnSpPr>
          <p:nvPr/>
        </p:nvCxnSpPr>
        <p:spPr>
          <a:xfrm flipV="1">
            <a:off x="3936402" y="3845269"/>
            <a:ext cx="619055" cy="60476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Oval 16">
            <a:extLst>
              <a:ext uri="{FF2B5EF4-FFF2-40B4-BE49-F238E27FC236}">
                <a16:creationId xmlns:a16="http://schemas.microsoft.com/office/drawing/2014/main" id="{D8F1E407-7CD5-4501-A9BD-E5746E2C2D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7771" y="5408484"/>
            <a:ext cx="435531" cy="435531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1600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B8309B2-D45D-4690-822C-48BECF3F4475}"/>
              </a:ext>
            </a:extLst>
          </p:cNvPr>
          <p:cNvSpPr txBox="1"/>
          <p:nvPr/>
        </p:nvSpPr>
        <p:spPr>
          <a:xfrm>
            <a:off x="6576711" y="2502174"/>
            <a:ext cx="6928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0"/>
              </a:rPr>
              <a:t>x &lt; 5</a:t>
            </a:r>
            <a:endParaRPr lang="en-US" b="1" dirty="0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2DDCA8A-C1B5-4623-B326-A35ADD3866C7}"/>
              </a:ext>
            </a:extLst>
          </p:cNvPr>
          <p:cNvSpPr/>
          <p:nvPr/>
        </p:nvSpPr>
        <p:spPr>
          <a:xfrm>
            <a:off x="3175838" y="5446156"/>
            <a:ext cx="30649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1</a:t>
            </a:r>
          </a:p>
        </p:txBody>
      </p:sp>
      <p:sp>
        <p:nvSpPr>
          <p:cNvPr id="28" name="Oval 16">
            <a:extLst>
              <a:ext uri="{FF2B5EF4-FFF2-40B4-BE49-F238E27FC236}">
                <a16:creationId xmlns:a16="http://schemas.microsoft.com/office/drawing/2014/main" id="{98A055E5-A46E-4D60-A1A1-C1C2F272CD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02399" y="3473520"/>
            <a:ext cx="1045143" cy="435531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1600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BFD141A-3526-4EF9-BAE9-DABF5D896E32}"/>
              </a:ext>
            </a:extLst>
          </p:cNvPr>
          <p:cNvSpPr txBox="1"/>
          <p:nvPr/>
        </p:nvSpPr>
        <p:spPr>
          <a:xfrm>
            <a:off x="4613827" y="3486684"/>
            <a:ext cx="6928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0"/>
              </a:rPr>
              <a:t>x &lt; 3</a:t>
            </a:r>
            <a:endParaRPr lang="en-US" b="1" dirty="0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34" name="Oval 16">
            <a:extLst>
              <a:ext uri="{FF2B5EF4-FFF2-40B4-BE49-F238E27FC236}">
                <a16:creationId xmlns:a16="http://schemas.microsoft.com/office/drawing/2014/main" id="{B9F46BD0-2BD9-4A2E-967A-BFE1AF5ED9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78565" y="4436866"/>
            <a:ext cx="1045143" cy="435531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1600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6FB3181-1B73-41B0-A982-1A37E1607B43}"/>
              </a:ext>
            </a:extLst>
          </p:cNvPr>
          <p:cNvSpPr txBox="1"/>
          <p:nvPr/>
        </p:nvSpPr>
        <p:spPr>
          <a:xfrm>
            <a:off x="3589993" y="4450030"/>
            <a:ext cx="6928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0"/>
              </a:rPr>
              <a:t>x &lt; 2</a:t>
            </a:r>
            <a:endParaRPr lang="en-US" b="1" dirty="0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36" name="Oval 16">
            <a:extLst>
              <a:ext uri="{FF2B5EF4-FFF2-40B4-BE49-F238E27FC236}">
                <a16:creationId xmlns:a16="http://schemas.microsoft.com/office/drawing/2014/main" id="{24F7A112-A689-4BD7-8579-8E70D95190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35271" y="4453025"/>
            <a:ext cx="1045143" cy="435531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1600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7E120C9-3098-4CAC-882C-824033611AE6}"/>
              </a:ext>
            </a:extLst>
          </p:cNvPr>
          <p:cNvSpPr txBox="1"/>
          <p:nvPr/>
        </p:nvSpPr>
        <p:spPr>
          <a:xfrm>
            <a:off x="5355631" y="4466189"/>
            <a:ext cx="7598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0"/>
              </a:rPr>
              <a:t>x &lt; 4</a:t>
            </a:r>
            <a:endParaRPr lang="en-US" b="1" dirty="0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686B4D26-20DC-4E99-B7FB-217CED067893}"/>
              </a:ext>
            </a:extLst>
          </p:cNvPr>
          <p:cNvCxnSpPr>
            <a:cxnSpLocks/>
            <a:stCxn id="56" idx="0"/>
            <a:endCxn id="34" idx="5"/>
          </p:cNvCxnSpPr>
          <p:nvPr/>
        </p:nvCxnSpPr>
        <p:spPr>
          <a:xfrm flipH="1" flipV="1">
            <a:off x="4270650" y="4808615"/>
            <a:ext cx="149606" cy="59986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830AF038-3BAB-4B17-95C5-B00A037FAA1C}"/>
              </a:ext>
            </a:extLst>
          </p:cNvPr>
          <p:cNvCxnSpPr>
            <a:cxnSpLocks/>
            <a:stCxn id="14" idx="0"/>
            <a:endCxn id="34" idx="3"/>
          </p:cNvCxnSpPr>
          <p:nvPr/>
        </p:nvCxnSpPr>
        <p:spPr>
          <a:xfrm flipV="1">
            <a:off x="3345537" y="4808615"/>
            <a:ext cx="186086" cy="59986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Oval 16">
            <a:extLst>
              <a:ext uri="{FF2B5EF4-FFF2-40B4-BE49-F238E27FC236}">
                <a16:creationId xmlns:a16="http://schemas.microsoft.com/office/drawing/2014/main" id="{AFF49FDB-2BCD-4B10-8DEE-CBE8D0092A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02490" y="5408484"/>
            <a:ext cx="435531" cy="435531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1600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3DFF35FD-8271-44FD-B564-A1906E4AF9E2}"/>
              </a:ext>
            </a:extLst>
          </p:cNvPr>
          <p:cNvSpPr/>
          <p:nvPr/>
        </p:nvSpPr>
        <p:spPr>
          <a:xfrm>
            <a:off x="4250557" y="5446156"/>
            <a:ext cx="30649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2</a:t>
            </a:r>
          </a:p>
        </p:txBody>
      </p:sp>
      <p:sp>
        <p:nvSpPr>
          <p:cNvPr id="82" name="Oval 16">
            <a:extLst>
              <a:ext uri="{FF2B5EF4-FFF2-40B4-BE49-F238E27FC236}">
                <a16:creationId xmlns:a16="http://schemas.microsoft.com/office/drawing/2014/main" id="{A904111D-698B-40D7-BBEF-4727A5D94B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1916" y="5448651"/>
            <a:ext cx="435531" cy="435531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1600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093AD834-4D8A-4F42-BFBD-BEE4386EAC2C}"/>
              </a:ext>
            </a:extLst>
          </p:cNvPr>
          <p:cNvSpPr/>
          <p:nvPr/>
        </p:nvSpPr>
        <p:spPr>
          <a:xfrm>
            <a:off x="4999983" y="5486323"/>
            <a:ext cx="30649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3</a:t>
            </a:r>
          </a:p>
        </p:txBody>
      </p: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F7FD6AA1-1ACA-42A7-AD1C-2FBD3A8D4D61}"/>
              </a:ext>
            </a:extLst>
          </p:cNvPr>
          <p:cNvCxnSpPr>
            <a:cxnSpLocks/>
            <a:stCxn id="86" idx="0"/>
            <a:endCxn id="36" idx="5"/>
          </p:cNvCxnSpPr>
          <p:nvPr/>
        </p:nvCxnSpPr>
        <p:spPr>
          <a:xfrm flipH="1" flipV="1">
            <a:off x="6127356" y="4824774"/>
            <a:ext cx="117045" cy="62387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CECD2E80-9748-4585-940F-2E07DA3FC708}"/>
              </a:ext>
            </a:extLst>
          </p:cNvPr>
          <p:cNvCxnSpPr>
            <a:cxnSpLocks/>
            <a:stCxn id="82" idx="0"/>
            <a:endCxn id="36" idx="3"/>
          </p:cNvCxnSpPr>
          <p:nvPr/>
        </p:nvCxnSpPr>
        <p:spPr>
          <a:xfrm flipV="1">
            <a:off x="5169682" y="4824774"/>
            <a:ext cx="218647" cy="62387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Oval 16">
            <a:extLst>
              <a:ext uri="{FF2B5EF4-FFF2-40B4-BE49-F238E27FC236}">
                <a16:creationId xmlns:a16="http://schemas.microsoft.com/office/drawing/2014/main" id="{2ED6BFCA-CD17-469B-B2E9-411AC4B628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26635" y="5448651"/>
            <a:ext cx="435531" cy="435531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1600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9197E733-3687-4486-A43A-5515AB694ADB}"/>
              </a:ext>
            </a:extLst>
          </p:cNvPr>
          <p:cNvSpPr/>
          <p:nvPr/>
        </p:nvSpPr>
        <p:spPr>
          <a:xfrm>
            <a:off x="6074702" y="5486323"/>
            <a:ext cx="30649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4</a:t>
            </a:r>
          </a:p>
        </p:txBody>
      </p: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0D4101A3-44F7-43B7-9BE9-7F12D7855222}"/>
              </a:ext>
            </a:extLst>
          </p:cNvPr>
          <p:cNvCxnSpPr>
            <a:cxnSpLocks/>
            <a:stCxn id="103" idx="0"/>
            <a:endCxn id="98" idx="5"/>
          </p:cNvCxnSpPr>
          <p:nvPr/>
        </p:nvCxnSpPr>
        <p:spPr>
          <a:xfrm flipH="1" flipV="1">
            <a:off x="9027932" y="3845269"/>
            <a:ext cx="432903" cy="62092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0F39D131-59E4-41BB-AA71-0CCC7A933D73}"/>
              </a:ext>
            </a:extLst>
          </p:cNvPr>
          <p:cNvCxnSpPr>
            <a:cxnSpLocks/>
            <a:stCxn id="101" idx="0"/>
            <a:endCxn id="98" idx="3"/>
          </p:cNvCxnSpPr>
          <p:nvPr/>
        </p:nvCxnSpPr>
        <p:spPr>
          <a:xfrm flipV="1">
            <a:off x="7743326" y="3845269"/>
            <a:ext cx="545579" cy="60476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Oval 16">
            <a:extLst>
              <a:ext uri="{FF2B5EF4-FFF2-40B4-BE49-F238E27FC236}">
                <a16:creationId xmlns:a16="http://schemas.microsoft.com/office/drawing/2014/main" id="{09D44CD4-9177-4102-8619-1AEB84FCD2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34695" y="5408484"/>
            <a:ext cx="435531" cy="435531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1600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B35A79B7-3809-41A3-850C-77A6C1FF428C}"/>
              </a:ext>
            </a:extLst>
          </p:cNvPr>
          <p:cNvSpPr/>
          <p:nvPr/>
        </p:nvSpPr>
        <p:spPr>
          <a:xfrm>
            <a:off x="6982762" y="5446156"/>
            <a:ext cx="30649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5</a:t>
            </a:r>
          </a:p>
        </p:txBody>
      </p:sp>
      <p:sp>
        <p:nvSpPr>
          <p:cNvPr id="98" name="Oval 16">
            <a:extLst>
              <a:ext uri="{FF2B5EF4-FFF2-40B4-BE49-F238E27FC236}">
                <a16:creationId xmlns:a16="http://schemas.microsoft.com/office/drawing/2014/main" id="{ED74FE2F-E9B7-471E-BC2C-98FA2ED196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35847" y="3473520"/>
            <a:ext cx="1045143" cy="435531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1600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A4CBC8F5-23B2-4F34-A5B1-8D7B8F4AAD05}"/>
              </a:ext>
            </a:extLst>
          </p:cNvPr>
          <p:cNvSpPr txBox="1"/>
          <p:nvPr/>
        </p:nvSpPr>
        <p:spPr>
          <a:xfrm>
            <a:off x="8347275" y="3486684"/>
            <a:ext cx="6928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0"/>
              </a:rPr>
              <a:t>x &lt; 7</a:t>
            </a:r>
            <a:endParaRPr lang="en-US" b="1" dirty="0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00" name="Oval 16">
            <a:extLst>
              <a:ext uri="{FF2B5EF4-FFF2-40B4-BE49-F238E27FC236}">
                <a16:creationId xmlns:a16="http://schemas.microsoft.com/office/drawing/2014/main" id="{A2AC4596-F53B-4973-8BAB-BFA7860E81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85489" y="4436866"/>
            <a:ext cx="1045143" cy="435531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1600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909704AC-AFA9-4D2C-A7DA-A7FDBE6B103E}"/>
              </a:ext>
            </a:extLst>
          </p:cNvPr>
          <p:cNvSpPr txBox="1"/>
          <p:nvPr/>
        </p:nvSpPr>
        <p:spPr>
          <a:xfrm>
            <a:off x="7396917" y="4450030"/>
            <a:ext cx="6928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0"/>
              </a:rPr>
              <a:t>x &lt; 6</a:t>
            </a:r>
            <a:endParaRPr lang="en-US" b="1" dirty="0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02" name="Oval 16">
            <a:extLst>
              <a:ext uri="{FF2B5EF4-FFF2-40B4-BE49-F238E27FC236}">
                <a16:creationId xmlns:a16="http://schemas.microsoft.com/office/drawing/2014/main" id="{737B1FC6-7950-40AF-9483-98850193FC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60554" y="4453025"/>
            <a:ext cx="1045143" cy="435531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1600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BF580E05-07F5-490C-B32A-233FE330B448}"/>
              </a:ext>
            </a:extLst>
          </p:cNvPr>
          <p:cNvSpPr txBox="1"/>
          <p:nvPr/>
        </p:nvSpPr>
        <p:spPr>
          <a:xfrm>
            <a:off x="9080914" y="4466189"/>
            <a:ext cx="7598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0"/>
              </a:rPr>
              <a:t>x &lt; 8</a:t>
            </a:r>
            <a:endParaRPr lang="en-US" b="1" dirty="0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23A9250F-D784-4DFB-891F-800DC52E5420}"/>
              </a:ext>
            </a:extLst>
          </p:cNvPr>
          <p:cNvCxnSpPr>
            <a:cxnSpLocks/>
            <a:stCxn id="106" idx="0"/>
            <a:endCxn id="100" idx="5"/>
          </p:cNvCxnSpPr>
          <p:nvPr/>
        </p:nvCxnSpPr>
        <p:spPr>
          <a:xfrm flipH="1" flipV="1">
            <a:off x="8077574" y="4808615"/>
            <a:ext cx="149606" cy="59986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512FB9C4-C40C-4711-A5DE-BD164030EC11}"/>
              </a:ext>
            </a:extLst>
          </p:cNvPr>
          <p:cNvCxnSpPr>
            <a:cxnSpLocks/>
            <a:stCxn id="96" idx="0"/>
            <a:endCxn id="100" idx="3"/>
          </p:cNvCxnSpPr>
          <p:nvPr/>
        </p:nvCxnSpPr>
        <p:spPr>
          <a:xfrm flipV="1">
            <a:off x="7152461" y="4808615"/>
            <a:ext cx="186086" cy="59986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Oval 16">
            <a:extLst>
              <a:ext uri="{FF2B5EF4-FFF2-40B4-BE49-F238E27FC236}">
                <a16:creationId xmlns:a16="http://schemas.microsoft.com/office/drawing/2014/main" id="{0A03D049-79B7-4570-B452-4BE781946E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09414" y="5408484"/>
            <a:ext cx="435531" cy="435531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1600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5C82B52F-8E28-49BD-992A-58682C90A388}"/>
              </a:ext>
            </a:extLst>
          </p:cNvPr>
          <p:cNvSpPr/>
          <p:nvPr/>
        </p:nvSpPr>
        <p:spPr>
          <a:xfrm>
            <a:off x="8057481" y="5446156"/>
            <a:ext cx="30649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6</a:t>
            </a:r>
          </a:p>
        </p:txBody>
      </p:sp>
      <p:sp>
        <p:nvSpPr>
          <p:cNvPr id="108" name="Oval 16">
            <a:extLst>
              <a:ext uri="{FF2B5EF4-FFF2-40B4-BE49-F238E27FC236}">
                <a16:creationId xmlns:a16="http://schemas.microsoft.com/office/drawing/2014/main" id="{D1C0FEA0-B1D2-4DBB-9E34-D4805CC493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77199" y="5448651"/>
            <a:ext cx="435531" cy="435531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1600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3F166EFE-9977-44E8-8C07-EC38846BDB91}"/>
              </a:ext>
            </a:extLst>
          </p:cNvPr>
          <p:cNvSpPr/>
          <p:nvPr/>
        </p:nvSpPr>
        <p:spPr>
          <a:xfrm>
            <a:off x="8725266" y="5486323"/>
            <a:ext cx="30649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7</a:t>
            </a:r>
          </a:p>
        </p:txBody>
      </p: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1440E6B9-9BB0-4217-8F32-3C5FD42537D0}"/>
              </a:ext>
            </a:extLst>
          </p:cNvPr>
          <p:cNvCxnSpPr>
            <a:cxnSpLocks/>
            <a:stCxn id="112" idx="0"/>
            <a:endCxn id="102" idx="5"/>
          </p:cNvCxnSpPr>
          <p:nvPr/>
        </p:nvCxnSpPr>
        <p:spPr>
          <a:xfrm flipH="1" flipV="1">
            <a:off x="9852639" y="4824774"/>
            <a:ext cx="117045" cy="62387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Connector 110">
            <a:extLst>
              <a:ext uri="{FF2B5EF4-FFF2-40B4-BE49-F238E27FC236}">
                <a16:creationId xmlns:a16="http://schemas.microsoft.com/office/drawing/2014/main" id="{4B2D515B-1FA9-4E23-BDC4-EB92D7AE51F3}"/>
              </a:ext>
            </a:extLst>
          </p:cNvPr>
          <p:cNvCxnSpPr>
            <a:cxnSpLocks/>
            <a:stCxn id="108" idx="0"/>
            <a:endCxn id="102" idx="3"/>
          </p:cNvCxnSpPr>
          <p:nvPr/>
        </p:nvCxnSpPr>
        <p:spPr>
          <a:xfrm flipV="1">
            <a:off x="8894965" y="4824774"/>
            <a:ext cx="218647" cy="62387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Oval 16">
            <a:extLst>
              <a:ext uri="{FF2B5EF4-FFF2-40B4-BE49-F238E27FC236}">
                <a16:creationId xmlns:a16="http://schemas.microsoft.com/office/drawing/2014/main" id="{B8650A3C-2A75-4384-B9E4-0B29A07505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51918" y="5448651"/>
            <a:ext cx="435531" cy="435531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1600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56DCB876-1793-4C32-BE8D-64BFCF3CCBE5}"/>
              </a:ext>
            </a:extLst>
          </p:cNvPr>
          <p:cNvSpPr/>
          <p:nvPr/>
        </p:nvSpPr>
        <p:spPr>
          <a:xfrm>
            <a:off x="9799985" y="5486323"/>
            <a:ext cx="30649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8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E5E5DAB0-0448-48ED-9EA3-42B42A7A6661}"/>
              </a:ext>
            </a:extLst>
          </p:cNvPr>
          <p:cNvSpPr txBox="1"/>
          <p:nvPr/>
        </p:nvSpPr>
        <p:spPr>
          <a:xfrm flipH="1">
            <a:off x="5416746" y="2851699"/>
            <a:ext cx="104514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Arial Rounded MT Bold" panose="020F0704030504030204" pitchFamily="34" charset="0"/>
              </a:rPr>
              <a:t>yes</a:t>
            </a:r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BFD6E4C0-AB81-47DA-A899-CD72F32CBEAD}"/>
              </a:ext>
            </a:extLst>
          </p:cNvPr>
          <p:cNvSpPr txBox="1"/>
          <p:nvPr/>
        </p:nvSpPr>
        <p:spPr>
          <a:xfrm flipH="1">
            <a:off x="7874591" y="2761039"/>
            <a:ext cx="104514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Arial Rounded MT Bold" panose="020F0704030504030204" pitchFamily="34" charset="0"/>
              </a:rPr>
              <a:t>No</a:t>
            </a:r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30C0639F-9725-4D29-AEC0-89583144A235}"/>
              </a:ext>
            </a:extLst>
          </p:cNvPr>
          <p:cNvSpPr txBox="1"/>
          <p:nvPr/>
        </p:nvSpPr>
        <p:spPr>
          <a:xfrm flipH="1">
            <a:off x="3854848" y="3893921"/>
            <a:ext cx="104514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Arial Rounded MT Bold" panose="020F0704030504030204" pitchFamily="34" charset="0"/>
              </a:rPr>
              <a:t>yes</a:t>
            </a:r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6E9D7EAD-E37A-4CE0-AD2C-3122566BD96E}"/>
              </a:ext>
            </a:extLst>
          </p:cNvPr>
          <p:cNvSpPr txBox="1"/>
          <p:nvPr/>
        </p:nvSpPr>
        <p:spPr>
          <a:xfrm flipH="1">
            <a:off x="5472354" y="3892445"/>
            <a:ext cx="104514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Arial Rounded MT Bold" panose="020F0704030504030204" pitchFamily="34" charset="0"/>
              </a:rPr>
              <a:t>No</a:t>
            </a:r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DBA93995-E60C-4377-800B-CD6928823E8B}"/>
              </a:ext>
            </a:extLst>
          </p:cNvPr>
          <p:cNvSpPr txBox="1"/>
          <p:nvPr/>
        </p:nvSpPr>
        <p:spPr>
          <a:xfrm flipH="1">
            <a:off x="2919614" y="5026773"/>
            <a:ext cx="104514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Arial Rounded MT Bold" panose="020F0704030504030204" pitchFamily="34" charset="0"/>
              </a:rPr>
              <a:t>yes</a:t>
            </a:r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F39D9141-FC2E-4DF9-AC39-668DDA5D2CB0}"/>
              </a:ext>
            </a:extLst>
          </p:cNvPr>
          <p:cNvSpPr txBox="1"/>
          <p:nvPr/>
        </p:nvSpPr>
        <p:spPr>
          <a:xfrm flipH="1">
            <a:off x="4296145" y="4938435"/>
            <a:ext cx="104514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Arial Rounded MT Bold" panose="020F0704030504030204" pitchFamily="34" charset="0"/>
              </a:rPr>
              <a:t>No</a:t>
            </a:r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80B1E5C1-22D5-4E99-8EBB-85F6A4E42FF6}"/>
              </a:ext>
            </a:extLst>
          </p:cNvPr>
          <p:cNvSpPr txBox="1"/>
          <p:nvPr/>
        </p:nvSpPr>
        <p:spPr>
          <a:xfrm flipH="1">
            <a:off x="7563484" y="3899780"/>
            <a:ext cx="104514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Arial Rounded MT Bold" panose="020F0704030504030204" pitchFamily="34" charset="0"/>
              </a:rPr>
              <a:t>yes</a:t>
            </a:r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44B4BAD2-EE84-484B-8236-9EF3FFB76109}"/>
              </a:ext>
            </a:extLst>
          </p:cNvPr>
          <p:cNvSpPr txBox="1"/>
          <p:nvPr/>
        </p:nvSpPr>
        <p:spPr>
          <a:xfrm flipH="1">
            <a:off x="9180990" y="3898304"/>
            <a:ext cx="104514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Arial Rounded MT Bold" panose="020F0704030504030204" pitchFamily="34" charset="0"/>
              </a:rPr>
              <a:t>No</a:t>
            </a:r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5C55738D-73A4-46F4-B3FE-E608A1911E8E}"/>
              </a:ext>
            </a:extLst>
          </p:cNvPr>
          <p:cNvSpPr txBox="1"/>
          <p:nvPr/>
        </p:nvSpPr>
        <p:spPr>
          <a:xfrm flipH="1">
            <a:off x="6710567" y="5088464"/>
            <a:ext cx="104514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Arial Rounded MT Bold" panose="020F0704030504030204" pitchFamily="34" charset="0"/>
              </a:rPr>
              <a:t>yes</a:t>
            </a:r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F7C230C6-7E6C-4CC4-96C0-788B425887EC}"/>
              </a:ext>
            </a:extLst>
          </p:cNvPr>
          <p:cNvSpPr txBox="1"/>
          <p:nvPr/>
        </p:nvSpPr>
        <p:spPr>
          <a:xfrm flipH="1">
            <a:off x="8136406" y="5072316"/>
            <a:ext cx="104514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Arial Rounded MT Bold" panose="020F0704030504030204" pitchFamily="34" charset="0"/>
              </a:rPr>
              <a:t>No</a:t>
            </a:r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8F1DC454-E9B1-4FB4-86AE-2E8B771A88B5}"/>
              </a:ext>
            </a:extLst>
          </p:cNvPr>
          <p:cNvSpPr txBox="1"/>
          <p:nvPr/>
        </p:nvSpPr>
        <p:spPr>
          <a:xfrm flipH="1">
            <a:off x="4787066" y="5056299"/>
            <a:ext cx="104514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Arial Rounded MT Bold" panose="020F0704030504030204" pitchFamily="34" charset="0"/>
              </a:rPr>
              <a:t>yes</a:t>
            </a:r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F14C2560-F61A-4401-9D59-2652F0F80369}"/>
              </a:ext>
            </a:extLst>
          </p:cNvPr>
          <p:cNvSpPr txBox="1"/>
          <p:nvPr/>
        </p:nvSpPr>
        <p:spPr>
          <a:xfrm flipH="1">
            <a:off x="6163920" y="5040151"/>
            <a:ext cx="104514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Arial Rounded MT Bold" panose="020F0704030504030204" pitchFamily="34" charset="0"/>
              </a:rPr>
              <a:t>No</a:t>
            </a:r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6AA006D8-4C7E-4292-ACC2-5F4A4CEB88DA}"/>
              </a:ext>
            </a:extLst>
          </p:cNvPr>
          <p:cNvSpPr txBox="1"/>
          <p:nvPr/>
        </p:nvSpPr>
        <p:spPr>
          <a:xfrm flipH="1">
            <a:off x="8558341" y="4857157"/>
            <a:ext cx="104514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Arial Rounded MT Bold" panose="020F0704030504030204" pitchFamily="34" charset="0"/>
              </a:rPr>
              <a:t>yes</a:t>
            </a:r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7A3F6645-B4BD-4013-B251-3A6BEAFAB151}"/>
              </a:ext>
            </a:extLst>
          </p:cNvPr>
          <p:cNvSpPr txBox="1"/>
          <p:nvPr/>
        </p:nvSpPr>
        <p:spPr>
          <a:xfrm flipH="1">
            <a:off x="9849334" y="5020014"/>
            <a:ext cx="10451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0"/>
              </a:rPr>
              <a:t>No</a:t>
            </a:r>
          </a:p>
        </p:txBody>
      </p:sp>
      <p:sp>
        <p:nvSpPr>
          <p:cNvPr id="65" name="Oval 16">
            <a:extLst>
              <a:ext uri="{FF2B5EF4-FFF2-40B4-BE49-F238E27FC236}">
                <a16:creationId xmlns:a16="http://schemas.microsoft.com/office/drawing/2014/main" id="{FF4D9C0D-6F50-40A5-BE67-B6EEC0D049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95219" y="2486287"/>
            <a:ext cx="1045143" cy="435531"/>
          </a:xfrm>
          <a:prstGeom prst="ellipse">
            <a:avLst/>
          </a:prstGeom>
          <a:noFill/>
          <a:ln w="57150">
            <a:solidFill>
              <a:srgbClr val="76F616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1600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67" name="Oval 16">
            <a:extLst>
              <a:ext uri="{FF2B5EF4-FFF2-40B4-BE49-F238E27FC236}">
                <a16:creationId xmlns:a16="http://schemas.microsoft.com/office/drawing/2014/main" id="{9A3DEF43-4C32-4F2D-A350-3C218FA898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33171" y="3480102"/>
            <a:ext cx="1045143" cy="435531"/>
          </a:xfrm>
          <a:prstGeom prst="ellipse">
            <a:avLst/>
          </a:prstGeom>
          <a:noFill/>
          <a:ln w="57150">
            <a:solidFill>
              <a:srgbClr val="76F616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1600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68" name="Oval 16">
            <a:extLst>
              <a:ext uri="{FF2B5EF4-FFF2-40B4-BE49-F238E27FC236}">
                <a16:creationId xmlns:a16="http://schemas.microsoft.com/office/drawing/2014/main" id="{851C67F0-6A69-44CE-9FBA-EA3FD32F60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69677" y="4457492"/>
            <a:ext cx="1045143" cy="435531"/>
          </a:xfrm>
          <a:prstGeom prst="ellipse">
            <a:avLst/>
          </a:prstGeom>
          <a:noFill/>
          <a:ln w="57150">
            <a:solidFill>
              <a:srgbClr val="76F616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1600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69" name="Oval 16">
            <a:extLst>
              <a:ext uri="{FF2B5EF4-FFF2-40B4-BE49-F238E27FC236}">
                <a16:creationId xmlns:a16="http://schemas.microsoft.com/office/drawing/2014/main" id="{DC302481-1A07-4D36-A9E9-E9890884C8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55742" y="5452334"/>
            <a:ext cx="466921" cy="435531"/>
          </a:xfrm>
          <a:prstGeom prst="ellipse">
            <a:avLst/>
          </a:prstGeom>
          <a:noFill/>
          <a:ln w="57150">
            <a:solidFill>
              <a:srgbClr val="76F616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1600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5355628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" grpId="0" animBg="1"/>
      <p:bldP spid="65" grpId="1" animBg="1"/>
      <p:bldP spid="67" grpId="0" animBg="1"/>
      <p:bldP spid="67" grpId="1" animBg="1"/>
      <p:bldP spid="68" grpId="0" animBg="1"/>
      <p:bldP spid="68" grpId="1" animBg="1"/>
      <p:bldP spid="69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D54328-5E56-43D4-8C8D-4419DF57C1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Guess a number!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BEFD96B-9835-489B-B08C-F2F6492B13C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71571" y="1813103"/>
                <a:ext cx="11248858" cy="1444447"/>
              </a:xfrm>
            </p:spPr>
            <p:txBody>
              <a:bodyPr>
                <a:normAutofit/>
              </a:bodyPr>
              <a:lstStyle/>
              <a:p>
                <a:r>
                  <a:rPr lang="en-US" sz="2400" dirty="0"/>
                  <a:t>Guess an integer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1 ≤ 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 ≤ 16 </m:t>
                    </m:r>
                  </m:oMath>
                </a14:m>
                <a:r>
                  <a:rPr lang="en-US" sz="2400" dirty="0"/>
                  <a:t>by asking at most three questions! </a:t>
                </a:r>
              </a:p>
              <a:p>
                <a:r>
                  <a:rPr lang="en-US" sz="2400" dirty="0"/>
                  <a:t>Guess 7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BEFD96B-9835-489B-B08C-F2F6492B13C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71571" y="1813103"/>
                <a:ext cx="11248858" cy="1444447"/>
              </a:xfrm>
              <a:blipFill>
                <a:blip r:embed="rId4"/>
                <a:stretch>
                  <a:fillRect l="-5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21F1A8-A103-4F31-A7DB-25A1CC288D1A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3/92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0775423D-7103-4904-82B5-7D38D22CFF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2736312"/>
              </p:ext>
            </p:extLst>
          </p:nvPr>
        </p:nvGraphicFramePr>
        <p:xfrm>
          <a:off x="1722663" y="3305711"/>
          <a:ext cx="7676992" cy="39188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79812">
                  <a:extLst>
                    <a:ext uri="{9D8B030D-6E8A-4147-A177-3AD203B41FA5}">
                      <a16:colId xmlns:a16="http://schemas.microsoft.com/office/drawing/2014/main" val="258536888"/>
                    </a:ext>
                  </a:extLst>
                </a:gridCol>
                <a:gridCol w="479812">
                  <a:extLst>
                    <a:ext uri="{9D8B030D-6E8A-4147-A177-3AD203B41FA5}">
                      <a16:colId xmlns:a16="http://schemas.microsoft.com/office/drawing/2014/main" val="1071044562"/>
                    </a:ext>
                  </a:extLst>
                </a:gridCol>
                <a:gridCol w="479812">
                  <a:extLst>
                    <a:ext uri="{9D8B030D-6E8A-4147-A177-3AD203B41FA5}">
                      <a16:colId xmlns:a16="http://schemas.microsoft.com/office/drawing/2014/main" val="1138700418"/>
                    </a:ext>
                  </a:extLst>
                </a:gridCol>
                <a:gridCol w="479812">
                  <a:extLst>
                    <a:ext uri="{9D8B030D-6E8A-4147-A177-3AD203B41FA5}">
                      <a16:colId xmlns:a16="http://schemas.microsoft.com/office/drawing/2014/main" val="4161297801"/>
                    </a:ext>
                  </a:extLst>
                </a:gridCol>
                <a:gridCol w="479812">
                  <a:extLst>
                    <a:ext uri="{9D8B030D-6E8A-4147-A177-3AD203B41FA5}">
                      <a16:colId xmlns:a16="http://schemas.microsoft.com/office/drawing/2014/main" val="3677579828"/>
                    </a:ext>
                  </a:extLst>
                </a:gridCol>
                <a:gridCol w="479812">
                  <a:extLst>
                    <a:ext uri="{9D8B030D-6E8A-4147-A177-3AD203B41FA5}">
                      <a16:colId xmlns:a16="http://schemas.microsoft.com/office/drawing/2014/main" val="893752739"/>
                    </a:ext>
                  </a:extLst>
                </a:gridCol>
                <a:gridCol w="479812">
                  <a:extLst>
                    <a:ext uri="{9D8B030D-6E8A-4147-A177-3AD203B41FA5}">
                      <a16:colId xmlns:a16="http://schemas.microsoft.com/office/drawing/2014/main" val="2043932218"/>
                    </a:ext>
                  </a:extLst>
                </a:gridCol>
                <a:gridCol w="479812">
                  <a:extLst>
                    <a:ext uri="{9D8B030D-6E8A-4147-A177-3AD203B41FA5}">
                      <a16:colId xmlns:a16="http://schemas.microsoft.com/office/drawing/2014/main" val="3438467595"/>
                    </a:ext>
                  </a:extLst>
                </a:gridCol>
                <a:gridCol w="479812">
                  <a:extLst>
                    <a:ext uri="{9D8B030D-6E8A-4147-A177-3AD203B41FA5}">
                      <a16:colId xmlns:a16="http://schemas.microsoft.com/office/drawing/2014/main" val="1141642855"/>
                    </a:ext>
                  </a:extLst>
                </a:gridCol>
                <a:gridCol w="479812">
                  <a:extLst>
                    <a:ext uri="{9D8B030D-6E8A-4147-A177-3AD203B41FA5}">
                      <a16:colId xmlns:a16="http://schemas.microsoft.com/office/drawing/2014/main" val="3727575465"/>
                    </a:ext>
                  </a:extLst>
                </a:gridCol>
                <a:gridCol w="479812">
                  <a:extLst>
                    <a:ext uri="{9D8B030D-6E8A-4147-A177-3AD203B41FA5}">
                      <a16:colId xmlns:a16="http://schemas.microsoft.com/office/drawing/2014/main" val="1419097794"/>
                    </a:ext>
                  </a:extLst>
                </a:gridCol>
                <a:gridCol w="479812">
                  <a:extLst>
                    <a:ext uri="{9D8B030D-6E8A-4147-A177-3AD203B41FA5}">
                      <a16:colId xmlns:a16="http://schemas.microsoft.com/office/drawing/2014/main" val="1177698166"/>
                    </a:ext>
                  </a:extLst>
                </a:gridCol>
                <a:gridCol w="479812">
                  <a:extLst>
                    <a:ext uri="{9D8B030D-6E8A-4147-A177-3AD203B41FA5}">
                      <a16:colId xmlns:a16="http://schemas.microsoft.com/office/drawing/2014/main" val="3148517245"/>
                    </a:ext>
                  </a:extLst>
                </a:gridCol>
                <a:gridCol w="479812">
                  <a:extLst>
                    <a:ext uri="{9D8B030D-6E8A-4147-A177-3AD203B41FA5}">
                      <a16:colId xmlns:a16="http://schemas.microsoft.com/office/drawing/2014/main" val="243479968"/>
                    </a:ext>
                  </a:extLst>
                </a:gridCol>
                <a:gridCol w="479812">
                  <a:extLst>
                    <a:ext uri="{9D8B030D-6E8A-4147-A177-3AD203B41FA5}">
                      <a16:colId xmlns:a16="http://schemas.microsoft.com/office/drawing/2014/main" val="868457941"/>
                    </a:ext>
                  </a:extLst>
                </a:gridCol>
                <a:gridCol w="479812">
                  <a:extLst>
                    <a:ext uri="{9D8B030D-6E8A-4147-A177-3AD203B41FA5}">
                      <a16:colId xmlns:a16="http://schemas.microsoft.com/office/drawing/2014/main" val="2431374129"/>
                    </a:ext>
                  </a:extLst>
                </a:gridCol>
              </a:tblGrid>
              <a:tr h="391886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11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13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14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15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16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3272848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E6823BA6-734E-4969-9075-7C03978799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6074554"/>
              </p:ext>
            </p:extLst>
          </p:nvPr>
        </p:nvGraphicFramePr>
        <p:xfrm>
          <a:off x="1722663" y="3858161"/>
          <a:ext cx="7676992" cy="39188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79812">
                  <a:extLst>
                    <a:ext uri="{9D8B030D-6E8A-4147-A177-3AD203B41FA5}">
                      <a16:colId xmlns:a16="http://schemas.microsoft.com/office/drawing/2014/main" val="258536888"/>
                    </a:ext>
                  </a:extLst>
                </a:gridCol>
                <a:gridCol w="479812">
                  <a:extLst>
                    <a:ext uri="{9D8B030D-6E8A-4147-A177-3AD203B41FA5}">
                      <a16:colId xmlns:a16="http://schemas.microsoft.com/office/drawing/2014/main" val="1071044562"/>
                    </a:ext>
                  </a:extLst>
                </a:gridCol>
                <a:gridCol w="479812">
                  <a:extLst>
                    <a:ext uri="{9D8B030D-6E8A-4147-A177-3AD203B41FA5}">
                      <a16:colId xmlns:a16="http://schemas.microsoft.com/office/drawing/2014/main" val="1138700418"/>
                    </a:ext>
                  </a:extLst>
                </a:gridCol>
                <a:gridCol w="479812">
                  <a:extLst>
                    <a:ext uri="{9D8B030D-6E8A-4147-A177-3AD203B41FA5}">
                      <a16:colId xmlns:a16="http://schemas.microsoft.com/office/drawing/2014/main" val="4161297801"/>
                    </a:ext>
                  </a:extLst>
                </a:gridCol>
                <a:gridCol w="479812">
                  <a:extLst>
                    <a:ext uri="{9D8B030D-6E8A-4147-A177-3AD203B41FA5}">
                      <a16:colId xmlns:a16="http://schemas.microsoft.com/office/drawing/2014/main" val="3677579828"/>
                    </a:ext>
                  </a:extLst>
                </a:gridCol>
                <a:gridCol w="479812">
                  <a:extLst>
                    <a:ext uri="{9D8B030D-6E8A-4147-A177-3AD203B41FA5}">
                      <a16:colId xmlns:a16="http://schemas.microsoft.com/office/drawing/2014/main" val="893752739"/>
                    </a:ext>
                  </a:extLst>
                </a:gridCol>
                <a:gridCol w="479812">
                  <a:extLst>
                    <a:ext uri="{9D8B030D-6E8A-4147-A177-3AD203B41FA5}">
                      <a16:colId xmlns:a16="http://schemas.microsoft.com/office/drawing/2014/main" val="2043932218"/>
                    </a:ext>
                  </a:extLst>
                </a:gridCol>
                <a:gridCol w="479812">
                  <a:extLst>
                    <a:ext uri="{9D8B030D-6E8A-4147-A177-3AD203B41FA5}">
                      <a16:colId xmlns:a16="http://schemas.microsoft.com/office/drawing/2014/main" val="3438467595"/>
                    </a:ext>
                  </a:extLst>
                </a:gridCol>
                <a:gridCol w="479812">
                  <a:extLst>
                    <a:ext uri="{9D8B030D-6E8A-4147-A177-3AD203B41FA5}">
                      <a16:colId xmlns:a16="http://schemas.microsoft.com/office/drawing/2014/main" val="1141642855"/>
                    </a:ext>
                  </a:extLst>
                </a:gridCol>
                <a:gridCol w="479812">
                  <a:extLst>
                    <a:ext uri="{9D8B030D-6E8A-4147-A177-3AD203B41FA5}">
                      <a16:colId xmlns:a16="http://schemas.microsoft.com/office/drawing/2014/main" val="3727575465"/>
                    </a:ext>
                  </a:extLst>
                </a:gridCol>
                <a:gridCol w="479812">
                  <a:extLst>
                    <a:ext uri="{9D8B030D-6E8A-4147-A177-3AD203B41FA5}">
                      <a16:colId xmlns:a16="http://schemas.microsoft.com/office/drawing/2014/main" val="1419097794"/>
                    </a:ext>
                  </a:extLst>
                </a:gridCol>
                <a:gridCol w="479812">
                  <a:extLst>
                    <a:ext uri="{9D8B030D-6E8A-4147-A177-3AD203B41FA5}">
                      <a16:colId xmlns:a16="http://schemas.microsoft.com/office/drawing/2014/main" val="1177698166"/>
                    </a:ext>
                  </a:extLst>
                </a:gridCol>
                <a:gridCol w="479812">
                  <a:extLst>
                    <a:ext uri="{9D8B030D-6E8A-4147-A177-3AD203B41FA5}">
                      <a16:colId xmlns:a16="http://schemas.microsoft.com/office/drawing/2014/main" val="3148517245"/>
                    </a:ext>
                  </a:extLst>
                </a:gridCol>
                <a:gridCol w="479812">
                  <a:extLst>
                    <a:ext uri="{9D8B030D-6E8A-4147-A177-3AD203B41FA5}">
                      <a16:colId xmlns:a16="http://schemas.microsoft.com/office/drawing/2014/main" val="243479968"/>
                    </a:ext>
                  </a:extLst>
                </a:gridCol>
                <a:gridCol w="479812">
                  <a:extLst>
                    <a:ext uri="{9D8B030D-6E8A-4147-A177-3AD203B41FA5}">
                      <a16:colId xmlns:a16="http://schemas.microsoft.com/office/drawing/2014/main" val="868457941"/>
                    </a:ext>
                  </a:extLst>
                </a:gridCol>
                <a:gridCol w="479812">
                  <a:extLst>
                    <a:ext uri="{9D8B030D-6E8A-4147-A177-3AD203B41FA5}">
                      <a16:colId xmlns:a16="http://schemas.microsoft.com/office/drawing/2014/main" val="2431374129"/>
                    </a:ext>
                  </a:extLst>
                </a:gridCol>
              </a:tblGrid>
              <a:tr h="391886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11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13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14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15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16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3272848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C22E2711-43C5-48C9-A0AA-A83D04DD1A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3233581"/>
              </p:ext>
            </p:extLst>
          </p:nvPr>
        </p:nvGraphicFramePr>
        <p:xfrm>
          <a:off x="1722663" y="4445027"/>
          <a:ext cx="7676992" cy="39188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79812">
                  <a:extLst>
                    <a:ext uri="{9D8B030D-6E8A-4147-A177-3AD203B41FA5}">
                      <a16:colId xmlns:a16="http://schemas.microsoft.com/office/drawing/2014/main" val="258536888"/>
                    </a:ext>
                  </a:extLst>
                </a:gridCol>
                <a:gridCol w="479812">
                  <a:extLst>
                    <a:ext uri="{9D8B030D-6E8A-4147-A177-3AD203B41FA5}">
                      <a16:colId xmlns:a16="http://schemas.microsoft.com/office/drawing/2014/main" val="1071044562"/>
                    </a:ext>
                  </a:extLst>
                </a:gridCol>
                <a:gridCol w="479812">
                  <a:extLst>
                    <a:ext uri="{9D8B030D-6E8A-4147-A177-3AD203B41FA5}">
                      <a16:colId xmlns:a16="http://schemas.microsoft.com/office/drawing/2014/main" val="1138700418"/>
                    </a:ext>
                  </a:extLst>
                </a:gridCol>
                <a:gridCol w="479812">
                  <a:extLst>
                    <a:ext uri="{9D8B030D-6E8A-4147-A177-3AD203B41FA5}">
                      <a16:colId xmlns:a16="http://schemas.microsoft.com/office/drawing/2014/main" val="4161297801"/>
                    </a:ext>
                  </a:extLst>
                </a:gridCol>
                <a:gridCol w="479812">
                  <a:extLst>
                    <a:ext uri="{9D8B030D-6E8A-4147-A177-3AD203B41FA5}">
                      <a16:colId xmlns:a16="http://schemas.microsoft.com/office/drawing/2014/main" val="3677579828"/>
                    </a:ext>
                  </a:extLst>
                </a:gridCol>
                <a:gridCol w="479812">
                  <a:extLst>
                    <a:ext uri="{9D8B030D-6E8A-4147-A177-3AD203B41FA5}">
                      <a16:colId xmlns:a16="http://schemas.microsoft.com/office/drawing/2014/main" val="893752739"/>
                    </a:ext>
                  </a:extLst>
                </a:gridCol>
                <a:gridCol w="479812">
                  <a:extLst>
                    <a:ext uri="{9D8B030D-6E8A-4147-A177-3AD203B41FA5}">
                      <a16:colId xmlns:a16="http://schemas.microsoft.com/office/drawing/2014/main" val="2043932218"/>
                    </a:ext>
                  </a:extLst>
                </a:gridCol>
                <a:gridCol w="479812">
                  <a:extLst>
                    <a:ext uri="{9D8B030D-6E8A-4147-A177-3AD203B41FA5}">
                      <a16:colId xmlns:a16="http://schemas.microsoft.com/office/drawing/2014/main" val="3438467595"/>
                    </a:ext>
                  </a:extLst>
                </a:gridCol>
                <a:gridCol w="479812">
                  <a:extLst>
                    <a:ext uri="{9D8B030D-6E8A-4147-A177-3AD203B41FA5}">
                      <a16:colId xmlns:a16="http://schemas.microsoft.com/office/drawing/2014/main" val="1141642855"/>
                    </a:ext>
                  </a:extLst>
                </a:gridCol>
                <a:gridCol w="479812">
                  <a:extLst>
                    <a:ext uri="{9D8B030D-6E8A-4147-A177-3AD203B41FA5}">
                      <a16:colId xmlns:a16="http://schemas.microsoft.com/office/drawing/2014/main" val="3727575465"/>
                    </a:ext>
                  </a:extLst>
                </a:gridCol>
                <a:gridCol w="479812">
                  <a:extLst>
                    <a:ext uri="{9D8B030D-6E8A-4147-A177-3AD203B41FA5}">
                      <a16:colId xmlns:a16="http://schemas.microsoft.com/office/drawing/2014/main" val="1419097794"/>
                    </a:ext>
                  </a:extLst>
                </a:gridCol>
                <a:gridCol w="479812">
                  <a:extLst>
                    <a:ext uri="{9D8B030D-6E8A-4147-A177-3AD203B41FA5}">
                      <a16:colId xmlns:a16="http://schemas.microsoft.com/office/drawing/2014/main" val="1177698166"/>
                    </a:ext>
                  </a:extLst>
                </a:gridCol>
                <a:gridCol w="479812">
                  <a:extLst>
                    <a:ext uri="{9D8B030D-6E8A-4147-A177-3AD203B41FA5}">
                      <a16:colId xmlns:a16="http://schemas.microsoft.com/office/drawing/2014/main" val="3148517245"/>
                    </a:ext>
                  </a:extLst>
                </a:gridCol>
                <a:gridCol w="479812">
                  <a:extLst>
                    <a:ext uri="{9D8B030D-6E8A-4147-A177-3AD203B41FA5}">
                      <a16:colId xmlns:a16="http://schemas.microsoft.com/office/drawing/2014/main" val="243479968"/>
                    </a:ext>
                  </a:extLst>
                </a:gridCol>
                <a:gridCol w="479812">
                  <a:extLst>
                    <a:ext uri="{9D8B030D-6E8A-4147-A177-3AD203B41FA5}">
                      <a16:colId xmlns:a16="http://schemas.microsoft.com/office/drawing/2014/main" val="868457941"/>
                    </a:ext>
                  </a:extLst>
                </a:gridCol>
                <a:gridCol w="479812">
                  <a:extLst>
                    <a:ext uri="{9D8B030D-6E8A-4147-A177-3AD203B41FA5}">
                      <a16:colId xmlns:a16="http://schemas.microsoft.com/office/drawing/2014/main" val="2431374129"/>
                    </a:ext>
                  </a:extLst>
                </a:gridCol>
              </a:tblGrid>
              <a:tr h="391886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</a:t>
                      </a:r>
                    </a:p>
                  </a:txBody>
                  <a:tcP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</a:p>
                  </a:txBody>
                  <a:tcP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11</a:t>
                      </a:r>
                    </a:p>
                  </a:txBody>
                  <a:tcP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</a:t>
                      </a:r>
                    </a:p>
                  </a:txBody>
                  <a:tcP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13</a:t>
                      </a:r>
                    </a:p>
                  </a:txBody>
                  <a:tcP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14</a:t>
                      </a:r>
                    </a:p>
                  </a:txBody>
                  <a:tcP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15</a:t>
                      </a:r>
                    </a:p>
                  </a:txBody>
                  <a:tcP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16</a:t>
                      </a:r>
                    </a:p>
                  </a:txBody>
                  <a:tcPr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3272848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EA3DFCEC-27F3-404B-AECE-405CB47D59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3518013"/>
              </p:ext>
            </p:extLst>
          </p:nvPr>
        </p:nvGraphicFramePr>
        <p:xfrm>
          <a:off x="1722663" y="5052515"/>
          <a:ext cx="7676992" cy="39188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79812">
                  <a:extLst>
                    <a:ext uri="{9D8B030D-6E8A-4147-A177-3AD203B41FA5}">
                      <a16:colId xmlns:a16="http://schemas.microsoft.com/office/drawing/2014/main" val="258536888"/>
                    </a:ext>
                  </a:extLst>
                </a:gridCol>
                <a:gridCol w="479812">
                  <a:extLst>
                    <a:ext uri="{9D8B030D-6E8A-4147-A177-3AD203B41FA5}">
                      <a16:colId xmlns:a16="http://schemas.microsoft.com/office/drawing/2014/main" val="1071044562"/>
                    </a:ext>
                  </a:extLst>
                </a:gridCol>
                <a:gridCol w="479812">
                  <a:extLst>
                    <a:ext uri="{9D8B030D-6E8A-4147-A177-3AD203B41FA5}">
                      <a16:colId xmlns:a16="http://schemas.microsoft.com/office/drawing/2014/main" val="1138700418"/>
                    </a:ext>
                  </a:extLst>
                </a:gridCol>
                <a:gridCol w="479812">
                  <a:extLst>
                    <a:ext uri="{9D8B030D-6E8A-4147-A177-3AD203B41FA5}">
                      <a16:colId xmlns:a16="http://schemas.microsoft.com/office/drawing/2014/main" val="4161297801"/>
                    </a:ext>
                  </a:extLst>
                </a:gridCol>
                <a:gridCol w="479812">
                  <a:extLst>
                    <a:ext uri="{9D8B030D-6E8A-4147-A177-3AD203B41FA5}">
                      <a16:colId xmlns:a16="http://schemas.microsoft.com/office/drawing/2014/main" val="3677579828"/>
                    </a:ext>
                  </a:extLst>
                </a:gridCol>
                <a:gridCol w="479812">
                  <a:extLst>
                    <a:ext uri="{9D8B030D-6E8A-4147-A177-3AD203B41FA5}">
                      <a16:colId xmlns:a16="http://schemas.microsoft.com/office/drawing/2014/main" val="893752739"/>
                    </a:ext>
                  </a:extLst>
                </a:gridCol>
                <a:gridCol w="479812">
                  <a:extLst>
                    <a:ext uri="{9D8B030D-6E8A-4147-A177-3AD203B41FA5}">
                      <a16:colId xmlns:a16="http://schemas.microsoft.com/office/drawing/2014/main" val="2043932218"/>
                    </a:ext>
                  </a:extLst>
                </a:gridCol>
                <a:gridCol w="479812">
                  <a:extLst>
                    <a:ext uri="{9D8B030D-6E8A-4147-A177-3AD203B41FA5}">
                      <a16:colId xmlns:a16="http://schemas.microsoft.com/office/drawing/2014/main" val="3438467595"/>
                    </a:ext>
                  </a:extLst>
                </a:gridCol>
                <a:gridCol w="479812">
                  <a:extLst>
                    <a:ext uri="{9D8B030D-6E8A-4147-A177-3AD203B41FA5}">
                      <a16:colId xmlns:a16="http://schemas.microsoft.com/office/drawing/2014/main" val="1141642855"/>
                    </a:ext>
                  </a:extLst>
                </a:gridCol>
                <a:gridCol w="479812">
                  <a:extLst>
                    <a:ext uri="{9D8B030D-6E8A-4147-A177-3AD203B41FA5}">
                      <a16:colId xmlns:a16="http://schemas.microsoft.com/office/drawing/2014/main" val="3727575465"/>
                    </a:ext>
                  </a:extLst>
                </a:gridCol>
                <a:gridCol w="479812">
                  <a:extLst>
                    <a:ext uri="{9D8B030D-6E8A-4147-A177-3AD203B41FA5}">
                      <a16:colId xmlns:a16="http://schemas.microsoft.com/office/drawing/2014/main" val="1419097794"/>
                    </a:ext>
                  </a:extLst>
                </a:gridCol>
                <a:gridCol w="479812">
                  <a:extLst>
                    <a:ext uri="{9D8B030D-6E8A-4147-A177-3AD203B41FA5}">
                      <a16:colId xmlns:a16="http://schemas.microsoft.com/office/drawing/2014/main" val="1177698166"/>
                    </a:ext>
                  </a:extLst>
                </a:gridCol>
                <a:gridCol w="479812">
                  <a:extLst>
                    <a:ext uri="{9D8B030D-6E8A-4147-A177-3AD203B41FA5}">
                      <a16:colId xmlns:a16="http://schemas.microsoft.com/office/drawing/2014/main" val="3148517245"/>
                    </a:ext>
                  </a:extLst>
                </a:gridCol>
                <a:gridCol w="479812">
                  <a:extLst>
                    <a:ext uri="{9D8B030D-6E8A-4147-A177-3AD203B41FA5}">
                      <a16:colId xmlns:a16="http://schemas.microsoft.com/office/drawing/2014/main" val="243479968"/>
                    </a:ext>
                  </a:extLst>
                </a:gridCol>
                <a:gridCol w="479812">
                  <a:extLst>
                    <a:ext uri="{9D8B030D-6E8A-4147-A177-3AD203B41FA5}">
                      <a16:colId xmlns:a16="http://schemas.microsoft.com/office/drawing/2014/main" val="868457941"/>
                    </a:ext>
                  </a:extLst>
                </a:gridCol>
                <a:gridCol w="479812">
                  <a:extLst>
                    <a:ext uri="{9D8B030D-6E8A-4147-A177-3AD203B41FA5}">
                      <a16:colId xmlns:a16="http://schemas.microsoft.com/office/drawing/2014/main" val="2431374129"/>
                    </a:ext>
                  </a:extLst>
                </a:gridCol>
              </a:tblGrid>
              <a:tr h="391886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</a:t>
                      </a:r>
                    </a:p>
                  </a:txBody>
                  <a:tcP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</a:p>
                  </a:txBody>
                  <a:tcP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11</a:t>
                      </a:r>
                    </a:p>
                  </a:txBody>
                  <a:tcP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</a:t>
                      </a:r>
                    </a:p>
                  </a:txBody>
                  <a:tcP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13</a:t>
                      </a:r>
                    </a:p>
                  </a:txBody>
                  <a:tcP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14</a:t>
                      </a:r>
                    </a:p>
                  </a:txBody>
                  <a:tcP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15</a:t>
                      </a:r>
                    </a:p>
                  </a:txBody>
                  <a:tcP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16</a:t>
                      </a:r>
                    </a:p>
                  </a:txBody>
                  <a:tcPr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3272848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8D0DA498-7B29-449E-B759-69AAFB65EA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0937831"/>
              </p:ext>
            </p:extLst>
          </p:nvPr>
        </p:nvGraphicFramePr>
        <p:xfrm>
          <a:off x="1722663" y="5660003"/>
          <a:ext cx="7676992" cy="39188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79812">
                  <a:extLst>
                    <a:ext uri="{9D8B030D-6E8A-4147-A177-3AD203B41FA5}">
                      <a16:colId xmlns:a16="http://schemas.microsoft.com/office/drawing/2014/main" val="258536888"/>
                    </a:ext>
                  </a:extLst>
                </a:gridCol>
                <a:gridCol w="479812">
                  <a:extLst>
                    <a:ext uri="{9D8B030D-6E8A-4147-A177-3AD203B41FA5}">
                      <a16:colId xmlns:a16="http://schemas.microsoft.com/office/drawing/2014/main" val="1071044562"/>
                    </a:ext>
                  </a:extLst>
                </a:gridCol>
                <a:gridCol w="479812">
                  <a:extLst>
                    <a:ext uri="{9D8B030D-6E8A-4147-A177-3AD203B41FA5}">
                      <a16:colId xmlns:a16="http://schemas.microsoft.com/office/drawing/2014/main" val="1138700418"/>
                    </a:ext>
                  </a:extLst>
                </a:gridCol>
                <a:gridCol w="479812">
                  <a:extLst>
                    <a:ext uri="{9D8B030D-6E8A-4147-A177-3AD203B41FA5}">
                      <a16:colId xmlns:a16="http://schemas.microsoft.com/office/drawing/2014/main" val="4161297801"/>
                    </a:ext>
                  </a:extLst>
                </a:gridCol>
                <a:gridCol w="479812">
                  <a:extLst>
                    <a:ext uri="{9D8B030D-6E8A-4147-A177-3AD203B41FA5}">
                      <a16:colId xmlns:a16="http://schemas.microsoft.com/office/drawing/2014/main" val="3677579828"/>
                    </a:ext>
                  </a:extLst>
                </a:gridCol>
                <a:gridCol w="479812">
                  <a:extLst>
                    <a:ext uri="{9D8B030D-6E8A-4147-A177-3AD203B41FA5}">
                      <a16:colId xmlns:a16="http://schemas.microsoft.com/office/drawing/2014/main" val="893752739"/>
                    </a:ext>
                  </a:extLst>
                </a:gridCol>
                <a:gridCol w="479812">
                  <a:extLst>
                    <a:ext uri="{9D8B030D-6E8A-4147-A177-3AD203B41FA5}">
                      <a16:colId xmlns:a16="http://schemas.microsoft.com/office/drawing/2014/main" val="2043932218"/>
                    </a:ext>
                  </a:extLst>
                </a:gridCol>
                <a:gridCol w="479812">
                  <a:extLst>
                    <a:ext uri="{9D8B030D-6E8A-4147-A177-3AD203B41FA5}">
                      <a16:colId xmlns:a16="http://schemas.microsoft.com/office/drawing/2014/main" val="3438467595"/>
                    </a:ext>
                  </a:extLst>
                </a:gridCol>
                <a:gridCol w="479812">
                  <a:extLst>
                    <a:ext uri="{9D8B030D-6E8A-4147-A177-3AD203B41FA5}">
                      <a16:colId xmlns:a16="http://schemas.microsoft.com/office/drawing/2014/main" val="1141642855"/>
                    </a:ext>
                  </a:extLst>
                </a:gridCol>
                <a:gridCol w="479812">
                  <a:extLst>
                    <a:ext uri="{9D8B030D-6E8A-4147-A177-3AD203B41FA5}">
                      <a16:colId xmlns:a16="http://schemas.microsoft.com/office/drawing/2014/main" val="3727575465"/>
                    </a:ext>
                  </a:extLst>
                </a:gridCol>
                <a:gridCol w="479812">
                  <a:extLst>
                    <a:ext uri="{9D8B030D-6E8A-4147-A177-3AD203B41FA5}">
                      <a16:colId xmlns:a16="http://schemas.microsoft.com/office/drawing/2014/main" val="1419097794"/>
                    </a:ext>
                  </a:extLst>
                </a:gridCol>
                <a:gridCol w="479812">
                  <a:extLst>
                    <a:ext uri="{9D8B030D-6E8A-4147-A177-3AD203B41FA5}">
                      <a16:colId xmlns:a16="http://schemas.microsoft.com/office/drawing/2014/main" val="1177698166"/>
                    </a:ext>
                  </a:extLst>
                </a:gridCol>
                <a:gridCol w="479812">
                  <a:extLst>
                    <a:ext uri="{9D8B030D-6E8A-4147-A177-3AD203B41FA5}">
                      <a16:colId xmlns:a16="http://schemas.microsoft.com/office/drawing/2014/main" val="3148517245"/>
                    </a:ext>
                  </a:extLst>
                </a:gridCol>
                <a:gridCol w="479812">
                  <a:extLst>
                    <a:ext uri="{9D8B030D-6E8A-4147-A177-3AD203B41FA5}">
                      <a16:colId xmlns:a16="http://schemas.microsoft.com/office/drawing/2014/main" val="243479968"/>
                    </a:ext>
                  </a:extLst>
                </a:gridCol>
                <a:gridCol w="479812">
                  <a:extLst>
                    <a:ext uri="{9D8B030D-6E8A-4147-A177-3AD203B41FA5}">
                      <a16:colId xmlns:a16="http://schemas.microsoft.com/office/drawing/2014/main" val="868457941"/>
                    </a:ext>
                  </a:extLst>
                </a:gridCol>
                <a:gridCol w="479812">
                  <a:extLst>
                    <a:ext uri="{9D8B030D-6E8A-4147-A177-3AD203B41FA5}">
                      <a16:colId xmlns:a16="http://schemas.microsoft.com/office/drawing/2014/main" val="2431374129"/>
                    </a:ext>
                  </a:extLst>
                </a:gridCol>
              </a:tblGrid>
              <a:tr h="391886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</a:t>
                      </a:r>
                    </a:p>
                  </a:txBody>
                  <a:tcP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</a:p>
                  </a:txBody>
                  <a:tcP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11</a:t>
                      </a:r>
                    </a:p>
                  </a:txBody>
                  <a:tcP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</a:t>
                      </a:r>
                    </a:p>
                  </a:txBody>
                  <a:tcP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13</a:t>
                      </a:r>
                    </a:p>
                  </a:txBody>
                  <a:tcP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14</a:t>
                      </a:r>
                    </a:p>
                  </a:txBody>
                  <a:tcP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15</a:t>
                      </a:r>
                    </a:p>
                  </a:txBody>
                  <a:tcP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16</a:t>
                      </a:r>
                    </a:p>
                  </a:txBody>
                  <a:tcPr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3272848"/>
                  </a:ext>
                </a:extLst>
              </a:tr>
            </a:tbl>
          </a:graphicData>
        </a:graphic>
      </p:graphicFrame>
      <p:sp>
        <p:nvSpPr>
          <p:cNvPr id="13" name="Rectangle 12">
            <a:extLst>
              <a:ext uri="{FF2B5EF4-FFF2-40B4-BE49-F238E27FC236}">
                <a16:creationId xmlns:a16="http://schemas.microsoft.com/office/drawing/2014/main" id="{A1365C77-D5AD-4D86-8ABF-617F6C2AD6E1}"/>
              </a:ext>
            </a:extLst>
          </p:cNvPr>
          <p:cNvSpPr/>
          <p:nvPr/>
        </p:nvSpPr>
        <p:spPr>
          <a:xfrm>
            <a:off x="9612072" y="3858161"/>
            <a:ext cx="73129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x&lt;9??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D61C927-A40E-40B1-9534-22C4A4702539}"/>
              </a:ext>
            </a:extLst>
          </p:cNvPr>
          <p:cNvSpPr/>
          <p:nvPr/>
        </p:nvSpPr>
        <p:spPr>
          <a:xfrm>
            <a:off x="9612072" y="4401338"/>
            <a:ext cx="73129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x&lt;5??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93CC3D0-F2B4-4C12-8A08-3094B8418738}"/>
              </a:ext>
            </a:extLst>
          </p:cNvPr>
          <p:cNvSpPr/>
          <p:nvPr/>
        </p:nvSpPr>
        <p:spPr>
          <a:xfrm>
            <a:off x="9612072" y="5052515"/>
            <a:ext cx="73129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x&lt;7??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7AA8277-0610-485C-8328-9045FE756DD3}"/>
              </a:ext>
            </a:extLst>
          </p:cNvPr>
          <p:cNvSpPr/>
          <p:nvPr/>
        </p:nvSpPr>
        <p:spPr>
          <a:xfrm>
            <a:off x="9610163" y="5707797"/>
            <a:ext cx="73129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x&lt;8??</a:t>
            </a:r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D139FC3A-9551-4574-A5E2-C7B30F1BD4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8291146"/>
              </p:ext>
            </p:extLst>
          </p:nvPr>
        </p:nvGraphicFramePr>
        <p:xfrm>
          <a:off x="1722663" y="6271294"/>
          <a:ext cx="7676992" cy="39188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79812">
                  <a:extLst>
                    <a:ext uri="{9D8B030D-6E8A-4147-A177-3AD203B41FA5}">
                      <a16:colId xmlns:a16="http://schemas.microsoft.com/office/drawing/2014/main" val="258536888"/>
                    </a:ext>
                  </a:extLst>
                </a:gridCol>
                <a:gridCol w="479812">
                  <a:extLst>
                    <a:ext uri="{9D8B030D-6E8A-4147-A177-3AD203B41FA5}">
                      <a16:colId xmlns:a16="http://schemas.microsoft.com/office/drawing/2014/main" val="1071044562"/>
                    </a:ext>
                  </a:extLst>
                </a:gridCol>
                <a:gridCol w="479812">
                  <a:extLst>
                    <a:ext uri="{9D8B030D-6E8A-4147-A177-3AD203B41FA5}">
                      <a16:colId xmlns:a16="http://schemas.microsoft.com/office/drawing/2014/main" val="1138700418"/>
                    </a:ext>
                  </a:extLst>
                </a:gridCol>
                <a:gridCol w="479812">
                  <a:extLst>
                    <a:ext uri="{9D8B030D-6E8A-4147-A177-3AD203B41FA5}">
                      <a16:colId xmlns:a16="http://schemas.microsoft.com/office/drawing/2014/main" val="4161297801"/>
                    </a:ext>
                  </a:extLst>
                </a:gridCol>
                <a:gridCol w="479812">
                  <a:extLst>
                    <a:ext uri="{9D8B030D-6E8A-4147-A177-3AD203B41FA5}">
                      <a16:colId xmlns:a16="http://schemas.microsoft.com/office/drawing/2014/main" val="3677579828"/>
                    </a:ext>
                  </a:extLst>
                </a:gridCol>
                <a:gridCol w="479812">
                  <a:extLst>
                    <a:ext uri="{9D8B030D-6E8A-4147-A177-3AD203B41FA5}">
                      <a16:colId xmlns:a16="http://schemas.microsoft.com/office/drawing/2014/main" val="893752739"/>
                    </a:ext>
                  </a:extLst>
                </a:gridCol>
                <a:gridCol w="479812">
                  <a:extLst>
                    <a:ext uri="{9D8B030D-6E8A-4147-A177-3AD203B41FA5}">
                      <a16:colId xmlns:a16="http://schemas.microsoft.com/office/drawing/2014/main" val="2043932218"/>
                    </a:ext>
                  </a:extLst>
                </a:gridCol>
                <a:gridCol w="479812">
                  <a:extLst>
                    <a:ext uri="{9D8B030D-6E8A-4147-A177-3AD203B41FA5}">
                      <a16:colId xmlns:a16="http://schemas.microsoft.com/office/drawing/2014/main" val="3438467595"/>
                    </a:ext>
                  </a:extLst>
                </a:gridCol>
                <a:gridCol w="479812">
                  <a:extLst>
                    <a:ext uri="{9D8B030D-6E8A-4147-A177-3AD203B41FA5}">
                      <a16:colId xmlns:a16="http://schemas.microsoft.com/office/drawing/2014/main" val="1141642855"/>
                    </a:ext>
                  </a:extLst>
                </a:gridCol>
                <a:gridCol w="479812">
                  <a:extLst>
                    <a:ext uri="{9D8B030D-6E8A-4147-A177-3AD203B41FA5}">
                      <a16:colId xmlns:a16="http://schemas.microsoft.com/office/drawing/2014/main" val="3727575465"/>
                    </a:ext>
                  </a:extLst>
                </a:gridCol>
                <a:gridCol w="479812">
                  <a:extLst>
                    <a:ext uri="{9D8B030D-6E8A-4147-A177-3AD203B41FA5}">
                      <a16:colId xmlns:a16="http://schemas.microsoft.com/office/drawing/2014/main" val="1419097794"/>
                    </a:ext>
                  </a:extLst>
                </a:gridCol>
                <a:gridCol w="479812">
                  <a:extLst>
                    <a:ext uri="{9D8B030D-6E8A-4147-A177-3AD203B41FA5}">
                      <a16:colId xmlns:a16="http://schemas.microsoft.com/office/drawing/2014/main" val="1177698166"/>
                    </a:ext>
                  </a:extLst>
                </a:gridCol>
                <a:gridCol w="479812">
                  <a:extLst>
                    <a:ext uri="{9D8B030D-6E8A-4147-A177-3AD203B41FA5}">
                      <a16:colId xmlns:a16="http://schemas.microsoft.com/office/drawing/2014/main" val="3148517245"/>
                    </a:ext>
                  </a:extLst>
                </a:gridCol>
                <a:gridCol w="479812">
                  <a:extLst>
                    <a:ext uri="{9D8B030D-6E8A-4147-A177-3AD203B41FA5}">
                      <a16:colId xmlns:a16="http://schemas.microsoft.com/office/drawing/2014/main" val="243479968"/>
                    </a:ext>
                  </a:extLst>
                </a:gridCol>
                <a:gridCol w="479812">
                  <a:extLst>
                    <a:ext uri="{9D8B030D-6E8A-4147-A177-3AD203B41FA5}">
                      <a16:colId xmlns:a16="http://schemas.microsoft.com/office/drawing/2014/main" val="868457941"/>
                    </a:ext>
                  </a:extLst>
                </a:gridCol>
                <a:gridCol w="479812">
                  <a:extLst>
                    <a:ext uri="{9D8B030D-6E8A-4147-A177-3AD203B41FA5}">
                      <a16:colId xmlns:a16="http://schemas.microsoft.com/office/drawing/2014/main" val="2431374129"/>
                    </a:ext>
                  </a:extLst>
                </a:gridCol>
              </a:tblGrid>
              <a:tr h="391886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</a:t>
                      </a:r>
                    </a:p>
                  </a:txBody>
                  <a:tcP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</a:p>
                  </a:txBody>
                  <a:tcP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11</a:t>
                      </a:r>
                    </a:p>
                  </a:txBody>
                  <a:tcP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</a:t>
                      </a:r>
                    </a:p>
                  </a:txBody>
                  <a:tcP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13</a:t>
                      </a:r>
                    </a:p>
                  </a:txBody>
                  <a:tcP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14</a:t>
                      </a:r>
                    </a:p>
                  </a:txBody>
                  <a:tcP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15</a:t>
                      </a:r>
                    </a:p>
                  </a:txBody>
                  <a:tcP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16</a:t>
                      </a:r>
                    </a:p>
                  </a:txBody>
                  <a:tcPr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3272848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41649733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5" grpId="0"/>
      <p:bldP spid="16" grpId="0"/>
      <p:bldP spid="1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16C6C8-45E8-4296-A7B9-3EFA6C4DFEC2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4/92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0278" y="2277539"/>
            <a:ext cx="3219450" cy="32194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442865" y="5496989"/>
            <a:ext cx="11176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Napoleon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6126" y="2277539"/>
            <a:ext cx="4762500" cy="3476625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6739243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r>
              <a:rPr lang="en-US" dirty="0"/>
              <a:t>Definition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FAD324C-A5C6-4205-B3BD-0834EBA03F4E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5/92</a:t>
            </a:r>
          </a:p>
        </p:txBody>
      </p:sp>
      <p:sp>
        <p:nvSpPr>
          <p:cNvPr id="4" name="Rectangle 3"/>
          <p:cNvSpPr/>
          <p:nvPr/>
        </p:nvSpPr>
        <p:spPr>
          <a:xfrm>
            <a:off x="360196" y="1968609"/>
            <a:ext cx="11341295" cy="33128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38912" lvl="0" indent="-320040">
              <a:lnSpc>
                <a:spcPct val="150000"/>
              </a:lnSpc>
              <a:buClr>
                <a:srgbClr val="F0AD00"/>
              </a:buClr>
              <a:buSzPct val="80000"/>
              <a:buFont typeface="Wingdings 2"/>
              <a:buChar char=""/>
            </a:pPr>
            <a:r>
              <a:rPr lang="en-US" sz="2400" b="1" dirty="0">
                <a:solidFill>
                  <a:prstClr val="black"/>
                </a:solidFill>
              </a:rPr>
              <a:t>Divide </a:t>
            </a:r>
            <a:r>
              <a:rPr lang="en-US" sz="2400" dirty="0">
                <a:solidFill>
                  <a:prstClr val="black"/>
                </a:solidFill>
              </a:rPr>
              <a:t>the problem into a number of </a:t>
            </a:r>
            <a:r>
              <a:rPr lang="en-US" sz="2400" dirty="0" err="1">
                <a:solidFill>
                  <a:prstClr val="black"/>
                </a:solidFill>
              </a:rPr>
              <a:t>subproblems</a:t>
            </a:r>
            <a:r>
              <a:rPr lang="en-US" sz="2400" dirty="0">
                <a:solidFill>
                  <a:prstClr val="black"/>
                </a:solidFill>
              </a:rPr>
              <a:t> that are smaller instances of the same problem.</a:t>
            </a:r>
          </a:p>
          <a:p>
            <a:pPr marL="438912" lvl="0" indent="-320040">
              <a:lnSpc>
                <a:spcPct val="150000"/>
              </a:lnSpc>
              <a:buClr>
                <a:srgbClr val="F0AD00"/>
              </a:buClr>
              <a:buSzPct val="80000"/>
              <a:buFont typeface="Wingdings 2"/>
              <a:buChar char=""/>
            </a:pPr>
            <a:endParaRPr lang="en-US" sz="1000" dirty="0">
              <a:solidFill>
                <a:prstClr val="black"/>
              </a:solidFill>
            </a:endParaRPr>
          </a:p>
          <a:p>
            <a:pPr marL="438912" lvl="0" indent="-320040">
              <a:lnSpc>
                <a:spcPct val="150000"/>
              </a:lnSpc>
              <a:buClr>
                <a:srgbClr val="F0AD00"/>
              </a:buClr>
              <a:buSzPct val="80000"/>
              <a:buFont typeface="Wingdings 2"/>
              <a:buChar char=""/>
            </a:pPr>
            <a:r>
              <a:rPr lang="en-US" sz="2400" b="1" dirty="0">
                <a:solidFill>
                  <a:prstClr val="black"/>
                </a:solidFill>
              </a:rPr>
              <a:t>Conquer </a:t>
            </a:r>
            <a:r>
              <a:rPr lang="en-US" sz="2400" dirty="0">
                <a:solidFill>
                  <a:prstClr val="black"/>
                </a:solidFill>
              </a:rPr>
              <a:t>the </a:t>
            </a:r>
            <a:r>
              <a:rPr lang="en-US" sz="2400" dirty="0" err="1">
                <a:solidFill>
                  <a:prstClr val="black"/>
                </a:solidFill>
              </a:rPr>
              <a:t>subproblems</a:t>
            </a:r>
            <a:r>
              <a:rPr lang="en-US" sz="2400" dirty="0">
                <a:solidFill>
                  <a:prstClr val="black"/>
                </a:solidFill>
              </a:rPr>
              <a:t> by solving them recursively. If they are small enough, solve the </a:t>
            </a:r>
            <a:r>
              <a:rPr lang="en-US" sz="2400" dirty="0" err="1">
                <a:solidFill>
                  <a:prstClr val="black"/>
                </a:solidFill>
              </a:rPr>
              <a:t>subproblems</a:t>
            </a:r>
            <a:r>
              <a:rPr lang="en-US" sz="2400" dirty="0">
                <a:solidFill>
                  <a:prstClr val="black"/>
                </a:solidFill>
              </a:rPr>
              <a:t> as base cases.</a:t>
            </a:r>
          </a:p>
          <a:p>
            <a:pPr marL="438912" lvl="0" indent="-320040">
              <a:lnSpc>
                <a:spcPct val="150000"/>
              </a:lnSpc>
              <a:buClr>
                <a:srgbClr val="F0AD00"/>
              </a:buClr>
              <a:buSzPct val="80000"/>
              <a:buFont typeface="Wingdings 2"/>
              <a:buChar char=""/>
            </a:pPr>
            <a:endParaRPr lang="en-US" sz="1200" dirty="0">
              <a:solidFill>
                <a:prstClr val="black"/>
              </a:solidFill>
            </a:endParaRPr>
          </a:p>
          <a:p>
            <a:pPr marL="438912" lvl="0" indent="-320040">
              <a:lnSpc>
                <a:spcPct val="150000"/>
              </a:lnSpc>
              <a:buClr>
                <a:srgbClr val="F0AD00"/>
              </a:buClr>
              <a:buSzPct val="80000"/>
              <a:buFont typeface="Wingdings 2"/>
              <a:buChar char=""/>
            </a:pPr>
            <a:r>
              <a:rPr lang="en-US" sz="2400" b="1" dirty="0">
                <a:solidFill>
                  <a:prstClr val="black"/>
                </a:solidFill>
              </a:rPr>
              <a:t>Combine </a:t>
            </a:r>
            <a:r>
              <a:rPr lang="en-US" sz="2400" dirty="0">
                <a:solidFill>
                  <a:prstClr val="black"/>
                </a:solidFill>
              </a:rPr>
              <a:t>the solutions to the </a:t>
            </a:r>
            <a:r>
              <a:rPr lang="en-US" sz="2400" dirty="0" err="1">
                <a:solidFill>
                  <a:prstClr val="black"/>
                </a:solidFill>
              </a:rPr>
              <a:t>subproblems</a:t>
            </a:r>
            <a:r>
              <a:rPr lang="en-US" sz="2400" dirty="0">
                <a:solidFill>
                  <a:prstClr val="black"/>
                </a:solidFill>
              </a:rPr>
              <a:t> into the solution for the original problem.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621390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r>
              <a:rPr lang="en-US" dirty="0"/>
              <a:t>Example 1: Quicksort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CBEEEFF-8C14-4352-92C5-9A0EF17EFBB6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7/92</a:t>
            </a:r>
          </a:p>
        </p:txBody>
      </p:sp>
      <p:sp>
        <p:nvSpPr>
          <p:cNvPr id="4" name="Rectangle 3"/>
          <p:cNvSpPr/>
          <p:nvPr/>
        </p:nvSpPr>
        <p:spPr>
          <a:xfrm>
            <a:off x="417346" y="2288251"/>
            <a:ext cx="10931864" cy="30955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38912" lvl="0" indent="-320040">
              <a:lnSpc>
                <a:spcPct val="150000"/>
              </a:lnSpc>
              <a:buClr>
                <a:srgbClr val="F0AD00"/>
              </a:buClr>
              <a:buSzPct val="80000"/>
              <a:buFont typeface="Wingdings 2"/>
              <a:buChar char=""/>
            </a:pPr>
            <a:r>
              <a:rPr lang="en-US" sz="2800" b="1" dirty="0">
                <a:solidFill>
                  <a:prstClr val="black"/>
                </a:solidFill>
              </a:rPr>
              <a:t>Divide </a:t>
            </a:r>
            <a:r>
              <a:rPr lang="en-US" sz="2800" dirty="0">
                <a:solidFill>
                  <a:prstClr val="black"/>
                </a:solidFill>
              </a:rPr>
              <a:t>the list into two smaller list: less than pivot and greater than pivot.</a:t>
            </a:r>
          </a:p>
          <a:p>
            <a:pPr marL="438912" lvl="0" indent="-320040">
              <a:lnSpc>
                <a:spcPct val="150000"/>
              </a:lnSpc>
              <a:buClr>
                <a:srgbClr val="F0AD00"/>
              </a:buClr>
              <a:buSzPct val="80000"/>
              <a:buFont typeface="Wingdings 2"/>
              <a:buChar char=""/>
            </a:pPr>
            <a:endParaRPr lang="en-US" sz="1050" dirty="0">
              <a:solidFill>
                <a:prstClr val="black"/>
              </a:solidFill>
            </a:endParaRPr>
          </a:p>
          <a:p>
            <a:pPr marL="438912" lvl="0" indent="-320040">
              <a:lnSpc>
                <a:spcPct val="150000"/>
              </a:lnSpc>
              <a:buClr>
                <a:srgbClr val="F0AD00"/>
              </a:buClr>
              <a:buSzPct val="80000"/>
              <a:buFont typeface="Wingdings 2"/>
              <a:buChar char=""/>
            </a:pPr>
            <a:r>
              <a:rPr lang="en-US" sz="2800" b="1" dirty="0">
                <a:solidFill>
                  <a:prstClr val="black"/>
                </a:solidFill>
              </a:rPr>
              <a:t>Conquer </a:t>
            </a:r>
            <a:r>
              <a:rPr lang="en-US" sz="2800" dirty="0">
                <a:solidFill>
                  <a:prstClr val="black"/>
                </a:solidFill>
              </a:rPr>
              <a:t>the </a:t>
            </a:r>
            <a:r>
              <a:rPr lang="en-US" sz="2800" dirty="0" err="1">
                <a:solidFill>
                  <a:prstClr val="black"/>
                </a:solidFill>
              </a:rPr>
              <a:t>subproblems</a:t>
            </a:r>
            <a:r>
              <a:rPr lang="en-US" sz="2800" dirty="0">
                <a:solidFill>
                  <a:prstClr val="black"/>
                </a:solidFill>
              </a:rPr>
              <a:t> by sorting the </a:t>
            </a:r>
            <a:r>
              <a:rPr lang="en-US" sz="2800" dirty="0" err="1">
                <a:solidFill>
                  <a:prstClr val="black"/>
                </a:solidFill>
              </a:rPr>
              <a:t>sublists</a:t>
            </a:r>
            <a:r>
              <a:rPr lang="en-US" sz="2800" dirty="0">
                <a:solidFill>
                  <a:prstClr val="black"/>
                </a:solidFill>
              </a:rPr>
              <a:t> recursively. </a:t>
            </a:r>
          </a:p>
          <a:p>
            <a:pPr marL="438912" lvl="0" indent="-320040">
              <a:lnSpc>
                <a:spcPct val="150000"/>
              </a:lnSpc>
              <a:buClr>
                <a:srgbClr val="F0AD00"/>
              </a:buClr>
              <a:buSzPct val="80000"/>
              <a:buFont typeface="Wingdings 2"/>
              <a:buChar char=""/>
            </a:pPr>
            <a:endParaRPr lang="en-US" sz="1050" dirty="0">
              <a:solidFill>
                <a:prstClr val="black"/>
              </a:solidFill>
            </a:endParaRPr>
          </a:p>
          <a:p>
            <a:pPr marL="438912" lvl="0" indent="-320040">
              <a:lnSpc>
                <a:spcPct val="150000"/>
              </a:lnSpc>
              <a:buClr>
                <a:srgbClr val="F0AD00"/>
              </a:buClr>
              <a:buSzPct val="80000"/>
              <a:buFont typeface="Wingdings 2"/>
              <a:buChar char=""/>
            </a:pPr>
            <a:r>
              <a:rPr lang="en-US" sz="2800" b="1" dirty="0">
                <a:solidFill>
                  <a:prstClr val="black"/>
                </a:solidFill>
              </a:rPr>
              <a:t>Combine </a:t>
            </a:r>
            <a:r>
              <a:rPr lang="en-US" sz="2800" dirty="0">
                <a:solidFill>
                  <a:prstClr val="black"/>
                </a:solidFill>
              </a:rPr>
              <a:t>the sorted </a:t>
            </a:r>
            <a:r>
              <a:rPr lang="en-US" sz="2800" dirty="0" err="1">
                <a:solidFill>
                  <a:prstClr val="black"/>
                </a:solidFill>
              </a:rPr>
              <a:t>sublists</a:t>
            </a:r>
            <a:r>
              <a:rPr lang="en-US" sz="2800" dirty="0">
                <a:solidFill>
                  <a:prstClr val="black"/>
                </a:solidFill>
              </a:rPr>
              <a:t> to obtain the sorted main list.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564281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r>
              <a:rPr lang="en-US" dirty="0"/>
              <a:t>Quicksort: Divide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F7C81A8-8324-41ED-AAB9-BA9133182FDB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8/92</a:t>
            </a:r>
          </a:p>
        </p:txBody>
      </p:sp>
      <p:sp>
        <p:nvSpPr>
          <p:cNvPr id="4" name="Rectangle 3"/>
          <p:cNvSpPr/>
          <p:nvPr/>
        </p:nvSpPr>
        <p:spPr>
          <a:xfrm>
            <a:off x="322993" y="1763795"/>
            <a:ext cx="11546013" cy="9810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38912" lvl="0" indent="-320040">
              <a:lnSpc>
                <a:spcPct val="150000"/>
              </a:lnSpc>
              <a:buClr>
                <a:srgbClr val="F0AD00"/>
              </a:buClr>
              <a:buSzPct val="80000"/>
              <a:buFont typeface="Wingdings 2"/>
              <a:buChar char=""/>
            </a:pPr>
            <a:r>
              <a:rPr lang="en-US" sz="2800" b="1" dirty="0">
                <a:solidFill>
                  <a:prstClr val="black"/>
                </a:solidFill>
              </a:rPr>
              <a:t>Divide </a:t>
            </a:r>
            <a:r>
              <a:rPr lang="en-US" sz="2800" dirty="0">
                <a:solidFill>
                  <a:prstClr val="black"/>
                </a:solidFill>
              </a:rPr>
              <a:t>the list into two smaller list: less than pivot and greater than pivot.</a:t>
            </a:r>
          </a:p>
          <a:p>
            <a:pPr marL="438912" lvl="0" indent="-320040">
              <a:lnSpc>
                <a:spcPct val="150000"/>
              </a:lnSpc>
              <a:buClr>
                <a:srgbClr val="F0AD00"/>
              </a:buClr>
              <a:buSzPct val="80000"/>
              <a:buFont typeface="Wingdings 2"/>
              <a:buChar char=""/>
            </a:pPr>
            <a:endParaRPr lang="en-US" sz="1050" dirty="0">
              <a:solidFill>
                <a:prstClr val="black"/>
              </a:solidFill>
            </a:endParaRPr>
          </a:p>
        </p:txBody>
      </p:sp>
      <p:grpSp>
        <p:nvGrpSpPr>
          <p:cNvPr id="5" name="Group 4"/>
          <p:cNvGrpSpPr/>
          <p:nvPr/>
        </p:nvGrpSpPr>
        <p:grpSpPr>
          <a:xfrm>
            <a:off x="3161836" y="3171264"/>
            <a:ext cx="5486400" cy="609600"/>
            <a:chOff x="2971800" y="2057400"/>
            <a:chExt cx="5486400" cy="609600"/>
          </a:xfrm>
          <a:noFill/>
        </p:grpSpPr>
        <p:sp>
          <p:nvSpPr>
            <p:cNvPr id="6" name="Rectangle 4"/>
            <p:cNvSpPr>
              <a:spLocks noChangeArrowheads="1"/>
            </p:cNvSpPr>
            <p:nvPr/>
          </p:nvSpPr>
          <p:spPr bwMode="auto">
            <a:xfrm>
              <a:off x="2971800" y="2057400"/>
              <a:ext cx="609600" cy="6096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sz="2400" b="1"/>
                <a:t>40</a:t>
              </a:r>
            </a:p>
          </p:txBody>
        </p:sp>
        <p:sp>
          <p:nvSpPr>
            <p:cNvPr id="7" name="Rectangle 5"/>
            <p:cNvSpPr>
              <a:spLocks noChangeArrowheads="1"/>
            </p:cNvSpPr>
            <p:nvPr/>
          </p:nvSpPr>
          <p:spPr bwMode="auto">
            <a:xfrm>
              <a:off x="3581400" y="2057400"/>
              <a:ext cx="609600" cy="6096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sz="2400" b="1"/>
                <a:t>20</a:t>
              </a:r>
            </a:p>
          </p:txBody>
        </p:sp>
        <p:sp>
          <p:nvSpPr>
            <p:cNvPr id="8" name="Rectangle 6"/>
            <p:cNvSpPr>
              <a:spLocks noChangeArrowheads="1"/>
            </p:cNvSpPr>
            <p:nvPr/>
          </p:nvSpPr>
          <p:spPr bwMode="auto">
            <a:xfrm>
              <a:off x="4191000" y="2057400"/>
              <a:ext cx="609600" cy="6096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sz="2400" b="1"/>
                <a:t>10</a:t>
              </a:r>
            </a:p>
          </p:txBody>
        </p:sp>
        <p:sp>
          <p:nvSpPr>
            <p:cNvPr id="9" name="Rectangle 7"/>
            <p:cNvSpPr>
              <a:spLocks noChangeArrowheads="1"/>
            </p:cNvSpPr>
            <p:nvPr/>
          </p:nvSpPr>
          <p:spPr bwMode="auto">
            <a:xfrm>
              <a:off x="4800600" y="2057400"/>
              <a:ext cx="609600" cy="6096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sz="2400" b="1" dirty="0"/>
                <a:t>80</a:t>
              </a:r>
            </a:p>
          </p:txBody>
        </p:sp>
        <p:sp>
          <p:nvSpPr>
            <p:cNvPr id="10" name="Rectangle 8"/>
            <p:cNvSpPr>
              <a:spLocks noChangeArrowheads="1"/>
            </p:cNvSpPr>
            <p:nvPr/>
          </p:nvSpPr>
          <p:spPr bwMode="auto">
            <a:xfrm>
              <a:off x="5410200" y="2057400"/>
              <a:ext cx="609600" cy="6096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sz="2400" b="1"/>
                <a:t>60</a:t>
              </a:r>
            </a:p>
          </p:txBody>
        </p:sp>
        <p:sp>
          <p:nvSpPr>
            <p:cNvPr id="11" name="Rectangle 9"/>
            <p:cNvSpPr>
              <a:spLocks noChangeArrowheads="1"/>
            </p:cNvSpPr>
            <p:nvPr/>
          </p:nvSpPr>
          <p:spPr bwMode="auto">
            <a:xfrm>
              <a:off x="6019800" y="2057400"/>
              <a:ext cx="609600" cy="6096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sz="2400" b="1"/>
                <a:t>50</a:t>
              </a:r>
            </a:p>
          </p:txBody>
        </p:sp>
        <p:sp>
          <p:nvSpPr>
            <p:cNvPr id="12" name="Rectangle 10"/>
            <p:cNvSpPr>
              <a:spLocks noChangeArrowheads="1"/>
            </p:cNvSpPr>
            <p:nvPr/>
          </p:nvSpPr>
          <p:spPr bwMode="auto">
            <a:xfrm>
              <a:off x="6629400" y="2057400"/>
              <a:ext cx="609600" cy="6096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sz="2400" b="1"/>
                <a:t>7</a:t>
              </a:r>
            </a:p>
          </p:txBody>
        </p:sp>
        <p:sp>
          <p:nvSpPr>
            <p:cNvPr id="13" name="Rectangle 11"/>
            <p:cNvSpPr>
              <a:spLocks noChangeArrowheads="1"/>
            </p:cNvSpPr>
            <p:nvPr/>
          </p:nvSpPr>
          <p:spPr bwMode="auto">
            <a:xfrm>
              <a:off x="7239000" y="2057400"/>
              <a:ext cx="609600" cy="6096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sz="2400" b="1"/>
                <a:t>30</a:t>
              </a:r>
            </a:p>
          </p:txBody>
        </p:sp>
        <p:sp>
          <p:nvSpPr>
            <p:cNvPr id="14" name="Rectangle 12"/>
            <p:cNvSpPr>
              <a:spLocks noChangeArrowheads="1"/>
            </p:cNvSpPr>
            <p:nvPr/>
          </p:nvSpPr>
          <p:spPr bwMode="auto">
            <a:xfrm>
              <a:off x="7848600" y="2057400"/>
              <a:ext cx="609600" cy="6096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sz="2400" b="1"/>
                <a:t>100</a:t>
              </a:r>
            </a:p>
          </p:txBody>
        </p:sp>
      </p:grpSp>
      <p:grpSp>
        <p:nvGrpSpPr>
          <p:cNvPr id="15" name="Group 14"/>
          <p:cNvGrpSpPr/>
          <p:nvPr/>
        </p:nvGrpSpPr>
        <p:grpSpPr>
          <a:xfrm>
            <a:off x="3176724" y="4622666"/>
            <a:ext cx="5486400" cy="609600"/>
            <a:chOff x="3733800" y="4191000"/>
            <a:chExt cx="5486400" cy="609600"/>
          </a:xfrm>
          <a:noFill/>
        </p:grpSpPr>
        <p:sp>
          <p:nvSpPr>
            <p:cNvPr id="16" name="Rectangle 2"/>
            <p:cNvSpPr>
              <a:spLocks noChangeArrowheads="1"/>
            </p:cNvSpPr>
            <p:nvPr/>
          </p:nvSpPr>
          <p:spPr bwMode="auto">
            <a:xfrm>
              <a:off x="3733800" y="4191000"/>
              <a:ext cx="609600" cy="609600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sz="2400" b="1" dirty="0"/>
                <a:t>7</a:t>
              </a:r>
            </a:p>
          </p:txBody>
        </p:sp>
        <p:sp>
          <p:nvSpPr>
            <p:cNvPr id="17" name="Rectangle 3"/>
            <p:cNvSpPr>
              <a:spLocks noChangeArrowheads="1"/>
            </p:cNvSpPr>
            <p:nvPr/>
          </p:nvSpPr>
          <p:spPr bwMode="auto">
            <a:xfrm>
              <a:off x="4343400" y="4191000"/>
              <a:ext cx="609600" cy="609600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sz="2400" b="1"/>
                <a:t>20</a:t>
              </a:r>
            </a:p>
          </p:txBody>
        </p:sp>
        <p:sp>
          <p:nvSpPr>
            <p:cNvPr id="18" name="Rectangle 4"/>
            <p:cNvSpPr>
              <a:spLocks noChangeArrowheads="1"/>
            </p:cNvSpPr>
            <p:nvPr/>
          </p:nvSpPr>
          <p:spPr bwMode="auto">
            <a:xfrm>
              <a:off x="4953000" y="4191000"/>
              <a:ext cx="609600" cy="609600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sz="2400" b="1"/>
                <a:t>10</a:t>
              </a:r>
            </a:p>
          </p:txBody>
        </p:sp>
        <p:sp>
          <p:nvSpPr>
            <p:cNvPr id="19" name="Rectangle 5"/>
            <p:cNvSpPr>
              <a:spLocks noChangeArrowheads="1"/>
            </p:cNvSpPr>
            <p:nvPr/>
          </p:nvSpPr>
          <p:spPr bwMode="auto">
            <a:xfrm>
              <a:off x="5562600" y="4191000"/>
              <a:ext cx="609600" cy="609600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sz="2400" b="1" dirty="0"/>
                <a:t>30</a:t>
              </a:r>
            </a:p>
          </p:txBody>
        </p:sp>
        <p:sp>
          <p:nvSpPr>
            <p:cNvPr id="20" name="Rectangle 6"/>
            <p:cNvSpPr>
              <a:spLocks noChangeArrowheads="1"/>
            </p:cNvSpPr>
            <p:nvPr/>
          </p:nvSpPr>
          <p:spPr bwMode="auto">
            <a:xfrm>
              <a:off x="6172200" y="4191000"/>
              <a:ext cx="609600" cy="609600"/>
            </a:xfrm>
            <a:prstGeom prst="rect">
              <a:avLst/>
            </a:prstGeom>
            <a:solidFill>
              <a:srgbClr val="168BBA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sz="2400" b="1" dirty="0"/>
                <a:t>40</a:t>
              </a:r>
            </a:p>
          </p:txBody>
        </p:sp>
        <p:sp>
          <p:nvSpPr>
            <p:cNvPr id="21" name="Rectangle 7"/>
            <p:cNvSpPr>
              <a:spLocks noChangeArrowheads="1"/>
            </p:cNvSpPr>
            <p:nvPr/>
          </p:nvSpPr>
          <p:spPr bwMode="auto">
            <a:xfrm>
              <a:off x="6781800" y="4191000"/>
              <a:ext cx="609600" cy="60960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sz="2400" b="1"/>
                <a:t>50</a:t>
              </a:r>
            </a:p>
          </p:txBody>
        </p:sp>
        <p:sp>
          <p:nvSpPr>
            <p:cNvPr id="22" name="Rectangle 8"/>
            <p:cNvSpPr>
              <a:spLocks noChangeArrowheads="1"/>
            </p:cNvSpPr>
            <p:nvPr/>
          </p:nvSpPr>
          <p:spPr bwMode="auto">
            <a:xfrm>
              <a:off x="7391400" y="4191000"/>
              <a:ext cx="609600" cy="60960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sz="2400" b="1" dirty="0"/>
                <a:t>60</a:t>
              </a:r>
            </a:p>
          </p:txBody>
        </p:sp>
        <p:sp>
          <p:nvSpPr>
            <p:cNvPr id="23" name="Rectangle 9"/>
            <p:cNvSpPr>
              <a:spLocks noChangeArrowheads="1"/>
            </p:cNvSpPr>
            <p:nvPr/>
          </p:nvSpPr>
          <p:spPr bwMode="auto">
            <a:xfrm>
              <a:off x="8001000" y="4191000"/>
              <a:ext cx="609600" cy="60960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sz="2400" b="1" dirty="0"/>
                <a:t>80</a:t>
              </a:r>
            </a:p>
          </p:txBody>
        </p:sp>
        <p:sp>
          <p:nvSpPr>
            <p:cNvPr id="24" name="Rectangle 10"/>
            <p:cNvSpPr>
              <a:spLocks noChangeArrowheads="1"/>
            </p:cNvSpPr>
            <p:nvPr/>
          </p:nvSpPr>
          <p:spPr bwMode="auto">
            <a:xfrm>
              <a:off x="8610600" y="4191000"/>
              <a:ext cx="609600" cy="60960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sz="2400" b="1" dirty="0"/>
                <a:t>100</a:t>
              </a:r>
            </a:p>
          </p:txBody>
        </p:sp>
      </p:grpSp>
      <p:sp>
        <p:nvSpPr>
          <p:cNvPr id="28" name="Text Box 17"/>
          <p:cNvSpPr txBox="1">
            <a:spLocks noChangeArrowheads="1"/>
          </p:cNvSpPr>
          <p:nvPr/>
        </p:nvSpPr>
        <p:spPr bwMode="auto">
          <a:xfrm>
            <a:off x="3944076" y="3960696"/>
            <a:ext cx="83548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dirty="0"/>
              <a:t>&lt; pivot</a:t>
            </a:r>
          </a:p>
        </p:txBody>
      </p:sp>
      <p:sp>
        <p:nvSpPr>
          <p:cNvPr id="29" name="Text Box 18"/>
          <p:cNvSpPr txBox="1">
            <a:spLocks noChangeArrowheads="1"/>
          </p:cNvSpPr>
          <p:nvPr/>
        </p:nvSpPr>
        <p:spPr bwMode="auto">
          <a:xfrm>
            <a:off x="7011293" y="3960696"/>
            <a:ext cx="83548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dirty="0"/>
              <a:t>&gt; pivot</a:t>
            </a:r>
          </a:p>
        </p:txBody>
      </p:sp>
      <p:sp>
        <p:nvSpPr>
          <p:cNvPr id="30" name="AutoShape 21"/>
          <p:cNvSpPr>
            <a:spLocks/>
          </p:cNvSpPr>
          <p:nvPr/>
        </p:nvSpPr>
        <p:spPr bwMode="auto">
          <a:xfrm rot="5400000" flipV="1">
            <a:off x="4344930" y="3272967"/>
            <a:ext cx="152400" cy="2362200"/>
          </a:xfrm>
          <a:prstGeom prst="leftBrace">
            <a:avLst>
              <a:gd name="adj1" fmla="val 129167"/>
              <a:gd name="adj2" fmla="val 50000"/>
            </a:avLst>
          </a:prstGeom>
          <a:noFill/>
          <a:ln w="28575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" name="AutoShape 22"/>
          <p:cNvSpPr>
            <a:spLocks/>
          </p:cNvSpPr>
          <p:nvPr/>
        </p:nvSpPr>
        <p:spPr bwMode="auto">
          <a:xfrm rot="5400000" flipV="1">
            <a:off x="7392930" y="3272967"/>
            <a:ext cx="152400" cy="2362200"/>
          </a:xfrm>
          <a:prstGeom prst="leftBrace">
            <a:avLst>
              <a:gd name="adj1" fmla="val 129167"/>
              <a:gd name="adj2" fmla="val 50000"/>
            </a:avLst>
          </a:prstGeom>
          <a:noFill/>
          <a:ln w="28575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2" name="Down Arrow 31"/>
          <p:cNvSpPr/>
          <p:nvPr/>
        </p:nvSpPr>
        <p:spPr>
          <a:xfrm>
            <a:off x="5882185" y="3998794"/>
            <a:ext cx="191069" cy="45037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029016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r>
              <a:rPr lang="en-US" dirty="0"/>
              <a:t>Example 2: </a:t>
            </a:r>
            <a:r>
              <a:rPr lang="en-US" dirty="0" err="1"/>
              <a:t>Mergesort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46DEDE2-C492-4384-9BD5-E370D48E7D3F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17/92</a:t>
            </a:r>
          </a:p>
        </p:txBody>
      </p:sp>
      <p:sp>
        <p:nvSpPr>
          <p:cNvPr id="4" name="Rectangle 3"/>
          <p:cNvSpPr/>
          <p:nvPr/>
        </p:nvSpPr>
        <p:spPr>
          <a:xfrm>
            <a:off x="327540" y="1952280"/>
            <a:ext cx="10931864" cy="25436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38912" lvl="0" indent="-320040">
              <a:lnSpc>
                <a:spcPct val="150000"/>
              </a:lnSpc>
              <a:buClr>
                <a:srgbClr val="F0AD00"/>
              </a:buClr>
              <a:buSzPct val="80000"/>
              <a:buFont typeface="Wingdings 2"/>
              <a:buChar char=""/>
            </a:pPr>
            <a:r>
              <a:rPr lang="en-US" sz="2800" b="1" dirty="0">
                <a:solidFill>
                  <a:prstClr val="black"/>
                </a:solidFill>
              </a:rPr>
              <a:t>Divide </a:t>
            </a:r>
            <a:r>
              <a:rPr lang="en-US" sz="2800" dirty="0">
                <a:solidFill>
                  <a:prstClr val="black"/>
                </a:solidFill>
              </a:rPr>
              <a:t> the list into two equal size </a:t>
            </a:r>
            <a:r>
              <a:rPr lang="en-US" sz="2800" dirty="0" err="1">
                <a:solidFill>
                  <a:prstClr val="black"/>
                </a:solidFill>
              </a:rPr>
              <a:t>sublists</a:t>
            </a:r>
            <a:r>
              <a:rPr lang="en-US" sz="2800" dirty="0">
                <a:solidFill>
                  <a:prstClr val="black"/>
                </a:solidFill>
              </a:rPr>
              <a:t>.</a:t>
            </a:r>
          </a:p>
          <a:p>
            <a:pPr marL="438912" lvl="0" indent="-320040">
              <a:lnSpc>
                <a:spcPct val="150000"/>
              </a:lnSpc>
              <a:buClr>
                <a:srgbClr val="F0AD00"/>
              </a:buClr>
              <a:buSzPct val="80000"/>
              <a:buFont typeface="Wingdings 2"/>
              <a:buChar char=""/>
            </a:pPr>
            <a:endParaRPr lang="en-US" sz="1050" dirty="0">
              <a:solidFill>
                <a:prstClr val="black"/>
              </a:solidFill>
            </a:endParaRPr>
          </a:p>
          <a:p>
            <a:pPr marL="438912" lvl="0" indent="-320040">
              <a:lnSpc>
                <a:spcPct val="150000"/>
              </a:lnSpc>
              <a:buClr>
                <a:srgbClr val="F0AD00"/>
              </a:buClr>
              <a:buSzPct val="80000"/>
              <a:buFont typeface="Wingdings 2"/>
              <a:buChar char=""/>
            </a:pPr>
            <a:r>
              <a:rPr lang="en-US" sz="2800" b="1" dirty="0">
                <a:solidFill>
                  <a:prstClr val="black"/>
                </a:solidFill>
              </a:rPr>
              <a:t>Conquer </a:t>
            </a:r>
            <a:r>
              <a:rPr lang="en-US" sz="2800" dirty="0">
                <a:solidFill>
                  <a:prstClr val="black"/>
                </a:solidFill>
              </a:rPr>
              <a:t>the </a:t>
            </a:r>
            <a:r>
              <a:rPr lang="en-US" sz="2800" dirty="0" err="1">
                <a:solidFill>
                  <a:prstClr val="black"/>
                </a:solidFill>
              </a:rPr>
              <a:t>subproblems</a:t>
            </a:r>
            <a:r>
              <a:rPr lang="en-US" sz="2800" dirty="0">
                <a:solidFill>
                  <a:prstClr val="black"/>
                </a:solidFill>
              </a:rPr>
              <a:t> by sorting the lists recursively. </a:t>
            </a:r>
          </a:p>
          <a:p>
            <a:pPr marL="438912" lvl="0" indent="-320040">
              <a:lnSpc>
                <a:spcPct val="150000"/>
              </a:lnSpc>
              <a:buClr>
                <a:srgbClr val="F0AD00"/>
              </a:buClr>
              <a:buSzPct val="80000"/>
              <a:buFont typeface="Wingdings 2"/>
              <a:buChar char=""/>
            </a:pPr>
            <a:endParaRPr lang="en-US" sz="1050" dirty="0">
              <a:solidFill>
                <a:prstClr val="black"/>
              </a:solidFill>
            </a:endParaRPr>
          </a:p>
          <a:p>
            <a:pPr marL="438912" lvl="0" indent="-320040">
              <a:lnSpc>
                <a:spcPct val="150000"/>
              </a:lnSpc>
              <a:buClr>
                <a:srgbClr val="F0AD00"/>
              </a:buClr>
              <a:buSzPct val="80000"/>
              <a:buFont typeface="Wingdings 2"/>
              <a:buChar char=""/>
            </a:pPr>
            <a:r>
              <a:rPr lang="en-US" sz="2800" b="1" dirty="0">
                <a:solidFill>
                  <a:prstClr val="black"/>
                </a:solidFill>
              </a:rPr>
              <a:t>Combine(Merge) </a:t>
            </a:r>
            <a:r>
              <a:rPr lang="en-US" sz="2800" dirty="0">
                <a:solidFill>
                  <a:prstClr val="black"/>
                </a:solidFill>
              </a:rPr>
              <a:t>the sorted lists to obtain the sorted list.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176100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r>
              <a:rPr lang="en-US" dirty="0" err="1"/>
              <a:t>Mergesort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8E722C-010E-4EF4-B7EC-30A22DA58DBB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18/92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3560" y="1864475"/>
            <a:ext cx="5046283" cy="4857047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3899468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507" y="704827"/>
            <a:ext cx="11029616" cy="1013800"/>
          </a:xfrm>
          <a:ln>
            <a:noFill/>
          </a:ln>
        </p:spPr>
        <p:txBody>
          <a:bodyPr/>
          <a:lstStyle/>
          <a:p>
            <a:r>
              <a:rPr lang="en-US" dirty="0"/>
              <a:t>Example 3: Strassen’s Matrix Multiplication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DA6629-BA8B-428F-B9EF-5477B00B6B77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21/92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E61A7F0-0717-400E-9D22-42E6C8ACAB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2314265"/>
              </p:ext>
            </p:extLst>
          </p:nvPr>
        </p:nvGraphicFramePr>
        <p:xfrm>
          <a:off x="3426299" y="2490997"/>
          <a:ext cx="3467560" cy="3291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33445">
                  <a:extLst>
                    <a:ext uri="{9D8B030D-6E8A-4147-A177-3AD203B41FA5}">
                      <a16:colId xmlns:a16="http://schemas.microsoft.com/office/drawing/2014/main" val="3355975657"/>
                    </a:ext>
                  </a:extLst>
                </a:gridCol>
                <a:gridCol w="433445">
                  <a:extLst>
                    <a:ext uri="{9D8B030D-6E8A-4147-A177-3AD203B41FA5}">
                      <a16:colId xmlns:a16="http://schemas.microsoft.com/office/drawing/2014/main" val="184493226"/>
                    </a:ext>
                  </a:extLst>
                </a:gridCol>
                <a:gridCol w="433445">
                  <a:extLst>
                    <a:ext uri="{9D8B030D-6E8A-4147-A177-3AD203B41FA5}">
                      <a16:colId xmlns:a16="http://schemas.microsoft.com/office/drawing/2014/main" val="3208102101"/>
                    </a:ext>
                  </a:extLst>
                </a:gridCol>
                <a:gridCol w="433445">
                  <a:extLst>
                    <a:ext uri="{9D8B030D-6E8A-4147-A177-3AD203B41FA5}">
                      <a16:colId xmlns:a16="http://schemas.microsoft.com/office/drawing/2014/main" val="3674613419"/>
                    </a:ext>
                  </a:extLst>
                </a:gridCol>
                <a:gridCol w="433445">
                  <a:extLst>
                    <a:ext uri="{9D8B030D-6E8A-4147-A177-3AD203B41FA5}">
                      <a16:colId xmlns:a16="http://schemas.microsoft.com/office/drawing/2014/main" val="1261825935"/>
                    </a:ext>
                  </a:extLst>
                </a:gridCol>
                <a:gridCol w="433445">
                  <a:extLst>
                    <a:ext uri="{9D8B030D-6E8A-4147-A177-3AD203B41FA5}">
                      <a16:colId xmlns:a16="http://schemas.microsoft.com/office/drawing/2014/main" val="3006906135"/>
                    </a:ext>
                  </a:extLst>
                </a:gridCol>
                <a:gridCol w="433445">
                  <a:extLst>
                    <a:ext uri="{9D8B030D-6E8A-4147-A177-3AD203B41FA5}">
                      <a16:colId xmlns:a16="http://schemas.microsoft.com/office/drawing/2014/main" val="2968130277"/>
                    </a:ext>
                  </a:extLst>
                </a:gridCol>
                <a:gridCol w="433445">
                  <a:extLst>
                    <a:ext uri="{9D8B030D-6E8A-4147-A177-3AD203B41FA5}">
                      <a16:colId xmlns:a16="http://schemas.microsoft.com/office/drawing/2014/main" val="2284505334"/>
                    </a:ext>
                  </a:extLst>
                </a:gridCol>
              </a:tblGrid>
              <a:tr h="360001"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72389559"/>
                  </a:ext>
                </a:extLst>
              </a:tr>
              <a:tr h="360001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20704162"/>
                  </a:ext>
                </a:extLst>
              </a:tr>
              <a:tr h="360001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654823005"/>
                  </a:ext>
                </a:extLst>
              </a:tr>
              <a:tr h="360001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51950991"/>
                  </a:ext>
                </a:extLst>
              </a:tr>
              <a:tr h="360001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93350601"/>
                  </a:ext>
                </a:extLst>
              </a:tr>
              <a:tr h="360001"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14855148"/>
                  </a:ext>
                </a:extLst>
              </a:tr>
              <a:tr h="360001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26018036"/>
                  </a:ext>
                </a:extLst>
              </a:tr>
              <a:tr h="360001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14358810"/>
                  </a:ext>
                </a:extLst>
              </a:tr>
              <a:tr h="360001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39134143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3EC3FF7C-4FAB-4846-BB41-3D5265E177E5}"/>
              </a:ext>
            </a:extLst>
          </p:cNvPr>
          <p:cNvSpPr txBox="1"/>
          <p:nvPr/>
        </p:nvSpPr>
        <p:spPr>
          <a:xfrm flipH="1">
            <a:off x="6893859" y="5049537"/>
            <a:ext cx="11670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nxn</a:t>
            </a:r>
            <a:endParaRPr lang="en-US" dirty="0"/>
          </a:p>
        </p:txBody>
      </p:sp>
      <p:sp>
        <p:nvSpPr>
          <p:cNvPr id="8" name="Left Bracket 7">
            <a:extLst>
              <a:ext uri="{FF2B5EF4-FFF2-40B4-BE49-F238E27FC236}">
                <a16:creationId xmlns:a16="http://schemas.microsoft.com/office/drawing/2014/main" id="{6C6A842A-5BFC-4DCD-B578-3A04BC09F9B9}"/>
              </a:ext>
            </a:extLst>
          </p:cNvPr>
          <p:cNvSpPr/>
          <p:nvPr/>
        </p:nvSpPr>
        <p:spPr>
          <a:xfrm>
            <a:off x="3387761" y="2599765"/>
            <a:ext cx="45719" cy="2734235"/>
          </a:xfrm>
          <a:prstGeom prst="leftBracket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Left Bracket 9">
            <a:extLst>
              <a:ext uri="{FF2B5EF4-FFF2-40B4-BE49-F238E27FC236}">
                <a16:creationId xmlns:a16="http://schemas.microsoft.com/office/drawing/2014/main" id="{7EC9A915-B83D-4035-9EF2-82EF62E2A6D1}"/>
              </a:ext>
            </a:extLst>
          </p:cNvPr>
          <p:cNvSpPr/>
          <p:nvPr/>
        </p:nvSpPr>
        <p:spPr>
          <a:xfrm flipH="1">
            <a:off x="6786279" y="2617694"/>
            <a:ext cx="45719" cy="2734235"/>
          </a:xfrm>
          <a:prstGeom prst="leftBracket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A2C0E7E-69CB-4EEC-849A-D3C7820D6853}"/>
                  </a:ext>
                </a:extLst>
              </p:cNvPr>
              <p:cNvSpPr txBox="1"/>
              <p:nvPr/>
            </p:nvSpPr>
            <p:spPr>
              <a:xfrm>
                <a:off x="9121319" y="3433916"/>
                <a:ext cx="670825" cy="53296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  <m:sup>
                          <m:r>
                            <a:rPr lang="en-US" sz="28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en-US" sz="28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A2C0E7E-69CB-4EEC-849A-D3C7820D68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21319" y="3433916"/>
                <a:ext cx="670825" cy="53296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24473705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r>
              <a:rPr lang="en-US" dirty="0"/>
              <a:t>Example 3: Strassen’s Matrix Multiplication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DA6629-BA8B-428F-B9EF-5477B00B6B77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22/92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75C7D6A9-9629-4263-ACD8-27000BFE7E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9271377"/>
              </p:ext>
            </p:extLst>
          </p:nvPr>
        </p:nvGraphicFramePr>
        <p:xfrm>
          <a:off x="3249387" y="2808514"/>
          <a:ext cx="1159330" cy="102943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79665">
                  <a:extLst>
                    <a:ext uri="{9D8B030D-6E8A-4147-A177-3AD203B41FA5}">
                      <a16:colId xmlns:a16="http://schemas.microsoft.com/office/drawing/2014/main" val="541757178"/>
                    </a:ext>
                  </a:extLst>
                </a:gridCol>
                <a:gridCol w="579665">
                  <a:extLst>
                    <a:ext uri="{9D8B030D-6E8A-4147-A177-3AD203B41FA5}">
                      <a16:colId xmlns:a16="http://schemas.microsoft.com/office/drawing/2014/main" val="2259653610"/>
                    </a:ext>
                  </a:extLst>
                </a:gridCol>
              </a:tblGrid>
              <a:tr h="514716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FF0000"/>
                          </a:solidFill>
                          <a:latin typeface="Arial Rounded MT Bold" panose="020F0704030504030204" pitchFamily="34" charset="0"/>
                        </a:rPr>
                        <a:t>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FF0000"/>
                          </a:solidFill>
                          <a:latin typeface="Arial Rounded MT Bold" panose="020F0704030504030204" pitchFamily="34" charset="0"/>
                        </a:rPr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5474714"/>
                  </a:ext>
                </a:extLst>
              </a:tr>
              <a:tr h="514716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FF0000"/>
                          </a:solidFill>
                          <a:latin typeface="Arial Rounded MT Bold" panose="020F0704030504030204" pitchFamily="34" charset="0"/>
                        </a:rPr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FF0000"/>
                          </a:solidFill>
                          <a:latin typeface="Arial Rounded MT Bold" panose="020F0704030504030204" pitchFamily="34" charset="0"/>
                        </a:rPr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8650593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043CE451-50AE-460D-9EE4-F566EAA100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7488302"/>
              </p:ext>
            </p:extLst>
          </p:nvPr>
        </p:nvGraphicFramePr>
        <p:xfrm>
          <a:off x="4846866" y="2808514"/>
          <a:ext cx="1159330" cy="102943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79665">
                  <a:extLst>
                    <a:ext uri="{9D8B030D-6E8A-4147-A177-3AD203B41FA5}">
                      <a16:colId xmlns:a16="http://schemas.microsoft.com/office/drawing/2014/main" val="541757178"/>
                    </a:ext>
                  </a:extLst>
                </a:gridCol>
                <a:gridCol w="579665">
                  <a:extLst>
                    <a:ext uri="{9D8B030D-6E8A-4147-A177-3AD203B41FA5}">
                      <a16:colId xmlns:a16="http://schemas.microsoft.com/office/drawing/2014/main" val="2259653610"/>
                    </a:ext>
                  </a:extLst>
                </a:gridCol>
              </a:tblGrid>
              <a:tr h="514716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Arial Rounded MT Bold" panose="020F0704030504030204" pitchFamily="34" charset="0"/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Arial Rounded MT Bold" panose="020F0704030504030204" pitchFamily="34" charset="0"/>
                        </a:rPr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5474714"/>
                  </a:ext>
                </a:extLst>
              </a:tr>
              <a:tr h="514716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Arial Rounded MT Bold" panose="020F0704030504030204" pitchFamily="34" charset="0"/>
                        </a:rPr>
                        <a:t>8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Arial Rounded MT Bold" panose="020F0704030504030204" pitchFamily="34" charset="0"/>
                        </a:rPr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8650593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61012E40-005E-47EE-841F-A39FDD400A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247231"/>
              </p:ext>
            </p:extLst>
          </p:nvPr>
        </p:nvGraphicFramePr>
        <p:xfrm>
          <a:off x="6743539" y="2808514"/>
          <a:ext cx="1718527" cy="102943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73443">
                  <a:extLst>
                    <a:ext uri="{9D8B030D-6E8A-4147-A177-3AD203B41FA5}">
                      <a16:colId xmlns:a16="http://schemas.microsoft.com/office/drawing/2014/main" val="541757178"/>
                    </a:ext>
                  </a:extLst>
                </a:gridCol>
                <a:gridCol w="845084">
                  <a:extLst>
                    <a:ext uri="{9D8B030D-6E8A-4147-A177-3AD203B41FA5}">
                      <a16:colId xmlns:a16="http://schemas.microsoft.com/office/drawing/2014/main" val="2259653610"/>
                    </a:ext>
                  </a:extLst>
                </a:gridCol>
              </a:tblGrid>
              <a:tr h="514716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FF0000"/>
                          </a:solidFill>
                          <a:latin typeface="Arial Rounded MT Bold" panose="020F0704030504030204" pitchFamily="34" charset="0"/>
                        </a:rPr>
                        <a:t>7</a:t>
                      </a:r>
                      <a:r>
                        <a:rPr lang="en-US" sz="2400" dirty="0">
                          <a:latin typeface="Arial Rounded MT Bold" panose="020F0704030504030204" pitchFamily="34" charset="0"/>
                        </a:rPr>
                        <a:t>+1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FF0000"/>
                          </a:solidFill>
                          <a:latin typeface="Arial Rounded MT Bold" panose="020F0704030504030204" pitchFamily="34" charset="0"/>
                        </a:rPr>
                        <a:t>5</a:t>
                      </a:r>
                      <a:r>
                        <a:rPr lang="en-US" sz="2400" dirty="0">
                          <a:latin typeface="Arial Rounded MT Bold" panose="020F0704030504030204" pitchFamily="34" charset="0"/>
                        </a:rPr>
                        <a:t>+4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5474714"/>
                  </a:ext>
                </a:extLst>
              </a:tr>
              <a:tr h="514716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FF0000"/>
                          </a:solidFill>
                          <a:latin typeface="Arial Rounded MT Bold" panose="020F0704030504030204" pitchFamily="34" charset="0"/>
                        </a:rPr>
                        <a:t>3</a:t>
                      </a:r>
                      <a:r>
                        <a:rPr lang="en-US" sz="2400" dirty="0">
                          <a:latin typeface="Arial Rounded MT Bold" panose="020F0704030504030204" pitchFamily="34" charset="0"/>
                        </a:rPr>
                        <a:t>+8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FF0000"/>
                          </a:solidFill>
                          <a:latin typeface="Arial Rounded MT Bold" panose="020F0704030504030204" pitchFamily="34" charset="0"/>
                        </a:rPr>
                        <a:t>2</a:t>
                      </a:r>
                      <a:r>
                        <a:rPr lang="en-US" sz="2400" dirty="0">
                          <a:latin typeface="Arial Rounded MT Bold" panose="020F0704030504030204" pitchFamily="34" charset="0"/>
                        </a:rPr>
                        <a:t>+6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8650593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7A7BC9A-2124-44EC-BF6D-0287D73DC327}"/>
                  </a:ext>
                </a:extLst>
              </p:cNvPr>
              <p:cNvSpPr txBox="1"/>
              <p:nvPr/>
            </p:nvSpPr>
            <p:spPr>
              <a:xfrm>
                <a:off x="4444247" y="3121140"/>
                <a:ext cx="367088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US" sz="2800" b="1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7A7BC9A-2124-44EC-BF6D-0287D73DC3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44247" y="3121140"/>
                <a:ext cx="367088" cy="43088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Double Bracket 12">
            <a:extLst>
              <a:ext uri="{FF2B5EF4-FFF2-40B4-BE49-F238E27FC236}">
                <a16:creationId xmlns:a16="http://schemas.microsoft.com/office/drawing/2014/main" id="{C2FAC009-4B27-4DC8-9B2D-EFC51CD664D7}"/>
              </a:ext>
            </a:extLst>
          </p:cNvPr>
          <p:cNvSpPr/>
          <p:nvPr/>
        </p:nvSpPr>
        <p:spPr>
          <a:xfrm>
            <a:off x="3231457" y="2836425"/>
            <a:ext cx="1159330" cy="973610"/>
          </a:xfrm>
          <a:prstGeom prst="bracketPair">
            <a:avLst>
              <a:gd name="adj" fmla="val 7786"/>
            </a:avLst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A2A1DA29-223A-42AC-9B24-1F8DFB780BC8}"/>
                  </a:ext>
                </a:extLst>
              </p:cNvPr>
              <p:cNvSpPr txBox="1"/>
              <p:nvPr/>
            </p:nvSpPr>
            <p:spPr>
              <a:xfrm>
                <a:off x="6243522" y="3107786"/>
                <a:ext cx="367088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sz="2800" b="1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A2A1DA29-223A-42AC-9B24-1F8DFB780B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43522" y="3107786"/>
                <a:ext cx="367088" cy="43088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Double Bracket 14">
            <a:extLst>
              <a:ext uri="{FF2B5EF4-FFF2-40B4-BE49-F238E27FC236}">
                <a16:creationId xmlns:a16="http://schemas.microsoft.com/office/drawing/2014/main" id="{31107B13-8B32-44BA-A297-0A33BC8E493A}"/>
              </a:ext>
            </a:extLst>
          </p:cNvPr>
          <p:cNvSpPr/>
          <p:nvPr/>
        </p:nvSpPr>
        <p:spPr>
          <a:xfrm>
            <a:off x="6759916" y="2849779"/>
            <a:ext cx="1718527" cy="973610"/>
          </a:xfrm>
          <a:prstGeom prst="bracketPair">
            <a:avLst>
              <a:gd name="adj" fmla="val 7786"/>
            </a:avLst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Double Bracket 15">
            <a:extLst>
              <a:ext uri="{FF2B5EF4-FFF2-40B4-BE49-F238E27FC236}">
                <a16:creationId xmlns:a16="http://schemas.microsoft.com/office/drawing/2014/main" id="{80DCD5B3-9AFF-4064-AF92-2E3C7BBF3CCE}"/>
              </a:ext>
            </a:extLst>
          </p:cNvPr>
          <p:cNvSpPr/>
          <p:nvPr/>
        </p:nvSpPr>
        <p:spPr>
          <a:xfrm>
            <a:off x="4846865" y="2808514"/>
            <a:ext cx="1159330" cy="973610"/>
          </a:xfrm>
          <a:prstGeom prst="bracketPair">
            <a:avLst>
              <a:gd name="adj" fmla="val 7786"/>
            </a:avLst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853740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r>
              <a:rPr lang="en-US" dirty="0"/>
              <a:t>Example 3: Strassen’s Matrix Multiplication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DA6629-BA8B-428F-B9EF-5477B00B6B77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23/92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E61A7F0-0717-400E-9D22-42E6C8ACABCF}"/>
              </a:ext>
            </a:extLst>
          </p:cNvPr>
          <p:cNvGraphicFramePr>
            <a:graphicFrameLocks noGrp="1"/>
          </p:cNvGraphicFramePr>
          <p:nvPr/>
        </p:nvGraphicFramePr>
        <p:xfrm>
          <a:off x="439490" y="2311702"/>
          <a:ext cx="3467560" cy="3291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33445">
                  <a:extLst>
                    <a:ext uri="{9D8B030D-6E8A-4147-A177-3AD203B41FA5}">
                      <a16:colId xmlns:a16="http://schemas.microsoft.com/office/drawing/2014/main" val="3355975657"/>
                    </a:ext>
                  </a:extLst>
                </a:gridCol>
                <a:gridCol w="433445">
                  <a:extLst>
                    <a:ext uri="{9D8B030D-6E8A-4147-A177-3AD203B41FA5}">
                      <a16:colId xmlns:a16="http://schemas.microsoft.com/office/drawing/2014/main" val="184493226"/>
                    </a:ext>
                  </a:extLst>
                </a:gridCol>
                <a:gridCol w="433445">
                  <a:extLst>
                    <a:ext uri="{9D8B030D-6E8A-4147-A177-3AD203B41FA5}">
                      <a16:colId xmlns:a16="http://schemas.microsoft.com/office/drawing/2014/main" val="3208102101"/>
                    </a:ext>
                  </a:extLst>
                </a:gridCol>
                <a:gridCol w="433445">
                  <a:extLst>
                    <a:ext uri="{9D8B030D-6E8A-4147-A177-3AD203B41FA5}">
                      <a16:colId xmlns:a16="http://schemas.microsoft.com/office/drawing/2014/main" val="3674613419"/>
                    </a:ext>
                  </a:extLst>
                </a:gridCol>
                <a:gridCol w="433445">
                  <a:extLst>
                    <a:ext uri="{9D8B030D-6E8A-4147-A177-3AD203B41FA5}">
                      <a16:colId xmlns:a16="http://schemas.microsoft.com/office/drawing/2014/main" val="1261825935"/>
                    </a:ext>
                  </a:extLst>
                </a:gridCol>
                <a:gridCol w="433445">
                  <a:extLst>
                    <a:ext uri="{9D8B030D-6E8A-4147-A177-3AD203B41FA5}">
                      <a16:colId xmlns:a16="http://schemas.microsoft.com/office/drawing/2014/main" val="3006906135"/>
                    </a:ext>
                  </a:extLst>
                </a:gridCol>
                <a:gridCol w="433445">
                  <a:extLst>
                    <a:ext uri="{9D8B030D-6E8A-4147-A177-3AD203B41FA5}">
                      <a16:colId xmlns:a16="http://schemas.microsoft.com/office/drawing/2014/main" val="2968130277"/>
                    </a:ext>
                  </a:extLst>
                </a:gridCol>
                <a:gridCol w="433445">
                  <a:extLst>
                    <a:ext uri="{9D8B030D-6E8A-4147-A177-3AD203B41FA5}">
                      <a16:colId xmlns:a16="http://schemas.microsoft.com/office/drawing/2014/main" val="2284505334"/>
                    </a:ext>
                  </a:extLst>
                </a:gridCol>
              </a:tblGrid>
              <a:tr h="360001"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72389559"/>
                  </a:ext>
                </a:extLst>
              </a:tr>
              <a:tr h="360001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20704162"/>
                  </a:ext>
                </a:extLst>
              </a:tr>
              <a:tr h="360001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654823005"/>
                  </a:ext>
                </a:extLst>
              </a:tr>
              <a:tr h="360001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51950991"/>
                  </a:ext>
                </a:extLst>
              </a:tr>
              <a:tr h="360001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93350601"/>
                  </a:ext>
                </a:extLst>
              </a:tr>
              <a:tr h="360001"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14855148"/>
                  </a:ext>
                </a:extLst>
              </a:tr>
              <a:tr h="360001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26018036"/>
                  </a:ext>
                </a:extLst>
              </a:tr>
              <a:tr h="360001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14358810"/>
                  </a:ext>
                </a:extLst>
              </a:tr>
              <a:tr h="360001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39134143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4BBC09F5-7C0D-4DA0-A5CD-EDD49F50D958}"/>
              </a:ext>
            </a:extLst>
          </p:cNvPr>
          <p:cNvGraphicFramePr>
            <a:graphicFrameLocks noGrp="1"/>
          </p:cNvGraphicFramePr>
          <p:nvPr/>
        </p:nvGraphicFramePr>
        <p:xfrm>
          <a:off x="4313730" y="2330086"/>
          <a:ext cx="3152328" cy="3291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94041">
                  <a:extLst>
                    <a:ext uri="{9D8B030D-6E8A-4147-A177-3AD203B41FA5}">
                      <a16:colId xmlns:a16="http://schemas.microsoft.com/office/drawing/2014/main" val="3355975657"/>
                    </a:ext>
                  </a:extLst>
                </a:gridCol>
                <a:gridCol w="394041">
                  <a:extLst>
                    <a:ext uri="{9D8B030D-6E8A-4147-A177-3AD203B41FA5}">
                      <a16:colId xmlns:a16="http://schemas.microsoft.com/office/drawing/2014/main" val="184493226"/>
                    </a:ext>
                  </a:extLst>
                </a:gridCol>
                <a:gridCol w="394041">
                  <a:extLst>
                    <a:ext uri="{9D8B030D-6E8A-4147-A177-3AD203B41FA5}">
                      <a16:colId xmlns:a16="http://schemas.microsoft.com/office/drawing/2014/main" val="3208102101"/>
                    </a:ext>
                  </a:extLst>
                </a:gridCol>
                <a:gridCol w="394041">
                  <a:extLst>
                    <a:ext uri="{9D8B030D-6E8A-4147-A177-3AD203B41FA5}">
                      <a16:colId xmlns:a16="http://schemas.microsoft.com/office/drawing/2014/main" val="3674613419"/>
                    </a:ext>
                  </a:extLst>
                </a:gridCol>
                <a:gridCol w="394041">
                  <a:extLst>
                    <a:ext uri="{9D8B030D-6E8A-4147-A177-3AD203B41FA5}">
                      <a16:colId xmlns:a16="http://schemas.microsoft.com/office/drawing/2014/main" val="1261825935"/>
                    </a:ext>
                  </a:extLst>
                </a:gridCol>
                <a:gridCol w="394041">
                  <a:extLst>
                    <a:ext uri="{9D8B030D-6E8A-4147-A177-3AD203B41FA5}">
                      <a16:colId xmlns:a16="http://schemas.microsoft.com/office/drawing/2014/main" val="3006906135"/>
                    </a:ext>
                  </a:extLst>
                </a:gridCol>
                <a:gridCol w="394041">
                  <a:extLst>
                    <a:ext uri="{9D8B030D-6E8A-4147-A177-3AD203B41FA5}">
                      <a16:colId xmlns:a16="http://schemas.microsoft.com/office/drawing/2014/main" val="2968130277"/>
                    </a:ext>
                  </a:extLst>
                </a:gridCol>
                <a:gridCol w="394041">
                  <a:extLst>
                    <a:ext uri="{9D8B030D-6E8A-4147-A177-3AD203B41FA5}">
                      <a16:colId xmlns:a16="http://schemas.microsoft.com/office/drawing/2014/main" val="2284505334"/>
                    </a:ext>
                  </a:extLst>
                </a:gridCol>
              </a:tblGrid>
              <a:tr h="360001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72389559"/>
                  </a:ext>
                </a:extLst>
              </a:tr>
              <a:tr h="360001"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20704162"/>
                  </a:ext>
                </a:extLst>
              </a:tr>
              <a:tr h="360001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654823005"/>
                  </a:ext>
                </a:extLst>
              </a:tr>
              <a:tr h="360001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51950991"/>
                  </a:ext>
                </a:extLst>
              </a:tr>
              <a:tr h="360001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93350601"/>
                  </a:ext>
                </a:extLst>
              </a:tr>
              <a:tr h="360001"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14855148"/>
                  </a:ext>
                </a:extLst>
              </a:tr>
              <a:tr h="360001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26018036"/>
                  </a:ext>
                </a:extLst>
              </a:tr>
              <a:tr h="360001"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14358810"/>
                  </a:ext>
                </a:extLst>
              </a:tr>
              <a:tr h="360001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39134143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3EC3FF7C-4FAB-4846-BB41-3D5265E177E5}"/>
              </a:ext>
            </a:extLst>
          </p:cNvPr>
          <p:cNvSpPr txBox="1"/>
          <p:nvPr/>
        </p:nvSpPr>
        <p:spPr>
          <a:xfrm flipH="1">
            <a:off x="3912098" y="3588290"/>
            <a:ext cx="1864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+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AEF3814-91E1-4DA1-9F43-E003FB7B4EBE}"/>
              </a:ext>
            </a:extLst>
          </p:cNvPr>
          <p:cNvSpPr txBox="1"/>
          <p:nvPr/>
        </p:nvSpPr>
        <p:spPr>
          <a:xfrm flipH="1">
            <a:off x="7657520" y="3573255"/>
            <a:ext cx="13618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=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27A5688-F975-4D82-99A9-0647A9C4A5AF}"/>
              </a:ext>
            </a:extLst>
          </p:cNvPr>
          <p:cNvSpPr txBox="1"/>
          <p:nvPr/>
        </p:nvSpPr>
        <p:spPr>
          <a:xfrm>
            <a:off x="8009162" y="2086276"/>
            <a:ext cx="4086244" cy="33733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11    2    7    7   10    7    14    16</a:t>
            </a:r>
          </a:p>
          <a:p>
            <a:pPr>
              <a:lnSpc>
                <a:spcPct val="150000"/>
              </a:lnSpc>
            </a:pPr>
            <a:r>
              <a:rPr lang="en-US" dirty="0"/>
              <a:t>8     7   11    8   10   11   15     6</a:t>
            </a:r>
          </a:p>
          <a:p>
            <a:pPr>
              <a:lnSpc>
                <a:spcPct val="150000"/>
              </a:lnSpc>
            </a:pPr>
            <a:r>
              <a:rPr lang="en-US" dirty="0"/>
              <a:t>5     4   12   10   4     5      9     5</a:t>
            </a:r>
          </a:p>
          <a:p>
            <a:pPr>
              <a:lnSpc>
                <a:spcPct val="150000"/>
              </a:lnSpc>
            </a:pPr>
            <a:r>
              <a:rPr lang="en-US" dirty="0"/>
              <a:t>3     9    8    10   10   11   14   6</a:t>
            </a:r>
          </a:p>
          <a:p>
            <a:pPr>
              <a:lnSpc>
                <a:spcPct val="150000"/>
              </a:lnSpc>
            </a:pPr>
            <a:r>
              <a:rPr lang="en-US" dirty="0"/>
              <a:t>4     5    9    13    4     1    12   10</a:t>
            </a:r>
          </a:p>
          <a:p>
            <a:pPr>
              <a:lnSpc>
                <a:spcPct val="150000"/>
              </a:lnSpc>
            </a:pPr>
            <a:r>
              <a:rPr lang="en-US" dirty="0"/>
              <a:t>15  14   11   6    10   11  15   4</a:t>
            </a:r>
          </a:p>
          <a:p>
            <a:pPr>
              <a:lnSpc>
                <a:spcPct val="150000"/>
              </a:lnSpc>
            </a:pPr>
            <a:r>
              <a:rPr lang="en-US" dirty="0"/>
              <a:t>4     12   13  7     8      1    9    13</a:t>
            </a:r>
          </a:p>
          <a:p>
            <a:pPr>
              <a:lnSpc>
                <a:spcPct val="150000"/>
              </a:lnSpc>
            </a:pPr>
            <a:r>
              <a:rPr lang="en-US" dirty="0"/>
              <a:t>8      7     0   12    14   11 14   0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5B43C8B-D069-4425-89EA-DFAEEC20B300}"/>
                  </a:ext>
                </a:extLst>
              </p:cNvPr>
              <p:cNvSpPr txBox="1"/>
              <p:nvPr/>
            </p:nvSpPr>
            <p:spPr>
              <a:xfrm>
                <a:off x="6986695" y="5969573"/>
                <a:ext cx="670825" cy="53296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  <m:sup>
                          <m:r>
                            <a:rPr lang="en-US" sz="28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en-US" sz="28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5B43C8B-D069-4425-89EA-DFAEEC20B3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6695" y="5969573"/>
                <a:ext cx="670825" cy="53296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ctangle 9">
            <a:extLst>
              <a:ext uri="{FF2B5EF4-FFF2-40B4-BE49-F238E27FC236}">
                <a16:creationId xmlns:a16="http://schemas.microsoft.com/office/drawing/2014/main" id="{1F3D9B6F-0D6D-497D-8BE2-15E5F5F18D45}"/>
              </a:ext>
            </a:extLst>
          </p:cNvPr>
          <p:cNvSpPr/>
          <p:nvPr/>
        </p:nvSpPr>
        <p:spPr>
          <a:xfrm>
            <a:off x="1362636" y="3818965"/>
            <a:ext cx="224118" cy="286870"/>
          </a:xfrm>
          <a:prstGeom prst="rect">
            <a:avLst/>
          </a:prstGeom>
          <a:solidFill>
            <a:srgbClr val="00B0F0">
              <a:alpha val="3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2F805C8-6B0D-41A9-A2A0-9CCECB9CC359}"/>
              </a:ext>
            </a:extLst>
          </p:cNvPr>
          <p:cNvSpPr/>
          <p:nvPr/>
        </p:nvSpPr>
        <p:spPr>
          <a:xfrm>
            <a:off x="8791177" y="3878288"/>
            <a:ext cx="299868" cy="285498"/>
          </a:xfrm>
          <a:prstGeom prst="rect">
            <a:avLst/>
          </a:prstGeom>
          <a:solidFill>
            <a:srgbClr val="AD0FA2">
              <a:alpha val="3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E4F7581-E61E-44AF-BD16-E4D3EA7B003A}"/>
              </a:ext>
            </a:extLst>
          </p:cNvPr>
          <p:cNvSpPr/>
          <p:nvPr/>
        </p:nvSpPr>
        <p:spPr>
          <a:xfrm>
            <a:off x="5112566" y="3833257"/>
            <a:ext cx="299868" cy="285498"/>
          </a:xfrm>
          <a:prstGeom prst="rect">
            <a:avLst/>
          </a:prstGeom>
          <a:solidFill>
            <a:srgbClr val="FF0000">
              <a:alpha val="3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6471285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  <a:ln>
            <a:noFill/>
          </a:ln>
        </p:spPr>
        <p:txBody>
          <a:bodyPr/>
          <a:lstStyle/>
          <a:p>
            <a:r>
              <a:rPr lang="en-US" dirty="0"/>
              <a:t>Example 3: Strassen’s Matrix Multiplication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DA6629-BA8B-428F-B9EF-5477B00B6B77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24/92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75C7D6A9-9629-4263-ACD8-27000BFE7E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5902886"/>
              </p:ext>
            </p:extLst>
          </p:nvPr>
        </p:nvGraphicFramePr>
        <p:xfrm>
          <a:off x="1913809" y="2914284"/>
          <a:ext cx="1159330" cy="102943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79665">
                  <a:extLst>
                    <a:ext uri="{9D8B030D-6E8A-4147-A177-3AD203B41FA5}">
                      <a16:colId xmlns:a16="http://schemas.microsoft.com/office/drawing/2014/main" val="541757178"/>
                    </a:ext>
                  </a:extLst>
                </a:gridCol>
                <a:gridCol w="579665">
                  <a:extLst>
                    <a:ext uri="{9D8B030D-6E8A-4147-A177-3AD203B41FA5}">
                      <a16:colId xmlns:a16="http://schemas.microsoft.com/office/drawing/2014/main" val="2259653610"/>
                    </a:ext>
                  </a:extLst>
                </a:gridCol>
              </a:tblGrid>
              <a:tr h="514716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FF0000"/>
                          </a:solidFill>
                          <a:latin typeface="Arial Rounded MT Bold" panose="020F0704030504030204" pitchFamily="34" charset="0"/>
                        </a:rPr>
                        <a:t>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FF0000"/>
                          </a:solidFill>
                          <a:latin typeface="Arial Rounded MT Bold" panose="020F0704030504030204" pitchFamily="34" charset="0"/>
                        </a:rPr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5474714"/>
                  </a:ext>
                </a:extLst>
              </a:tr>
              <a:tr h="514716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00B0F0"/>
                          </a:solidFill>
                          <a:latin typeface="Arial Rounded MT Bold" panose="020F0704030504030204" pitchFamily="34" charset="0"/>
                        </a:rPr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00B0F0"/>
                          </a:solidFill>
                          <a:latin typeface="Arial Rounded MT Bold" panose="020F0704030504030204" pitchFamily="34" charset="0"/>
                        </a:rPr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8650593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043CE451-50AE-460D-9EE4-F566EAA100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722632"/>
              </p:ext>
            </p:extLst>
          </p:nvPr>
        </p:nvGraphicFramePr>
        <p:xfrm>
          <a:off x="3906703" y="2919778"/>
          <a:ext cx="1159330" cy="102943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79665">
                  <a:extLst>
                    <a:ext uri="{9D8B030D-6E8A-4147-A177-3AD203B41FA5}">
                      <a16:colId xmlns:a16="http://schemas.microsoft.com/office/drawing/2014/main" val="541757178"/>
                    </a:ext>
                  </a:extLst>
                </a:gridCol>
                <a:gridCol w="579665">
                  <a:extLst>
                    <a:ext uri="{9D8B030D-6E8A-4147-A177-3AD203B41FA5}">
                      <a16:colId xmlns:a16="http://schemas.microsoft.com/office/drawing/2014/main" val="2259653610"/>
                    </a:ext>
                  </a:extLst>
                </a:gridCol>
              </a:tblGrid>
              <a:tr h="514716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Arial Rounded MT Bold" panose="020F0704030504030204" pitchFamily="34" charset="0"/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00B050"/>
                          </a:solidFill>
                          <a:latin typeface="Arial Rounded MT Bold" panose="020F0704030504030204" pitchFamily="34" charset="0"/>
                        </a:rPr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5474714"/>
                  </a:ext>
                </a:extLst>
              </a:tr>
              <a:tr h="514716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Arial Rounded MT Bold" panose="020F0704030504030204" pitchFamily="34" charset="0"/>
                        </a:rPr>
                        <a:t>8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00B050"/>
                          </a:solidFill>
                          <a:latin typeface="Arial Rounded MT Bold" panose="020F0704030504030204" pitchFamily="34" charset="0"/>
                        </a:rPr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8650593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61012E40-005E-47EE-841F-A39FDD400A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4072124"/>
              </p:ext>
            </p:extLst>
          </p:nvPr>
        </p:nvGraphicFramePr>
        <p:xfrm>
          <a:off x="5899596" y="2855598"/>
          <a:ext cx="3468522" cy="116465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734261">
                  <a:extLst>
                    <a:ext uri="{9D8B030D-6E8A-4147-A177-3AD203B41FA5}">
                      <a16:colId xmlns:a16="http://schemas.microsoft.com/office/drawing/2014/main" val="541757178"/>
                    </a:ext>
                  </a:extLst>
                </a:gridCol>
                <a:gridCol w="1734261">
                  <a:extLst>
                    <a:ext uri="{9D8B030D-6E8A-4147-A177-3AD203B41FA5}">
                      <a16:colId xmlns:a16="http://schemas.microsoft.com/office/drawing/2014/main" val="2259653610"/>
                    </a:ext>
                  </a:extLst>
                </a:gridCol>
              </a:tblGrid>
              <a:tr h="582329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FF0000"/>
                          </a:solidFill>
                          <a:latin typeface="Arial Rounded MT Bold" panose="020F0704030504030204" pitchFamily="34" charset="0"/>
                        </a:rPr>
                        <a:t>7</a:t>
                      </a:r>
                      <a:r>
                        <a:rPr lang="en-US" sz="2400" dirty="0">
                          <a:latin typeface="Arial Rounded MT Bold" panose="020F0704030504030204" pitchFamily="34" charset="0"/>
                        </a:rPr>
                        <a:t>x1+</a:t>
                      </a:r>
                      <a:r>
                        <a:rPr lang="en-US" sz="2400" dirty="0">
                          <a:solidFill>
                            <a:srgbClr val="FF0000"/>
                          </a:solidFill>
                          <a:latin typeface="Arial Rounded MT Bold" panose="020F0704030504030204" pitchFamily="34" charset="0"/>
                        </a:rPr>
                        <a:t>5</a:t>
                      </a:r>
                      <a:r>
                        <a:rPr lang="en-US" sz="2400" dirty="0">
                          <a:latin typeface="Arial Rounded MT Bold" panose="020F0704030504030204" pitchFamily="34" charset="0"/>
                        </a:rPr>
                        <a:t>x8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FF0000"/>
                          </a:solidFill>
                          <a:latin typeface="Arial Rounded MT Bold" panose="020F0704030504030204" pitchFamily="34" charset="0"/>
                        </a:rPr>
                        <a:t>7</a:t>
                      </a:r>
                      <a:r>
                        <a:rPr lang="en-US" sz="2400" dirty="0">
                          <a:latin typeface="Arial Rounded MT Bold" panose="020F0704030504030204" pitchFamily="34" charset="0"/>
                        </a:rPr>
                        <a:t>x</a:t>
                      </a:r>
                      <a:r>
                        <a:rPr lang="en-US" sz="2400" dirty="0">
                          <a:solidFill>
                            <a:srgbClr val="00B050"/>
                          </a:solidFill>
                          <a:latin typeface="Arial Rounded MT Bold" panose="020F0704030504030204" pitchFamily="34" charset="0"/>
                        </a:rPr>
                        <a:t>4</a:t>
                      </a:r>
                      <a:r>
                        <a:rPr lang="en-US" sz="2400" dirty="0">
                          <a:latin typeface="Arial Rounded MT Bold" panose="020F0704030504030204" pitchFamily="34" charset="0"/>
                        </a:rPr>
                        <a:t>+</a:t>
                      </a:r>
                      <a:r>
                        <a:rPr lang="en-US" sz="2400" dirty="0">
                          <a:solidFill>
                            <a:srgbClr val="FF0000"/>
                          </a:solidFill>
                          <a:latin typeface="Arial Rounded MT Bold" panose="020F0704030504030204" pitchFamily="34" charset="0"/>
                        </a:rPr>
                        <a:t>5</a:t>
                      </a:r>
                      <a:r>
                        <a:rPr lang="en-US" sz="2400" dirty="0">
                          <a:latin typeface="Arial Rounded MT Bold" panose="020F0704030504030204" pitchFamily="34" charset="0"/>
                        </a:rPr>
                        <a:t>x</a:t>
                      </a:r>
                      <a:r>
                        <a:rPr lang="en-US" sz="2400" dirty="0">
                          <a:solidFill>
                            <a:srgbClr val="00B050"/>
                          </a:solidFill>
                          <a:latin typeface="Arial Rounded MT Bold" panose="020F0704030504030204" pitchFamily="34" charset="0"/>
                        </a:rPr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5474714"/>
                  </a:ext>
                </a:extLst>
              </a:tr>
              <a:tr h="582329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00B0F0"/>
                          </a:solidFill>
                          <a:latin typeface="Arial Rounded MT Bold" panose="020F0704030504030204" pitchFamily="34" charset="0"/>
                        </a:rPr>
                        <a:t>3</a:t>
                      </a:r>
                      <a:r>
                        <a:rPr lang="en-US" sz="2400" dirty="0">
                          <a:latin typeface="Arial Rounded MT Bold" panose="020F0704030504030204" pitchFamily="34" charset="0"/>
                        </a:rPr>
                        <a:t>x1+</a:t>
                      </a:r>
                      <a:r>
                        <a:rPr lang="en-US" sz="2400" dirty="0">
                          <a:solidFill>
                            <a:srgbClr val="00B0F0"/>
                          </a:solidFill>
                          <a:latin typeface="Arial Rounded MT Bold" panose="020F0704030504030204" pitchFamily="34" charset="0"/>
                        </a:rPr>
                        <a:t>2</a:t>
                      </a:r>
                      <a:r>
                        <a:rPr lang="en-US" sz="2400" dirty="0">
                          <a:latin typeface="Arial Rounded MT Bold" panose="020F0704030504030204" pitchFamily="34" charset="0"/>
                        </a:rPr>
                        <a:t>x8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00B0F0"/>
                          </a:solidFill>
                          <a:latin typeface="Arial Rounded MT Bold" panose="020F0704030504030204" pitchFamily="34" charset="0"/>
                        </a:rPr>
                        <a:t>3</a:t>
                      </a:r>
                      <a:r>
                        <a:rPr lang="en-US" sz="2400" dirty="0">
                          <a:latin typeface="Arial Rounded MT Bold" panose="020F0704030504030204" pitchFamily="34" charset="0"/>
                        </a:rPr>
                        <a:t>x</a:t>
                      </a:r>
                      <a:r>
                        <a:rPr lang="en-US" sz="2400" dirty="0">
                          <a:solidFill>
                            <a:srgbClr val="00B050"/>
                          </a:solidFill>
                          <a:latin typeface="Arial Rounded MT Bold" panose="020F0704030504030204" pitchFamily="34" charset="0"/>
                        </a:rPr>
                        <a:t>4</a:t>
                      </a:r>
                      <a:r>
                        <a:rPr lang="en-US" sz="2400" dirty="0">
                          <a:latin typeface="Arial Rounded MT Bold" panose="020F0704030504030204" pitchFamily="34" charset="0"/>
                        </a:rPr>
                        <a:t>+</a:t>
                      </a:r>
                      <a:r>
                        <a:rPr lang="en-US" sz="2400" dirty="0">
                          <a:solidFill>
                            <a:srgbClr val="00B0F0"/>
                          </a:solidFill>
                          <a:latin typeface="Arial Rounded MT Bold" panose="020F0704030504030204" pitchFamily="34" charset="0"/>
                        </a:rPr>
                        <a:t>2</a:t>
                      </a:r>
                      <a:r>
                        <a:rPr lang="en-US" sz="2400" dirty="0">
                          <a:latin typeface="Arial Rounded MT Bold" panose="020F0704030504030204" pitchFamily="34" charset="0"/>
                        </a:rPr>
                        <a:t>x</a:t>
                      </a:r>
                      <a:r>
                        <a:rPr lang="en-US" sz="2400" dirty="0">
                          <a:solidFill>
                            <a:srgbClr val="00B050"/>
                          </a:solidFill>
                          <a:latin typeface="Arial Rounded MT Bold" panose="020F0704030504030204" pitchFamily="34" charset="0"/>
                        </a:rPr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8650593"/>
                  </a:ext>
                </a:extLst>
              </a:tr>
            </a:tbl>
          </a:graphicData>
        </a:graphic>
      </p:graphicFrame>
      <p:sp>
        <p:nvSpPr>
          <p:cNvPr id="5" name="Double Bracket 4">
            <a:extLst>
              <a:ext uri="{FF2B5EF4-FFF2-40B4-BE49-F238E27FC236}">
                <a16:creationId xmlns:a16="http://schemas.microsoft.com/office/drawing/2014/main" id="{4342A7F7-7E19-4322-A040-6CF560704813}"/>
              </a:ext>
            </a:extLst>
          </p:cNvPr>
          <p:cNvSpPr/>
          <p:nvPr/>
        </p:nvSpPr>
        <p:spPr>
          <a:xfrm>
            <a:off x="1859864" y="2909388"/>
            <a:ext cx="1159330" cy="973610"/>
          </a:xfrm>
          <a:prstGeom prst="bracketPair">
            <a:avLst>
              <a:gd name="adj" fmla="val 7786"/>
            </a:avLst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C135E71-C51E-4DE8-9A14-59C737E9D034}"/>
                  </a:ext>
                </a:extLst>
              </p:cNvPr>
              <p:cNvSpPr txBox="1"/>
              <p:nvPr/>
            </p:nvSpPr>
            <p:spPr>
              <a:xfrm>
                <a:off x="3343835" y="3188760"/>
                <a:ext cx="355867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US" sz="2800" b="1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C135E71-C51E-4DE8-9A14-59C737E9D0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3835" y="3188760"/>
                <a:ext cx="355867" cy="43088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Double Bracket 12">
            <a:extLst>
              <a:ext uri="{FF2B5EF4-FFF2-40B4-BE49-F238E27FC236}">
                <a16:creationId xmlns:a16="http://schemas.microsoft.com/office/drawing/2014/main" id="{81E3E2F4-C227-4F03-A2F1-4445A9F09A43}"/>
              </a:ext>
            </a:extLst>
          </p:cNvPr>
          <p:cNvSpPr/>
          <p:nvPr/>
        </p:nvSpPr>
        <p:spPr>
          <a:xfrm>
            <a:off x="3935850" y="2891458"/>
            <a:ext cx="1159330" cy="973610"/>
          </a:xfrm>
          <a:prstGeom prst="bracketPair">
            <a:avLst>
              <a:gd name="adj" fmla="val 7786"/>
            </a:avLst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BE30D51A-EF6D-4394-91D0-BC9C4094A028}"/>
                  </a:ext>
                </a:extLst>
              </p:cNvPr>
              <p:cNvSpPr txBox="1"/>
              <p:nvPr/>
            </p:nvSpPr>
            <p:spPr>
              <a:xfrm>
                <a:off x="5354602" y="3188760"/>
                <a:ext cx="367088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sz="2800" b="1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BE30D51A-EF6D-4394-91D0-BC9C4094A0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54602" y="3188760"/>
                <a:ext cx="367088" cy="43088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Double Bracket 14">
            <a:extLst>
              <a:ext uri="{FF2B5EF4-FFF2-40B4-BE49-F238E27FC236}">
                <a16:creationId xmlns:a16="http://schemas.microsoft.com/office/drawing/2014/main" id="{95C0485B-96DB-45E9-8E60-C676776C8C70}"/>
              </a:ext>
            </a:extLst>
          </p:cNvPr>
          <p:cNvSpPr/>
          <p:nvPr/>
        </p:nvSpPr>
        <p:spPr>
          <a:xfrm>
            <a:off x="5946616" y="2891458"/>
            <a:ext cx="3278066" cy="973610"/>
          </a:xfrm>
          <a:prstGeom prst="bracketPair">
            <a:avLst>
              <a:gd name="adj" fmla="val 7786"/>
            </a:avLst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25250DB8-EF27-4BCE-8E6D-B4FFA9DC8823}"/>
              </a:ext>
            </a:extLst>
          </p:cNvPr>
          <p:cNvSpPr/>
          <p:nvPr/>
        </p:nvSpPr>
        <p:spPr>
          <a:xfrm>
            <a:off x="4029168" y="2881823"/>
            <a:ext cx="322730" cy="1027400"/>
          </a:xfrm>
          <a:prstGeom prst="roundRect">
            <a:avLst/>
          </a:prstGeom>
          <a:noFill/>
          <a:ln w="28575">
            <a:solidFill>
              <a:srgbClr val="FF99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3A8AD381-18DD-45E5-A8B0-874BED760AAF}"/>
              </a:ext>
            </a:extLst>
          </p:cNvPr>
          <p:cNvSpPr/>
          <p:nvPr/>
        </p:nvSpPr>
        <p:spPr>
          <a:xfrm>
            <a:off x="1922774" y="2967316"/>
            <a:ext cx="1105385" cy="349623"/>
          </a:xfrm>
          <a:prstGeom prst="roundRect">
            <a:avLst/>
          </a:prstGeom>
          <a:noFill/>
          <a:ln w="28575">
            <a:solidFill>
              <a:srgbClr val="FF99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C2643F98-4E0F-4A54-9E6C-61EABDDB4868}"/>
              </a:ext>
            </a:extLst>
          </p:cNvPr>
          <p:cNvSpPr/>
          <p:nvPr/>
        </p:nvSpPr>
        <p:spPr>
          <a:xfrm>
            <a:off x="6137108" y="2891458"/>
            <a:ext cx="1258773" cy="407551"/>
          </a:xfrm>
          <a:prstGeom prst="roundRect">
            <a:avLst/>
          </a:prstGeom>
          <a:noFill/>
          <a:ln w="28575">
            <a:solidFill>
              <a:srgbClr val="FF99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Connector: Elbow 19">
            <a:extLst>
              <a:ext uri="{FF2B5EF4-FFF2-40B4-BE49-F238E27FC236}">
                <a16:creationId xmlns:a16="http://schemas.microsoft.com/office/drawing/2014/main" id="{EA6FB73A-A32A-45F5-B0A3-D88334501E05}"/>
              </a:ext>
            </a:extLst>
          </p:cNvPr>
          <p:cNvCxnSpPr>
            <a:stCxn id="17" idx="0"/>
            <a:endCxn id="18" idx="0"/>
          </p:cNvCxnSpPr>
          <p:nvPr/>
        </p:nvCxnSpPr>
        <p:spPr>
          <a:xfrm rot="5400000" flipH="1" flipV="1">
            <a:off x="4583052" y="783873"/>
            <a:ext cx="75858" cy="4291028"/>
          </a:xfrm>
          <a:prstGeom prst="bentConnector3">
            <a:avLst>
              <a:gd name="adj1" fmla="val 401353"/>
            </a:avLst>
          </a:prstGeom>
          <a:ln w="28575">
            <a:solidFill>
              <a:srgbClr val="FF99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BA25178F-A671-4C62-BB73-31B1194EF42B}"/>
              </a:ext>
            </a:extLst>
          </p:cNvPr>
          <p:cNvCxnSpPr>
            <a:stCxn id="16" idx="0"/>
          </p:cNvCxnSpPr>
          <p:nvPr/>
        </p:nvCxnSpPr>
        <p:spPr>
          <a:xfrm flipH="1" flipV="1">
            <a:off x="4186518" y="2700410"/>
            <a:ext cx="4015" cy="181413"/>
          </a:xfrm>
          <a:prstGeom prst="line">
            <a:avLst/>
          </a:prstGeom>
          <a:ln w="28575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42848313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  <a:ln>
            <a:noFill/>
          </a:ln>
        </p:spPr>
        <p:txBody>
          <a:bodyPr/>
          <a:lstStyle/>
          <a:p>
            <a:r>
              <a:rPr lang="en-US" dirty="0"/>
              <a:t>Example 3: Strassen’s Matrix Multiplication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DA6629-BA8B-428F-B9EF-5477B00B6B77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25/92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75C7D6A9-9629-4263-ACD8-27000BFE7E88}"/>
              </a:ext>
            </a:extLst>
          </p:cNvPr>
          <p:cNvGraphicFramePr>
            <a:graphicFrameLocks noGrp="1"/>
          </p:cNvGraphicFramePr>
          <p:nvPr/>
        </p:nvGraphicFramePr>
        <p:xfrm>
          <a:off x="1913809" y="2914284"/>
          <a:ext cx="1159330" cy="102943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79665">
                  <a:extLst>
                    <a:ext uri="{9D8B030D-6E8A-4147-A177-3AD203B41FA5}">
                      <a16:colId xmlns:a16="http://schemas.microsoft.com/office/drawing/2014/main" val="541757178"/>
                    </a:ext>
                  </a:extLst>
                </a:gridCol>
                <a:gridCol w="579665">
                  <a:extLst>
                    <a:ext uri="{9D8B030D-6E8A-4147-A177-3AD203B41FA5}">
                      <a16:colId xmlns:a16="http://schemas.microsoft.com/office/drawing/2014/main" val="2259653610"/>
                    </a:ext>
                  </a:extLst>
                </a:gridCol>
              </a:tblGrid>
              <a:tr h="514716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FF0000"/>
                          </a:solidFill>
                          <a:latin typeface="Arial Rounded MT Bold" panose="020F0704030504030204" pitchFamily="34" charset="0"/>
                        </a:rPr>
                        <a:t>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FF0000"/>
                          </a:solidFill>
                          <a:latin typeface="Arial Rounded MT Bold" panose="020F0704030504030204" pitchFamily="34" charset="0"/>
                        </a:rPr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5474714"/>
                  </a:ext>
                </a:extLst>
              </a:tr>
              <a:tr h="514716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00B0F0"/>
                          </a:solidFill>
                          <a:latin typeface="Arial Rounded MT Bold" panose="020F0704030504030204" pitchFamily="34" charset="0"/>
                        </a:rPr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00B0F0"/>
                          </a:solidFill>
                          <a:latin typeface="Arial Rounded MT Bold" panose="020F0704030504030204" pitchFamily="34" charset="0"/>
                        </a:rPr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8650593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043CE451-50AE-460D-9EE4-F566EAA10095}"/>
              </a:ext>
            </a:extLst>
          </p:cNvPr>
          <p:cNvGraphicFramePr>
            <a:graphicFrameLocks noGrp="1"/>
          </p:cNvGraphicFramePr>
          <p:nvPr/>
        </p:nvGraphicFramePr>
        <p:xfrm>
          <a:off x="3906703" y="2919778"/>
          <a:ext cx="1159330" cy="102943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79665">
                  <a:extLst>
                    <a:ext uri="{9D8B030D-6E8A-4147-A177-3AD203B41FA5}">
                      <a16:colId xmlns:a16="http://schemas.microsoft.com/office/drawing/2014/main" val="541757178"/>
                    </a:ext>
                  </a:extLst>
                </a:gridCol>
                <a:gridCol w="579665">
                  <a:extLst>
                    <a:ext uri="{9D8B030D-6E8A-4147-A177-3AD203B41FA5}">
                      <a16:colId xmlns:a16="http://schemas.microsoft.com/office/drawing/2014/main" val="2259653610"/>
                    </a:ext>
                  </a:extLst>
                </a:gridCol>
              </a:tblGrid>
              <a:tr h="514716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Arial Rounded MT Bold" panose="020F0704030504030204" pitchFamily="34" charset="0"/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00B050"/>
                          </a:solidFill>
                          <a:latin typeface="Arial Rounded MT Bold" panose="020F0704030504030204" pitchFamily="34" charset="0"/>
                        </a:rPr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5474714"/>
                  </a:ext>
                </a:extLst>
              </a:tr>
              <a:tr h="514716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Arial Rounded MT Bold" panose="020F0704030504030204" pitchFamily="34" charset="0"/>
                        </a:rPr>
                        <a:t>8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00B050"/>
                          </a:solidFill>
                          <a:latin typeface="Arial Rounded MT Bold" panose="020F0704030504030204" pitchFamily="34" charset="0"/>
                        </a:rPr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8650593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61012E40-005E-47EE-841F-A39FDD400A05}"/>
              </a:ext>
            </a:extLst>
          </p:cNvPr>
          <p:cNvGraphicFramePr>
            <a:graphicFrameLocks noGrp="1"/>
          </p:cNvGraphicFramePr>
          <p:nvPr/>
        </p:nvGraphicFramePr>
        <p:xfrm>
          <a:off x="5899596" y="2855598"/>
          <a:ext cx="3468522" cy="116465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734261">
                  <a:extLst>
                    <a:ext uri="{9D8B030D-6E8A-4147-A177-3AD203B41FA5}">
                      <a16:colId xmlns:a16="http://schemas.microsoft.com/office/drawing/2014/main" val="541757178"/>
                    </a:ext>
                  </a:extLst>
                </a:gridCol>
                <a:gridCol w="1734261">
                  <a:extLst>
                    <a:ext uri="{9D8B030D-6E8A-4147-A177-3AD203B41FA5}">
                      <a16:colId xmlns:a16="http://schemas.microsoft.com/office/drawing/2014/main" val="2259653610"/>
                    </a:ext>
                  </a:extLst>
                </a:gridCol>
              </a:tblGrid>
              <a:tr h="582329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FF0000"/>
                          </a:solidFill>
                          <a:latin typeface="Arial Rounded MT Bold" panose="020F0704030504030204" pitchFamily="34" charset="0"/>
                        </a:rPr>
                        <a:t>7</a:t>
                      </a:r>
                      <a:r>
                        <a:rPr lang="en-US" sz="2400" dirty="0">
                          <a:latin typeface="Arial Rounded MT Bold" panose="020F0704030504030204" pitchFamily="34" charset="0"/>
                        </a:rPr>
                        <a:t>x1+</a:t>
                      </a:r>
                      <a:r>
                        <a:rPr lang="en-US" sz="2400" dirty="0">
                          <a:solidFill>
                            <a:srgbClr val="FF0000"/>
                          </a:solidFill>
                          <a:latin typeface="Arial Rounded MT Bold" panose="020F0704030504030204" pitchFamily="34" charset="0"/>
                        </a:rPr>
                        <a:t>5</a:t>
                      </a:r>
                      <a:r>
                        <a:rPr lang="en-US" sz="2400" dirty="0">
                          <a:latin typeface="Arial Rounded MT Bold" panose="020F0704030504030204" pitchFamily="34" charset="0"/>
                        </a:rPr>
                        <a:t>x8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FF0000"/>
                          </a:solidFill>
                          <a:latin typeface="Arial Rounded MT Bold" panose="020F0704030504030204" pitchFamily="34" charset="0"/>
                        </a:rPr>
                        <a:t>7</a:t>
                      </a:r>
                      <a:r>
                        <a:rPr lang="en-US" sz="2400" dirty="0">
                          <a:latin typeface="Arial Rounded MT Bold" panose="020F0704030504030204" pitchFamily="34" charset="0"/>
                        </a:rPr>
                        <a:t>x</a:t>
                      </a:r>
                      <a:r>
                        <a:rPr lang="en-US" sz="2400" dirty="0">
                          <a:solidFill>
                            <a:srgbClr val="00B050"/>
                          </a:solidFill>
                          <a:latin typeface="Arial Rounded MT Bold" panose="020F0704030504030204" pitchFamily="34" charset="0"/>
                        </a:rPr>
                        <a:t>4</a:t>
                      </a:r>
                      <a:r>
                        <a:rPr lang="en-US" sz="2400" dirty="0">
                          <a:latin typeface="Arial Rounded MT Bold" panose="020F0704030504030204" pitchFamily="34" charset="0"/>
                        </a:rPr>
                        <a:t>+</a:t>
                      </a:r>
                      <a:r>
                        <a:rPr lang="en-US" sz="2400" dirty="0">
                          <a:solidFill>
                            <a:srgbClr val="FF0000"/>
                          </a:solidFill>
                          <a:latin typeface="Arial Rounded MT Bold" panose="020F0704030504030204" pitchFamily="34" charset="0"/>
                        </a:rPr>
                        <a:t>5</a:t>
                      </a:r>
                      <a:r>
                        <a:rPr lang="en-US" sz="2400" dirty="0">
                          <a:latin typeface="Arial Rounded MT Bold" panose="020F0704030504030204" pitchFamily="34" charset="0"/>
                        </a:rPr>
                        <a:t>x</a:t>
                      </a:r>
                      <a:r>
                        <a:rPr lang="en-US" sz="2400" dirty="0">
                          <a:solidFill>
                            <a:srgbClr val="00B050"/>
                          </a:solidFill>
                          <a:latin typeface="Arial Rounded MT Bold" panose="020F0704030504030204" pitchFamily="34" charset="0"/>
                        </a:rPr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5474714"/>
                  </a:ext>
                </a:extLst>
              </a:tr>
              <a:tr h="582329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00B0F0"/>
                          </a:solidFill>
                          <a:latin typeface="Arial Rounded MT Bold" panose="020F0704030504030204" pitchFamily="34" charset="0"/>
                        </a:rPr>
                        <a:t>3</a:t>
                      </a:r>
                      <a:r>
                        <a:rPr lang="en-US" sz="2400" dirty="0">
                          <a:latin typeface="Arial Rounded MT Bold" panose="020F0704030504030204" pitchFamily="34" charset="0"/>
                        </a:rPr>
                        <a:t>x1+</a:t>
                      </a:r>
                      <a:r>
                        <a:rPr lang="en-US" sz="2400" dirty="0">
                          <a:solidFill>
                            <a:srgbClr val="00B0F0"/>
                          </a:solidFill>
                          <a:latin typeface="Arial Rounded MT Bold" panose="020F0704030504030204" pitchFamily="34" charset="0"/>
                        </a:rPr>
                        <a:t>2</a:t>
                      </a:r>
                      <a:r>
                        <a:rPr lang="en-US" sz="2400" dirty="0">
                          <a:latin typeface="Arial Rounded MT Bold" panose="020F0704030504030204" pitchFamily="34" charset="0"/>
                        </a:rPr>
                        <a:t>x8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00B0F0"/>
                          </a:solidFill>
                          <a:latin typeface="Arial Rounded MT Bold" panose="020F0704030504030204" pitchFamily="34" charset="0"/>
                        </a:rPr>
                        <a:t>3</a:t>
                      </a:r>
                      <a:r>
                        <a:rPr lang="en-US" sz="2400" dirty="0">
                          <a:latin typeface="Arial Rounded MT Bold" panose="020F0704030504030204" pitchFamily="34" charset="0"/>
                        </a:rPr>
                        <a:t>x</a:t>
                      </a:r>
                      <a:r>
                        <a:rPr lang="en-US" sz="2400" dirty="0">
                          <a:solidFill>
                            <a:srgbClr val="00B050"/>
                          </a:solidFill>
                          <a:latin typeface="Arial Rounded MT Bold" panose="020F0704030504030204" pitchFamily="34" charset="0"/>
                        </a:rPr>
                        <a:t>4</a:t>
                      </a:r>
                      <a:r>
                        <a:rPr lang="en-US" sz="2400" dirty="0">
                          <a:latin typeface="Arial Rounded MT Bold" panose="020F0704030504030204" pitchFamily="34" charset="0"/>
                        </a:rPr>
                        <a:t>+</a:t>
                      </a:r>
                      <a:r>
                        <a:rPr lang="en-US" sz="2400" dirty="0">
                          <a:solidFill>
                            <a:srgbClr val="00B0F0"/>
                          </a:solidFill>
                          <a:latin typeface="Arial Rounded MT Bold" panose="020F0704030504030204" pitchFamily="34" charset="0"/>
                        </a:rPr>
                        <a:t>2</a:t>
                      </a:r>
                      <a:r>
                        <a:rPr lang="en-US" sz="2400" dirty="0">
                          <a:latin typeface="Arial Rounded MT Bold" panose="020F0704030504030204" pitchFamily="34" charset="0"/>
                        </a:rPr>
                        <a:t>x</a:t>
                      </a:r>
                      <a:r>
                        <a:rPr lang="en-US" sz="2400" dirty="0">
                          <a:solidFill>
                            <a:srgbClr val="00B050"/>
                          </a:solidFill>
                          <a:latin typeface="Arial Rounded MT Bold" panose="020F0704030504030204" pitchFamily="34" charset="0"/>
                        </a:rPr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8650593"/>
                  </a:ext>
                </a:extLst>
              </a:tr>
            </a:tbl>
          </a:graphicData>
        </a:graphic>
      </p:graphicFrame>
      <p:sp>
        <p:nvSpPr>
          <p:cNvPr id="5" name="Double Bracket 4">
            <a:extLst>
              <a:ext uri="{FF2B5EF4-FFF2-40B4-BE49-F238E27FC236}">
                <a16:creationId xmlns:a16="http://schemas.microsoft.com/office/drawing/2014/main" id="{4342A7F7-7E19-4322-A040-6CF560704813}"/>
              </a:ext>
            </a:extLst>
          </p:cNvPr>
          <p:cNvSpPr/>
          <p:nvPr/>
        </p:nvSpPr>
        <p:spPr>
          <a:xfrm>
            <a:off x="1859864" y="2909388"/>
            <a:ext cx="1159330" cy="973610"/>
          </a:xfrm>
          <a:prstGeom prst="bracketPair">
            <a:avLst>
              <a:gd name="adj" fmla="val 7786"/>
            </a:avLst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C135E71-C51E-4DE8-9A14-59C737E9D034}"/>
                  </a:ext>
                </a:extLst>
              </p:cNvPr>
              <p:cNvSpPr txBox="1"/>
              <p:nvPr/>
            </p:nvSpPr>
            <p:spPr>
              <a:xfrm>
                <a:off x="3343835" y="3188760"/>
                <a:ext cx="355867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US" sz="2800" b="1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C135E71-C51E-4DE8-9A14-59C737E9D0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3835" y="3188760"/>
                <a:ext cx="355867" cy="43088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Double Bracket 12">
            <a:extLst>
              <a:ext uri="{FF2B5EF4-FFF2-40B4-BE49-F238E27FC236}">
                <a16:creationId xmlns:a16="http://schemas.microsoft.com/office/drawing/2014/main" id="{81E3E2F4-C227-4F03-A2F1-4445A9F09A43}"/>
              </a:ext>
            </a:extLst>
          </p:cNvPr>
          <p:cNvSpPr/>
          <p:nvPr/>
        </p:nvSpPr>
        <p:spPr>
          <a:xfrm>
            <a:off x="3935850" y="2891458"/>
            <a:ext cx="1159330" cy="973610"/>
          </a:xfrm>
          <a:prstGeom prst="bracketPair">
            <a:avLst>
              <a:gd name="adj" fmla="val 7786"/>
            </a:avLst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BE30D51A-EF6D-4394-91D0-BC9C4094A028}"/>
                  </a:ext>
                </a:extLst>
              </p:cNvPr>
              <p:cNvSpPr txBox="1"/>
              <p:nvPr/>
            </p:nvSpPr>
            <p:spPr>
              <a:xfrm>
                <a:off x="5354602" y="3188760"/>
                <a:ext cx="367088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sz="2800" b="1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BE30D51A-EF6D-4394-91D0-BC9C4094A0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54602" y="3188760"/>
                <a:ext cx="367088" cy="43088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Double Bracket 14">
            <a:extLst>
              <a:ext uri="{FF2B5EF4-FFF2-40B4-BE49-F238E27FC236}">
                <a16:creationId xmlns:a16="http://schemas.microsoft.com/office/drawing/2014/main" id="{95C0485B-96DB-45E9-8E60-C676776C8C70}"/>
              </a:ext>
            </a:extLst>
          </p:cNvPr>
          <p:cNvSpPr/>
          <p:nvPr/>
        </p:nvSpPr>
        <p:spPr>
          <a:xfrm>
            <a:off x="5946616" y="2891458"/>
            <a:ext cx="3278066" cy="973610"/>
          </a:xfrm>
          <a:prstGeom prst="bracketPair">
            <a:avLst>
              <a:gd name="adj" fmla="val 7786"/>
            </a:avLst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25250DB8-EF27-4BCE-8E6D-B4FFA9DC8823}"/>
              </a:ext>
            </a:extLst>
          </p:cNvPr>
          <p:cNvSpPr/>
          <p:nvPr/>
        </p:nvSpPr>
        <p:spPr>
          <a:xfrm>
            <a:off x="4629664" y="2803239"/>
            <a:ext cx="322730" cy="1027400"/>
          </a:xfrm>
          <a:prstGeom prst="roundRect">
            <a:avLst/>
          </a:prstGeom>
          <a:noFill/>
          <a:ln w="28575">
            <a:solidFill>
              <a:srgbClr val="FF99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3A8AD381-18DD-45E5-A8B0-874BED760AAF}"/>
              </a:ext>
            </a:extLst>
          </p:cNvPr>
          <p:cNvSpPr/>
          <p:nvPr/>
        </p:nvSpPr>
        <p:spPr>
          <a:xfrm>
            <a:off x="1922774" y="2958351"/>
            <a:ext cx="1105385" cy="349623"/>
          </a:xfrm>
          <a:prstGeom prst="roundRect">
            <a:avLst/>
          </a:prstGeom>
          <a:noFill/>
          <a:ln w="28575">
            <a:solidFill>
              <a:srgbClr val="FF99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C2643F98-4E0F-4A54-9E6C-61EABDDB4868}"/>
              </a:ext>
            </a:extLst>
          </p:cNvPr>
          <p:cNvSpPr/>
          <p:nvPr/>
        </p:nvSpPr>
        <p:spPr>
          <a:xfrm>
            <a:off x="7892490" y="2891458"/>
            <a:ext cx="1258773" cy="407551"/>
          </a:xfrm>
          <a:prstGeom prst="roundRect">
            <a:avLst/>
          </a:prstGeom>
          <a:noFill/>
          <a:ln w="28575">
            <a:solidFill>
              <a:srgbClr val="FF99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BA25178F-A671-4C62-BB73-31B1194EF42B}"/>
              </a:ext>
            </a:extLst>
          </p:cNvPr>
          <p:cNvCxnSpPr>
            <a:stCxn id="16" idx="0"/>
          </p:cNvCxnSpPr>
          <p:nvPr/>
        </p:nvCxnSpPr>
        <p:spPr>
          <a:xfrm flipH="1" flipV="1">
            <a:off x="4787014" y="2621826"/>
            <a:ext cx="4015" cy="181413"/>
          </a:xfrm>
          <a:prstGeom prst="line">
            <a:avLst/>
          </a:prstGeom>
          <a:ln w="28575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ctor: Elbow 10">
            <a:extLst>
              <a:ext uri="{FF2B5EF4-FFF2-40B4-BE49-F238E27FC236}">
                <a16:creationId xmlns:a16="http://schemas.microsoft.com/office/drawing/2014/main" id="{F381CADE-5D3A-4316-8204-7DBAEDA4CCD7}"/>
              </a:ext>
            </a:extLst>
          </p:cNvPr>
          <p:cNvCxnSpPr>
            <a:cxnSpLocks/>
          </p:cNvCxnSpPr>
          <p:nvPr/>
        </p:nvCxnSpPr>
        <p:spPr>
          <a:xfrm flipV="1">
            <a:off x="2493474" y="2855598"/>
            <a:ext cx="6028403" cy="28320"/>
          </a:xfrm>
          <a:prstGeom prst="bentConnector4">
            <a:avLst>
              <a:gd name="adj1" fmla="val 19"/>
              <a:gd name="adj2" fmla="val 907203"/>
            </a:avLst>
          </a:prstGeom>
          <a:ln w="28575">
            <a:solidFill>
              <a:srgbClr val="FF99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26153978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r>
              <a:rPr lang="en-US" dirty="0"/>
              <a:t>Example 3: Strassen’s Matrix Multiplication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DA6629-BA8B-428F-B9EF-5477B00B6B77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26/92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E61A7F0-0717-400E-9D22-42E6C8ACAB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115221"/>
              </p:ext>
            </p:extLst>
          </p:nvPr>
        </p:nvGraphicFramePr>
        <p:xfrm>
          <a:off x="439490" y="2303538"/>
          <a:ext cx="3467560" cy="3291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33445">
                  <a:extLst>
                    <a:ext uri="{9D8B030D-6E8A-4147-A177-3AD203B41FA5}">
                      <a16:colId xmlns:a16="http://schemas.microsoft.com/office/drawing/2014/main" val="3355975657"/>
                    </a:ext>
                  </a:extLst>
                </a:gridCol>
                <a:gridCol w="433445">
                  <a:extLst>
                    <a:ext uri="{9D8B030D-6E8A-4147-A177-3AD203B41FA5}">
                      <a16:colId xmlns:a16="http://schemas.microsoft.com/office/drawing/2014/main" val="184493226"/>
                    </a:ext>
                  </a:extLst>
                </a:gridCol>
                <a:gridCol w="433445">
                  <a:extLst>
                    <a:ext uri="{9D8B030D-6E8A-4147-A177-3AD203B41FA5}">
                      <a16:colId xmlns:a16="http://schemas.microsoft.com/office/drawing/2014/main" val="3208102101"/>
                    </a:ext>
                  </a:extLst>
                </a:gridCol>
                <a:gridCol w="433445">
                  <a:extLst>
                    <a:ext uri="{9D8B030D-6E8A-4147-A177-3AD203B41FA5}">
                      <a16:colId xmlns:a16="http://schemas.microsoft.com/office/drawing/2014/main" val="3674613419"/>
                    </a:ext>
                  </a:extLst>
                </a:gridCol>
                <a:gridCol w="433445">
                  <a:extLst>
                    <a:ext uri="{9D8B030D-6E8A-4147-A177-3AD203B41FA5}">
                      <a16:colId xmlns:a16="http://schemas.microsoft.com/office/drawing/2014/main" val="1261825935"/>
                    </a:ext>
                  </a:extLst>
                </a:gridCol>
                <a:gridCol w="433445">
                  <a:extLst>
                    <a:ext uri="{9D8B030D-6E8A-4147-A177-3AD203B41FA5}">
                      <a16:colId xmlns:a16="http://schemas.microsoft.com/office/drawing/2014/main" val="3006906135"/>
                    </a:ext>
                  </a:extLst>
                </a:gridCol>
                <a:gridCol w="433445">
                  <a:extLst>
                    <a:ext uri="{9D8B030D-6E8A-4147-A177-3AD203B41FA5}">
                      <a16:colId xmlns:a16="http://schemas.microsoft.com/office/drawing/2014/main" val="2968130277"/>
                    </a:ext>
                  </a:extLst>
                </a:gridCol>
                <a:gridCol w="433445">
                  <a:extLst>
                    <a:ext uri="{9D8B030D-6E8A-4147-A177-3AD203B41FA5}">
                      <a16:colId xmlns:a16="http://schemas.microsoft.com/office/drawing/2014/main" val="2284505334"/>
                    </a:ext>
                  </a:extLst>
                </a:gridCol>
              </a:tblGrid>
              <a:tr h="360001"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72389559"/>
                  </a:ext>
                </a:extLst>
              </a:tr>
              <a:tr h="360001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20704162"/>
                  </a:ext>
                </a:extLst>
              </a:tr>
              <a:tr h="360001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654823005"/>
                  </a:ext>
                </a:extLst>
              </a:tr>
              <a:tr h="360001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51950991"/>
                  </a:ext>
                </a:extLst>
              </a:tr>
              <a:tr h="360001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93350601"/>
                  </a:ext>
                </a:extLst>
              </a:tr>
              <a:tr h="360001"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14855148"/>
                  </a:ext>
                </a:extLst>
              </a:tr>
              <a:tr h="360001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26018036"/>
                  </a:ext>
                </a:extLst>
              </a:tr>
              <a:tr h="360001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14358810"/>
                  </a:ext>
                </a:extLst>
              </a:tr>
              <a:tr h="360001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39134143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4BBC09F5-7C0D-4DA0-A5CD-EDD49F50D9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5045071"/>
              </p:ext>
            </p:extLst>
          </p:nvPr>
        </p:nvGraphicFramePr>
        <p:xfrm>
          <a:off x="4313730" y="2330086"/>
          <a:ext cx="3152328" cy="3291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94041">
                  <a:extLst>
                    <a:ext uri="{9D8B030D-6E8A-4147-A177-3AD203B41FA5}">
                      <a16:colId xmlns:a16="http://schemas.microsoft.com/office/drawing/2014/main" val="3355975657"/>
                    </a:ext>
                  </a:extLst>
                </a:gridCol>
                <a:gridCol w="394041">
                  <a:extLst>
                    <a:ext uri="{9D8B030D-6E8A-4147-A177-3AD203B41FA5}">
                      <a16:colId xmlns:a16="http://schemas.microsoft.com/office/drawing/2014/main" val="184493226"/>
                    </a:ext>
                  </a:extLst>
                </a:gridCol>
                <a:gridCol w="394041">
                  <a:extLst>
                    <a:ext uri="{9D8B030D-6E8A-4147-A177-3AD203B41FA5}">
                      <a16:colId xmlns:a16="http://schemas.microsoft.com/office/drawing/2014/main" val="3208102101"/>
                    </a:ext>
                  </a:extLst>
                </a:gridCol>
                <a:gridCol w="394041">
                  <a:extLst>
                    <a:ext uri="{9D8B030D-6E8A-4147-A177-3AD203B41FA5}">
                      <a16:colId xmlns:a16="http://schemas.microsoft.com/office/drawing/2014/main" val="3674613419"/>
                    </a:ext>
                  </a:extLst>
                </a:gridCol>
                <a:gridCol w="394041">
                  <a:extLst>
                    <a:ext uri="{9D8B030D-6E8A-4147-A177-3AD203B41FA5}">
                      <a16:colId xmlns:a16="http://schemas.microsoft.com/office/drawing/2014/main" val="1261825935"/>
                    </a:ext>
                  </a:extLst>
                </a:gridCol>
                <a:gridCol w="394041">
                  <a:extLst>
                    <a:ext uri="{9D8B030D-6E8A-4147-A177-3AD203B41FA5}">
                      <a16:colId xmlns:a16="http://schemas.microsoft.com/office/drawing/2014/main" val="3006906135"/>
                    </a:ext>
                  </a:extLst>
                </a:gridCol>
                <a:gridCol w="394041">
                  <a:extLst>
                    <a:ext uri="{9D8B030D-6E8A-4147-A177-3AD203B41FA5}">
                      <a16:colId xmlns:a16="http://schemas.microsoft.com/office/drawing/2014/main" val="2968130277"/>
                    </a:ext>
                  </a:extLst>
                </a:gridCol>
                <a:gridCol w="394041">
                  <a:extLst>
                    <a:ext uri="{9D8B030D-6E8A-4147-A177-3AD203B41FA5}">
                      <a16:colId xmlns:a16="http://schemas.microsoft.com/office/drawing/2014/main" val="2284505334"/>
                    </a:ext>
                  </a:extLst>
                </a:gridCol>
              </a:tblGrid>
              <a:tr h="360001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72389559"/>
                  </a:ext>
                </a:extLst>
              </a:tr>
              <a:tr h="360001"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20704162"/>
                  </a:ext>
                </a:extLst>
              </a:tr>
              <a:tr h="360001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654823005"/>
                  </a:ext>
                </a:extLst>
              </a:tr>
              <a:tr h="360001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51950991"/>
                  </a:ext>
                </a:extLst>
              </a:tr>
              <a:tr h="360001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93350601"/>
                  </a:ext>
                </a:extLst>
              </a:tr>
              <a:tr h="360001"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14855148"/>
                  </a:ext>
                </a:extLst>
              </a:tr>
              <a:tr h="360001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26018036"/>
                  </a:ext>
                </a:extLst>
              </a:tr>
              <a:tr h="360001"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14358810"/>
                  </a:ext>
                </a:extLst>
              </a:tr>
              <a:tr h="360001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39134143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3EC3FF7C-4FAB-4846-BB41-3D5265E177E5}"/>
              </a:ext>
            </a:extLst>
          </p:cNvPr>
          <p:cNvSpPr txBox="1"/>
          <p:nvPr/>
        </p:nvSpPr>
        <p:spPr>
          <a:xfrm flipH="1">
            <a:off x="3912098" y="3588290"/>
            <a:ext cx="1864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x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AEF3814-91E1-4DA1-9F43-E003FB7B4EBE}"/>
              </a:ext>
            </a:extLst>
          </p:cNvPr>
          <p:cNvSpPr txBox="1"/>
          <p:nvPr/>
        </p:nvSpPr>
        <p:spPr>
          <a:xfrm flipH="1">
            <a:off x="7657520" y="3573255"/>
            <a:ext cx="13618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=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F3947FCB-CEF1-4D83-8A2F-92D7F070A7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7091064"/>
              </p:ext>
            </p:extLst>
          </p:nvPr>
        </p:nvGraphicFramePr>
        <p:xfrm>
          <a:off x="8054276" y="2183129"/>
          <a:ext cx="3812536" cy="320568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76567">
                  <a:extLst>
                    <a:ext uri="{9D8B030D-6E8A-4147-A177-3AD203B41FA5}">
                      <a16:colId xmlns:a16="http://schemas.microsoft.com/office/drawing/2014/main" val="36691876"/>
                    </a:ext>
                  </a:extLst>
                </a:gridCol>
                <a:gridCol w="476567">
                  <a:extLst>
                    <a:ext uri="{9D8B030D-6E8A-4147-A177-3AD203B41FA5}">
                      <a16:colId xmlns:a16="http://schemas.microsoft.com/office/drawing/2014/main" val="2477229712"/>
                    </a:ext>
                  </a:extLst>
                </a:gridCol>
                <a:gridCol w="476567">
                  <a:extLst>
                    <a:ext uri="{9D8B030D-6E8A-4147-A177-3AD203B41FA5}">
                      <a16:colId xmlns:a16="http://schemas.microsoft.com/office/drawing/2014/main" val="59643073"/>
                    </a:ext>
                  </a:extLst>
                </a:gridCol>
                <a:gridCol w="476567">
                  <a:extLst>
                    <a:ext uri="{9D8B030D-6E8A-4147-A177-3AD203B41FA5}">
                      <a16:colId xmlns:a16="http://schemas.microsoft.com/office/drawing/2014/main" val="388661375"/>
                    </a:ext>
                  </a:extLst>
                </a:gridCol>
                <a:gridCol w="476567">
                  <a:extLst>
                    <a:ext uri="{9D8B030D-6E8A-4147-A177-3AD203B41FA5}">
                      <a16:colId xmlns:a16="http://schemas.microsoft.com/office/drawing/2014/main" val="3764178512"/>
                    </a:ext>
                  </a:extLst>
                </a:gridCol>
                <a:gridCol w="476567">
                  <a:extLst>
                    <a:ext uri="{9D8B030D-6E8A-4147-A177-3AD203B41FA5}">
                      <a16:colId xmlns:a16="http://schemas.microsoft.com/office/drawing/2014/main" val="299736104"/>
                    </a:ext>
                  </a:extLst>
                </a:gridCol>
                <a:gridCol w="476567">
                  <a:extLst>
                    <a:ext uri="{9D8B030D-6E8A-4147-A177-3AD203B41FA5}">
                      <a16:colId xmlns:a16="http://schemas.microsoft.com/office/drawing/2014/main" val="912893045"/>
                    </a:ext>
                  </a:extLst>
                </a:gridCol>
                <a:gridCol w="476567">
                  <a:extLst>
                    <a:ext uri="{9D8B030D-6E8A-4147-A177-3AD203B41FA5}">
                      <a16:colId xmlns:a16="http://schemas.microsoft.com/office/drawing/2014/main" val="2507662173"/>
                    </a:ext>
                  </a:extLst>
                </a:gridCol>
              </a:tblGrid>
              <a:tr h="400711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effectLst/>
                        </a:rPr>
                        <a:t>177</a:t>
                      </a:r>
                      <a:endParaRPr lang="en-US" sz="1600" dirty="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193</a:t>
                      </a:r>
                      <a:endParaRPr lang="en-US" sz="160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215</a:t>
                      </a:r>
                      <a:endParaRPr lang="en-US" sz="160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138</a:t>
                      </a:r>
                      <a:endParaRPr lang="en-US" sz="160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218</a:t>
                      </a:r>
                      <a:endParaRPr lang="en-US" sz="160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148</a:t>
                      </a:r>
                      <a:endParaRPr lang="en-US" sz="160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304</a:t>
                      </a:r>
                      <a:endParaRPr lang="en-US" sz="160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179</a:t>
                      </a:r>
                      <a:endParaRPr lang="en-US" sz="160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94347687"/>
                  </a:ext>
                </a:extLst>
              </a:tr>
              <a:tr h="400711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effectLst/>
                        </a:rPr>
                        <a:t>101</a:t>
                      </a:r>
                      <a:endParaRPr lang="en-US" sz="1600" dirty="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142</a:t>
                      </a:r>
                      <a:endParaRPr lang="en-US" sz="160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189</a:t>
                      </a:r>
                      <a:endParaRPr lang="en-US" sz="160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78</a:t>
                      </a:r>
                      <a:endParaRPr lang="en-US" sz="160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effectLst/>
                        </a:rPr>
                        <a:t>136</a:t>
                      </a:r>
                      <a:endParaRPr lang="en-US" sz="1600" dirty="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112</a:t>
                      </a:r>
                      <a:endParaRPr lang="en-US" sz="160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208</a:t>
                      </a:r>
                      <a:endParaRPr lang="en-US" sz="160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120</a:t>
                      </a:r>
                      <a:endParaRPr lang="en-US" sz="160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27185229"/>
                  </a:ext>
                </a:extLst>
              </a:tr>
              <a:tr h="400711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effectLst/>
                        </a:rPr>
                        <a:t>97</a:t>
                      </a:r>
                      <a:endParaRPr lang="en-US" sz="1600" dirty="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effectLst/>
                        </a:rPr>
                        <a:t>102</a:t>
                      </a:r>
                      <a:endParaRPr lang="en-US" sz="1600" dirty="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effectLst/>
                        </a:rPr>
                        <a:t>168</a:t>
                      </a:r>
                      <a:endParaRPr lang="en-US" sz="1600" dirty="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98</a:t>
                      </a:r>
                      <a:endParaRPr lang="en-US" sz="160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111</a:t>
                      </a:r>
                      <a:endParaRPr lang="en-US" sz="160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102</a:t>
                      </a:r>
                      <a:endParaRPr lang="en-US" sz="160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199</a:t>
                      </a:r>
                      <a:endParaRPr lang="en-US" sz="160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130</a:t>
                      </a:r>
                      <a:endParaRPr lang="en-US" sz="160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30127989"/>
                  </a:ext>
                </a:extLst>
              </a:tr>
              <a:tr h="400711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effectLst/>
                        </a:rPr>
                        <a:t>121</a:t>
                      </a:r>
                      <a:endParaRPr lang="en-US" sz="1600" dirty="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138</a:t>
                      </a:r>
                      <a:endParaRPr lang="en-US" sz="160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effectLst/>
                        </a:rPr>
                        <a:t>181</a:t>
                      </a:r>
                      <a:endParaRPr lang="en-US" sz="1600" dirty="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effectLst/>
                        </a:rPr>
                        <a:t>86</a:t>
                      </a:r>
                      <a:endParaRPr lang="en-US" sz="1600" dirty="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151</a:t>
                      </a:r>
                      <a:endParaRPr lang="en-US" sz="160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102</a:t>
                      </a:r>
                      <a:endParaRPr lang="en-US" sz="160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203</a:t>
                      </a:r>
                      <a:endParaRPr lang="en-US" sz="160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122</a:t>
                      </a:r>
                      <a:endParaRPr lang="en-US" sz="160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09356097"/>
                  </a:ext>
                </a:extLst>
              </a:tr>
              <a:tr h="400711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effectLst/>
                        </a:rPr>
                        <a:t>74</a:t>
                      </a:r>
                      <a:endParaRPr lang="en-US" sz="1600" dirty="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123</a:t>
                      </a:r>
                      <a:endParaRPr lang="en-US" sz="160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169</a:t>
                      </a:r>
                      <a:endParaRPr lang="en-US" sz="160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effectLst/>
                        </a:rPr>
                        <a:t>72</a:t>
                      </a:r>
                      <a:endParaRPr lang="en-US" sz="1600" dirty="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effectLst/>
                        </a:rPr>
                        <a:t>101</a:t>
                      </a:r>
                      <a:endParaRPr lang="en-US" sz="1600" dirty="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114</a:t>
                      </a:r>
                      <a:endParaRPr lang="en-US" sz="160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177</a:t>
                      </a:r>
                      <a:endParaRPr lang="en-US" sz="160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88</a:t>
                      </a:r>
                      <a:endParaRPr lang="en-US" sz="160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46699406"/>
                  </a:ext>
                </a:extLst>
              </a:tr>
              <a:tr h="400711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effectLst/>
                        </a:rPr>
                        <a:t>184</a:t>
                      </a:r>
                      <a:endParaRPr lang="en-US" sz="1600" dirty="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191</a:t>
                      </a:r>
                      <a:endParaRPr lang="en-US" sz="160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259</a:t>
                      </a:r>
                      <a:endParaRPr lang="en-US" sz="160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112</a:t>
                      </a:r>
                      <a:endParaRPr lang="en-US" sz="160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effectLst/>
                        </a:rPr>
                        <a:t>220</a:t>
                      </a:r>
                      <a:endParaRPr lang="en-US" sz="1600" dirty="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effectLst/>
                        </a:rPr>
                        <a:t>160</a:t>
                      </a:r>
                      <a:endParaRPr lang="en-US" sz="1600" dirty="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effectLst/>
                        </a:rPr>
                        <a:t>306</a:t>
                      </a:r>
                      <a:endParaRPr lang="en-US" sz="1600" dirty="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169</a:t>
                      </a:r>
                      <a:endParaRPr lang="en-US" sz="160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61493315"/>
                  </a:ext>
                </a:extLst>
              </a:tr>
              <a:tr h="400711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effectLst/>
                        </a:rPr>
                        <a:t>138</a:t>
                      </a:r>
                      <a:endParaRPr lang="en-US" sz="1600" dirty="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144</a:t>
                      </a:r>
                      <a:endParaRPr lang="en-US" sz="160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186</a:t>
                      </a:r>
                      <a:endParaRPr lang="en-US" sz="160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126</a:t>
                      </a:r>
                      <a:endParaRPr lang="en-US" sz="160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156</a:t>
                      </a:r>
                      <a:endParaRPr lang="en-US" sz="160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effectLst/>
                        </a:rPr>
                        <a:t>144</a:t>
                      </a:r>
                      <a:endParaRPr lang="en-US" sz="1600" dirty="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effectLst/>
                        </a:rPr>
                        <a:t>242</a:t>
                      </a:r>
                      <a:endParaRPr lang="en-US" sz="1600" dirty="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effectLst/>
                        </a:rPr>
                        <a:t>123</a:t>
                      </a:r>
                      <a:endParaRPr lang="en-US" sz="1600" dirty="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5115863"/>
                  </a:ext>
                </a:extLst>
              </a:tr>
              <a:tr h="400711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effectLst/>
                        </a:rPr>
                        <a:t>89</a:t>
                      </a:r>
                      <a:endParaRPr lang="en-US" sz="1600" dirty="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effectLst/>
                        </a:rPr>
                        <a:t>106</a:t>
                      </a:r>
                      <a:endParaRPr lang="en-US" sz="1600" dirty="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effectLst/>
                        </a:rPr>
                        <a:t>159</a:t>
                      </a:r>
                      <a:endParaRPr lang="en-US" sz="1600" dirty="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effectLst/>
                        </a:rPr>
                        <a:t>70</a:t>
                      </a:r>
                      <a:endParaRPr lang="en-US" sz="1600" dirty="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effectLst/>
                        </a:rPr>
                        <a:t>117</a:t>
                      </a:r>
                      <a:endParaRPr lang="en-US" sz="1600" dirty="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effectLst/>
                        </a:rPr>
                        <a:t>66</a:t>
                      </a:r>
                      <a:endParaRPr lang="en-US" sz="1600" dirty="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effectLst/>
                        </a:rPr>
                        <a:t>173</a:t>
                      </a:r>
                      <a:endParaRPr lang="en-US" sz="1600" dirty="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effectLst/>
                        </a:rPr>
                        <a:t>136</a:t>
                      </a:r>
                      <a:endParaRPr lang="en-US" sz="1600" dirty="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22080019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38368192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r>
              <a:rPr lang="en-US" dirty="0"/>
              <a:t>Example 3: Strassen’s Matrix Multiplication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DA6629-BA8B-428F-B9EF-5477B00B6B77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27/92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E61A7F0-0717-400E-9D22-42E6C8ACABCF}"/>
              </a:ext>
            </a:extLst>
          </p:cNvPr>
          <p:cNvGraphicFramePr>
            <a:graphicFrameLocks noGrp="1"/>
          </p:cNvGraphicFramePr>
          <p:nvPr/>
        </p:nvGraphicFramePr>
        <p:xfrm>
          <a:off x="439490" y="2311702"/>
          <a:ext cx="3467560" cy="3291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33445">
                  <a:extLst>
                    <a:ext uri="{9D8B030D-6E8A-4147-A177-3AD203B41FA5}">
                      <a16:colId xmlns:a16="http://schemas.microsoft.com/office/drawing/2014/main" val="3355975657"/>
                    </a:ext>
                  </a:extLst>
                </a:gridCol>
                <a:gridCol w="433445">
                  <a:extLst>
                    <a:ext uri="{9D8B030D-6E8A-4147-A177-3AD203B41FA5}">
                      <a16:colId xmlns:a16="http://schemas.microsoft.com/office/drawing/2014/main" val="184493226"/>
                    </a:ext>
                  </a:extLst>
                </a:gridCol>
                <a:gridCol w="433445">
                  <a:extLst>
                    <a:ext uri="{9D8B030D-6E8A-4147-A177-3AD203B41FA5}">
                      <a16:colId xmlns:a16="http://schemas.microsoft.com/office/drawing/2014/main" val="3208102101"/>
                    </a:ext>
                  </a:extLst>
                </a:gridCol>
                <a:gridCol w="433445">
                  <a:extLst>
                    <a:ext uri="{9D8B030D-6E8A-4147-A177-3AD203B41FA5}">
                      <a16:colId xmlns:a16="http://schemas.microsoft.com/office/drawing/2014/main" val="3674613419"/>
                    </a:ext>
                  </a:extLst>
                </a:gridCol>
                <a:gridCol w="433445">
                  <a:extLst>
                    <a:ext uri="{9D8B030D-6E8A-4147-A177-3AD203B41FA5}">
                      <a16:colId xmlns:a16="http://schemas.microsoft.com/office/drawing/2014/main" val="1261825935"/>
                    </a:ext>
                  </a:extLst>
                </a:gridCol>
                <a:gridCol w="433445">
                  <a:extLst>
                    <a:ext uri="{9D8B030D-6E8A-4147-A177-3AD203B41FA5}">
                      <a16:colId xmlns:a16="http://schemas.microsoft.com/office/drawing/2014/main" val="3006906135"/>
                    </a:ext>
                  </a:extLst>
                </a:gridCol>
                <a:gridCol w="433445">
                  <a:extLst>
                    <a:ext uri="{9D8B030D-6E8A-4147-A177-3AD203B41FA5}">
                      <a16:colId xmlns:a16="http://schemas.microsoft.com/office/drawing/2014/main" val="2968130277"/>
                    </a:ext>
                  </a:extLst>
                </a:gridCol>
                <a:gridCol w="433445">
                  <a:extLst>
                    <a:ext uri="{9D8B030D-6E8A-4147-A177-3AD203B41FA5}">
                      <a16:colId xmlns:a16="http://schemas.microsoft.com/office/drawing/2014/main" val="2284505334"/>
                    </a:ext>
                  </a:extLst>
                </a:gridCol>
              </a:tblGrid>
              <a:tr h="360001"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72389559"/>
                  </a:ext>
                </a:extLst>
              </a:tr>
              <a:tr h="360001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20704162"/>
                  </a:ext>
                </a:extLst>
              </a:tr>
              <a:tr h="360001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654823005"/>
                  </a:ext>
                </a:extLst>
              </a:tr>
              <a:tr h="360001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51950991"/>
                  </a:ext>
                </a:extLst>
              </a:tr>
              <a:tr h="360001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93350601"/>
                  </a:ext>
                </a:extLst>
              </a:tr>
              <a:tr h="360001"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14855148"/>
                  </a:ext>
                </a:extLst>
              </a:tr>
              <a:tr h="360001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26018036"/>
                  </a:ext>
                </a:extLst>
              </a:tr>
              <a:tr h="360001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14358810"/>
                  </a:ext>
                </a:extLst>
              </a:tr>
              <a:tr h="360001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39134143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4BBC09F5-7C0D-4DA0-A5CD-EDD49F50D958}"/>
              </a:ext>
            </a:extLst>
          </p:cNvPr>
          <p:cNvGraphicFramePr>
            <a:graphicFrameLocks noGrp="1"/>
          </p:cNvGraphicFramePr>
          <p:nvPr/>
        </p:nvGraphicFramePr>
        <p:xfrm>
          <a:off x="4313730" y="2330086"/>
          <a:ext cx="3152328" cy="3291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94041">
                  <a:extLst>
                    <a:ext uri="{9D8B030D-6E8A-4147-A177-3AD203B41FA5}">
                      <a16:colId xmlns:a16="http://schemas.microsoft.com/office/drawing/2014/main" val="3355975657"/>
                    </a:ext>
                  </a:extLst>
                </a:gridCol>
                <a:gridCol w="394041">
                  <a:extLst>
                    <a:ext uri="{9D8B030D-6E8A-4147-A177-3AD203B41FA5}">
                      <a16:colId xmlns:a16="http://schemas.microsoft.com/office/drawing/2014/main" val="184493226"/>
                    </a:ext>
                  </a:extLst>
                </a:gridCol>
                <a:gridCol w="394041">
                  <a:extLst>
                    <a:ext uri="{9D8B030D-6E8A-4147-A177-3AD203B41FA5}">
                      <a16:colId xmlns:a16="http://schemas.microsoft.com/office/drawing/2014/main" val="3208102101"/>
                    </a:ext>
                  </a:extLst>
                </a:gridCol>
                <a:gridCol w="394041">
                  <a:extLst>
                    <a:ext uri="{9D8B030D-6E8A-4147-A177-3AD203B41FA5}">
                      <a16:colId xmlns:a16="http://schemas.microsoft.com/office/drawing/2014/main" val="3674613419"/>
                    </a:ext>
                  </a:extLst>
                </a:gridCol>
                <a:gridCol w="394041">
                  <a:extLst>
                    <a:ext uri="{9D8B030D-6E8A-4147-A177-3AD203B41FA5}">
                      <a16:colId xmlns:a16="http://schemas.microsoft.com/office/drawing/2014/main" val="1261825935"/>
                    </a:ext>
                  </a:extLst>
                </a:gridCol>
                <a:gridCol w="394041">
                  <a:extLst>
                    <a:ext uri="{9D8B030D-6E8A-4147-A177-3AD203B41FA5}">
                      <a16:colId xmlns:a16="http://schemas.microsoft.com/office/drawing/2014/main" val="3006906135"/>
                    </a:ext>
                  </a:extLst>
                </a:gridCol>
                <a:gridCol w="394041">
                  <a:extLst>
                    <a:ext uri="{9D8B030D-6E8A-4147-A177-3AD203B41FA5}">
                      <a16:colId xmlns:a16="http://schemas.microsoft.com/office/drawing/2014/main" val="2968130277"/>
                    </a:ext>
                  </a:extLst>
                </a:gridCol>
                <a:gridCol w="394041">
                  <a:extLst>
                    <a:ext uri="{9D8B030D-6E8A-4147-A177-3AD203B41FA5}">
                      <a16:colId xmlns:a16="http://schemas.microsoft.com/office/drawing/2014/main" val="2284505334"/>
                    </a:ext>
                  </a:extLst>
                </a:gridCol>
              </a:tblGrid>
              <a:tr h="360001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72389559"/>
                  </a:ext>
                </a:extLst>
              </a:tr>
              <a:tr h="360001"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20704162"/>
                  </a:ext>
                </a:extLst>
              </a:tr>
              <a:tr h="360001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654823005"/>
                  </a:ext>
                </a:extLst>
              </a:tr>
              <a:tr h="360001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51950991"/>
                  </a:ext>
                </a:extLst>
              </a:tr>
              <a:tr h="360001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93350601"/>
                  </a:ext>
                </a:extLst>
              </a:tr>
              <a:tr h="360001"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14855148"/>
                  </a:ext>
                </a:extLst>
              </a:tr>
              <a:tr h="360001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26018036"/>
                  </a:ext>
                </a:extLst>
              </a:tr>
              <a:tr h="360001"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14358810"/>
                  </a:ext>
                </a:extLst>
              </a:tr>
              <a:tr h="360001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39134143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3EC3FF7C-4FAB-4846-BB41-3D5265E177E5}"/>
              </a:ext>
            </a:extLst>
          </p:cNvPr>
          <p:cNvSpPr txBox="1"/>
          <p:nvPr/>
        </p:nvSpPr>
        <p:spPr>
          <a:xfrm flipH="1">
            <a:off x="3912098" y="3588290"/>
            <a:ext cx="1864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x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AEF3814-91E1-4DA1-9F43-E003FB7B4EBE}"/>
              </a:ext>
            </a:extLst>
          </p:cNvPr>
          <p:cNvSpPr txBox="1"/>
          <p:nvPr/>
        </p:nvSpPr>
        <p:spPr>
          <a:xfrm flipH="1">
            <a:off x="7657520" y="3573255"/>
            <a:ext cx="13618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=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2A8D5B5-0EC3-408E-858D-9F4FA181BF96}"/>
              </a:ext>
            </a:extLst>
          </p:cNvPr>
          <p:cNvSpPr/>
          <p:nvPr/>
        </p:nvSpPr>
        <p:spPr>
          <a:xfrm>
            <a:off x="4330379" y="2338233"/>
            <a:ext cx="295615" cy="2869443"/>
          </a:xfrm>
          <a:prstGeom prst="rect">
            <a:avLst/>
          </a:prstGeom>
          <a:solidFill>
            <a:srgbClr val="00B0F0">
              <a:alpha val="3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DFD8DD2-34FA-4887-95E2-E5FB9EAEAD7B}"/>
              </a:ext>
            </a:extLst>
          </p:cNvPr>
          <p:cNvSpPr/>
          <p:nvPr/>
        </p:nvSpPr>
        <p:spPr>
          <a:xfrm>
            <a:off x="8081516" y="2229394"/>
            <a:ext cx="372202" cy="369332"/>
          </a:xfrm>
          <a:prstGeom prst="rect">
            <a:avLst/>
          </a:prstGeom>
          <a:solidFill>
            <a:srgbClr val="AD0FA2">
              <a:alpha val="3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B72379D-F11F-42EC-BB83-5841EAEFE082}"/>
              </a:ext>
            </a:extLst>
          </p:cNvPr>
          <p:cNvSpPr/>
          <p:nvPr/>
        </p:nvSpPr>
        <p:spPr>
          <a:xfrm>
            <a:off x="581192" y="2330086"/>
            <a:ext cx="3127640" cy="368290"/>
          </a:xfrm>
          <a:prstGeom prst="rect">
            <a:avLst/>
          </a:prstGeom>
          <a:solidFill>
            <a:srgbClr val="00B0F0">
              <a:alpha val="3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483DA288-8529-4C18-996C-2530C16B24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3044554"/>
              </p:ext>
            </p:extLst>
          </p:nvPr>
        </p:nvGraphicFramePr>
        <p:xfrm>
          <a:off x="8054276" y="2183129"/>
          <a:ext cx="3812536" cy="320568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76567">
                  <a:extLst>
                    <a:ext uri="{9D8B030D-6E8A-4147-A177-3AD203B41FA5}">
                      <a16:colId xmlns:a16="http://schemas.microsoft.com/office/drawing/2014/main" val="36691876"/>
                    </a:ext>
                  </a:extLst>
                </a:gridCol>
                <a:gridCol w="476567">
                  <a:extLst>
                    <a:ext uri="{9D8B030D-6E8A-4147-A177-3AD203B41FA5}">
                      <a16:colId xmlns:a16="http://schemas.microsoft.com/office/drawing/2014/main" val="2477229712"/>
                    </a:ext>
                  </a:extLst>
                </a:gridCol>
                <a:gridCol w="476567">
                  <a:extLst>
                    <a:ext uri="{9D8B030D-6E8A-4147-A177-3AD203B41FA5}">
                      <a16:colId xmlns:a16="http://schemas.microsoft.com/office/drawing/2014/main" val="59643073"/>
                    </a:ext>
                  </a:extLst>
                </a:gridCol>
                <a:gridCol w="476567">
                  <a:extLst>
                    <a:ext uri="{9D8B030D-6E8A-4147-A177-3AD203B41FA5}">
                      <a16:colId xmlns:a16="http://schemas.microsoft.com/office/drawing/2014/main" val="388661375"/>
                    </a:ext>
                  </a:extLst>
                </a:gridCol>
                <a:gridCol w="476567">
                  <a:extLst>
                    <a:ext uri="{9D8B030D-6E8A-4147-A177-3AD203B41FA5}">
                      <a16:colId xmlns:a16="http://schemas.microsoft.com/office/drawing/2014/main" val="3764178512"/>
                    </a:ext>
                  </a:extLst>
                </a:gridCol>
                <a:gridCol w="476567">
                  <a:extLst>
                    <a:ext uri="{9D8B030D-6E8A-4147-A177-3AD203B41FA5}">
                      <a16:colId xmlns:a16="http://schemas.microsoft.com/office/drawing/2014/main" val="299736104"/>
                    </a:ext>
                  </a:extLst>
                </a:gridCol>
                <a:gridCol w="476567">
                  <a:extLst>
                    <a:ext uri="{9D8B030D-6E8A-4147-A177-3AD203B41FA5}">
                      <a16:colId xmlns:a16="http://schemas.microsoft.com/office/drawing/2014/main" val="912893045"/>
                    </a:ext>
                  </a:extLst>
                </a:gridCol>
                <a:gridCol w="476567">
                  <a:extLst>
                    <a:ext uri="{9D8B030D-6E8A-4147-A177-3AD203B41FA5}">
                      <a16:colId xmlns:a16="http://schemas.microsoft.com/office/drawing/2014/main" val="2507662173"/>
                    </a:ext>
                  </a:extLst>
                </a:gridCol>
              </a:tblGrid>
              <a:tr h="400711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effectLst/>
                        </a:rPr>
                        <a:t>177</a:t>
                      </a:r>
                      <a:endParaRPr lang="en-US" sz="1600" dirty="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193</a:t>
                      </a:r>
                      <a:endParaRPr lang="en-US" sz="160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215</a:t>
                      </a:r>
                      <a:endParaRPr lang="en-US" sz="160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138</a:t>
                      </a:r>
                      <a:endParaRPr lang="en-US" sz="160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218</a:t>
                      </a:r>
                      <a:endParaRPr lang="en-US" sz="160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148</a:t>
                      </a:r>
                      <a:endParaRPr lang="en-US" sz="160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304</a:t>
                      </a:r>
                      <a:endParaRPr lang="en-US" sz="160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179</a:t>
                      </a:r>
                      <a:endParaRPr lang="en-US" sz="160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94347687"/>
                  </a:ext>
                </a:extLst>
              </a:tr>
              <a:tr h="400711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effectLst/>
                        </a:rPr>
                        <a:t>101</a:t>
                      </a:r>
                      <a:endParaRPr lang="en-US" sz="1600" dirty="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142</a:t>
                      </a:r>
                      <a:endParaRPr lang="en-US" sz="160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189</a:t>
                      </a:r>
                      <a:endParaRPr lang="en-US" sz="160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78</a:t>
                      </a:r>
                      <a:endParaRPr lang="en-US" sz="160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effectLst/>
                        </a:rPr>
                        <a:t>136</a:t>
                      </a:r>
                      <a:endParaRPr lang="en-US" sz="1600" dirty="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112</a:t>
                      </a:r>
                      <a:endParaRPr lang="en-US" sz="160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208</a:t>
                      </a:r>
                      <a:endParaRPr lang="en-US" sz="160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120</a:t>
                      </a:r>
                      <a:endParaRPr lang="en-US" sz="160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27185229"/>
                  </a:ext>
                </a:extLst>
              </a:tr>
              <a:tr h="400711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effectLst/>
                        </a:rPr>
                        <a:t>97</a:t>
                      </a:r>
                      <a:endParaRPr lang="en-US" sz="1600" dirty="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effectLst/>
                        </a:rPr>
                        <a:t>102</a:t>
                      </a:r>
                      <a:endParaRPr lang="en-US" sz="1600" dirty="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effectLst/>
                        </a:rPr>
                        <a:t>168</a:t>
                      </a:r>
                      <a:endParaRPr lang="en-US" sz="1600" dirty="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98</a:t>
                      </a:r>
                      <a:endParaRPr lang="en-US" sz="160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111</a:t>
                      </a:r>
                      <a:endParaRPr lang="en-US" sz="160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102</a:t>
                      </a:r>
                      <a:endParaRPr lang="en-US" sz="160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199</a:t>
                      </a:r>
                      <a:endParaRPr lang="en-US" sz="160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130</a:t>
                      </a:r>
                      <a:endParaRPr lang="en-US" sz="160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30127989"/>
                  </a:ext>
                </a:extLst>
              </a:tr>
              <a:tr h="400711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effectLst/>
                        </a:rPr>
                        <a:t>121</a:t>
                      </a:r>
                      <a:endParaRPr lang="en-US" sz="1600" dirty="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138</a:t>
                      </a:r>
                      <a:endParaRPr lang="en-US" sz="160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effectLst/>
                        </a:rPr>
                        <a:t>181</a:t>
                      </a:r>
                      <a:endParaRPr lang="en-US" sz="1600" dirty="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effectLst/>
                        </a:rPr>
                        <a:t>86</a:t>
                      </a:r>
                      <a:endParaRPr lang="en-US" sz="1600" dirty="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151</a:t>
                      </a:r>
                      <a:endParaRPr lang="en-US" sz="160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102</a:t>
                      </a:r>
                      <a:endParaRPr lang="en-US" sz="160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203</a:t>
                      </a:r>
                      <a:endParaRPr lang="en-US" sz="160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122</a:t>
                      </a:r>
                      <a:endParaRPr lang="en-US" sz="160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09356097"/>
                  </a:ext>
                </a:extLst>
              </a:tr>
              <a:tr h="400711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effectLst/>
                        </a:rPr>
                        <a:t>74</a:t>
                      </a:r>
                      <a:endParaRPr lang="en-US" sz="1600" dirty="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123</a:t>
                      </a:r>
                      <a:endParaRPr lang="en-US" sz="160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169</a:t>
                      </a:r>
                      <a:endParaRPr lang="en-US" sz="160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effectLst/>
                        </a:rPr>
                        <a:t>72</a:t>
                      </a:r>
                      <a:endParaRPr lang="en-US" sz="1600" dirty="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effectLst/>
                        </a:rPr>
                        <a:t>101</a:t>
                      </a:r>
                      <a:endParaRPr lang="en-US" sz="1600" dirty="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114</a:t>
                      </a:r>
                      <a:endParaRPr lang="en-US" sz="160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177</a:t>
                      </a:r>
                      <a:endParaRPr lang="en-US" sz="160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88</a:t>
                      </a:r>
                      <a:endParaRPr lang="en-US" sz="160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46699406"/>
                  </a:ext>
                </a:extLst>
              </a:tr>
              <a:tr h="400711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effectLst/>
                        </a:rPr>
                        <a:t>184</a:t>
                      </a:r>
                      <a:endParaRPr lang="en-US" sz="1600" dirty="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191</a:t>
                      </a:r>
                      <a:endParaRPr lang="en-US" sz="160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259</a:t>
                      </a:r>
                      <a:endParaRPr lang="en-US" sz="160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112</a:t>
                      </a:r>
                      <a:endParaRPr lang="en-US" sz="160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effectLst/>
                        </a:rPr>
                        <a:t>220</a:t>
                      </a:r>
                      <a:endParaRPr lang="en-US" sz="1600" dirty="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effectLst/>
                        </a:rPr>
                        <a:t>160</a:t>
                      </a:r>
                      <a:endParaRPr lang="en-US" sz="1600" dirty="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effectLst/>
                        </a:rPr>
                        <a:t>306</a:t>
                      </a:r>
                      <a:endParaRPr lang="en-US" sz="1600" dirty="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169</a:t>
                      </a:r>
                      <a:endParaRPr lang="en-US" sz="160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61493315"/>
                  </a:ext>
                </a:extLst>
              </a:tr>
              <a:tr h="400711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effectLst/>
                        </a:rPr>
                        <a:t>138</a:t>
                      </a:r>
                      <a:endParaRPr lang="en-US" sz="1600" dirty="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144</a:t>
                      </a:r>
                      <a:endParaRPr lang="en-US" sz="160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186</a:t>
                      </a:r>
                      <a:endParaRPr lang="en-US" sz="160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126</a:t>
                      </a:r>
                      <a:endParaRPr lang="en-US" sz="160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156</a:t>
                      </a:r>
                      <a:endParaRPr lang="en-US" sz="160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effectLst/>
                        </a:rPr>
                        <a:t>144</a:t>
                      </a:r>
                      <a:endParaRPr lang="en-US" sz="1600" dirty="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effectLst/>
                        </a:rPr>
                        <a:t>242</a:t>
                      </a:r>
                      <a:endParaRPr lang="en-US" sz="1600" dirty="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effectLst/>
                        </a:rPr>
                        <a:t>123</a:t>
                      </a:r>
                      <a:endParaRPr lang="en-US" sz="1600" dirty="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5115863"/>
                  </a:ext>
                </a:extLst>
              </a:tr>
              <a:tr h="400711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effectLst/>
                        </a:rPr>
                        <a:t>89</a:t>
                      </a:r>
                      <a:endParaRPr lang="en-US" sz="1600" dirty="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effectLst/>
                        </a:rPr>
                        <a:t>106</a:t>
                      </a:r>
                      <a:endParaRPr lang="en-US" sz="1600" dirty="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effectLst/>
                        </a:rPr>
                        <a:t>159</a:t>
                      </a:r>
                      <a:endParaRPr lang="en-US" sz="1600" dirty="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effectLst/>
                        </a:rPr>
                        <a:t>70</a:t>
                      </a:r>
                      <a:endParaRPr lang="en-US" sz="1600" dirty="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effectLst/>
                        </a:rPr>
                        <a:t>117</a:t>
                      </a:r>
                      <a:endParaRPr lang="en-US" sz="1600" dirty="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effectLst/>
                        </a:rPr>
                        <a:t>66</a:t>
                      </a:r>
                      <a:endParaRPr lang="en-US" sz="1600" dirty="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effectLst/>
                        </a:rPr>
                        <a:t>173</a:t>
                      </a:r>
                      <a:endParaRPr lang="en-US" sz="1600" dirty="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effectLst/>
                        </a:rPr>
                        <a:t>136</a:t>
                      </a:r>
                      <a:endParaRPr lang="en-US" sz="1600" dirty="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22080019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3589624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r>
              <a:rPr lang="en-US" dirty="0"/>
              <a:t>Example 3: Strassen’s Matrix Multiplication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DA6629-BA8B-428F-B9EF-5477B00B6B77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28/92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E61A7F0-0717-400E-9D22-42E6C8ACABCF}"/>
              </a:ext>
            </a:extLst>
          </p:cNvPr>
          <p:cNvGraphicFramePr>
            <a:graphicFrameLocks noGrp="1"/>
          </p:cNvGraphicFramePr>
          <p:nvPr/>
        </p:nvGraphicFramePr>
        <p:xfrm>
          <a:off x="439490" y="2311702"/>
          <a:ext cx="3467560" cy="3291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33445">
                  <a:extLst>
                    <a:ext uri="{9D8B030D-6E8A-4147-A177-3AD203B41FA5}">
                      <a16:colId xmlns:a16="http://schemas.microsoft.com/office/drawing/2014/main" val="3355975657"/>
                    </a:ext>
                  </a:extLst>
                </a:gridCol>
                <a:gridCol w="433445">
                  <a:extLst>
                    <a:ext uri="{9D8B030D-6E8A-4147-A177-3AD203B41FA5}">
                      <a16:colId xmlns:a16="http://schemas.microsoft.com/office/drawing/2014/main" val="184493226"/>
                    </a:ext>
                  </a:extLst>
                </a:gridCol>
                <a:gridCol w="433445">
                  <a:extLst>
                    <a:ext uri="{9D8B030D-6E8A-4147-A177-3AD203B41FA5}">
                      <a16:colId xmlns:a16="http://schemas.microsoft.com/office/drawing/2014/main" val="3208102101"/>
                    </a:ext>
                  </a:extLst>
                </a:gridCol>
                <a:gridCol w="433445">
                  <a:extLst>
                    <a:ext uri="{9D8B030D-6E8A-4147-A177-3AD203B41FA5}">
                      <a16:colId xmlns:a16="http://schemas.microsoft.com/office/drawing/2014/main" val="3674613419"/>
                    </a:ext>
                  </a:extLst>
                </a:gridCol>
                <a:gridCol w="433445">
                  <a:extLst>
                    <a:ext uri="{9D8B030D-6E8A-4147-A177-3AD203B41FA5}">
                      <a16:colId xmlns:a16="http://schemas.microsoft.com/office/drawing/2014/main" val="1261825935"/>
                    </a:ext>
                  </a:extLst>
                </a:gridCol>
                <a:gridCol w="433445">
                  <a:extLst>
                    <a:ext uri="{9D8B030D-6E8A-4147-A177-3AD203B41FA5}">
                      <a16:colId xmlns:a16="http://schemas.microsoft.com/office/drawing/2014/main" val="3006906135"/>
                    </a:ext>
                  </a:extLst>
                </a:gridCol>
                <a:gridCol w="433445">
                  <a:extLst>
                    <a:ext uri="{9D8B030D-6E8A-4147-A177-3AD203B41FA5}">
                      <a16:colId xmlns:a16="http://schemas.microsoft.com/office/drawing/2014/main" val="2968130277"/>
                    </a:ext>
                  </a:extLst>
                </a:gridCol>
                <a:gridCol w="433445">
                  <a:extLst>
                    <a:ext uri="{9D8B030D-6E8A-4147-A177-3AD203B41FA5}">
                      <a16:colId xmlns:a16="http://schemas.microsoft.com/office/drawing/2014/main" val="2284505334"/>
                    </a:ext>
                  </a:extLst>
                </a:gridCol>
              </a:tblGrid>
              <a:tr h="360001"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72389559"/>
                  </a:ext>
                </a:extLst>
              </a:tr>
              <a:tr h="360001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20704162"/>
                  </a:ext>
                </a:extLst>
              </a:tr>
              <a:tr h="360001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654823005"/>
                  </a:ext>
                </a:extLst>
              </a:tr>
              <a:tr h="360001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51950991"/>
                  </a:ext>
                </a:extLst>
              </a:tr>
              <a:tr h="360001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93350601"/>
                  </a:ext>
                </a:extLst>
              </a:tr>
              <a:tr h="360001"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14855148"/>
                  </a:ext>
                </a:extLst>
              </a:tr>
              <a:tr h="360001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26018036"/>
                  </a:ext>
                </a:extLst>
              </a:tr>
              <a:tr h="360001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14358810"/>
                  </a:ext>
                </a:extLst>
              </a:tr>
              <a:tr h="360001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39134143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4BBC09F5-7C0D-4DA0-A5CD-EDD49F50D958}"/>
              </a:ext>
            </a:extLst>
          </p:cNvPr>
          <p:cNvGraphicFramePr>
            <a:graphicFrameLocks noGrp="1"/>
          </p:cNvGraphicFramePr>
          <p:nvPr/>
        </p:nvGraphicFramePr>
        <p:xfrm>
          <a:off x="4313730" y="2330086"/>
          <a:ext cx="3152328" cy="3291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94041">
                  <a:extLst>
                    <a:ext uri="{9D8B030D-6E8A-4147-A177-3AD203B41FA5}">
                      <a16:colId xmlns:a16="http://schemas.microsoft.com/office/drawing/2014/main" val="3355975657"/>
                    </a:ext>
                  </a:extLst>
                </a:gridCol>
                <a:gridCol w="394041">
                  <a:extLst>
                    <a:ext uri="{9D8B030D-6E8A-4147-A177-3AD203B41FA5}">
                      <a16:colId xmlns:a16="http://schemas.microsoft.com/office/drawing/2014/main" val="184493226"/>
                    </a:ext>
                  </a:extLst>
                </a:gridCol>
                <a:gridCol w="394041">
                  <a:extLst>
                    <a:ext uri="{9D8B030D-6E8A-4147-A177-3AD203B41FA5}">
                      <a16:colId xmlns:a16="http://schemas.microsoft.com/office/drawing/2014/main" val="3208102101"/>
                    </a:ext>
                  </a:extLst>
                </a:gridCol>
                <a:gridCol w="394041">
                  <a:extLst>
                    <a:ext uri="{9D8B030D-6E8A-4147-A177-3AD203B41FA5}">
                      <a16:colId xmlns:a16="http://schemas.microsoft.com/office/drawing/2014/main" val="3674613419"/>
                    </a:ext>
                  </a:extLst>
                </a:gridCol>
                <a:gridCol w="394041">
                  <a:extLst>
                    <a:ext uri="{9D8B030D-6E8A-4147-A177-3AD203B41FA5}">
                      <a16:colId xmlns:a16="http://schemas.microsoft.com/office/drawing/2014/main" val="1261825935"/>
                    </a:ext>
                  </a:extLst>
                </a:gridCol>
                <a:gridCol w="394041">
                  <a:extLst>
                    <a:ext uri="{9D8B030D-6E8A-4147-A177-3AD203B41FA5}">
                      <a16:colId xmlns:a16="http://schemas.microsoft.com/office/drawing/2014/main" val="3006906135"/>
                    </a:ext>
                  </a:extLst>
                </a:gridCol>
                <a:gridCol w="394041">
                  <a:extLst>
                    <a:ext uri="{9D8B030D-6E8A-4147-A177-3AD203B41FA5}">
                      <a16:colId xmlns:a16="http://schemas.microsoft.com/office/drawing/2014/main" val="2968130277"/>
                    </a:ext>
                  </a:extLst>
                </a:gridCol>
                <a:gridCol w="394041">
                  <a:extLst>
                    <a:ext uri="{9D8B030D-6E8A-4147-A177-3AD203B41FA5}">
                      <a16:colId xmlns:a16="http://schemas.microsoft.com/office/drawing/2014/main" val="2284505334"/>
                    </a:ext>
                  </a:extLst>
                </a:gridCol>
              </a:tblGrid>
              <a:tr h="360001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72389559"/>
                  </a:ext>
                </a:extLst>
              </a:tr>
              <a:tr h="360001"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20704162"/>
                  </a:ext>
                </a:extLst>
              </a:tr>
              <a:tr h="360001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654823005"/>
                  </a:ext>
                </a:extLst>
              </a:tr>
              <a:tr h="360001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51950991"/>
                  </a:ext>
                </a:extLst>
              </a:tr>
              <a:tr h="360001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93350601"/>
                  </a:ext>
                </a:extLst>
              </a:tr>
              <a:tr h="360001"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14855148"/>
                  </a:ext>
                </a:extLst>
              </a:tr>
              <a:tr h="360001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26018036"/>
                  </a:ext>
                </a:extLst>
              </a:tr>
              <a:tr h="360001"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14358810"/>
                  </a:ext>
                </a:extLst>
              </a:tr>
              <a:tr h="360001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39134143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3EC3FF7C-4FAB-4846-BB41-3D5265E177E5}"/>
              </a:ext>
            </a:extLst>
          </p:cNvPr>
          <p:cNvSpPr txBox="1"/>
          <p:nvPr/>
        </p:nvSpPr>
        <p:spPr>
          <a:xfrm flipH="1">
            <a:off x="3912098" y="3588290"/>
            <a:ext cx="1864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x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AEF3814-91E1-4DA1-9F43-E003FB7B4EBE}"/>
              </a:ext>
            </a:extLst>
          </p:cNvPr>
          <p:cNvSpPr txBox="1"/>
          <p:nvPr/>
        </p:nvSpPr>
        <p:spPr>
          <a:xfrm flipH="1">
            <a:off x="7657520" y="3573255"/>
            <a:ext cx="13618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=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2A8D5B5-0EC3-408E-858D-9F4FA181BF96}"/>
              </a:ext>
            </a:extLst>
          </p:cNvPr>
          <p:cNvSpPr/>
          <p:nvPr/>
        </p:nvSpPr>
        <p:spPr>
          <a:xfrm>
            <a:off x="5864913" y="2338233"/>
            <a:ext cx="295615" cy="2869443"/>
          </a:xfrm>
          <a:prstGeom prst="rect">
            <a:avLst/>
          </a:prstGeom>
          <a:solidFill>
            <a:srgbClr val="00B0F0">
              <a:alpha val="3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DFD8DD2-34FA-4887-95E2-E5FB9EAEAD7B}"/>
              </a:ext>
            </a:extLst>
          </p:cNvPr>
          <p:cNvSpPr/>
          <p:nvPr/>
        </p:nvSpPr>
        <p:spPr>
          <a:xfrm>
            <a:off x="10019973" y="2993798"/>
            <a:ext cx="372202" cy="369332"/>
          </a:xfrm>
          <a:prstGeom prst="rect">
            <a:avLst/>
          </a:prstGeom>
          <a:solidFill>
            <a:srgbClr val="AD0FA2">
              <a:alpha val="3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B72379D-F11F-42EC-BB83-5841EAEFE082}"/>
              </a:ext>
            </a:extLst>
          </p:cNvPr>
          <p:cNvSpPr/>
          <p:nvPr/>
        </p:nvSpPr>
        <p:spPr>
          <a:xfrm>
            <a:off x="581192" y="3060710"/>
            <a:ext cx="3127640" cy="368290"/>
          </a:xfrm>
          <a:prstGeom prst="rect">
            <a:avLst/>
          </a:prstGeom>
          <a:solidFill>
            <a:srgbClr val="00B0F0">
              <a:alpha val="3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EB095166-2D50-43E2-89F2-C3FEE2E5DE73}"/>
                  </a:ext>
                </a:extLst>
              </p:cNvPr>
              <p:cNvSpPr txBox="1"/>
              <p:nvPr/>
            </p:nvSpPr>
            <p:spPr>
              <a:xfrm>
                <a:off x="6012721" y="5772126"/>
                <a:ext cx="4651402" cy="53296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lang="en-US" sz="28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8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sz="28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→</m:t>
                          </m:r>
                          <m:sSup>
                            <m:sSupPr>
                              <m:ctrlPr>
                                <a:rPr lang="en-US" sz="2800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e>
                            <m:sup>
                              <m:r>
                                <a:rPr lang="en-US" sz="2800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  <m:d>
                            <m:dPr>
                              <m:ctrlPr>
                                <a:rPr lang="en-US" sz="2800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  <m:r>
                                <a:rPr lang="en-US" sz="2800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800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e>
                          </m:d>
                          <m:r>
                            <a:rPr lang="en-US" sz="28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8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𝑶</m:t>
                          </m:r>
                          <m:r>
                            <a:rPr lang="en-US" sz="28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8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  <m:sup>
                          <m:r>
                            <a:rPr lang="en-US" sz="28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sup>
                      </m:sSup>
                      <m:r>
                        <a:rPr lang="en-US" sz="2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8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EB095166-2D50-43E2-89F2-C3FEE2E5DE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2721" y="5772126"/>
                <a:ext cx="4651402" cy="53296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EA630A3D-CC4E-4BC1-BA36-1045023229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3044554"/>
              </p:ext>
            </p:extLst>
          </p:nvPr>
        </p:nvGraphicFramePr>
        <p:xfrm>
          <a:off x="8054276" y="2183129"/>
          <a:ext cx="3812536" cy="320568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76567">
                  <a:extLst>
                    <a:ext uri="{9D8B030D-6E8A-4147-A177-3AD203B41FA5}">
                      <a16:colId xmlns:a16="http://schemas.microsoft.com/office/drawing/2014/main" val="36691876"/>
                    </a:ext>
                  </a:extLst>
                </a:gridCol>
                <a:gridCol w="476567">
                  <a:extLst>
                    <a:ext uri="{9D8B030D-6E8A-4147-A177-3AD203B41FA5}">
                      <a16:colId xmlns:a16="http://schemas.microsoft.com/office/drawing/2014/main" val="2477229712"/>
                    </a:ext>
                  </a:extLst>
                </a:gridCol>
                <a:gridCol w="476567">
                  <a:extLst>
                    <a:ext uri="{9D8B030D-6E8A-4147-A177-3AD203B41FA5}">
                      <a16:colId xmlns:a16="http://schemas.microsoft.com/office/drawing/2014/main" val="59643073"/>
                    </a:ext>
                  </a:extLst>
                </a:gridCol>
                <a:gridCol w="476567">
                  <a:extLst>
                    <a:ext uri="{9D8B030D-6E8A-4147-A177-3AD203B41FA5}">
                      <a16:colId xmlns:a16="http://schemas.microsoft.com/office/drawing/2014/main" val="388661375"/>
                    </a:ext>
                  </a:extLst>
                </a:gridCol>
                <a:gridCol w="476567">
                  <a:extLst>
                    <a:ext uri="{9D8B030D-6E8A-4147-A177-3AD203B41FA5}">
                      <a16:colId xmlns:a16="http://schemas.microsoft.com/office/drawing/2014/main" val="3764178512"/>
                    </a:ext>
                  </a:extLst>
                </a:gridCol>
                <a:gridCol w="476567">
                  <a:extLst>
                    <a:ext uri="{9D8B030D-6E8A-4147-A177-3AD203B41FA5}">
                      <a16:colId xmlns:a16="http://schemas.microsoft.com/office/drawing/2014/main" val="299736104"/>
                    </a:ext>
                  </a:extLst>
                </a:gridCol>
                <a:gridCol w="476567">
                  <a:extLst>
                    <a:ext uri="{9D8B030D-6E8A-4147-A177-3AD203B41FA5}">
                      <a16:colId xmlns:a16="http://schemas.microsoft.com/office/drawing/2014/main" val="912893045"/>
                    </a:ext>
                  </a:extLst>
                </a:gridCol>
                <a:gridCol w="476567">
                  <a:extLst>
                    <a:ext uri="{9D8B030D-6E8A-4147-A177-3AD203B41FA5}">
                      <a16:colId xmlns:a16="http://schemas.microsoft.com/office/drawing/2014/main" val="2507662173"/>
                    </a:ext>
                  </a:extLst>
                </a:gridCol>
              </a:tblGrid>
              <a:tr h="400711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effectLst/>
                        </a:rPr>
                        <a:t>177</a:t>
                      </a:r>
                      <a:endParaRPr lang="en-US" sz="1600" dirty="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193</a:t>
                      </a:r>
                      <a:endParaRPr lang="en-US" sz="160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215</a:t>
                      </a:r>
                      <a:endParaRPr lang="en-US" sz="160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138</a:t>
                      </a:r>
                      <a:endParaRPr lang="en-US" sz="160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218</a:t>
                      </a:r>
                      <a:endParaRPr lang="en-US" sz="160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148</a:t>
                      </a:r>
                      <a:endParaRPr lang="en-US" sz="160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304</a:t>
                      </a:r>
                      <a:endParaRPr lang="en-US" sz="160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179</a:t>
                      </a:r>
                      <a:endParaRPr lang="en-US" sz="160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94347687"/>
                  </a:ext>
                </a:extLst>
              </a:tr>
              <a:tr h="400711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effectLst/>
                        </a:rPr>
                        <a:t>101</a:t>
                      </a:r>
                      <a:endParaRPr lang="en-US" sz="1600" dirty="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142</a:t>
                      </a:r>
                      <a:endParaRPr lang="en-US" sz="160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189</a:t>
                      </a:r>
                      <a:endParaRPr lang="en-US" sz="160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78</a:t>
                      </a:r>
                      <a:endParaRPr lang="en-US" sz="160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effectLst/>
                        </a:rPr>
                        <a:t>136</a:t>
                      </a:r>
                      <a:endParaRPr lang="en-US" sz="1600" dirty="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112</a:t>
                      </a:r>
                      <a:endParaRPr lang="en-US" sz="160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208</a:t>
                      </a:r>
                      <a:endParaRPr lang="en-US" sz="160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120</a:t>
                      </a:r>
                      <a:endParaRPr lang="en-US" sz="160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27185229"/>
                  </a:ext>
                </a:extLst>
              </a:tr>
              <a:tr h="400711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effectLst/>
                        </a:rPr>
                        <a:t>97</a:t>
                      </a:r>
                      <a:endParaRPr lang="en-US" sz="1600" dirty="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effectLst/>
                        </a:rPr>
                        <a:t>102</a:t>
                      </a:r>
                      <a:endParaRPr lang="en-US" sz="1600" dirty="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effectLst/>
                        </a:rPr>
                        <a:t>168</a:t>
                      </a:r>
                      <a:endParaRPr lang="en-US" sz="1600" dirty="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98</a:t>
                      </a:r>
                      <a:endParaRPr lang="en-US" sz="160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111</a:t>
                      </a:r>
                      <a:endParaRPr lang="en-US" sz="160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102</a:t>
                      </a:r>
                      <a:endParaRPr lang="en-US" sz="160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199</a:t>
                      </a:r>
                      <a:endParaRPr lang="en-US" sz="160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130</a:t>
                      </a:r>
                      <a:endParaRPr lang="en-US" sz="160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30127989"/>
                  </a:ext>
                </a:extLst>
              </a:tr>
              <a:tr h="400711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effectLst/>
                        </a:rPr>
                        <a:t>121</a:t>
                      </a:r>
                      <a:endParaRPr lang="en-US" sz="1600" dirty="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138</a:t>
                      </a:r>
                      <a:endParaRPr lang="en-US" sz="160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effectLst/>
                        </a:rPr>
                        <a:t>181</a:t>
                      </a:r>
                      <a:endParaRPr lang="en-US" sz="1600" dirty="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effectLst/>
                        </a:rPr>
                        <a:t>86</a:t>
                      </a:r>
                      <a:endParaRPr lang="en-US" sz="1600" dirty="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151</a:t>
                      </a:r>
                      <a:endParaRPr lang="en-US" sz="160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102</a:t>
                      </a:r>
                      <a:endParaRPr lang="en-US" sz="160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203</a:t>
                      </a:r>
                      <a:endParaRPr lang="en-US" sz="160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122</a:t>
                      </a:r>
                      <a:endParaRPr lang="en-US" sz="160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09356097"/>
                  </a:ext>
                </a:extLst>
              </a:tr>
              <a:tr h="400711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effectLst/>
                        </a:rPr>
                        <a:t>74</a:t>
                      </a:r>
                      <a:endParaRPr lang="en-US" sz="1600" dirty="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123</a:t>
                      </a:r>
                      <a:endParaRPr lang="en-US" sz="160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169</a:t>
                      </a:r>
                      <a:endParaRPr lang="en-US" sz="160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effectLst/>
                        </a:rPr>
                        <a:t>72</a:t>
                      </a:r>
                      <a:endParaRPr lang="en-US" sz="1600" dirty="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effectLst/>
                        </a:rPr>
                        <a:t>101</a:t>
                      </a:r>
                      <a:endParaRPr lang="en-US" sz="1600" dirty="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114</a:t>
                      </a:r>
                      <a:endParaRPr lang="en-US" sz="160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177</a:t>
                      </a:r>
                      <a:endParaRPr lang="en-US" sz="160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88</a:t>
                      </a:r>
                      <a:endParaRPr lang="en-US" sz="160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46699406"/>
                  </a:ext>
                </a:extLst>
              </a:tr>
              <a:tr h="400711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effectLst/>
                        </a:rPr>
                        <a:t>184</a:t>
                      </a:r>
                      <a:endParaRPr lang="en-US" sz="1600" dirty="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191</a:t>
                      </a:r>
                      <a:endParaRPr lang="en-US" sz="160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259</a:t>
                      </a:r>
                      <a:endParaRPr lang="en-US" sz="160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112</a:t>
                      </a:r>
                      <a:endParaRPr lang="en-US" sz="160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effectLst/>
                        </a:rPr>
                        <a:t>220</a:t>
                      </a:r>
                      <a:endParaRPr lang="en-US" sz="1600" dirty="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effectLst/>
                        </a:rPr>
                        <a:t>160</a:t>
                      </a:r>
                      <a:endParaRPr lang="en-US" sz="1600" dirty="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effectLst/>
                        </a:rPr>
                        <a:t>306</a:t>
                      </a:r>
                      <a:endParaRPr lang="en-US" sz="1600" dirty="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169</a:t>
                      </a:r>
                      <a:endParaRPr lang="en-US" sz="160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61493315"/>
                  </a:ext>
                </a:extLst>
              </a:tr>
              <a:tr h="400711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effectLst/>
                        </a:rPr>
                        <a:t>138</a:t>
                      </a:r>
                      <a:endParaRPr lang="en-US" sz="1600" dirty="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144</a:t>
                      </a:r>
                      <a:endParaRPr lang="en-US" sz="160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186</a:t>
                      </a:r>
                      <a:endParaRPr lang="en-US" sz="160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126</a:t>
                      </a:r>
                      <a:endParaRPr lang="en-US" sz="160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156</a:t>
                      </a:r>
                      <a:endParaRPr lang="en-US" sz="160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effectLst/>
                        </a:rPr>
                        <a:t>144</a:t>
                      </a:r>
                      <a:endParaRPr lang="en-US" sz="1600" dirty="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effectLst/>
                        </a:rPr>
                        <a:t>242</a:t>
                      </a:r>
                      <a:endParaRPr lang="en-US" sz="1600" dirty="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effectLst/>
                        </a:rPr>
                        <a:t>123</a:t>
                      </a:r>
                      <a:endParaRPr lang="en-US" sz="1600" dirty="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5115863"/>
                  </a:ext>
                </a:extLst>
              </a:tr>
              <a:tr h="400711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effectLst/>
                        </a:rPr>
                        <a:t>89</a:t>
                      </a:r>
                      <a:endParaRPr lang="en-US" sz="1600" dirty="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effectLst/>
                        </a:rPr>
                        <a:t>106</a:t>
                      </a:r>
                      <a:endParaRPr lang="en-US" sz="1600" dirty="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effectLst/>
                        </a:rPr>
                        <a:t>159</a:t>
                      </a:r>
                      <a:endParaRPr lang="en-US" sz="1600" dirty="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effectLst/>
                        </a:rPr>
                        <a:t>70</a:t>
                      </a:r>
                      <a:endParaRPr lang="en-US" sz="1600" dirty="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effectLst/>
                        </a:rPr>
                        <a:t>117</a:t>
                      </a:r>
                      <a:endParaRPr lang="en-US" sz="1600" dirty="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effectLst/>
                        </a:rPr>
                        <a:t>66</a:t>
                      </a:r>
                      <a:endParaRPr lang="en-US" sz="1600" dirty="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effectLst/>
                        </a:rPr>
                        <a:t>173</a:t>
                      </a:r>
                      <a:endParaRPr lang="en-US" sz="1600" dirty="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effectLst/>
                        </a:rPr>
                        <a:t>136</a:t>
                      </a:r>
                      <a:endParaRPr lang="en-US" sz="1600" dirty="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22080019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1812938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r>
              <a:rPr lang="en-US" dirty="0"/>
              <a:t>Example 3: Matrix Multiplication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1DA86DD-8B70-4DA9-9FA3-B696CD5F3D42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29/92</a:t>
            </a:r>
          </a:p>
        </p:txBody>
      </p:sp>
      <p:sp>
        <p:nvSpPr>
          <p:cNvPr id="5" name="Text Box 17"/>
          <p:cNvSpPr txBox="1">
            <a:spLocks noChangeArrowheads="1"/>
          </p:cNvSpPr>
          <p:nvPr/>
        </p:nvSpPr>
        <p:spPr bwMode="auto">
          <a:xfrm>
            <a:off x="609600" y="2934008"/>
            <a:ext cx="8871927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4572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9144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3716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8288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2860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7432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2004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6576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41148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indent="0"/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for(</a:t>
            </a:r>
            <a:r>
              <a:rPr lang="en-US" alt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=0;i&lt;</a:t>
            </a:r>
            <a:r>
              <a:rPr lang="en-US" alt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n;i</a:t>
            </a: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++)</a:t>
            </a:r>
          </a:p>
          <a:p>
            <a:pPr marL="0" indent="0"/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 for(j=0;j&lt;</a:t>
            </a:r>
            <a:r>
              <a:rPr lang="en-US" alt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n;j</a:t>
            </a: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++)</a:t>
            </a:r>
          </a:p>
          <a:p>
            <a:pPr marL="0" indent="0"/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	{</a:t>
            </a:r>
          </a:p>
          <a:p>
            <a:pPr marL="0" indent="0"/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	 C[</a:t>
            </a:r>
            <a:r>
              <a:rPr lang="en-US" alt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][j]=0;</a:t>
            </a:r>
          </a:p>
          <a:p>
            <a:pPr marL="0" indent="0"/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for(k=0;k&lt;</a:t>
            </a:r>
            <a:r>
              <a:rPr lang="en-US" alt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n;k</a:t>
            </a: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++)</a:t>
            </a:r>
          </a:p>
          <a:p>
            <a:pPr marL="0" indent="0"/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		  C[</a:t>
            </a:r>
            <a:r>
              <a:rPr lang="en-US" alt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][j]+=A[</a:t>
            </a:r>
            <a:r>
              <a:rPr lang="en-US" alt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][k]*B[k][j]; </a:t>
            </a:r>
          </a:p>
          <a:p>
            <a:pPr marL="0" indent="0"/>
            <a:endParaRPr lang="en-US" alt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/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	}</a:t>
            </a:r>
          </a:p>
        </p:txBody>
      </p:sp>
      <p:grpSp>
        <p:nvGrpSpPr>
          <p:cNvPr id="10" name="Group 9"/>
          <p:cNvGrpSpPr/>
          <p:nvPr/>
        </p:nvGrpSpPr>
        <p:grpSpPr>
          <a:xfrm>
            <a:off x="609600" y="2054852"/>
            <a:ext cx="3065161" cy="540259"/>
            <a:chOff x="609600" y="1775012"/>
            <a:chExt cx="2211981" cy="540259"/>
          </a:xfrm>
        </p:grpSpPr>
        <p:sp>
          <p:nvSpPr>
            <p:cNvPr id="4" name="TextBox 3"/>
            <p:cNvSpPr txBox="1"/>
            <p:nvPr/>
          </p:nvSpPr>
          <p:spPr>
            <a:xfrm>
              <a:off x="609600" y="1775012"/>
              <a:ext cx="2211981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b="1" dirty="0">
                  <a:latin typeface="Arial Rounded MT Bold" panose="020F0704030504030204" pitchFamily="34" charset="0"/>
                </a:rPr>
                <a:t>C     =A      x  B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829236" y="1976717"/>
              <a:ext cx="193673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b="1" dirty="0" err="1">
                  <a:latin typeface="Arial Rounded MT Bold" panose="020F0704030504030204" pitchFamily="34" charset="0"/>
                </a:rPr>
                <a:t>nxn</a:t>
              </a:r>
              <a:r>
                <a:rPr lang="en-US" sz="1600" b="1" dirty="0">
                  <a:latin typeface="Arial Rounded MT Bold" panose="020F0704030504030204" pitchFamily="34" charset="0"/>
                </a:rPr>
                <a:t>           </a:t>
              </a:r>
              <a:r>
                <a:rPr lang="en-US" sz="1600" b="1" dirty="0" err="1">
                  <a:latin typeface="Arial Rounded MT Bold" panose="020F0704030504030204" pitchFamily="34" charset="0"/>
                </a:rPr>
                <a:t>nxn</a:t>
              </a:r>
              <a:r>
                <a:rPr lang="en-US" sz="1600" b="1" dirty="0">
                  <a:latin typeface="Arial Rounded MT Bold" panose="020F0704030504030204" pitchFamily="34" charset="0"/>
                </a:rPr>
                <a:t>                </a:t>
              </a:r>
              <a:r>
                <a:rPr lang="en-US" sz="1600" b="1" dirty="0" err="1">
                  <a:latin typeface="Arial Rounded MT Bold" panose="020F0704030504030204" pitchFamily="34" charset="0"/>
                </a:rPr>
                <a:t>nxn</a:t>
              </a:r>
              <a:r>
                <a:rPr lang="en-US" sz="1600" b="1" dirty="0">
                  <a:latin typeface="Arial Rounded MT Bold" panose="020F0704030504030204" pitchFamily="34" charset="0"/>
                </a:rPr>
                <a:t> 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7803507" y="3076110"/>
                <a:ext cx="2754793" cy="57868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𝑶</m:t>
                      </m:r>
                      <m:d>
                        <m:dPr>
                          <m:ctrlPr>
                            <a:rPr lang="en-US" sz="28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800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e>
                            <m:sup>
                              <m:r>
                                <a:rPr lang="en-US" sz="2800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sup>
                          </m:sSup>
                        </m:e>
                      </m:d>
                      <m:r>
                        <a:rPr lang="en-US" sz="2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→ </m:t>
                      </m:r>
                      <m:r>
                        <a:rPr lang="en-US" sz="28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𝑶</m:t>
                      </m:r>
                      <m:r>
                        <a:rPr lang="en-US" sz="28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sz="28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  <m:sup>
                          <m:r>
                            <a:rPr lang="en-US" sz="28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?</m:t>
                          </m:r>
                        </m:sup>
                      </m:sSup>
                      <m:r>
                        <a:rPr lang="en-US" sz="2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8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03507" y="3076110"/>
                <a:ext cx="2754793" cy="57868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11787918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r>
              <a:rPr lang="en-US" dirty="0"/>
              <a:t>Example 3: Strassen’s Matrix Multiplication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DA6629-BA8B-428F-B9EF-5477B00B6B77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30/92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E61A7F0-0717-400E-9D22-42E6C8ACABCF}"/>
              </a:ext>
            </a:extLst>
          </p:cNvPr>
          <p:cNvGraphicFramePr>
            <a:graphicFrameLocks noGrp="1"/>
          </p:cNvGraphicFramePr>
          <p:nvPr/>
        </p:nvGraphicFramePr>
        <p:xfrm>
          <a:off x="472148" y="2311702"/>
          <a:ext cx="3467560" cy="3291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33445">
                  <a:extLst>
                    <a:ext uri="{9D8B030D-6E8A-4147-A177-3AD203B41FA5}">
                      <a16:colId xmlns:a16="http://schemas.microsoft.com/office/drawing/2014/main" val="3355975657"/>
                    </a:ext>
                  </a:extLst>
                </a:gridCol>
                <a:gridCol w="433445">
                  <a:extLst>
                    <a:ext uri="{9D8B030D-6E8A-4147-A177-3AD203B41FA5}">
                      <a16:colId xmlns:a16="http://schemas.microsoft.com/office/drawing/2014/main" val="184493226"/>
                    </a:ext>
                  </a:extLst>
                </a:gridCol>
                <a:gridCol w="433445">
                  <a:extLst>
                    <a:ext uri="{9D8B030D-6E8A-4147-A177-3AD203B41FA5}">
                      <a16:colId xmlns:a16="http://schemas.microsoft.com/office/drawing/2014/main" val="3208102101"/>
                    </a:ext>
                  </a:extLst>
                </a:gridCol>
                <a:gridCol w="433445">
                  <a:extLst>
                    <a:ext uri="{9D8B030D-6E8A-4147-A177-3AD203B41FA5}">
                      <a16:colId xmlns:a16="http://schemas.microsoft.com/office/drawing/2014/main" val="3674613419"/>
                    </a:ext>
                  </a:extLst>
                </a:gridCol>
                <a:gridCol w="433445">
                  <a:extLst>
                    <a:ext uri="{9D8B030D-6E8A-4147-A177-3AD203B41FA5}">
                      <a16:colId xmlns:a16="http://schemas.microsoft.com/office/drawing/2014/main" val="1261825935"/>
                    </a:ext>
                  </a:extLst>
                </a:gridCol>
                <a:gridCol w="433445">
                  <a:extLst>
                    <a:ext uri="{9D8B030D-6E8A-4147-A177-3AD203B41FA5}">
                      <a16:colId xmlns:a16="http://schemas.microsoft.com/office/drawing/2014/main" val="3006906135"/>
                    </a:ext>
                  </a:extLst>
                </a:gridCol>
                <a:gridCol w="433445">
                  <a:extLst>
                    <a:ext uri="{9D8B030D-6E8A-4147-A177-3AD203B41FA5}">
                      <a16:colId xmlns:a16="http://schemas.microsoft.com/office/drawing/2014/main" val="2968130277"/>
                    </a:ext>
                  </a:extLst>
                </a:gridCol>
                <a:gridCol w="433445">
                  <a:extLst>
                    <a:ext uri="{9D8B030D-6E8A-4147-A177-3AD203B41FA5}">
                      <a16:colId xmlns:a16="http://schemas.microsoft.com/office/drawing/2014/main" val="2284505334"/>
                    </a:ext>
                  </a:extLst>
                </a:gridCol>
              </a:tblGrid>
              <a:tr h="360001"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72389559"/>
                  </a:ext>
                </a:extLst>
              </a:tr>
              <a:tr h="360001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20704162"/>
                  </a:ext>
                </a:extLst>
              </a:tr>
              <a:tr h="360001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654823005"/>
                  </a:ext>
                </a:extLst>
              </a:tr>
              <a:tr h="360001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51950991"/>
                  </a:ext>
                </a:extLst>
              </a:tr>
              <a:tr h="360001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93350601"/>
                  </a:ext>
                </a:extLst>
              </a:tr>
              <a:tr h="360001"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14855148"/>
                  </a:ext>
                </a:extLst>
              </a:tr>
              <a:tr h="360001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26018036"/>
                  </a:ext>
                </a:extLst>
              </a:tr>
              <a:tr h="360001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14358810"/>
                  </a:ext>
                </a:extLst>
              </a:tr>
              <a:tr h="360001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39134143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4BBC09F5-7C0D-4DA0-A5CD-EDD49F50D958}"/>
              </a:ext>
            </a:extLst>
          </p:cNvPr>
          <p:cNvGraphicFramePr>
            <a:graphicFrameLocks noGrp="1"/>
          </p:cNvGraphicFramePr>
          <p:nvPr/>
        </p:nvGraphicFramePr>
        <p:xfrm>
          <a:off x="4346388" y="2330086"/>
          <a:ext cx="3152328" cy="3291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94041">
                  <a:extLst>
                    <a:ext uri="{9D8B030D-6E8A-4147-A177-3AD203B41FA5}">
                      <a16:colId xmlns:a16="http://schemas.microsoft.com/office/drawing/2014/main" val="3355975657"/>
                    </a:ext>
                  </a:extLst>
                </a:gridCol>
                <a:gridCol w="394041">
                  <a:extLst>
                    <a:ext uri="{9D8B030D-6E8A-4147-A177-3AD203B41FA5}">
                      <a16:colId xmlns:a16="http://schemas.microsoft.com/office/drawing/2014/main" val="184493226"/>
                    </a:ext>
                  </a:extLst>
                </a:gridCol>
                <a:gridCol w="394041">
                  <a:extLst>
                    <a:ext uri="{9D8B030D-6E8A-4147-A177-3AD203B41FA5}">
                      <a16:colId xmlns:a16="http://schemas.microsoft.com/office/drawing/2014/main" val="3208102101"/>
                    </a:ext>
                  </a:extLst>
                </a:gridCol>
                <a:gridCol w="394041">
                  <a:extLst>
                    <a:ext uri="{9D8B030D-6E8A-4147-A177-3AD203B41FA5}">
                      <a16:colId xmlns:a16="http://schemas.microsoft.com/office/drawing/2014/main" val="3674613419"/>
                    </a:ext>
                  </a:extLst>
                </a:gridCol>
                <a:gridCol w="394041">
                  <a:extLst>
                    <a:ext uri="{9D8B030D-6E8A-4147-A177-3AD203B41FA5}">
                      <a16:colId xmlns:a16="http://schemas.microsoft.com/office/drawing/2014/main" val="1261825935"/>
                    </a:ext>
                  </a:extLst>
                </a:gridCol>
                <a:gridCol w="394041">
                  <a:extLst>
                    <a:ext uri="{9D8B030D-6E8A-4147-A177-3AD203B41FA5}">
                      <a16:colId xmlns:a16="http://schemas.microsoft.com/office/drawing/2014/main" val="3006906135"/>
                    </a:ext>
                  </a:extLst>
                </a:gridCol>
                <a:gridCol w="394041">
                  <a:extLst>
                    <a:ext uri="{9D8B030D-6E8A-4147-A177-3AD203B41FA5}">
                      <a16:colId xmlns:a16="http://schemas.microsoft.com/office/drawing/2014/main" val="2968130277"/>
                    </a:ext>
                  </a:extLst>
                </a:gridCol>
                <a:gridCol w="394041">
                  <a:extLst>
                    <a:ext uri="{9D8B030D-6E8A-4147-A177-3AD203B41FA5}">
                      <a16:colId xmlns:a16="http://schemas.microsoft.com/office/drawing/2014/main" val="2284505334"/>
                    </a:ext>
                  </a:extLst>
                </a:gridCol>
              </a:tblGrid>
              <a:tr h="360001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72389559"/>
                  </a:ext>
                </a:extLst>
              </a:tr>
              <a:tr h="360001"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20704162"/>
                  </a:ext>
                </a:extLst>
              </a:tr>
              <a:tr h="360001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654823005"/>
                  </a:ext>
                </a:extLst>
              </a:tr>
              <a:tr h="360001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51950991"/>
                  </a:ext>
                </a:extLst>
              </a:tr>
              <a:tr h="360001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93350601"/>
                  </a:ext>
                </a:extLst>
              </a:tr>
              <a:tr h="360001"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14855148"/>
                  </a:ext>
                </a:extLst>
              </a:tr>
              <a:tr h="360001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26018036"/>
                  </a:ext>
                </a:extLst>
              </a:tr>
              <a:tr h="360001"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14358810"/>
                  </a:ext>
                </a:extLst>
              </a:tr>
              <a:tr h="360001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39134143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3EC3FF7C-4FAB-4846-BB41-3D5265E177E5}"/>
              </a:ext>
            </a:extLst>
          </p:cNvPr>
          <p:cNvSpPr txBox="1"/>
          <p:nvPr/>
        </p:nvSpPr>
        <p:spPr>
          <a:xfrm>
            <a:off x="3899037" y="3588290"/>
            <a:ext cx="45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x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AEF3814-91E1-4DA1-9F43-E003FB7B4EBE}"/>
              </a:ext>
            </a:extLst>
          </p:cNvPr>
          <p:cNvSpPr txBox="1"/>
          <p:nvPr/>
        </p:nvSpPr>
        <p:spPr>
          <a:xfrm flipH="1">
            <a:off x="7690178" y="3573255"/>
            <a:ext cx="13618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=   ?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E04A1D4-7628-4B13-BBD6-7706138842ED}"/>
              </a:ext>
            </a:extLst>
          </p:cNvPr>
          <p:cNvCxnSpPr>
            <a:cxnSpLocks/>
          </p:cNvCxnSpPr>
          <p:nvPr/>
        </p:nvCxnSpPr>
        <p:spPr>
          <a:xfrm>
            <a:off x="2106329" y="2163533"/>
            <a:ext cx="0" cy="3241221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3936A47-DCA5-47BC-B2C0-8E96BA0AA909}"/>
              </a:ext>
            </a:extLst>
          </p:cNvPr>
          <p:cNvCxnSpPr>
            <a:cxnSpLocks/>
          </p:cNvCxnSpPr>
          <p:nvPr/>
        </p:nvCxnSpPr>
        <p:spPr>
          <a:xfrm flipH="1">
            <a:off x="448978" y="3785506"/>
            <a:ext cx="3192235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6FB9D69-74D3-4505-AD79-1A95BE9A326E}"/>
              </a:ext>
            </a:extLst>
          </p:cNvPr>
          <p:cNvCxnSpPr>
            <a:cxnSpLocks/>
          </p:cNvCxnSpPr>
          <p:nvPr/>
        </p:nvCxnSpPr>
        <p:spPr>
          <a:xfrm>
            <a:off x="5818358" y="2152646"/>
            <a:ext cx="0" cy="3241221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6489AAF-C4CF-43BD-BB0E-FD9961020DF8}"/>
              </a:ext>
            </a:extLst>
          </p:cNvPr>
          <p:cNvCxnSpPr>
            <a:cxnSpLocks/>
          </p:cNvCxnSpPr>
          <p:nvPr/>
        </p:nvCxnSpPr>
        <p:spPr>
          <a:xfrm flipH="1">
            <a:off x="4161007" y="3774619"/>
            <a:ext cx="3192235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11111065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r>
              <a:rPr lang="en-US" dirty="0"/>
              <a:t>Example 3: Strassen’s Matrix Multiplication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DA6629-BA8B-428F-B9EF-5477B00B6B77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31/92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E61A7F0-0717-400E-9D22-42E6C8ACABCF}"/>
              </a:ext>
            </a:extLst>
          </p:cNvPr>
          <p:cNvGraphicFramePr>
            <a:graphicFrameLocks noGrp="1"/>
          </p:cNvGraphicFramePr>
          <p:nvPr/>
        </p:nvGraphicFramePr>
        <p:xfrm>
          <a:off x="439490" y="2311702"/>
          <a:ext cx="3467560" cy="3291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33445">
                  <a:extLst>
                    <a:ext uri="{9D8B030D-6E8A-4147-A177-3AD203B41FA5}">
                      <a16:colId xmlns:a16="http://schemas.microsoft.com/office/drawing/2014/main" val="3355975657"/>
                    </a:ext>
                  </a:extLst>
                </a:gridCol>
                <a:gridCol w="433445">
                  <a:extLst>
                    <a:ext uri="{9D8B030D-6E8A-4147-A177-3AD203B41FA5}">
                      <a16:colId xmlns:a16="http://schemas.microsoft.com/office/drawing/2014/main" val="184493226"/>
                    </a:ext>
                  </a:extLst>
                </a:gridCol>
                <a:gridCol w="433445">
                  <a:extLst>
                    <a:ext uri="{9D8B030D-6E8A-4147-A177-3AD203B41FA5}">
                      <a16:colId xmlns:a16="http://schemas.microsoft.com/office/drawing/2014/main" val="3208102101"/>
                    </a:ext>
                  </a:extLst>
                </a:gridCol>
                <a:gridCol w="433445">
                  <a:extLst>
                    <a:ext uri="{9D8B030D-6E8A-4147-A177-3AD203B41FA5}">
                      <a16:colId xmlns:a16="http://schemas.microsoft.com/office/drawing/2014/main" val="3674613419"/>
                    </a:ext>
                  </a:extLst>
                </a:gridCol>
                <a:gridCol w="433445">
                  <a:extLst>
                    <a:ext uri="{9D8B030D-6E8A-4147-A177-3AD203B41FA5}">
                      <a16:colId xmlns:a16="http://schemas.microsoft.com/office/drawing/2014/main" val="1261825935"/>
                    </a:ext>
                  </a:extLst>
                </a:gridCol>
                <a:gridCol w="433445">
                  <a:extLst>
                    <a:ext uri="{9D8B030D-6E8A-4147-A177-3AD203B41FA5}">
                      <a16:colId xmlns:a16="http://schemas.microsoft.com/office/drawing/2014/main" val="3006906135"/>
                    </a:ext>
                  </a:extLst>
                </a:gridCol>
                <a:gridCol w="433445">
                  <a:extLst>
                    <a:ext uri="{9D8B030D-6E8A-4147-A177-3AD203B41FA5}">
                      <a16:colId xmlns:a16="http://schemas.microsoft.com/office/drawing/2014/main" val="2968130277"/>
                    </a:ext>
                  </a:extLst>
                </a:gridCol>
                <a:gridCol w="433445">
                  <a:extLst>
                    <a:ext uri="{9D8B030D-6E8A-4147-A177-3AD203B41FA5}">
                      <a16:colId xmlns:a16="http://schemas.microsoft.com/office/drawing/2014/main" val="2284505334"/>
                    </a:ext>
                  </a:extLst>
                </a:gridCol>
              </a:tblGrid>
              <a:tr h="360001"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72389559"/>
                  </a:ext>
                </a:extLst>
              </a:tr>
              <a:tr h="360001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20704162"/>
                  </a:ext>
                </a:extLst>
              </a:tr>
              <a:tr h="360001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654823005"/>
                  </a:ext>
                </a:extLst>
              </a:tr>
              <a:tr h="360001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51950991"/>
                  </a:ext>
                </a:extLst>
              </a:tr>
              <a:tr h="360001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93350601"/>
                  </a:ext>
                </a:extLst>
              </a:tr>
              <a:tr h="360001"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14855148"/>
                  </a:ext>
                </a:extLst>
              </a:tr>
              <a:tr h="360001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26018036"/>
                  </a:ext>
                </a:extLst>
              </a:tr>
              <a:tr h="360001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14358810"/>
                  </a:ext>
                </a:extLst>
              </a:tr>
              <a:tr h="360001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39134143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4BBC09F5-7C0D-4DA0-A5CD-EDD49F50D958}"/>
              </a:ext>
            </a:extLst>
          </p:cNvPr>
          <p:cNvGraphicFramePr>
            <a:graphicFrameLocks noGrp="1"/>
          </p:cNvGraphicFramePr>
          <p:nvPr/>
        </p:nvGraphicFramePr>
        <p:xfrm>
          <a:off x="4313730" y="2330086"/>
          <a:ext cx="3152328" cy="3291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94041">
                  <a:extLst>
                    <a:ext uri="{9D8B030D-6E8A-4147-A177-3AD203B41FA5}">
                      <a16:colId xmlns:a16="http://schemas.microsoft.com/office/drawing/2014/main" val="3355975657"/>
                    </a:ext>
                  </a:extLst>
                </a:gridCol>
                <a:gridCol w="394041">
                  <a:extLst>
                    <a:ext uri="{9D8B030D-6E8A-4147-A177-3AD203B41FA5}">
                      <a16:colId xmlns:a16="http://schemas.microsoft.com/office/drawing/2014/main" val="184493226"/>
                    </a:ext>
                  </a:extLst>
                </a:gridCol>
                <a:gridCol w="394041">
                  <a:extLst>
                    <a:ext uri="{9D8B030D-6E8A-4147-A177-3AD203B41FA5}">
                      <a16:colId xmlns:a16="http://schemas.microsoft.com/office/drawing/2014/main" val="3208102101"/>
                    </a:ext>
                  </a:extLst>
                </a:gridCol>
                <a:gridCol w="394041">
                  <a:extLst>
                    <a:ext uri="{9D8B030D-6E8A-4147-A177-3AD203B41FA5}">
                      <a16:colId xmlns:a16="http://schemas.microsoft.com/office/drawing/2014/main" val="3674613419"/>
                    </a:ext>
                  </a:extLst>
                </a:gridCol>
                <a:gridCol w="394041">
                  <a:extLst>
                    <a:ext uri="{9D8B030D-6E8A-4147-A177-3AD203B41FA5}">
                      <a16:colId xmlns:a16="http://schemas.microsoft.com/office/drawing/2014/main" val="1261825935"/>
                    </a:ext>
                  </a:extLst>
                </a:gridCol>
                <a:gridCol w="394041">
                  <a:extLst>
                    <a:ext uri="{9D8B030D-6E8A-4147-A177-3AD203B41FA5}">
                      <a16:colId xmlns:a16="http://schemas.microsoft.com/office/drawing/2014/main" val="3006906135"/>
                    </a:ext>
                  </a:extLst>
                </a:gridCol>
                <a:gridCol w="394041">
                  <a:extLst>
                    <a:ext uri="{9D8B030D-6E8A-4147-A177-3AD203B41FA5}">
                      <a16:colId xmlns:a16="http://schemas.microsoft.com/office/drawing/2014/main" val="2968130277"/>
                    </a:ext>
                  </a:extLst>
                </a:gridCol>
                <a:gridCol w="394041">
                  <a:extLst>
                    <a:ext uri="{9D8B030D-6E8A-4147-A177-3AD203B41FA5}">
                      <a16:colId xmlns:a16="http://schemas.microsoft.com/office/drawing/2014/main" val="2284505334"/>
                    </a:ext>
                  </a:extLst>
                </a:gridCol>
              </a:tblGrid>
              <a:tr h="360001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72389559"/>
                  </a:ext>
                </a:extLst>
              </a:tr>
              <a:tr h="360001"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20704162"/>
                  </a:ext>
                </a:extLst>
              </a:tr>
              <a:tr h="360001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654823005"/>
                  </a:ext>
                </a:extLst>
              </a:tr>
              <a:tr h="360001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51950991"/>
                  </a:ext>
                </a:extLst>
              </a:tr>
              <a:tr h="360001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93350601"/>
                  </a:ext>
                </a:extLst>
              </a:tr>
              <a:tr h="360001"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14855148"/>
                  </a:ext>
                </a:extLst>
              </a:tr>
              <a:tr h="360001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26018036"/>
                  </a:ext>
                </a:extLst>
              </a:tr>
              <a:tr h="360001"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14358810"/>
                  </a:ext>
                </a:extLst>
              </a:tr>
              <a:tr h="360001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39134143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3EC3FF7C-4FAB-4846-BB41-3D5265E177E5}"/>
              </a:ext>
            </a:extLst>
          </p:cNvPr>
          <p:cNvSpPr txBox="1"/>
          <p:nvPr/>
        </p:nvSpPr>
        <p:spPr>
          <a:xfrm flipH="1">
            <a:off x="3912098" y="3588290"/>
            <a:ext cx="1864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x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AEF3814-91E1-4DA1-9F43-E003FB7B4EBE}"/>
              </a:ext>
            </a:extLst>
          </p:cNvPr>
          <p:cNvSpPr txBox="1"/>
          <p:nvPr/>
        </p:nvSpPr>
        <p:spPr>
          <a:xfrm flipH="1">
            <a:off x="7657520" y="3573255"/>
            <a:ext cx="13618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=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8F1A361-ED2D-4630-A3F5-3B81D37B749E}"/>
              </a:ext>
            </a:extLst>
          </p:cNvPr>
          <p:cNvSpPr/>
          <p:nvPr/>
        </p:nvSpPr>
        <p:spPr>
          <a:xfrm>
            <a:off x="439490" y="2330086"/>
            <a:ext cx="1650567" cy="1458143"/>
          </a:xfrm>
          <a:prstGeom prst="rect">
            <a:avLst/>
          </a:prstGeom>
          <a:solidFill>
            <a:srgbClr val="00B0F0">
              <a:alpha val="3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AD6A058-78C0-4C2E-9969-2AC302554A59}"/>
              </a:ext>
            </a:extLst>
          </p:cNvPr>
          <p:cNvSpPr/>
          <p:nvPr/>
        </p:nvSpPr>
        <p:spPr>
          <a:xfrm>
            <a:off x="4239327" y="2330086"/>
            <a:ext cx="1650567" cy="1458143"/>
          </a:xfrm>
          <a:prstGeom prst="rect">
            <a:avLst/>
          </a:prstGeom>
          <a:solidFill>
            <a:srgbClr val="00B0F0">
              <a:alpha val="3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12CFE8A5-F8C1-4F6D-A28C-46AAF347A9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3044554"/>
              </p:ext>
            </p:extLst>
          </p:nvPr>
        </p:nvGraphicFramePr>
        <p:xfrm>
          <a:off x="8054276" y="2183129"/>
          <a:ext cx="3812536" cy="320568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76567">
                  <a:extLst>
                    <a:ext uri="{9D8B030D-6E8A-4147-A177-3AD203B41FA5}">
                      <a16:colId xmlns:a16="http://schemas.microsoft.com/office/drawing/2014/main" val="36691876"/>
                    </a:ext>
                  </a:extLst>
                </a:gridCol>
                <a:gridCol w="476567">
                  <a:extLst>
                    <a:ext uri="{9D8B030D-6E8A-4147-A177-3AD203B41FA5}">
                      <a16:colId xmlns:a16="http://schemas.microsoft.com/office/drawing/2014/main" val="2477229712"/>
                    </a:ext>
                  </a:extLst>
                </a:gridCol>
                <a:gridCol w="476567">
                  <a:extLst>
                    <a:ext uri="{9D8B030D-6E8A-4147-A177-3AD203B41FA5}">
                      <a16:colId xmlns:a16="http://schemas.microsoft.com/office/drawing/2014/main" val="59643073"/>
                    </a:ext>
                  </a:extLst>
                </a:gridCol>
                <a:gridCol w="476567">
                  <a:extLst>
                    <a:ext uri="{9D8B030D-6E8A-4147-A177-3AD203B41FA5}">
                      <a16:colId xmlns:a16="http://schemas.microsoft.com/office/drawing/2014/main" val="388661375"/>
                    </a:ext>
                  </a:extLst>
                </a:gridCol>
                <a:gridCol w="476567">
                  <a:extLst>
                    <a:ext uri="{9D8B030D-6E8A-4147-A177-3AD203B41FA5}">
                      <a16:colId xmlns:a16="http://schemas.microsoft.com/office/drawing/2014/main" val="3764178512"/>
                    </a:ext>
                  </a:extLst>
                </a:gridCol>
                <a:gridCol w="476567">
                  <a:extLst>
                    <a:ext uri="{9D8B030D-6E8A-4147-A177-3AD203B41FA5}">
                      <a16:colId xmlns:a16="http://schemas.microsoft.com/office/drawing/2014/main" val="299736104"/>
                    </a:ext>
                  </a:extLst>
                </a:gridCol>
                <a:gridCol w="476567">
                  <a:extLst>
                    <a:ext uri="{9D8B030D-6E8A-4147-A177-3AD203B41FA5}">
                      <a16:colId xmlns:a16="http://schemas.microsoft.com/office/drawing/2014/main" val="912893045"/>
                    </a:ext>
                  </a:extLst>
                </a:gridCol>
                <a:gridCol w="476567">
                  <a:extLst>
                    <a:ext uri="{9D8B030D-6E8A-4147-A177-3AD203B41FA5}">
                      <a16:colId xmlns:a16="http://schemas.microsoft.com/office/drawing/2014/main" val="2507662173"/>
                    </a:ext>
                  </a:extLst>
                </a:gridCol>
              </a:tblGrid>
              <a:tr h="400711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effectLst/>
                        </a:rPr>
                        <a:t>177</a:t>
                      </a:r>
                      <a:endParaRPr lang="en-US" sz="1600" dirty="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193</a:t>
                      </a:r>
                      <a:endParaRPr lang="en-US" sz="160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215</a:t>
                      </a:r>
                      <a:endParaRPr lang="en-US" sz="160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138</a:t>
                      </a:r>
                      <a:endParaRPr lang="en-US" sz="160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218</a:t>
                      </a:r>
                      <a:endParaRPr lang="en-US" sz="160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148</a:t>
                      </a:r>
                      <a:endParaRPr lang="en-US" sz="160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304</a:t>
                      </a:r>
                      <a:endParaRPr lang="en-US" sz="160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179</a:t>
                      </a:r>
                      <a:endParaRPr lang="en-US" sz="160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94347687"/>
                  </a:ext>
                </a:extLst>
              </a:tr>
              <a:tr h="400711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effectLst/>
                        </a:rPr>
                        <a:t>101</a:t>
                      </a:r>
                      <a:endParaRPr lang="en-US" sz="1600" dirty="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142</a:t>
                      </a:r>
                      <a:endParaRPr lang="en-US" sz="160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189</a:t>
                      </a:r>
                      <a:endParaRPr lang="en-US" sz="160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78</a:t>
                      </a:r>
                      <a:endParaRPr lang="en-US" sz="160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effectLst/>
                        </a:rPr>
                        <a:t>136</a:t>
                      </a:r>
                      <a:endParaRPr lang="en-US" sz="1600" dirty="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112</a:t>
                      </a:r>
                      <a:endParaRPr lang="en-US" sz="160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208</a:t>
                      </a:r>
                      <a:endParaRPr lang="en-US" sz="160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120</a:t>
                      </a:r>
                      <a:endParaRPr lang="en-US" sz="160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27185229"/>
                  </a:ext>
                </a:extLst>
              </a:tr>
              <a:tr h="400711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effectLst/>
                        </a:rPr>
                        <a:t>97</a:t>
                      </a:r>
                      <a:endParaRPr lang="en-US" sz="1600" dirty="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effectLst/>
                        </a:rPr>
                        <a:t>102</a:t>
                      </a:r>
                      <a:endParaRPr lang="en-US" sz="1600" dirty="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effectLst/>
                        </a:rPr>
                        <a:t>168</a:t>
                      </a:r>
                      <a:endParaRPr lang="en-US" sz="1600" dirty="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98</a:t>
                      </a:r>
                      <a:endParaRPr lang="en-US" sz="160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111</a:t>
                      </a:r>
                      <a:endParaRPr lang="en-US" sz="160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102</a:t>
                      </a:r>
                      <a:endParaRPr lang="en-US" sz="160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199</a:t>
                      </a:r>
                      <a:endParaRPr lang="en-US" sz="160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130</a:t>
                      </a:r>
                      <a:endParaRPr lang="en-US" sz="160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30127989"/>
                  </a:ext>
                </a:extLst>
              </a:tr>
              <a:tr h="400711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effectLst/>
                        </a:rPr>
                        <a:t>121</a:t>
                      </a:r>
                      <a:endParaRPr lang="en-US" sz="1600" dirty="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138</a:t>
                      </a:r>
                      <a:endParaRPr lang="en-US" sz="160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effectLst/>
                        </a:rPr>
                        <a:t>181</a:t>
                      </a:r>
                      <a:endParaRPr lang="en-US" sz="1600" dirty="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effectLst/>
                        </a:rPr>
                        <a:t>86</a:t>
                      </a:r>
                      <a:endParaRPr lang="en-US" sz="1600" dirty="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151</a:t>
                      </a:r>
                      <a:endParaRPr lang="en-US" sz="160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102</a:t>
                      </a:r>
                      <a:endParaRPr lang="en-US" sz="160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203</a:t>
                      </a:r>
                      <a:endParaRPr lang="en-US" sz="160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122</a:t>
                      </a:r>
                      <a:endParaRPr lang="en-US" sz="160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09356097"/>
                  </a:ext>
                </a:extLst>
              </a:tr>
              <a:tr h="400711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effectLst/>
                        </a:rPr>
                        <a:t>74</a:t>
                      </a:r>
                      <a:endParaRPr lang="en-US" sz="1600" dirty="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123</a:t>
                      </a:r>
                      <a:endParaRPr lang="en-US" sz="160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169</a:t>
                      </a:r>
                      <a:endParaRPr lang="en-US" sz="160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effectLst/>
                        </a:rPr>
                        <a:t>72</a:t>
                      </a:r>
                      <a:endParaRPr lang="en-US" sz="1600" dirty="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effectLst/>
                        </a:rPr>
                        <a:t>101</a:t>
                      </a:r>
                      <a:endParaRPr lang="en-US" sz="1600" dirty="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114</a:t>
                      </a:r>
                      <a:endParaRPr lang="en-US" sz="160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177</a:t>
                      </a:r>
                      <a:endParaRPr lang="en-US" sz="160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88</a:t>
                      </a:r>
                      <a:endParaRPr lang="en-US" sz="160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46699406"/>
                  </a:ext>
                </a:extLst>
              </a:tr>
              <a:tr h="400711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effectLst/>
                        </a:rPr>
                        <a:t>184</a:t>
                      </a:r>
                      <a:endParaRPr lang="en-US" sz="1600" dirty="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191</a:t>
                      </a:r>
                      <a:endParaRPr lang="en-US" sz="160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259</a:t>
                      </a:r>
                      <a:endParaRPr lang="en-US" sz="160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112</a:t>
                      </a:r>
                      <a:endParaRPr lang="en-US" sz="160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effectLst/>
                        </a:rPr>
                        <a:t>220</a:t>
                      </a:r>
                      <a:endParaRPr lang="en-US" sz="1600" dirty="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effectLst/>
                        </a:rPr>
                        <a:t>160</a:t>
                      </a:r>
                      <a:endParaRPr lang="en-US" sz="1600" dirty="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effectLst/>
                        </a:rPr>
                        <a:t>306</a:t>
                      </a:r>
                      <a:endParaRPr lang="en-US" sz="1600" dirty="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169</a:t>
                      </a:r>
                      <a:endParaRPr lang="en-US" sz="160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61493315"/>
                  </a:ext>
                </a:extLst>
              </a:tr>
              <a:tr h="400711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effectLst/>
                        </a:rPr>
                        <a:t>138</a:t>
                      </a:r>
                      <a:endParaRPr lang="en-US" sz="1600" dirty="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144</a:t>
                      </a:r>
                      <a:endParaRPr lang="en-US" sz="160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186</a:t>
                      </a:r>
                      <a:endParaRPr lang="en-US" sz="160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126</a:t>
                      </a:r>
                      <a:endParaRPr lang="en-US" sz="160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156</a:t>
                      </a:r>
                      <a:endParaRPr lang="en-US" sz="160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effectLst/>
                        </a:rPr>
                        <a:t>144</a:t>
                      </a:r>
                      <a:endParaRPr lang="en-US" sz="1600" dirty="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effectLst/>
                        </a:rPr>
                        <a:t>242</a:t>
                      </a:r>
                      <a:endParaRPr lang="en-US" sz="1600" dirty="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effectLst/>
                        </a:rPr>
                        <a:t>123</a:t>
                      </a:r>
                      <a:endParaRPr lang="en-US" sz="1600" dirty="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5115863"/>
                  </a:ext>
                </a:extLst>
              </a:tr>
              <a:tr h="400711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effectLst/>
                        </a:rPr>
                        <a:t>89</a:t>
                      </a:r>
                      <a:endParaRPr lang="en-US" sz="1600" dirty="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effectLst/>
                        </a:rPr>
                        <a:t>106</a:t>
                      </a:r>
                      <a:endParaRPr lang="en-US" sz="1600" dirty="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effectLst/>
                        </a:rPr>
                        <a:t>159</a:t>
                      </a:r>
                      <a:endParaRPr lang="en-US" sz="1600" dirty="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effectLst/>
                        </a:rPr>
                        <a:t>70</a:t>
                      </a:r>
                      <a:endParaRPr lang="en-US" sz="1600" dirty="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effectLst/>
                        </a:rPr>
                        <a:t>117</a:t>
                      </a:r>
                      <a:endParaRPr lang="en-US" sz="1600" dirty="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effectLst/>
                        </a:rPr>
                        <a:t>66</a:t>
                      </a:r>
                      <a:endParaRPr lang="en-US" sz="1600" dirty="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effectLst/>
                        </a:rPr>
                        <a:t>173</a:t>
                      </a:r>
                      <a:endParaRPr lang="en-US" sz="1600" dirty="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effectLst/>
                        </a:rPr>
                        <a:t>136</a:t>
                      </a:r>
                      <a:endParaRPr lang="en-US" sz="1600" dirty="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22080019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384954518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r>
              <a:rPr lang="en-US" dirty="0"/>
              <a:t>Example 3: Strassen’s Matrix Multiplication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DA6629-BA8B-428F-B9EF-5477B00B6B77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32/92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E61A7F0-0717-400E-9D22-42E6C8ACABCF}"/>
              </a:ext>
            </a:extLst>
          </p:cNvPr>
          <p:cNvGraphicFramePr>
            <a:graphicFrameLocks noGrp="1"/>
          </p:cNvGraphicFramePr>
          <p:nvPr/>
        </p:nvGraphicFramePr>
        <p:xfrm>
          <a:off x="439490" y="2311702"/>
          <a:ext cx="3467560" cy="3291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33445">
                  <a:extLst>
                    <a:ext uri="{9D8B030D-6E8A-4147-A177-3AD203B41FA5}">
                      <a16:colId xmlns:a16="http://schemas.microsoft.com/office/drawing/2014/main" val="3355975657"/>
                    </a:ext>
                  </a:extLst>
                </a:gridCol>
                <a:gridCol w="433445">
                  <a:extLst>
                    <a:ext uri="{9D8B030D-6E8A-4147-A177-3AD203B41FA5}">
                      <a16:colId xmlns:a16="http://schemas.microsoft.com/office/drawing/2014/main" val="184493226"/>
                    </a:ext>
                  </a:extLst>
                </a:gridCol>
                <a:gridCol w="433445">
                  <a:extLst>
                    <a:ext uri="{9D8B030D-6E8A-4147-A177-3AD203B41FA5}">
                      <a16:colId xmlns:a16="http://schemas.microsoft.com/office/drawing/2014/main" val="3208102101"/>
                    </a:ext>
                  </a:extLst>
                </a:gridCol>
                <a:gridCol w="433445">
                  <a:extLst>
                    <a:ext uri="{9D8B030D-6E8A-4147-A177-3AD203B41FA5}">
                      <a16:colId xmlns:a16="http://schemas.microsoft.com/office/drawing/2014/main" val="3674613419"/>
                    </a:ext>
                  </a:extLst>
                </a:gridCol>
                <a:gridCol w="433445">
                  <a:extLst>
                    <a:ext uri="{9D8B030D-6E8A-4147-A177-3AD203B41FA5}">
                      <a16:colId xmlns:a16="http://schemas.microsoft.com/office/drawing/2014/main" val="1261825935"/>
                    </a:ext>
                  </a:extLst>
                </a:gridCol>
                <a:gridCol w="433445">
                  <a:extLst>
                    <a:ext uri="{9D8B030D-6E8A-4147-A177-3AD203B41FA5}">
                      <a16:colId xmlns:a16="http://schemas.microsoft.com/office/drawing/2014/main" val="3006906135"/>
                    </a:ext>
                  </a:extLst>
                </a:gridCol>
                <a:gridCol w="433445">
                  <a:extLst>
                    <a:ext uri="{9D8B030D-6E8A-4147-A177-3AD203B41FA5}">
                      <a16:colId xmlns:a16="http://schemas.microsoft.com/office/drawing/2014/main" val="2968130277"/>
                    </a:ext>
                  </a:extLst>
                </a:gridCol>
                <a:gridCol w="433445">
                  <a:extLst>
                    <a:ext uri="{9D8B030D-6E8A-4147-A177-3AD203B41FA5}">
                      <a16:colId xmlns:a16="http://schemas.microsoft.com/office/drawing/2014/main" val="2284505334"/>
                    </a:ext>
                  </a:extLst>
                </a:gridCol>
              </a:tblGrid>
              <a:tr h="360001"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72389559"/>
                  </a:ext>
                </a:extLst>
              </a:tr>
              <a:tr h="360001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20704162"/>
                  </a:ext>
                </a:extLst>
              </a:tr>
              <a:tr h="360001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654823005"/>
                  </a:ext>
                </a:extLst>
              </a:tr>
              <a:tr h="360001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51950991"/>
                  </a:ext>
                </a:extLst>
              </a:tr>
              <a:tr h="360001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93350601"/>
                  </a:ext>
                </a:extLst>
              </a:tr>
              <a:tr h="360001"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14855148"/>
                  </a:ext>
                </a:extLst>
              </a:tr>
              <a:tr h="360001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26018036"/>
                  </a:ext>
                </a:extLst>
              </a:tr>
              <a:tr h="360001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14358810"/>
                  </a:ext>
                </a:extLst>
              </a:tr>
              <a:tr h="360001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39134143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4BBC09F5-7C0D-4DA0-A5CD-EDD49F50D958}"/>
              </a:ext>
            </a:extLst>
          </p:cNvPr>
          <p:cNvGraphicFramePr>
            <a:graphicFrameLocks noGrp="1"/>
          </p:cNvGraphicFramePr>
          <p:nvPr/>
        </p:nvGraphicFramePr>
        <p:xfrm>
          <a:off x="4313730" y="2330086"/>
          <a:ext cx="3152328" cy="3291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94041">
                  <a:extLst>
                    <a:ext uri="{9D8B030D-6E8A-4147-A177-3AD203B41FA5}">
                      <a16:colId xmlns:a16="http://schemas.microsoft.com/office/drawing/2014/main" val="3355975657"/>
                    </a:ext>
                  </a:extLst>
                </a:gridCol>
                <a:gridCol w="394041">
                  <a:extLst>
                    <a:ext uri="{9D8B030D-6E8A-4147-A177-3AD203B41FA5}">
                      <a16:colId xmlns:a16="http://schemas.microsoft.com/office/drawing/2014/main" val="184493226"/>
                    </a:ext>
                  </a:extLst>
                </a:gridCol>
                <a:gridCol w="394041">
                  <a:extLst>
                    <a:ext uri="{9D8B030D-6E8A-4147-A177-3AD203B41FA5}">
                      <a16:colId xmlns:a16="http://schemas.microsoft.com/office/drawing/2014/main" val="3208102101"/>
                    </a:ext>
                  </a:extLst>
                </a:gridCol>
                <a:gridCol w="394041">
                  <a:extLst>
                    <a:ext uri="{9D8B030D-6E8A-4147-A177-3AD203B41FA5}">
                      <a16:colId xmlns:a16="http://schemas.microsoft.com/office/drawing/2014/main" val="3674613419"/>
                    </a:ext>
                  </a:extLst>
                </a:gridCol>
                <a:gridCol w="394041">
                  <a:extLst>
                    <a:ext uri="{9D8B030D-6E8A-4147-A177-3AD203B41FA5}">
                      <a16:colId xmlns:a16="http://schemas.microsoft.com/office/drawing/2014/main" val="1261825935"/>
                    </a:ext>
                  </a:extLst>
                </a:gridCol>
                <a:gridCol w="394041">
                  <a:extLst>
                    <a:ext uri="{9D8B030D-6E8A-4147-A177-3AD203B41FA5}">
                      <a16:colId xmlns:a16="http://schemas.microsoft.com/office/drawing/2014/main" val="3006906135"/>
                    </a:ext>
                  </a:extLst>
                </a:gridCol>
                <a:gridCol w="394041">
                  <a:extLst>
                    <a:ext uri="{9D8B030D-6E8A-4147-A177-3AD203B41FA5}">
                      <a16:colId xmlns:a16="http://schemas.microsoft.com/office/drawing/2014/main" val="2968130277"/>
                    </a:ext>
                  </a:extLst>
                </a:gridCol>
                <a:gridCol w="394041">
                  <a:extLst>
                    <a:ext uri="{9D8B030D-6E8A-4147-A177-3AD203B41FA5}">
                      <a16:colId xmlns:a16="http://schemas.microsoft.com/office/drawing/2014/main" val="2284505334"/>
                    </a:ext>
                  </a:extLst>
                </a:gridCol>
              </a:tblGrid>
              <a:tr h="360001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72389559"/>
                  </a:ext>
                </a:extLst>
              </a:tr>
              <a:tr h="360001"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20704162"/>
                  </a:ext>
                </a:extLst>
              </a:tr>
              <a:tr h="360001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654823005"/>
                  </a:ext>
                </a:extLst>
              </a:tr>
              <a:tr h="360001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51950991"/>
                  </a:ext>
                </a:extLst>
              </a:tr>
              <a:tr h="360001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93350601"/>
                  </a:ext>
                </a:extLst>
              </a:tr>
              <a:tr h="360001"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14855148"/>
                  </a:ext>
                </a:extLst>
              </a:tr>
              <a:tr h="360001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26018036"/>
                  </a:ext>
                </a:extLst>
              </a:tr>
              <a:tr h="360001"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14358810"/>
                  </a:ext>
                </a:extLst>
              </a:tr>
              <a:tr h="360001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39134143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3EC3FF7C-4FAB-4846-BB41-3D5265E177E5}"/>
              </a:ext>
            </a:extLst>
          </p:cNvPr>
          <p:cNvSpPr txBox="1"/>
          <p:nvPr/>
        </p:nvSpPr>
        <p:spPr>
          <a:xfrm flipH="1">
            <a:off x="3912098" y="3588290"/>
            <a:ext cx="1864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x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AEF3814-91E1-4DA1-9F43-E003FB7B4EBE}"/>
              </a:ext>
            </a:extLst>
          </p:cNvPr>
          <p:cNvSpPr txBox="1"/>
          <p:nvPr/>
        </p:nvSpPr>
        <p:spPr>
          <a:xfrm flipH="1">
            <a:off x="7657520" y="3573255"/>
            <a:ext cx="13618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=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8F1A361-ED2D-4630-A3F5-3B81D37B749E}"/>
              </a:ext>
            </a:extLst>
          </p:cNvPr>
          <p:cNvSpPr/>
          <p:nvPr/>
        </p:nvSpPr>
        <p:spPr>
          <a:xfrm>
            <a:off x="439490" y="2330086"/>
            <a:ext cx="1650567" cy="1458143"/>
          </a:xfrm>
          <a:prstGeom prst="rect">
            <a:avLst/>
          </a:prstGeom>
          <a:solidFill>
            <a:srgbClr val="00B0F0">
              <a:alpha val="3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AD6A058-78C0-4C2E-9969-2AC302554A59}"/>
              </a:ext>
            </a:extLst>
          </p:cNvPr>
          <p:cNvSpPr/>
          <p:nvPr/>
        </p:nvSpPr>
        <p:spPr>
          <a:xfrm>
            <a:off x="4239327" y="2330086"/>
            <a:ext cx="1650567" cy="1458143"/>
          </a:xfrm>
          <a:prstGeom prst="rect">
            <a:avLst/>
          </a:prstGeom>
          <a:solidFill>
            <a:srgbClr val="00B0F0">
              <a:alpha val="3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FCD86BF-9F37-4B1C-8E7D-05571172A2A5}"/>
              </a:ext>
            </a:extLst>
          </p:cNvPr>
          <p:cNvSpPr/>
          <p:nvPr/>
        </p:nvSpPr>
        <p:spPr>
          <a:xfrm>
            <a:off x="4227821" y="3809062"/>
            <a:ext cx="1650567" cy="1458143"/>
          </a:xfrm>
          <a:prstGeom prst="rect">
            <a:avLst/>
          </a:prstGeom>
          <a:solidFill>
            <a:srgbClr val="FF0000">
              <a:alpha val="3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86ECD6C-75F0-40C6-97A8-0B48672B315D}"/>
              </a:ext>
            </a:extLst>
          </p:cNvPr>
          <p:cNvSpPr/>
          <p:nvPr/>
        </p:nvSpPr>
        <p:spPr>
          <a:xfrm>
            <a:off x="2162410" y="2350919"/>
            <a:ext cx="1650567" cy="1458143"/>
          </a:xfrm>
          <a:prstGeom prst="rect">
            <a:avLst/>
          </a:prstGeom>
          <a:solidFill>
            <a:srgbClr val="FF0000">
              <a:alpha val="3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DEFCCFDD-CE71-41CF-ACA7-F1710D74FC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7717776"/>
              </p:ext>
            </p:extLst>
          </p:nvPr>
        </p:nvGraphicFramePr>
        <p:xfrm>
          <a:off x="8054276" y="2183129"/>
          <a:ext cx="3812536" cy="320568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76567">
                  <a:extLst>
                    <a:ext uri="{9D8B030D-6E8A-4147-A177-3AD203B41FA5}">
                      <a16:colId xmlns:a16="http://schemas.microsoft.com/office/drawing/2014/main" val="36691876"/>
                    </a:ext>
                  </a:extLst>
                </a:gridCol>
                <a:gridCol w="476567">
                  <a:extLst>
                    <a:ext uri="{9D8B030D-6E8A-4147-A177-3AD203B41FA5}">
                      <a16:colId xmlns:a16="http://schemas.microsoft.com/office/drawing/2014/main" val="2477229712"/>
                    </a:ext>
                  </a:extLst>
                </a:gridCol>
                <a:gridCol w="476567">
                  <a:extLst>
                    <a:ext uri="{9D8B030D-6E8A-4147-A177-3AD203B41FA5}">
                      <a16:colId xmlns:a16="http://schemas.microsoft.com/office/drawing/2014/main" val="59643073"/>
                    </a:ext>
                  </a:extLst>
                </a:gridCol>
                <a:gridCol w="476567">
                  <a:extLst>
                    <a:ext uri="{9D8B030D-6E8A-4147-A177-3AD203B41FA5}">
                      <a16:colId xmlns:a16="http://schemas.microsoft.com/office/drawing/2014/main" val="388661375"/>
                    </a:ext>
                  </a:extLst>
                </a:gridCol>
                <a:gridCol w="476567">
                  <a:extLst>
                    <a:ext uri="{9D8B030D-6E8A-4147-A177-3AD203B41FA5}">
                      <a16:colId xmlns:a16="http://schemas.microsoft.com/office/drawing/2014/main" val="3764178512"/>
                    </a:ext>
                  </a:extLst>
                </a:gridCol>
                <a:gridCol w="476567">
                  <a:extLst>
                    <a:ext uri="{9D8B030D-6E8A-4147-A177-3AD203B41FA5}">
                      <a16:colId xmlns:a16="http://schemas.microsoft.com/office/drawing/2014/main" val="299736104"/>
                    </a:ext>
                  </a:extLst>
                </a:gridCol>
                <a:gridCol w="476567">
                  <a:extLst>
                    <a:ext uri="{9D8B030D-6E8A-4147-A177-3AD203B41FA5}">
                      <a16:colId xmlns:a16="http://schemas.microsoft.com/office/drawing/2014/main" val="912893045"/>
                    </a:ext>
                  </a:extLst>
                </a:gridCol>
                <a:gridCol w="476567">
                  <a:extLst>
                    <a:ext uri="{9D8B030D-6E8A-4147-A177-3AD203B41FA5}">
                      <a16:colId xmlns:a16="http://schemas.microsoft.com/office/drawing/2014/main" val="2507662173"/>
                    </a:ext>
                  </a:extLst>
                </a:gridCol>
              </a:tblGrid>
              <a:tr h="400711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effectLst/>
                        </a:rPr>
                        <a:t>177</a:t>
                      </a:r>
                      <a:endParaRPr lang="en-US" sz="1600" dirty="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193</a:t>
                      </a:r>
                      <a:endParaRPr lang="en-US" sz="160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215</a:t>
                      </a:r>
                      <a:endParaRPr lang="en-US" sz="160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138</a:t>
                      </a:r>
                      <a:endParaRPr lang="en-US" sz="160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218</a:t>
                      </a:r>
                      <a:endParaRPr lang="en-US" sz="160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148</a:t>
                      </a:r>
                      <a:endParaRPr lang="en-US" sz="160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304</a:t>
                      </a:r>
                      <a:endParaRPr lang="en-US" sz="160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179</a:t>
                      </a:r>
                      <a:endParaRPr lang="en-US" sz="160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94347687"/>
                  </a:ext>
                </a:extLst>
              </a:tr>
              <a:tr h="400711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effectLst/>
                        </a:rPr>
                        <a:t>101</a:t>
                      </a:r>
                      <a:endParaRPr lang="en-US" sz="1600" dirty="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142</a:t>
                      </a:r>
                      <a:endParaRPr lang="en-US" sz="160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189</a:t>
                      </a:r>
                      <a:endParaRPr lang="en-US" sz="160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78</a:t>
                      </a:r>
                      <a:endParaRPr lang="en-US" sz="160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effectLst/>
                        </a:rPr>
                        <a:t>136</a:t>
                      </a:r>
                      <a:endParaRPr lang="en-US" sz="1600" dirty="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112</a:t>
                      </a:r>
                      <a:endParaRPr lang="en-US" sz="160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208</a:t>
                      </a:r>
                      <a:endParaRPr lang="en-US" sz="160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120</a:t>
                      </a:r>
                      <a:endParaRPr lang="en-US" sz="160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27185229"/>
                  </a:ext>
                </a:extLst>
              </a:tr>
              <a:tr h="400711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effectLst/>
                        </a:rPr>
                        <a:t>97</a:t>
                      </a:r>
                      <a:endParaRPr lang="en-US" sz="1600" dirty="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effectLst/>
                        </a:rPr>
                        <a:t>102</a:t>
                      </a:r>
                      <a:endParaRPr lang="en-US" sz="1600" dirty="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effectLst/>
                        </a:rPr>
                        <a:t>168</a:t>
                      </a:r>
                      <a:endParaRPr lang="en-US" sz="1600" dirty="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98</a:t>
                      </a:r>
                      <a:endParaRPr lang="en-US" sz="160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111</a:t>
                      </a:r>
                      <a:endParaRPr lang="en-US" sz="160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102</a:t>
                      </a:r>
                      <a:endParaRPr lang="en-US" sz="160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199</a:t>
                      </a:r>
                      <a:endParaRPr lang="en-US" sz="160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130</a:t>
                      </a:r>
                      <a:endParaRPr lang="en-US" sz="160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30127989"/>
                  </a:ext>
                </a:extLst>
              </a:tr>
              <a:tr h="400711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effectLst/>
                        </a:rPr>
                        <a:t>121</a:t>
                      </a:r>
                      <a:endParaRPr lang="en-US" sz="1600" dirty="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138</a:t>
                      </a:r>
                      <a:endParaRPr lang="en-US" sz="160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effectLst/>
                        </a:rPr>
                        <a:t>181</a:t>
                      </a:r>
                      <a:endParaRPr lang="en-US" sz="1600" dirty="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effectLst/>
                        </a:rPr>
                        <a:t>86</a:t>
                      </a:r>
                      <a:endParaRPr lang="en-US" sz="1600" dirty="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151</a:t>
                      </a:r>
                      <a:endParaRPr lang="en-US" sz="160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102</a:t>
                      </a:r>
                      <a:endParaRPr lang="en-US" sz="160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203</a:t>
                      </a:r>
                      <a:endParaRPr lang="en-US" sz="160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122</a:t>
                      </a:r>
                      <a:endParaRPr lang="en-US" sz="160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09356097"/>
                  </a:ext>
                </a:extLst>
              </a:tr>
              <a:tr h="400711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effectLst/>
                        </a:rPr>
                        <a:t>74</a:t>
                      </a:r>
                      <a:endParaRPr lang="en-US" sz="1600" dirty="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123</a:t>
                      </a:r>
                      <a:endParaRPr lang="en-US" sz="160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169</a:t>
                      </a:r>
                      <a:endParaRPr lang="en-US" sz="160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effectLst/>
                        </a:rPr>
                        <a:t>72</a:t>
                      </a:r>
                      <a:endParaRPr lang="en-US" sz="1600" dirty="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effectLst/>
                        </a:rPr>
                        <a:t>101</a:t>
                      </a:r>
                      <a:endParaRPr lang="en-US" sz="1600" dirty="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114</a:t>
                      </a:r>
                      <a:endParaRPr lang="en-US" sz="160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177</a:t>
                      </a:r>
                      <a:endParaRPr lang="en-US" sz="160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88</a:t>
                      </a:r>
                      <a:endParaRPr lang="en-US" sz="160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46699406"/>
                  </a:ext>
                </a:extLst>
              </a:tr>
              <a:tr h="400711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effectLst/>
                        </a:rPr>
                        <a:t>184</a:t>
                      </a:r>
                      <a:endParaRPr lang="en-US" sz="1600" dirty="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191</a:t>
                      </a:r>
                      <a:endParaRPr lang="en-US" sz="160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259</a:t>
                      </a:r>
                      <a:endParaRPr lang="en-US" sz="160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112</a:t>
                      </a:r>
                      <a:endParaRPr lang="en-US" sz="160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effectLst/>
                        </a:rPr>
                        <a:t>220</a:t>
                      </a:r>
                      <a:endParaRPr lang="en-US" sz="1600" dirty="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effectLst/>
                        </a:rPr>
                        <a:t>160</a:t>
                      </a:r>
                      <a:endParaRPr lang="en-US" sz="1600" dirty="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effectLst/>
                        </a:rPr>
                        <a:t>306</a:t>
                      </a:r>
                      <a:endParaRPr lang="en-US" sz="1600" dirty="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169</a:t>
                      </a:r>
                      <a:endParaRPr lang="en-US" sz="160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61493315"/>
                  </a:ext>
                </a:extLst>
              </a:tr>
              <a:tr h="400711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effectLst/>
                        </a:rPr>
                        <a:t>138</a:t>
                      </a:r>
                      <a:endParaRPr lang="en-US" sz="1600" dirty="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144</a:t>
                      </a:r>
                      <a:endParaRPr lang="en-US" sz="160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186</a:t>
                      </a:r>
                      <a:endParaRPr lang="en-US" sz="160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126</a:t>
                      </a:r>
                      <a:endParaRPr lang="en-US" sz="160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156</a:t>
                      </a:r>
                      <a:endParaRPr lang="en-US" sz="160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effectLst/>
                        </a:rPr>
                        <a:t>144</a:t>
                      </a:r>
                      <a:endParaRPr lang="en-US" sz="1600" dirty="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effectLst/>
                        </a:rPr>
                        <a:t>242</a:t>
                      </a:r>
                      <a:endParaRPr lang="en-US" sz="1600" dirty="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effectLst/>
                        </a:rPr>
                        <a:t>123</a:t>
                      </a:r>
                      <a:endParaRPr lang="en-US" sz="1600" dirty="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5115863"/>
                  </a:ext>
                </a:extLst>
              </a:tr>
              <a:tr h="400711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effectLst/>
                        </a:rPr>
                        <a:t>89</a:t>
                      </a:r>
                      <a:endParaRPr lang="en-US" sz="1600" dirty="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effectLst/>
                        </a:rPr>
                        <a:t>106</a:t>
                      </a:r>
                      <a:endParaRPr lang="en-US" sz="1600" dirty="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effectLst/>
                        </a:rPr>
                        <a:t>159</a:t>
                      </a:r>
                      <a:endParaRPr lang="en-US" sz="1600" dirty="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effectLst/>
                        </a:rPr>
                        <a:t>70</a:t>
                      </a:r>
                      <a:endParaRPr lang="en-US" sz="1600" dirty="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effectLst/>
                        </a:rPr>
                        <a:t>117</a:t>
                      </a:r>
                      <a:endParaRPr lang="en-US" sz="1600" dirty="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effectLst/>
                        </a:rPr>
                        <a:t>66</a:t>
                      </a:r>
                      <a:endParaRPr lang="en-US" sz="1600" dirty="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effectLst/>
                        </a:rPr>
                        <a:t>173</a:t>
                      </a:r>
                      <a:endParaRPr lang="en-US" sz="1600" dirty="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effectLst/>
                        </a:rPr>
                        <a:t>136</a:t>
                      </a:r>
                      <a:endParaRPr lang="en-US" sz="1600" dirty="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22080019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375427503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r>
              <a:rPr lang="en-US" dirty="0"/>
              <a:t>Example 3: Strassen’s Matrix Multiplication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DA6629-BA8B-428F-B9EF-5477B00B6B77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33/92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E61A7F0-0717-400E-9D22-42E6C8ACABCF}"/>
              </a:ext>
            </a:extLst>
          </p:cNvPr>
          <p:cNvGraphicFramePr>
            <a:graphicFrameLocks noGrp="1"/>
          </p:cNvGraphicFramePr>
          <p:nvPr/>
        </p:nvGraphicFramePr>
        <p:xfrm>
          <a:off x="439490" y="2311702"/>
          <a:ext cx="3467560" cy="3291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33445">
                  <a:extLst>
                    <a:ext uri="{9D8B030D-6E8A-4147-A177-3AD203B41FA5}">
                      <a16:colId xmlns:a16="http://schemas.microsoft.com/office/drawing/2014/main" val="3355975657"/>
                    </a:ext>
                  </a:extLst>
                </a:gridCol>
                <a:gridCol w="433445">
                  <a:extLst>
                    <a:ext uri="{9D8B030D-6E8A-4147-A177-3AD203B41FA5}">
                      <a16:colId xmlns:a16="http://schemas.microsoft.com/office/drawing/2014/main" val="184493226"/>
                    </a:ext>
                  </a:extLst>
                </a:gridCol>
                <a:gridCol w="433445">
                  <a:extLst>
                    <a:ext uri="{9D8B030D-6E8A-4147-A177-3AD203B41FA5}">
                      <a16:colId xmlns:a16="http://schemas.microsoft.com/office/drawing/2014/main" val="3208102101"/>
                    </a:ext>
                  </a:extLst>
                </a:gridCol>
                <a:gridCol w="433445">
                  <a:extLst>
                    <a:ext uri="{9D8B030D-6E8A-4147-A177-3AD203B41FA5}">
                      <a16:colId xmlns:a16="http://schemas.microsoft.com/office/drawing/2014/main" val="3674613419"/>
                    </a:ext>
                  </a:extLst>
                </a:gridCol>
                <a:gridCol w="433445">
                  <a:extLst>
                    <a:ext uri="{9D8B030D-6E8A-4147-A177-3AD203B41FA5}">
                      <a16:colId xmlns:a16="http://schemas.microsoft.com/office/drawing/2014/main" val="1261825935"/>
                    </a:ext>
                  </a:extLst>
                </a:gridCol>
                <a:gridCol w="433445">
                  <a:extLst>
                    <a:ext uri="{9D8B030D-6E8A-4147-A177-3AD203B41FA5}">
                      <a16:colId xmlns:a16="http://schemas.microsoft.com/office/drawing/2014/main" val="3006906135"/>
                    </a:ext>
                  </a:extLst>
                </a:gridCol>
                <a:gridCol w="433445">
                  <a:extLst>
                    <a:ext uri="{9D8B030D-6E8A-4147-A177-3AD203B41FA5}">
                      <a16:colId xmlns:a16="http://schemas.microsoft.com/office/drawing/2014/main" val="2968130277"/>
                    </a:ext>
                  </a:extLst>
                </a:gridCol>
                <a:gridCol w="433445">
                  <a:extLst>
                    <a:ext uri="{9D8B030D-6E8A-4147-A177-3AD203B41FA5}">
                      <a16:colId xmlns:a16="http://schemas.microsoft.com/office/drawing/2014/main" val="2284505334"/>
                    </a:ext>
                  </a:extLst>
                </a:gridCol>
              </a:tblGrid>
              <a:tr h="360001"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72389559"/>
                  </a:ext>
                </a:extLst>
              </a:tr>
              <a:tr h="360001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20704162"/>
                  </a:ext>
                </a:extLst>
              </a:tr>
              <a:tr h="360001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654823005"/>
                  </a:ext>
                </a:extLst>
              </a:tr>
              <a:tr h="360001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51950991"/>
                  </a:ext>
                </a:extLst>
              </a:tr>
              <a:tr h="360001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93350601"/>
                  </a:ext>
                </a:extLst>
              </a:tr>
              <a:tr h="360001"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14855148"/>
                  </a:ext>
                </a:extLst>
              </a:tr>
              <a:tr h="360001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26018036"/>
                  </a:ext>
                </a:extLst>
              </a:tr>
              <a:tr h="360001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14358810"/>
                  </a:ext>
                </a:extLst>
              </a:tr>
              <a:tr h="360001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39134143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4BBC09F5-7C0D-4DA0-A5CD-EDD49F50D958}"/>
              </a:ext>
            </a:extLst>
          </p:cNvPr>
          <p:cNvGraphicFramePr>
            <a:graphicFrameLocks noGrp="1"/>
          </p:cNvGraphicFramePr>
          <p:nvPr/>
        </p:nvGraphicFramePr>
        <p:xfrm>
          <a:off x="4313730" y="2330086"/>
          <a:ext cx="3152328" cy="3291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94041">
                  <a:extLst>
                    <a:ext uri="{9D8B030D-6E8A-4147-A177-3AD203B41FA5}">
                      <a16:colId xmlns:a16="http://schemas.microsoft.com/office/drawing/2014/main" val="3355975657"/>
                    </a:ext>
                  </a:extLst>
                </a:gridCol>
                <a:gridCol w="394041">
                  <a:extLst>
                    <a:ext uri="{9D8B030D-6E8A-4147-A177-3AD203B41FA5}">
                      <a16:colId xmlns:a16="http://schemas.microsoft.com/office/drawing/2014/main" val="184493226"/>
                    </a:ext>
                  </a:extLst>
                </a:gridCol>
                <a:gridCol w="394041">
                  <a:extLst>
                    <a:ext uri="{9D8B030D-6E8A-4147-A177-3AD203B41FA5}">
                      <a16:colId xmlns:a16="http://schemas.microsoft.com/office/drawing/2014/main" val="3208102101"/>
                    </a:ext>
                  </a:extLst>
                </a:gridCol>
                <a:gridCol w="394041">
                  <a:extLst>
                    <a:ext uri="{9D8B030D-6E8A-4147-A177-3AD203B41FA5}">
                      <a16:colId xmlns:a16="http://schemas.microsoft.com/office/drawing/2014/main" val="3674613419"/>
                    </a:ext>
                  </a:extLst>
                </a:gridCol>
                <a:gridCol w="394041">
                  <a:extLst>
                    <a:ext uri="{9D8B030D-6E8A-4147-A177-3AD203B41FA5}">
                      <a16:colId xmlns:a16="http://schemas.microsoft.com/office/drawing/2014/main" val="1261825935"/>
                    </a:ext>
                  </a:extLst>
                </a:gridCol>
                <a:gridCol w="394041">
                  <a:extLst>
                    <a:ext uri="{9D8B030D-6E8A-4147-A177-3AD203B41FA5}">
                      <a16:colId xmlns:a16="http://schemas.microsoft.com/office/drawing/2014/main" val="3006906135"/>
                    </a:ext>
                  </a:extLst>
                </a:gridCol>
                <a:gridCol w="394041">
                  <a:extLst>
                    <a:ext uri="{9D8B030D-6E8A-4147-A177-3AD203B41FA5}">
                      <a16:colId xmlns:a16="http://schemas.microsoft.com/office/drawing/2014/main" val="2968130277"/>
                    </a:ext>
                  </a:extLst>
                </a:gridCol>
                <a:gridCol w="394041">
                  <a:extLst>
                    <a:ext uri="{9D8B030D-6E8A-4147-A177-3AD203B41FA5}">
                      <a16:colId xmlns:a16="http://schemas.microsoft.com/office/drawing/2014/main" val="2284505334"/>
                    </a:ext>
                  </a:extLst>
                </a:gridCol>
              </a:tblGrid>
              <a:tr h="360001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72389559"/>
                  </a:ext>
                </a:extLst>
              </a:tr>
              <a:tr h="360001"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20704162"/>
                  </a:ext>
                </a:extLst>
              </a:tr>
              <a:tr h="360001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654823005"/>
                  </a:ext>
                </a:extLst>
              </a:tr>
              <a:tr h="360001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51950991"/>
                  </a:ext>
                </a:extLst>
              </a:tr>
              <a:tr h="360001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93350601"/>
                  </a:ext>
                </a:extLst>
              </a:tr>
              <a:tr h="360001"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14855148"/>
                  </a:ext>
                </a:extLst>
              </a:tr>
              <a:tr h="360001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26018036"/>
                  </a:ext>
                </a:extLst>
              </a:tr>
              <a:tr h="360001"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14358810"/>
                  </a:ext>
                </a:extLst>
              </a:tr>
              <a:tr h="360001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39134143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3EC3FF7C-4FAB-4846-BB41-3D5265E177E5}"/>
              </a:ext>
            </a:extLst>
          </p:cNvPr>
          <p:cNvSpPr txBox="1"/>
          <p:nvPr/>
        </p:nvSpPr>
        <p:spPr>
          <a:xfrm flipH="1">
            <a:off x="3912098" y="3588290"/>
            <a:ext cx="1864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x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AEF3814-91E1-4DA1-9F43-E003FB7B4EBE}"/>
              </a:ext>
            </a:extLst>
          </p:cNvPr>
          <p:cNvSpPr txBox="1"/>
          <p:nvPr/>
        </p:nvSpPr>
        <p:spPr>
          <a:xfrm flipH="1">
            <a:off x="7657520" y="3573255"/>
            <a:ext cx="13618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=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8F1A361-ED2D-4630-A3F5-3B81D37B749E}"/>
              </a:ext>
            </a:extLst>
          </p:cNvPr>
          <p:cNvSpPr/>
          <p:nvPr/>
        </p:nvSpPr>
        <p:spPr>
          <a:xfrm>
            <a:off x="439490" y="2330086"/>
            <a:ext cx="1650567" cy="1458143"/>
          </a:xfrm>
          <a:prstGeom prst="rect">
            <a:avLst/>
          </a:prstGeom>
          <a:solidFill>
            <a:srgbClr val="00B0F0">
              <a:alpha val="3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AD6A058-78C0-4C2E-9969-2AC302554A59}"/>
              </a:ext>
            </a:extLst>
          </p:cNvPr>
          <p:cNvSpPr/>
          <p:nvPr/>
        </p:nvSpPr>
        <p:spPr>
          <a:xfrm>
            <a:off x="4239327" y="2330086"/>
            <a:ext cx="1650567" cy="1458143"/>
          </a:xfrm>
          <a:prstGeom prst="rect">
            <a:avLst/>
          </a:prstGeom>
          <a:solidFill>
            <a:srgbClr val="00B0F0">
              <a:alpha val="3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FCD86BF-9F37-4B1C-8E7D-05571172A2A5}"/>
              </a:ext>
            </a:extLst>
          </p:cNvPr>
          <p:cNvSpPr/>
          <p:nvPr/>
        </p:nvSpPr>
        <p:spPr>
          <a:xfrm>
            <a:off x="4227821" y="3809062"/>
            <a:ext cx="1650567" cy="1458143"/>
          </a:xfrm>
          <a:prstGeom prst="rect">
            <a:avLst/>
          </a:prstGeom>
          <a:solidFill>
            <a:srgbClr val="FF0000">
              <a:alpha val="3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86ECD6C-75F0-40C6-97A8-0B48672B315D}"/>
              </a:ext>
            </a:extLst>
          </p:cNvPr>
          <p:cNvSpPr/>
          <p:nvPr/>
        </p:nvSpPr>
        <p:spPr>
          <a:xfrm>
            <a:off x="2162410" y="2350919"/>
            <a:ext cx="1650567" cy="1458143"/>
          </a:xfrm>
          <a:prstGeom prst="rect">
            <a:avLst/>
          </a:prstGeom>
          <a:solidFill>
            <a:srgbClr val="FF0000">
              <a:alpha val="3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A2B6339-2C00-4115-ADD5-146E36B97220}"/>
              </a:ext>
            </a:extLst>
          </p:cNvPr>
          <p:cNvSpPr/>
          <p:nvPr/>
        </p:nvSpPr>
        <p:spPr>
          <a:xfrm>
            <a:off x="8081515" y="2229394"/>
            <a:ext cx="1862585" cy="1558835"/>
          </a:xfrm>
          <a:prstGeom prst="rect">
            <a:avLst/>
          </a:prstGeom>
          <a:solidFill>
            <a:srgbClr val="AA7B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DEFCCFDD-CE71-41CF-ACA7-F1710D74FCFE}"/>
              </a:ext>
            </a:extLst>
          </p:cNvPr>
          <p:cNvGraphicFramePr>
            <a:graphicFrameLocks noGrp="1"/>
          </p:cNvGraphicFramePr>
          <p:nvPr/>
        </p:nvGraphicFramePr>
        <p:xfrm>
          <a:off x="8054276" y="2183129"/>
          <a:ext cx="3812536" cy="320568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76567">
                  <a:extLst>
                    <a:ext uri="{9D8B030D-6E8A-4147-A177-3AD203B41FA5}">
                      <a16:colId xmlns:a16="http://schemas.microsoft.com/office/drawing/2014/main" val="36691876"/>
                    </a:ext>
                  </a:extLst>
                </a:gridCol>
                <a:gridCol w="476567">
                  <a:extLst>
                    <a:ext uri="{9D8B030D-6E8A-4147-A177-3AD203B41FA5}">
                      <a16:colId xmlns:a16="http://schemas.microsoft.com/office/drawing/2014/main" val="2477229712"/>
                    </a:ext>
                  </a:extLst>
                </a:gridCol>
                <a:gridCol w="476567">
                  <a:extLst>
                    <a:ext uri="{9D8B030D-6E8A-4147-A177-3AD203B41FA5}">
                      <a16:colId xmlns:a16="http://schemas.microsoft.com/office/drawing/2014/main" val="59643073"/>
                    </a:ext>
                  </a:extLst>
                </a:gridCol>
                <a:gridCol w="476567">
                  <a:extLst>
                    <a:ext uri="{9D8B030D-6E8A-4147-A177-3AD203B41FA5}">
                      <a16:colId xmlns:a16="http://schemas.microsoft.com/office/drawing/2014/main" val="388661375"/>
                    </a:ext>
                  </a:extLst>
                </a:gridCol>
                <a:gridCol w="476567">
                  <a:extLst>
                    <a:ext uri="{9D8B030D-6E8A-4147-A177-3AD203B41FA5}">
                      <a16:colId xmlns:a16="http://schemas.microsoft.com/office/drawing/2014/main" val="3764178512"/>
                    </a:ext>
                  </a:extLst>
                </a:gridCol>
                <a:gridCol w="476567">
                  <a:extLst>
                    <a:ext uri="{9D8B030D-6E8A-4147-A177-3AD203B41FA5}">
                      <a16:colId xmlns:a16="http://schemas.microsoft.com/office/drawing/2014/main" val="299736104"/>
                    </a:ext>
                  </a:extLst>
                </a:gridCol>
                <a:gridCol w="476567">
                  <a:extLst>
                    <a:ext uri="{9D8B030D-6E8A-4147-A177-3AD203B41FA5}">
                      <a16:colId xmlns:a16="http://schemas.microsoft.com/office/drawing/2014/main" val="912893045"/>
                    </a:ext>
                  </a:extLst>
                </a:gridCol>
                <a:gridCol w="476567">
                  <a:extLst>
                    <a:ext uri="{9D8B030D-6E8A-4147-A177-3AD203B41FA5}">
                      <a16:colId xmlns:a16="http://schemas.microsoft.com/office/drawing/2014/main" val="2507662173"/>
                    </a:ext>
                  </a:extLst>
                </a:gridCol>
              </a:tblGrid>
              <a:tr h="400711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effectLst/>
                        </a:rPr>
                        <a:t>177</a:t>
                      </a:r>
                      <a:endParaRPr lang="en-US" sz="1600" dirty="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193</a:t>
                      </a:r>
                      <a:endParaRPr lang="en-US" sz="160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215</a:t>
                      </a:r>
                      <a:endParaRPr lang="en-US" sz="160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138</a:t>
                      </a:r>
                      <a:endParaRPr lang="en-US" sz="160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218</a:t>
                      </a:r>
                      <a:endParaRPr lang="en-US" sz="160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148</a:t>
                      </a:r>
                      <a:endParaRPr lang="en-US" sz="160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304</a:t>
                      </a:r>
                      <a:endParaRPr lang="en-US" sz="160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179</a:t>
                      </a:r>
                      <a:endParaRPr lang="en-US" sz="160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94347687"/>
                  </a:ext>
                </a:extLst>
              </a:tr>
              <a:tr h="400711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effectLst/>
                        </a:rPr>
                        <a:t>101</a:t>
                      </a:r>
                      <a:endParaRPr lang="en-US" sz="1600" dirty="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142</a:t>
                      </a:r>
                      <a:endParaRPr lang="en-US" sz="160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189</a:t>
                      </a:r>
                      <a:endParaRPr lang="en-US" sz="160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78</a:t>
                      </a:r>
                      <a:endParaRPr lang="en-US" sz="160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effectLst/>
                        </a:rPr>
                        <a:t>136</a:t>
                      </a:r>
                      <a:endParaRPr lang="en-US" sz="1600" dirty="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112</a:t>
                      </a:r>
                      <a:endParaRPr lang="en-US" sz="160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208</a:t>
                      </a:r>
                      <a:endParaRPr lang="en-US" sz="160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120</a:t>
                      </a:r>
                      <a:endParaRPr lang="en-US" sz="160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27185229"/>
                  </a:ext>
                </a:extLst>
              </a:tr>
              <a:tr h="400711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effectLst/>
                        </a:rPr>
                        <a:t>97</a:t>
                      </a:r>
                      <a:endParaRPr lang="en-US" sz="1600" dirty="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effectLst/>
                        </a:rPr>
                        <a:t>102</a:t>
                      </a:r>
                      <a:endParaRPr lang="en-US" sz="1600" dirty="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effectLst/>
                        </a:rPr>
                        <a:t>168</a:t>
                      </a:r>
                      <a:endParaRPr lang="en-US" sz="1600" dirty="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98</a:t>
                      </a:r>
                      <a:endParaRPr lang="en-US" sz="160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111</a:t>
                      </a:r>
                      <a:endParaRPr lang="en-US" sz="160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102</a:t>
                      </a:r>
                      <a:endParaRPr lang="en-US" sz="160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199</a:t>
                      </a:r>
                      <a:endParaRPr lang="en-US" sz="160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130</a:t>
                      </a:r>
                      <a:endParaRPr lang="en-US" sz="160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30127989"/>
                  </a:ext>
                </a:extLst>
              </a:tr>
              <a:tr h="400711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effectLst/>
                        </a:rPr>
                        <a:t>121</a:t>
                      </a:r>
                      <a:endParaRPr lang="en-US" sz="1600" dirty="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138</a:t>
                      </a:r>
                      <a:endParaRPr lang="en-US" sz="160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effectLst/>
                        </a:rPr>
                        <a:t>181</a:t>
                      </a:r>
                      <a:endParaRPr lang="en-US" sz="1600" dirty="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effectLst/>
                        </a:rPr>
                        <a:t>86</a:t>
                      </a:r>
                      <a:endParaRPr lang="en-US" sz="1600" dirty="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151</a:t>
                      </a:r>
                      <a:endParaRPr lang="en-US" sz="160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102</a:t>
                      </a:r>
                      <a:endParaRPr lang="en-US" sz="160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203</a:t>
                      </a:r>
                      <a:endParaRPr lang="en-US" sz="160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122</a:t>
                      </a:r>
                      <a:endParaRPr lang="en-US" sz="160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09356097"/>
                  </a:ext>
                </a:extLst>
              </a:tr>
              <a:tr h="400711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effectLst/>
                        </a:rPr>
                        <a:t>74</a:t>
                      </a:r>
                      <a:endParaRPr lang="en-US" sz="1600" dirty="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123</a:t>
                      </a:r>
                      <a:endParaRPr lang="en-US" sz="160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169</a:t>
                      </a:r>
                      <a:endParaRPr lang="en-US" sz="160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effectLst/>
                        </a:rPr>
                        <a:t>72</a:t>
                      </a:r>
                      <a:endParaRPr lang="en-US" sz="1600" dirty="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effectLst/>
                        </a:rPr>
                        <a:t>101</a:t>
                      </a:r>
                      <a:endParaRPr lang="en-US" sz="1600" dirty="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114</a:t>
                      </a:r>
                      <a:endParaRPr lang="en-US" sz="160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177</a:t>
                      </a:r>
                      <a:endParaRPr lang="en-US" sz="160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88</a:t>
                      </a:r>
                      <a:endParaRPr lang="en-US" sz="160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46699406"/>
                  </a:ext>
                </a:extLst>
              </a:tr>
              <a:tr h="400711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effectLst/>
                        </a:rPr>
                        <a:t>184</a:t>
                      </a:r>
                      <a:endParaRPr lang="en-US" sz="1600" dirty="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191</a:t>
                      </a:r>
                      <a:endParaRPr lang="en-US" sz="160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259</a:t>
                      </a:r>
                      <a:endParaRPr lang="en-US" sz="160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112</a:t>
                      </a:r>
                      <a:endParaRPr lang="en-US" sz="160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effectLst/>
                        </a:rPr>
                        <a:t>220</a:t>
                      </a:r>
                      <a:endParaRPr lang="en-US" sz="1600" dirty="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effectLst/>
                        </a:rPr>
                        <a:t>160</a:t>
                      </a:r>
                      <a:endParaRPr lang="en-US" sz="1600" dirty="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effectLst/>
                        </a:rPr>
                        <a:t>306</a:t>
                      </a:r>
                      <a:endParaRPr lang="en-US" sz="1600" dirty="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169</a:t>
                      </a:r>
                      <a:endParaRPr lang="en-US" sz="160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61493315"/>
                  </a:ext>
                </a:extLst>
              </a:tr>
              <a:tr h="400711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effectLst/>
                        </a:rPr>
                        <a:t>138</a:t>
                      </a:r>
                      <a:endParaRPr lang="en-US" sz="1600" dirty="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144</a:t>
                      </a:r>
                      <a:endParaRPr lang="en-US" sz="160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186</a:t>
                      </a:r>
                      <a:endParaRPr lang="en-US" sz="160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126</a:t>
                      </a:r>
                      <a:endParaRPr lang="en-US" sz="160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156</a:t>
                      </a:r>
                      <a:endParaRPr lang="en-US" sz="160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effectLst/>
                        </a:rPr>
                        <a:t>144</a:t>
                      </a:r>
                      <a:endParaRPr lang="en-US" sz="1600" dirty="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effectLst/>
                        </a:rPr>
                        <a:t>242</a:t>
                      </a:r>
                      <a:endParaRPr lang="en-US" sz="1600" dirty="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effectLst/>
                        </a:rPr>
                        <a:t>123</a:t>
                      </a:r>
                      <a:endParaRPr lang="en-US" sz="1600" dirty="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5115863"/>
                  </a:ext>
                </a:extLst>
              </a:tr>
              <a:tr h="400711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effectLst/>
                        </a:rPr>
                        <a:t>89</a:t>
                      </a:r>
                      <a:endParaRPr lang="en-US" sz="1600" dirty="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effectLst/>
                        </a:rPr>
                        <a:t>106</a:t>
                      </a:r>
                      <a:endParaRPr lang="en-US" sz="1600" dirty="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effectLst/>
                        </a:rPr>
                        <a:t>159</a:t>
                      </a:r>
                      <a:endParaRPr lang="en-US" sz="1600" dirty="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effectLst/>
                        </a:rPr>
                        <a:t>70</a:t>
                      </a:r>
                      <a:endParaRPr lang="en-US" sz="1600" dirty="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effectLst/>
                        </a:rPr>
                        <a:t>117</a:t>
                      </a:r>
                      <a:endParaRPr lang="en-US" sz="1600" dirty="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effectLst/>
                        </a:rPr>
                        <a:t>66</a:t>
                      </a:r>
                      <a:endParaRPr lang="en-US" sz="1600" dirty="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effectLst/>
                        </a:rPr>
                        <a:t>173</a:t>
                      </a:r>
                      <a:endParaRPr lang="en-US" sz="1600" dirty="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effectLst/>
                        </a:rPr>
                        <a:t>136</a:t>
                      </a:r>
                      <a:endParaRPr lang="en-US" sz="1600" dirty="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22080019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29042101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r>
              <a:rPr lang="en-US" dirty="0"/>
              <a:t>Example 3: Strassen’s Matrix Multiplication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DA6629-BA8B-428F-B9EF-5477B00B6B77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34/92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EC3FF7C-4FAB-4846-BB41-3D5265E177E5}"/>
              </a:ext>
            </a:extLst>
          </p:cNvPr>
          <p:cNvSpPr txBox="1"/>
          <p:nvPr/>
        </p:nvSpPr>
        <p:spPr>
          <a:xfrm flipH="1">
            <a:off x="3912098" y="3588290"/>
            <a:ext cx="1864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x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AEF3814-91E1-4DA1-9F43-E003FB7B4EBE}"/>
              </a:ext>
            </a:extLst>
          </p:cNvPr>
          <p:cNvSpPr txBox="1"/>
          <p:nvPr/>
        </p:nvSpPr>
        <p:spPr>
          <a:xfrm flipH="1">
            <a:off x="7657520" y="3573255"/>
            <a:ext cx="13618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=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8F1A361-ED2D-4630-A3F5-3B81D37B749E}"/>
              </a:ext>
            </a:extLst>
          </p:cNvPr>
          <p:cNvSpPr/>
          <p:nvPr/>
        </p:nvSpPr>
        <p:spPr>
          <a:xfrm>
            <a:off x="439490" y="2330086"/>
            <a:ext cx="1650567" cy="1458143"/>
          </a:xfrm>
          <a:prstGeom prst="rect">
            <a:avLst/>
          </a:prstGeom>
          <a:solidFill>
            <a:srgbClr val="00B0F0">
              <a:alpha val="3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AD6A058-78C0-4C2E-9969-2AC302554A59}"/>
              </a:ext>
            </a:extLst>
          </p:cNvPr>
          <p:cNvSpPr/>
          <p:nvPr/>
        </p:nvSpPr>
        <p:spPr>
          <a:xfrm>
            <a:off x="5872184" y="2330086"/>
            <a:ext cx="1650567" cy="1458143"/>
          </a:xfrm>
          <a:prstGeom prst="rect">
            <a:avLst/>
          </a:prstGeom>
          <a:solidFill>
            <a:srgbClr val="00B0F0">
              <a:alpha val="3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FCD86BF-9F37-4B1C-8E7D-05571172A2A5}"/>
              </a:ext>
            </a:extLst>
          </p:cNvPr>
          <p:cNvSpPr/>
          <p:nvPr/>
        </p:nvSpPr>
        <p:spPr>
          <a:xfrm>
            <a:off x="5860678" y="3809062"/>
            <a:ext cx="1650567" cy="1458143"/>
          </a:xfrm>
          <a:prstGeom prst="rect">
            <a:avLst/>
          </a:prstGeom>
          <a:solidFill>
            <a:srgbClr val="FFFF00">
              <a:alpha val="3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86ECD6C-75F0-40C6-97A8-0B48672B315D}"/>
              </a:ext>
            </a:extLst>
          </p:cNvPr>
          <p:cNvSpPr/>
          <p:nvPr/>
        </p:nvSpPr>
        <p:spPr>
          <a:xfrm>
            <a:off x="2162410" y="2350919"/>
            <a:ext cx="1650567" cy="1458143"/>
          </a:xfrm>
          <a:prstGeom prst="rect">
            <a:avLst/>
          </a:prstGeom>
          <a:solidFill>
            <a:srgbClr val="FFFF00">
              <a:alpha val="3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BE3CD15-F6B3-4BF9-8732-56341F0D87FD}"/>
              </a:ext>
            </a:extLst>
          </p:cNvPr>
          <p:cNvSpPr/>
          <p:nvPr/>
        </p:nvSpPr>
        <p:spPr>
          <a:xfrm>
            <a:off x="9960544" y="2199086"/>
            <a:ext cx="1862585" cy="1558835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41F44C7E-1ED1-4AE2-8F75-5D997B0082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7717776"/>
              </p:ext>
            </p:extLst>
          </p:nvPr>
        </p:nvGraphicFramePr>
        <p:xfrm>
          <a:off x="8054276" y="2183129"/>
          <a:ext cx="3812536" cy="320568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76567">
                  <a:extLst>
                    <a:ext uri="{9D8B030D-6E8A-4147-A177-3AD203B41FA5}">
                      <a16:colId xmlns:a16="http://schemas.microsoft.com/office/drawing/2014/main" val="36691876"/>
                    </a:ext>
                  </a:extLst>
                </a:gridCol>
                <a:gridCol w="476567">
                  <a:extLst>
                    <a:ext uri="{9D8B030D-6E8A-4147-A177-3AD203B41FA5}">
                      <a16:colId xmlns:a16="http://schemas.microsoft.com/office/drawing/2014/main" val="2477229712"/>
                    </a:ext>
                  </a:extLst>
                </a:gridCol>
                <a:gridCol w="476567">
                  <a:extLst>
                    <a:ext uri="{9D8B030D-6E8A-4147-A177-3AD203B41FA5}">
                      <a16:colId xmlns:a16="http://schemas.microsoft.com/office/drawing/2014/main" val="59643073"/>
                    </a:ext>
                  </a:extLst>
                </a:gridCol>
                <a:gridCol w="476567">
                  <a:extLst>
                    <a:ext uri="{9D8B030D-6E8A-4147-A177-3AD203B41FA5}">
                      <a16:colId xmlns:a16="http://schemas.microsoft.com/office/drawing/2014/main" val="388661375"/>
                    </a:ext>
                  </a:extLst>
                </a:gridCol>
                <a:gridCol w="476567">
                  <a:extLst>
                    <a:ext uri="{9D8B030D-6E8A-4147-A177-3AD203B41FA5}">
                      <a16:colId xmlns:a16="http://schemas.microsoft.com/office/drawing/2014/main" val="3764178512"/>
                    </a:ext>
                  </a:extLst>
                </a:gridCol>
                <a:gridCol w="476567">
                  <a:extLst>
                    <a:ext uri="{9D8B030D-6E8A-4147-A177-3AD203B41FA5}">
                      <a16:colId xmlns:a16="http://schemas.microsoft.com/office/drawing/2014/main" val="299736104"/>
                    </a:ext>
                  </a:extLst>
                </a:gridCol>
                <a:gridCol w="476567">
                  <a:extLst>
                    <a:ext uri="{9D8B030D-6E8A-4147-A177-3AD203B41FA5}">
                      <a16:colId xmlns:a16="http://schemas.microsoft.com/office/drawing/2014/main" val="912893045"/>
                    </a:ext>
                  </a:extLst>
                </a:gridCol>
                <a:gridCol w="476567">
                  <a:extLst>
                    <a:ext uri="{9D8B030D-6E8A-4147-A177-3AD203B41FA5}">
                      <a16:colId xmlns:a16="http://schemas.microsoft.com/office/drawing/2014/main" val="2507662173"/>
                    </a:ext>
                  </a:extLst>
                </a:gridCol>
              </a:tblGrid>
              <a:tr h="400711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effectLst/>
                        </a:rPr>
                        <a:t>177</a:t>
                      </a:r>
                      <a:endParaRPr lang="en-US" sz="1600" dirty="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193</a:t>
                      </a:r>
                      <a:endParaRPr lang="en-US" sz="160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effectLst/>
                        </a:rPr>
                        <a:t>215</a:t>
                      </a:r>
                      <a:endParaRPr lang="en-US" sz="1600" dirty="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138</a:t>
                      </a:r>
                      <a:endParaRPr lang="en-US" sz="160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218</a:t>
                      </a:r>
                      <a:endParaRPr lang="en-US" sz="160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148</a:t>
                      </a:r>
                      <a:endParaRPr lang="en-US" sz="160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304</a:t>
                      </a:r>
                      <a:endParaRPr lang="en-US" sz="160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179</a:t>
                      </a:r>
                      <a:endParaRPr lang="en-US" sz="160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94347687"/>
                  </a:ext>
                </a:extLst>
              </a:tr>
              <a:tr h="400711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effectLst/>
                        </a:rPr>
                        <a:t>101</a:t>
                      </a:r>
                      <a:endParaRPr lang="en-US" sz="1600" dirty="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142</a:t>
                      </a:r>
                      <a:endParaRPr lang="en-US" sz="160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189</a:t>
                      </a:r>
                      <a:endParaRPr lang="en-US" sz="160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78</a:t>
                      </a:r>
                      <a:endParaRPr lang="en-US" sz="160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effectLst/>
                        </a:rPr>
                        <a:t>136</a:t>
                      </a:r>
                      <a:endParaRPr lang="en-US" sz="1600" dirty="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112</a:t>
                      </a:r>
                      <a:endParaRPr lang="en-US" sz="160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208</a:t>
                      </a:r>
                      <a:endParaRPr lang="en-US" sz="160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120</a:t>
                      </a:r>
                      <a:endParaRPr lang="en-US" sz="160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27185229"/>
                  </a:ext>
                </a:extLst>
              </a:tr>
              <a:tr h="400711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effectLst/>
                        </a:rPr>
                        <a:t>97</a:t>
                      </a:r>
                      <a:endParaRPr lang="en-US" sz="1600" dirty="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effectLst/>
                        </a:rPr>
                        <a:t>102</a:t>
                      </a:r>
                      <a:endParaRPr lang="en-US" sz="1600" dirty="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effectLst/>
                        </a:rPr>
                        <a:t>168</a:t>
                      </a:r>
                      <a:endParaRPr lang="en-US" sz="1600" dirty="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98</a:t>
                      </a:r>
                      <a:endParaRPr lang="en-US" sz="160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111</a:t>
                      </a:r>
                      <a:endParaRPr lang="en-US" sz="160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102</a:t>
                      </a:r>
                      <a:endParaRPr lang="en-US" sz="160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199</a:t>
                      </a:r>
                      <a:endParaRPr lang="en-US" sz="160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130</a:t>
                      </a:r>
                      <a:endParaRPr lang="en-US" sz="160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30127989"/>
                  </a:ext>
                </a:extLst>
              </a:tr>
              <a:tr h="400711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effectLst/>
                        </a:rPr>
                        <a:t>121</a:t>
                      </a:r>
                      <a:endParaRPr lang="en-US" sz="1600" dirty="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138</a:t>
                      </a:r>
                      <a:endParaRPr lang="en-US" sz="160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effectLst/>
                        </a:rPr>
                        <a:t>181</a:t>
                      </a:r>
                      <a:endParaRPr lang="en-US" sz="1600" dirty="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effectLst/>
                        </a:rPr>
                        <a:t>86</a:t>
                      </a:r>
                      <a:endParaRPr lang="en-US" sz="1600" dirty="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151</a:t>
                      </a:r>
                      <a:endParaRPr lang="en-US" sz="160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102</a:t>
                      </a:r>
                      <a:endParaRPr lang="en-US" sz="160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203</a:t>
                      </a:r>
                      <a:endParaRPr lang="en-US" sz="160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122</a:t>
                      </a:r>
                      <a:endParaRPr lang="en-US" sz="160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09356097"/>
                  </a:ext>
                </a:extLst>
              </a:tr>
              <a:tr h="400711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effectLst/>
                        </a:rPr>
                        <a:t>74</a:t>
                      </a:r>
                      <a:endParaRPr lang="en-US" sz="1600" dirty="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123</a:t>
                      </a:r>
                      <a:endParaRPr lang="en-US" sz="160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169</a:t>
                      </a:r>
                      <a:endParaRPr lang="en-US" sz="160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effectLst/>
                        </a:rPr>
                        <a:t>72</a:t>
                      </a:r>
                      <a:endParaRPr lang="en-US" sz="1600" dirty="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effectLst/>
                        </a:rPr>
                        <a:t>101</a:t>
                      </a:r>
                      <a:endParaRPr lang="en-US" sz="1600" dirty="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114</a:t>
                      </a:r>
                      <a:endParaRPr lang="en-US" sz="160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177</a:t>
                      </a:r>
                      <a:endParaRPr lang="en-US" sz="160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88</a:t>
                      </a:r>
                      <a:endParaRPr lang="en-US" sz="160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46699406"/>
                  </a:ext>
                </a:extLst>
              </a:tr>
              <a:tr h="400711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effectLst/>
                        </a:rPr>
                        <a:t>184</a:t>
                      </a:r>
                      <a:endParaRPr lang="en-US" sz="1600" dirty="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191</a:t>
                      </a:r>
                      <a:endParaRPr lang="en-US" sz="160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259</a:t>
                      </a:r>
                      <a:endParaRPr lang="en-US" sz="160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112</a:t>
                      </a:r>
                      <a:endParaRPr lang="en-US" sz="160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effectLst/>
                        </a:rPr>
                        <a:t>220</a:t>
                      </a:r>
                      <a:endParaRPr lang="en-US" sz="1600" dirty="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effectLst/>
                        </a:rPr>
                        <a:t>160</a:t>
                      </a:r>
                      <a:endParaRPr lang="en-US" sz="1600" dirty="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effectLst/>
                        </a:rPr>
                        <a:t>306</a:t>
                      </a:r>
                      <a:endParaRPr lang="en-US" sz="1600" dirty="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169</a:t>
                      </a:r>
                      <a:endParaRPr lang="en-US" sz="160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61493315"/>
                  </a:ext>
                </a:extLst>
              </a:tr>
              <a:tr h="400711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effectLst/>
                        </a:rPr>
                        <a:t>138</a:t>
                      </a:r>
                      <a:endParaRPr lang="en-US" sz="1600" dirty="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effectLst/>
                        </a:rPr>
                        <a:t>144</a:t>
                      </a:r>
                      <a:endParaRPr lang="en-US" sz="1600" dirty="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186</a:t>
                      </a:r>
                      <a:endParaRPr lang="en-US" sz="160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126</a:t>
                      </a:r>
                      <a:endParaRPr lang="en-US" sz="160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156</a:t>
                      </a:r>
                      <a:endParaRPr lang="en-US" sz="160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effectLst/>
                        </a:rPr>
                        <a:t>144</a:t>
                      </a:r>
                      <a:endParaRPr lang="en-US" sz="1600" dirty="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effectLst/>
                        </a:rPr>
                        <a:t>242</a:t>
                      </a:r>
                      <a:endParaRPr lang="en-US" sz="1600" dirty="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effectLst/>
                        </a:rPr>
                        <a:t>123</a:t>
                      </a:r>
                      <a:endParaRPr lang="en-US" sz="1600" dirty="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5115863"/>
                  </a:ext>
                </a:extLst>
              </a:tr>
              <a:tr h="400711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effectLst/>
                        </a:rPr>
                        <a:t>89</a:t>
                      </a:r>
                      <a:endParaRPr lang="en-US" sz="1600" dirty="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effectLst/>
                        </a:rPr>
                        <a:t>106</a:t>
                      </a:r>
                      <a:endParaRPr lang="en-US" sz="1600" dirty="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effectLst/>
                        </a:rPr>
                        <a:t>159</a:t>
                      </a:r>
                      <a:endParaRPr lang="en-US" sz="1600" dirty="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effectLst/>
                        </a:rPr>
                        <a:t>70</a:t>
                      </a:r>
                      <a:endParaRPr lang="en-US" sz="1600" dirty="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effectLst/>
                        </a:rPr>
                        <a:t>117</a:t>
                      </a:r>
                      <a:endParaRPr lang="en-US" sz="1600" dirty="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effectLst/>
                        </a:rPr>
                        <a:t>66</a:t>
                      </a:r>
                      <a:endParaRPr lang="en-US" sz="1600" dirty="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effectLst/>
                        </a:rPr>
                        <a:t>173</a:t>
                      </a:r>
                      <a:endParaRPr lang="en-US" sz="1600" dirty="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effectLst/>
                        </a:rPr>
                        <a:t>136</a:t>
                      </a:r>
                      <a:endParaRPr lang="en-US" sz="1600" dirty="0">
                        <a:solidFill>
                          <a:srgbClr val="EFEFE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22080019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E61A7F0-0717-400E-9D22-42E6C8ACABCF}"/>
              </a:ext>
            </a:extLst>
          </p:cNvPr>
          <p:cNvGraphicFramePr>
            <a:graphicFrameLocks noGrp="1"/>
          </p:cNvGraphicFramePr>
          <p:nvPr/>
        </p:nvGraphicFramePr>
        <p:xfrm>
          <a:off x="439490" y="2311702"/>
          <a:ext cx="3467560" cy="3291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33445">
                  <a:extLst>
                    <a:ext uri="{9D8B030D-6E8A-4147-A177-3AD203B41FA5}">
                      <a16:colId xmlns:a16="http://schemas.microsoft.com/office/drawing/2014/main" val="3355975657"/>
                    </a:ext>
                  </a:extLst>
                </a:gridCol>
                <a:gridCol w="433445">
                  <a:extLst>
                    <a:ext uri="{9D8B030D-6E8A-4147-A177-3AD203B41FA5}">
                      <a16:colId xmlns:a16="http://schemas.microsoft.com/office/drawing/2014/main" val="184493226"/>
                    </a:ext>
                  </a:extLst>
                </a:gridCol>
                <a:gridCol w="433445">
                  <a:extLst>
                    <a:ext uri="{9D8B030D-6E8A-4147-A177-3AD203B41FA5}">
                      <a16:colId xmlns:a16="http://schemas.microsoft.com/office/drawing/2014/main" val="3208102101"/>
                    </a:ext>
                  </a:extLst>
                </a:gridCol>
                <a:gridCol w="433445">
                  <a:extLst>
                    <a:ext uri="{9D8B030D-6E8A-4147-A177-3AD203B41FA5}">
                      <a16:colId xmlns:a16="http://schemas.microsoft.com/office/drawing/2014/main" val="3674613419"/>
                    </a:ext>
                  </a:extLst>
                </a:gridCol>
                <a:gridCol w="433445">
                  <a:extLst>
                    <a:ext uri="{9D8B030D-6E8A-4147-A177-3AD203B41FA5}">
                      <a16:colId xmlns:a16="http://schemas.microsoft.com/office/drawing/2014/main" val="1261825935"/>
                    </a:ext>
                  </a:extLst>
                </a:gridCol>
                <a:gridCol w="433445">
                  <a:extLst>
                    <a:ext uri="{9D8B030D-6E8A-4147-A177-3AD203B41FA5}">
                      <a16:colId xmlns:a16="http://schemas.microsoft.com/office/drawing/2014/main" val="3006906135"/>
                    </a:ext>
                  </a:extLst>
                </a:gridCol>
                <a:gridCol w="433445">
                  <a:extLst>
                    <a:ext uri="{9D8B030D-6E8A-4147-A177-3AD203B41FA5}">
                      <a16:colId xmlns:a16="http://schemas.microsoft.com/office/drawing/2014/main" val="2968130277"/>
                    </a:ext>
                  </a:extLst>
                </a:gridCol>
                <a:gridCol w="433445">
                  <a:extLst>
                    <a:ext uri="{9D8B030D-6E8A-4147-A177-3AD203B41FA5}">
                      <a16:colId xmlns:a16="http://schemas.microsoft.com/office/drawing/2014/main" val="2284505334"/>
                    </a:ext>
                  </a:extLst>
                </a:gridCol>
              </a:tblGrid>
              <a:tr h="360001"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72389559"/>
                  </a:ext>
                </a:extLst>
              </a:tr>
              <a:tr h="360001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20704162"/>
                  </a:ext>
                </a:extLst>
              </a:tr>
              <a:tr h="360001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654823005"/>
                  </a:ext>
                </a:extLst>
              </a:tr>
              <a:tr h="360001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51950991"/>
                  </a:ext>
                </a:extLst>
              </a:tr>
              <a:tr h="360001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93350601"/>
                  </a:ext>
                </a:extLst>
              </a:tr>
              <a:tr h="360001"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14855148"/>
                  </a:ext>
                </a:extLst>
              </a:tr>
              <a:tr h="360001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26018036"/>
                  </a:ext>
                </a:extLst>
              </a:tr>
              <a:tr h="360001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14358810"/>
                  </a:ext>
                </a:extLst>
              </a:tr>
              <a:tr h="360001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39134143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4BBC09F5-7C0D-4DA0-A5CD-EDD49F50D958}"/>
              </a:ext>
            </a:extLst>
          </p:cNvPr>
          <p:cNvGraphicFramePr>
            <a:graphicFrameLocks noGrp="1"/>
          </p:cNvGraphicFramePr>
          <p:nvPr/>
        </p:nvGraphicFramePr>
        <p:xfrm>
          <a:off x="4313730" y="2330086"/>
          <a:ext cx="3152328" cy="3291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94041">
                  <a:extLst>
                    <a:ext uri="{9D8B030D-6E8A-4147-A177-3AD203B41FA5}">
                      <a16:colId xmlns:a16="http://schemas.microsoft.com/office/drawing/2014/main" val="3355975657"/>
                    </a:ext>
                  </a:extLst>
                </a:gridCol>
                <a:gridCol w="394041">
                  <a:extLst>
                    <a:ext uri="{9D8B030D-6E8A-4147-A177-3AD203B41FA5}">
                      <a16:colId xmlns:a16="http://schemas.microsoft.com/office/drawing/2014/main" val="184493226"/>
                    </a:ext>
                  </a:extLst>
                </a:gridCol>
                <a:gridCol w="394041">
                  <a:extLst>
                    <a:ext uri="{9D8B030D-6E8A-4147-A177-3AD203B41FA5}">
                      <a16:colId xmlns:a16="http://schemas.microsoft.com/office/drawing/2014/main" val="3208102101"/>
                    </a:ext>
                  </a:extLst>
                </a:gridCol>
                <a:gridCol w="394041">
                  <a:extLst>
                    <a:ext uri="{9D8B030D-6E8A-4147-A177-3AD203B41FA5}">
                      <a16:colId xmlns:a16="http://schemas.microsoft.com/office/drawing/2014/main" val="3674613419"/>
                    </a:ext>
                  </a:extLst>
                </a:gridCol>
                <a:gridCol w="394041">
                  <a:extLst>
                    <a:ext uri="{9D8B030D-6E8A-4147-A177-3AD203B41FA5}">
                      <a16:colId xmlns:a16="http://schemas.microsoft.com/office/drawing/2014/main" val="1261825935"/>
                    </a:ext>
                  </a:extLst>
                </a:gridCol>
                <a:gridCol w="394041">
                  <a:extLst>
                    <a:ext uri="{9D8B030D-6E8A-4147-A177-3AD203B41FA5}">
                      <a16:colId xmlns:a16="http://schemas.microsoft.com/office/drawing/2014/main" val="3006906135"/>
                    </a:ext>
                  </a:extLst>
                </a:gridCol>
                <a:gridCol w="394041">
                  <a:extLst>
                    <a:ext uri="{9D8B030D-6E8A-4147-A177-3AD203B41FA5}">
                      <a16:colId xmlns:a16="http://schemas.microsoft.com/office/drawing/2014/main" val="2968130277"/>
                    </a:ext>
                  </a:extLst>
                </a:gridCol>
                <a:gridCol w="394041">
                  <a:extLst>
                    <a:ext uri="{9D8B030D-6E8A-4147-A177-3AD203B41FA5}">
                      <a16:colId xmlns:a16="http://schemas.microsoft.com/office/drawing/2014/main" val="2284505334"/>
                    </a:ext>
                  </a:extLst>
                </a:gridCol>
              </a:tblGrid>
              <a:tr h="360001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72389559"/>
                  </a:ext>
                </a:extLst>
              </a:tr>
              <a:tr h="360001"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20704162"/>
                  </a:ext>
                </a:extLst>
              </a:tr>
              <a:tr h="360001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654823005"/>
                  </a:ext>
                </a:extLst>
              </a:tr>
              <a:tr h="360001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51950991"/>
                  </a:ext>
                </a:extLst>
              </a:tr>
              <a:tr h="360001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93350601"/>
                  </a:ext>
                </a:extLst>
              </a:tr>
              <a:tr h="360001"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14855148"/>
                  </a:ext>
                </a:extLst>
              </a:tr>
              <a:tr h="360001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26018036"/>
                  </a:ext>
                </a:extLst>
              </a:tr>
              <a:tr h="360001"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14358810"/>
                  </a:ext>
                </a:extLst>
              </a:tr>
              <a:tr h="360001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39134143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284330046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r>
              <a:rPr lang="en-US" dirty="0"/>
              <a:t>Example 3: Strassen’s Matrix Multiplication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DA6629-BA8B-428F-B9EF-5477B00B6B77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35/92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1BEA3FF-5C9C-4E87-982E-9C607D947AC8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59476"/>
          <a:stretch/>
        </p:blipFill>
        <p:spPr>
          <a:xfrm>
            <a:off x="1047746" y="3035890"/>
            <a:ext cx="9802593" cy="1968817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53823456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r>
              <a:rPr lang="en-US" dirty="0"/>
              <a:t>Example 3: Strassen’s Matrix Multiplication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DA6629-BA8B-428F-B9EF-5477B00B6B77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36/92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1BEA3FF-5C9C-4E87-982E-9C607D947A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4703" y="1876562"/>
            <a:ext cx="9802593" cy="485842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Speech Bubble: Rectangle with Corners Rounded 4">
                <a:extLst>
                  <a:ext uri="{FF2B5EF4-FFF2-40B4-BE49-F238E27FC236}">
                    <a16:creationId xmlns:a16="http://schemas.microsoft.com/office/drawing/2014/main" id="{045708CF-F86B-4C5E-AA31-E1D0C05E980E}"/>
                  </a:ext>
                </a:extLst>
              </p:cNvPr>
              <p:cNvSpPr/>
              <p:nvPr/>
            </p:nvSpPr>
            <p:spPr>
              <a:xfrm>
                <a:off x="2599763" y="2151529"/>
                <a:ext cx="4527178" cy="1972237"/>
              </a:xfrm>
              <a:prstGeom prst="wedgeRoundRectCallout">
                <a:avLst>
                  <a:gd name="adj1" fmla="val 46705"/>
                  <a:gd name="adj2" fmla="val 106149"/>
                  <a:gd name="adj3" fmla="val 16667"/>
                </a:avLst>
              </a:prstGeom>
              <a:solidFill>
                <a:srgbClr val="FFFF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   </m:t>
                          </m:r>
                          <m:r>
                            <a:rPr lang="en-US" sz="28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𝑷</m:t>
                          </m:r>
                        </m:e>
                        <m:sub>
                          <m:r>
                            <a:rPr lang="en-US" sz="28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28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8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𝑷</m:t>
                          </m:r>
                        </m:e>
                        <m:sub>
                          <m:r>
                            <a:rPr lang="en-US" sz="28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sz="28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sz="2800" b="1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 </m:t>
                      </m:r>
                      <m:r>
                        <a:rPr lang="en-US" sz="28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𝑨</m:t>
                      </m:r>
                      <m:d>
                        <m:dPr>
                          <m:ctrlPr>
                            <a:rPr lang="en-US" sz="28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𝑭</m:t>
                          </m:r>
                          <m:r>
                            <a:rPr lang="en-US" sz="28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8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𝑯</m:t>
                          </m:r>
                        </m:e>
                      </m:d>
                      <m:r>
                        <a:rPr lang="en-US" sz="28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sz="28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𝑨</m:t>
                          </m:r>
                          <m:r>
                            <a:rPr lang="en-US" sz="28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8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𝑩</m:t>
                          </m:r>
                        </m:e>
                      </m:d>
                      <m:r>
                        <a:rPr lang="en-US" sz="28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𝑯</m:t>
                      </m:r>
                      <m:r>
                        <a:rPr lang="en-US" sz="28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sz="2800" b="1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 </m:t>
                      </m:r>
                      <m:r>
                        <a:rPr lang="en-US" sz="28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𝑨𝑭</m:t>
                      </m:r>
                      <m:r>
                        <a:rPr lang="en-US" sz="28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8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𝑨𝑯</m:t>
                      </m:r>
                      <m:r>
                        <a:rPr lang="en-US" sz="28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8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𝑨𝑯</m:t>
                      </m:r>
                      <m:r>
                        <a:rPr lang="en-US" sz="28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8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𝑩𝑯</m:t>
                      </m:r>
                      <m:r>
                        <a:rPr lang="en-US" sz="28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sz="2800" b="1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 </m:t>
                      </m:r>
                      <m:r>
                        <a:rPr lang="en-US" sz="28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𝑨𝑭</m:t>
                      </m:r>
                      <m:r>
                        <a:rPr lang="en-US" sz="28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8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𝑩𝑯</m:t>
                      </m:r>
                    </m:oMath>
                  </m:oMathPara>
                </a14:m>
                <a:endParaRPr lang="en-US" sz="2800" b="1" dirty="0"/>
              </a:p>
            </p:txBody>
          </p:sp>
        </mc:Choice>
        <mc:Fallback xmlns="">
          <p:sp>
            <p:nvSpPr>
              <p:cNvPr id="5" name="Speech Bubble: Rectangle with Corners Rounded 4">
                <a:extLst>
                  <a:ext uri="{FF2B5EF4-FFF2-40B4-BE49-F238E27FC236}">
                    <a16:creationId xmlns:a16="http://schemas.microsoft.com/office/drawing/2014/main" id="{045708CF-F86B-4C5E-AA31-E1D0C05E980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9763" y="2151529"/>
                <a:ext cx="4527178" cy="1972237"/>
              </a:xfrm>
              <a:prstGeom prst="wedgeRoundRectCallout">
                <a:avLst>
                  <a:gd name="adj1" fmla="val 46705"/>
                  <a:gd name="adj2" fmla="val 106149"/>
                  <a:gd name="adj3" fmla="val 16667"/>
                </a:avLst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C588230-AAB6-4FAA-8EF6-34D34D4A599A}"/>
              </a:ext>
            </a:extLst>
          </p:cNvPr>
          <p:cNvSpPr/>
          <p:nvPr/>
        </p:nvSpPr>
        <p:spPr>
          <a:xfrm>
            <a:off x="8532001" y="1981200"/>
            <a:ext cx="2026299" cy="717176"/>
          </a:xfrm>
          <a:prstGeom prst="roundRect">
            <a:avLst/>
          </a:prstGeom>
          <a:solidFill>
            <a:srgbClr val="FFFF00">
              <a:alpha val="2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215038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r>
              <a:rPr lang="en-US" dirty="0"/>
              <a:t>Example 3: Strassen’s Matrix Multiplication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DA6629-BA8B-428F-B9EF-5477B00B6B77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37/92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1BEA3FF-5C9C-4E87-982E-9C607D947A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4703" y="1876562"/>
            <a:ext cx="9802593" cy="4858428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62533681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r>
              <a:rPr lang="en-US" dirty="0"/>
              <a:t>Example 3: Strassen’s Matrix Multiplication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DA6629-BA8B-428F-B9EF-5477B00B6B77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38/92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1BEA3FF-5C9C-4E87-982E-9C607D947A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4703" y="1876562"/>
            <a:ext cx="9802593" cy="485842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440BB485-8353-4A12-A731-0CE7F881891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74526819"/>
                  </p:ext>
                </p:extLst>
              </p:nvPr>
            </p:nvGraphicFramePr>
            <p:xfrm>
              <a:off x="6008914" y="1797260"/>
              <a:ext cx="5601894" cy="1734834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2800947">
                      <a:extLst>
                        <a:ext uri="{9D8B030D-6E8A-4147-A177-3AD203B41FA5}">
                          <a16:colId xmlns:a16="http://schemas.microsoft.com/office/drawing/2014/main" val="541757178"/>
                        </a:ext>
                      </a:extLst>
                    </a:gridCol>
                    <a:gridCol w="2800947">
                      <a:extLst>
                        <a:ext uri="{9D8B030D-6E8A-4147-A177-3AD203B41FA5}">
                          <a16:colId xmlns:a16="http://schemas.microsoft.com/office/drawing/2014/main" val="2259653610"/>
                        </a:ext>
                      </a:extLst>
                    </a:gridCol>
                  </a:tblGrid>
                  <a:tr h="867417">
                    <a:tc>
                      <a:txBody>
                        <a:bodyPr/>
                        <a:lstStyle/>
                        <a:p>
                          <a:pPr algn="ctr"/>
                          <a:endParaRPr lang="en-US" sz="2400" b="1" i="1" dirty="0">
                            <a:latin typeface="Cambria Math" panose="02040503050406030204" pitchFamily="18" charset="0"/>
                          </a:endParaRPr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1" i="1" smtClean="0">
                                        <a:latin typeface="Cambria Math" panose="02040503050406030204" pitchFamily="18" charset="0"/>
                                      </a:rPr>
                                      <m:t>𝑷</m:t>
                                    </m:r>
                                  </m:e>
                                  <m:sub>
                                    <m:r>
                                      <a:rPr lang="en-US" sz="2400" b="1" i="1" smtClean="0">
                                        <a:latin typeface="Cambria Math" panose="02040503050406030204" pitchFamily="18" charset="0"/>
                                      </a:rPr>
                                      <m:t>𝟓</m:t>
                                    </m:r>
                                  </m:sub>
                                </m:sSub>
                                <m:r>
                                  <a:rPr lang="en-US" sz="2400" b="1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24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1" i="1" smtClean="0">
                                        <a:latin typeface="Cambria Math" panose="02040503050406030204" pitchFamily="18" charset="0"/>
                                      </a:rPr>
                                      <m:t>𝑷</m:t>
                                    </m:r>
                                  </m:e>
                                  <m:sub>
                                    <m:r>
                                      <a:rPr lang="en-US" sz="2400" b="1" i="1" smtClean="0">
                                        <a:latin typeface="Cambria Math" panose="02040503050406030204" pitchFamily="18" charset="0"/>
                                      </a:rPr>
                                      <m:t>𝟒</m:t>
                                    </m:r>
                                  </m:sub>
                                </m:sSub>
                                <m:r>
                                  <a:rPr lang="en-US" sz="2400" b="1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sz="24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1" i="1" smtClean="0">
                                        <a:latin typeface="Cambria Math" panose="02040503050406030204" pitchFamily="18" charset="0"/>
                                      </a:rPr>
                                      <m:t>𝑷</m:t>
                                    </m:r>
                                  </m:e>
                                  <m:sub>
                                    <m:r>
                                      <a:rPr lang="en-US" sz="24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n-US" sz="2400" b="1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24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1" i="1" smtClean="0">
                                        <a:latin typeface="Cambria Math" panose="02040503050406030204" pitchFamily="18" charset="0"/>
                                      </a:rPr>
                                      <m:t>𝑷</m:t>
                                    </m:r>
                                  </m:e>
                                  <m:sub>
                                    <m:r>
                                      <a:rPr lang="en-US" sz="2400" b="1" i="1" smtClean="0">
                                        <a:latin typeface="Cambria Math" panose="02040503050406030204" pitchFamily="18" charset="0"/>
                                      </a:rPr>
                                      <m:t>𝟔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b="1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400" b="1" i="1" dirty="0">
                            <a:latin typeface="Cambria Math" panose="02040503050406030204" pitchFamily="18" charset="0"/>
                          </a:endParaRPr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sSub>
                                      <m:sSubPr>
                                        <m:ctrlPr>
                                          <a:rPr lang="en-US" sz="2400" b="1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400" b="1" i="1" smtClean="0">
                                            <a:latin typeface="Cambria Math" panose="02040503050406030204" pitchFamily="18" charset="0"/>
                                          </a:rPr>
                                          <m:t>𝑷</m:t>
                                        </m:r>
                                      </m:e>
                                      <m:sub>
                                        <m:r>
                                          <a:rPr lang="en-US" sz="2400" b="1" i="1" smtClean="0">
                                            <a:latin typeface="Cambria Math" panose="02040503050406030204" pitchFamily="18" charset="0"/>
                                          </a:rPr>
                                          <m:t>𝟏</m:t>
                                        </m:r>
                                      </m:sub>
                                    </m:sSub>
                                    <m:r>
                                      <a:rPr lang="en-US" sz="2400" b="1" i="1" smtClean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US" sz="2400" b="1" i="1" smtClean="0">
                                        <a:latin typeface="Cambria Math" panose="02040503050406030204" pitchFamily="18" charset="0"/>
                                      </a:rPr>
                                      <m:t>𝑷</m:t>
                                    </m:r>
                                  </m:e>
                                  <m:sub>
                                    <m:r>
                                      <a:rPr lang="en-US" sz="24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b="1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95474714"/>
                      </a:ext>
                    </a:extLst>
                  </a:tr>
                  <a:tr h="867417">
                    <a:tc>
                      <a:txBody>
                        <a:bodyPr/>
                        <a:lstStyle/>
                        <a:p>
                          <a:pPr algn="ctr"/>
                          <a:endParaRPr lang="en-US" sz="2400" b="1" i="1" dirty="0">
                            <a:latin typeface="Cambria Math" panose="02040503050406030204" pitchFamily="18" charset="0"/>
                          </a:endParaRPr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1" i="1" smtClean="0">
                                        <a:latin typeface="Cambria Math" panose="02040503050406030204" pitchFamily="18" charset="0"/>
                                      </a:rPr>
                                      <m:t>𝑷</m:t>
                                    </m:r>
                                  </m:e>
                                  <m:sub>
                                    <m:r>
                                      <a:rPr lang="en-US" sz="2400" b="1" i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  <m:r>
                                  <a:rPr lang="en-US" sz="2400" b="1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24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1" i="1" smtClean="0">
                                        <a:latin typeface="Cambria Math" panose="02040503050406030204" pitchFamily="18" charset="0"/>
                                      </a:rPr>
                                      <m:t>𝑷</m:t>
                                    </m:r>
                                  </m:e>
                                  <m:sub>
                                    <m:r>
                                      <a:rPr lang="en-US" sz="2400" b="1" i="1" smtClean="0">
                                        <a:latin typeface="Cambria Math" panose="02040503050406030204" pitchFamily="18" charset="0"/>
                                      </a:rPr>
                                      <m:t>𝟒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b="1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400" b="1" i="1" dirty="0">
                            <a:latin typeface="Cambria Math" panose="02040503050406030204" pitchFamily="18" charset="0"/>
                          </a:endParaRPr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1" i="1" smtClean="0">
                                        <a:latin typeface="Cambria Math" panose="02040503050406030204" pitchFamily="18" charset="0"/>
                                      </a:rPr>
                                      <m:t>𝑷</m:t>
                                    </m:r>
                                  </m:e>
                                  <m:sub>
                                    <m:r>
                                      <a:rPr lang="en-US" sz="2400" b="1" i="1" smtClean="0">
                                        <a:latin typeface="Cambria Math" panose="02040503050406030204" pitchFamily="18" charset="0"/>
                                      </a:rPr>
                                      <m:t>𝟓</m:t>
                                    </m:r>
                                  </m:sub>
                                </m:sSub>
                                <m:r>
                                  <a:rPr lang="en-US" sz="2400" b="1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24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1" i="1" smtClean="0">
                                        <a:latin typeface="Cambria Math" panose="02040503050406030204" pitchFamily="18" charset="0"/>
                                      </a:rPr>
                                      <m:t>𝑷</m:t>
                                    </m:r>
                                  </m:e>
                                  <m:sub>
                                    <m:r>
                                      <a:rPr lang="en-US" sz="2400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r>
                                  <a:rPr lang="en-US" sz="2400" b="1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sz="24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1" i="1" smtClean="0">
                                        <a:latin typeface="Cambria Math" panose="02040503050406030204" pitchFamily="18" charset="0"/>
                                      </a:rPr>
                                      <m:t>𝑷</m:t>
                                    </m:r>
                                  </m:e>
                                  <m:sub>
                                    <m:r>
                                      <a:rPr lang="en-US" sz="2400" b="1" i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  <m:r>
                                  <a:rPr lang="en-US" sz="2400" b="1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sz="24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1" i="1" smtClean="0">
                                        <a:latin typeface="Cambria Math" panose="02040503050406030204" pitchFamily="18" charset="0"/>
                                      </a:rPr>
                                      <m:t>𝑷</m:t>
                                    </m:r>
                                  </m:e>
                                  <m:sub>
                                    <m:r>
                                      <a:rPr lang="en-US" sz="2400" b="1" i="1" smtClean="0">
                                        <a:latin typeface="Cambria Math" panose="02040503050406030204" pitchFamily="18" charset="0"/>
                                      </a:rPr>
                                      <m:t>𝟕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b="1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2865059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440BB485-8353-4A12-A731-0CE7F881891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74526819"/>
                  </p:ext>
                </p:extLst>
              </p:nvPr>
            </p:nvGraphicFramePr>
            <p:xfrm>
              <a:off x="6008914" y="1797260"/>
              <a:ext cx="5601894" cy="1734834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2800947">
                      <a:extLst>
                        <a:ext uri="{9D8B030D-6E8A-4147-A177-3AD203B41FA5}">
                          <a16:colId xmlns:a16="http://schemas.microsoft.com/office/drawing/2014/main" val="541757178"/>
                        </a:ext>
                      </a:extLst>
                    </a:gridCol>
                    <a:gridCol w="2800947">
                      <a:extLst>
                        <a:ext uri="{9D8B030D-6E8A-4147-A177-3AD203B41FA5}">
                          <a16:colId xmlns:a16="http://schemas.microsoft.com/office/drawing/2014/main" val="2259653610"/>
                        </a:ext>
                      </a:extLst>
                    </a:gridCol>
                  </a:tblGrid>
                  <a:tr h="86741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r="-100000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100000" b="-1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95474714"/>
                      </a:ext>
                    </a:extLst>
                  </a:tr>
                  <a:tr h="86741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t="-100000" r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100000" t="-1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28650593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7" name="Double Bracket 6">
            <a:extLst>
              <a:ext uri="{FF2B5EF4-FFF2-40B4-BE49-F238E27FC236}">
                <a16:creationId xmlns:a16="http://schemas.microsoft.com/office/drawing/2014/main" id="{3481A641-BCCF-408E-86DA-3FEFEBE950AF}"/>
              </a:ext>
            </a:extLst>
          </p:cNvPr>
          <p:cNvSpPr/>
          <p:nvPr/>
        </p:nvSpPr>
        <p:spPr>
          <a:xfrm>
            <a:off x="6095998" y="2071986"/>
            <a:ext cx="5456466" cy="1444324"/>
          </a:xfrm>
          <a:prstGeom prst="bracketPair">
            <a:avLst>
              <a:gd name="adj" fmla="val 7786"/>
            </a:avLst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8148353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r>
              <a:rPr lang="en-US" dirty="0"/>
              <a:t>Example 3: Strassen’s Matrix Multiplication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DA6629-BA8B-428F-B9EF-5477B00B6B77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39/92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E61A7F0-0717-400E-9D22-42E6C8ACABCF}"/>
              </a:ext>
            </a:extLst>
          </p:cNvPr>
          <p:cNvGraphicFramePr>
            <a:graphicFrameLocks noGrp="1"/>
          </p:cNvGraphicFramePr>
          <p:nvPr/>
        </p:nvGraphicFramePr>
        <p:xfrm>
          <a:off x="1100798" y="2311702"/>
          <a:ext cx="3467560" cy="3291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33445">
                  <a:extLst>
                    <a:ext uri="{9D8B030D-6E8A-4147-A177-3AD203B41FA5}">
                      <a16:colId xmlns:a16="http://schemas.microsoft.com/office/drawing/2014/main" val="3355975657"/>
                    </a:ext>
                  </a:extLst>
                </a:gridCol>
                <a:gridCol w="433445">
                  <a:extLst>
                    <a:ext uri="{9D8B030D-6E8A-4147-A177-3AD203B41FA5}">
                      <a16:colId xmlns:a16="http://schemas.microsoft.com/office/drawing/2014/main" val="184493226"/>
                    </a:ext>
                  </a:extLst>
                </a:gridCol>
                <a:gridCol w="433445">
                  <a:extLst>
                    <a:ext uri="{9D8B030D-6E8A-4147-A177-3AD203B41FA5}">
                      <a16:colId xmlns:a16="http://schemas.microsoft.com/office/drawing/2014/main" val="3208102101"/>
                    </a:ext>
                  </a:extLst>
                </a:gridCol>
                <a:gridCol w="433445">
                  <a:extLst>
                    <a:ext uri="{9D8B030D-6E8A-4147-A177-3AD203B41FA5}">
                      <a16:colId xmlns:a16="http://schemas.microsoft.com/office/drawing/2014/main" val="3674613419"/>
                    </a:ext>
                  </a:extLst>
                </a:gridCol>
                <a:gridCol w="433445">
                  <a:extLst>
                    <a:ext uri="{9D8B030D-6E8A-4147-A177-3AD203B41FA5}">
                      <a16:colId xmlns:a16="http://schemas.microsoft.com/office/drawing/2014/main" val="1261825935"/>
                    </a:ext>
                  </a:extLst>
                </a:gridCol>
                <a:gridCol w="433445">
                  <a:extLst>
                    <a:ext uri="{9D8B030D-6E8A-4147-A177-3AD203B41FA5}">
                      <a16:colId xmlns:a16="http://schemas.microsoft.com/office/drawing/2014/main" val="3006906135"/>
                    </a:ext>
                  </a:extLst>
                </a:gridCol>
                <a:gridCol w="433445">
                  <a:extLst>
                    <a:ext uri="{9D8B030D-6E8A-4147-A177-3AD203B41FA5}">
                      <a16:colId xmlns:a16="http://schemas.microsoft.com/office/drawing/2014/main" val="2968130277"/>
                    </a:ext>
                  </a:extLst>
                </a:gridCol>
                <a:gridCol w="433445">
                  <a:extLst>
                    <a:ext uri="{9D8B030D-6E8A-4147-A177-3AD203B41FA5}">
                      <a16:colId xmlns:a16="http://schemas.microsoft.com/office/drawing/2014/main" val="2284505334"/>
                    </a:ext>
                  </a:extLst>
                </a:gridCol>
              </a:tblGrid>
              <a:tr h="360001"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72389559"/>
                  </a:ext>
                </a:extLst>
              </a:tr>
              <a:tr h="360001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20704162"/>
                  </a:ext>
                </a:extLst>
              </a:tr>
              <a:tr h="360001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654823005"/>
                  </a:ext>
                </a:extLst>
              </a:tr>
              <a:tr h="360001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51950991"/>
                  </a:ext>
                </a:extLst>
              </a:tr>
              <a:tr h="360001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93350601"/>
                  </a:ext>
                </a:extLst>
              </a:tr>
              <a:tr h="360001"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14855148"/>
                  </a:ext>
                </a:extLst>
              </a:tr>
              <a:tr h="360001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26018036"/>
                  </a:ext>
                </a:extLst>
              </a:tr>
              <a:tr h="360001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14358810"/>
                  </a:ext>
                </a:extLst>
              </a:tr>
              <a:tr h="360001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100584" marR="10058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39134143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4BBC09F5-7C0D-4DA0-A5CD-EDD49F50D958}"/>
              </a:ext>
            </a:extLst>
          </p:cNvPr>
          <p:cNvGraphicFramePr>
            <a:graphicFrameLocks noGrp="1"/>
          </p:cNvGraphicFramePr>
          <p:nvPr/>
        </p:nvGraphicFramePr>
        <p:xfrm>
          <a:off x="4975038" y="2330086"/>
          <a:ext cx="3152328" cy="3291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94041">
                  <a:extLst>
                    <a:ext uri="{9D8B030D-6E8A-4147-A177-3AD203B41FA5}">
                      <a16:colId xmlns:a16="http://schemas.microsoft.com/office/drawing/2014/main" val="3355975657"/>
                    </a:ext>
                  </a:extLst>
                </a:gridCol>
                <a:gridCol w="394041">
                  <a:extLst>
                    <a:ext uri="{9D8B030D-6E8A-4147-A177-3AD203B41FA5}">
                      <a16:colId xmlns:a16="http://schemas.microsoft.com/office/drawing/2014/main" val="184493226"/>
                    </a:ext>
                  </a:extLst>
                </a:gridCol>
                <a:gridCol w="394041">
                  <a:extLst>
                    <a:ext uri="{9D8B030D-6E8A-4147-A177-3AD203B41FA5}">
                      <a16:colId xmlns:a16="http://schemas.microsoft.com/office/drawing/2014/main" val="3208102101"/>
                    </a:ext>
                  </a:extLst>
                </a:gridCol>
                <a:gridCol w="394041">
                  <a:extLst>
                    <a:ext uri="{9D8B030D-6E8A-4147-A177-3AD203B41FA5}">
                      <a16:colId xmlns:a16="http://schemas.microsoft.com/office/drawing/2014/main" val="3674613419"/>
                    </a:ext>
                  </a:extLst>
                </a:gridCol>
                <a:gridCol w="394041">
                  <a:extLst>
                    <a:ext uri="{9D8B030D-6E8A-4147-A177-3AD203B41FA5}">
                      <a16:colId xmlns:a16="http://schemas.microsoft.com/office/drawing/2014/main" val="1261825935"/>
                    </a:ext>
                  </a:extLst>
                </a:gridCol>
                <a:gridCol w="394041">
                  <a:extLst>
                    <a:ext uri="{9D8B030D-6E8A-4147-A177-3AD203B41FA5}">
                      <a16:colId xmlns:a16="http://schemas.microsoft.com/office/drawing/2014/main" val="3006906135"/>
                    </a:ext>
                  </a:extLst>
                </a:gridCol>
                <a:gridCol w="394041">
                  <a:extLst>
                    <a:ext uri="{9D8B030D-6E8A-4147-A177-3AD203B41FA5}">
                      <a16:colId xmlns:a16="http://schemas.microsoft.com/office/drawing/2014/main" val="2968130277"/>
                    </a:ext>
                  </a:extLst>
                </a:gridCol>
                <a:gridCol w="394041">
                  <a:extLst>
                    <a:ext uri="{9D8B030D-6E8A-4147-A177-3AD203B41FA5}">
                      <a16:colId xmlns:a16="http://schemas.microsoft.com/office/drawing/2014/main" val="2284505334"/>
                    </a:ext>
                  </a:extLst>
                </a:gridCol>
              </a:tblGrid>
              <a:tr h="360001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72389559"/>
                  </a:ext>
                </a:extLst>
              </a:tr>
              <a:tr h="360001"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20704162"/>
                  </a:ext>
                </a:extLst>
              </a:tr>
              <a:tr h="360001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654823005"/>
                  </a:ext>
                </a:extLst>
              </a:tr>
              <a:tr h="360001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51950991"/>
                  </a:ext>
                </a:extLst>
              </a:tr>
              <a:tr h="360001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93350601"/>
                  </a:ext>
                </a:extLst>
              </a:tr>
              <a:tr h="360001"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14855148"/>
                  </a:ext>
                </a:extLst>
              </a:tr>
              <a:tr h="360001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26018036"/>
                  </a:ext>
                </a:extLst>
              </a:tr>
              <a:tr h="360001"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14358810"/>
                  </a:ext>
                </a:extLst>
              </a:tr>
              <a:tr h="360001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39134143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3EC3FF7C-4FAB-4846-BB41-3D5265E177E5}"/>
              </a:ext>
            </a:extLst>
          </p:cNvPr>
          <p:cNvSpPr txBox="1"/>
          <p:nvPr/>
        </p:nvSpPr>
        <p:spPr>
          <a:xfrm>
            <a:off x="4486867" y="3588290"/>
            <a:ext cx="45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x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AEF3814-91E1-4DA1-9F43-E003FB7B4EBE}"/>
              </a:ext>
            </a:extLst>
          </p:cNvPr>
          <p:cNvSpPr txBox="1"/>
          <p:nvPr/>
        </p:nvSpPr>
        <p:spPr>
          <a:xfrm flipH="1">
            <a:off x="8278008" y="3573255"/>
            <a:ext cx="13618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=?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BCD1C99-8F0D-4EFD-A648-61672E74E2B5}"/>
              </a:ext>
            </a:extLst>
          </p:cNvPr>
          <p:cNvCxnSpPr>
            <a:cxnSpLocks/>
          </p:cNvCxnSpPr>
          <p:nvPr/>
        </p:nvCxnSpPr>
        <p:spPr>
          <a:xfrm>
            <a:off x="2769718" y="2163533"/>
            <a:ext cx="0" cy="3241221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165EA9B-8A1E-4C44-BD30-31C7FB5A076F}"/>
              </a:ext>
            </a:extLst>
          </p:cNvPr>
          <p:cNvCxnSpPr>
            <a:cxnSpLocks/>
          </p:cNvCxnSpPr>
          <p:nvPr/>
        </p:nvCxnSpPr>
        <p:spPr>
          <a:xfrm flipH="1">
            <a:off x="1112367" y="3785506"/>
            <a:ext cx="3192235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7654A240-C0C7-4AD8-AAB2-4AC140148497}"/>
              </a:ext>
            </a:extLst>
          </p:cNvPr>
          <p:cNvCxnSpPr>
            <a:cxnSpLocks/>
          </p:cNvCxnSpPr>
          <p:nvPr/>
        </p:nvCxnSpPr>
        <p:spPr>
          <a:xfrm>
            <a:off x="6481747" y="2152646"/>
            <a:ext cx="0" cy="3241221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C862C4C-AF7F-4E63-AB81-1D75EFE694B7}"/>
              </a:ext>
            </a:extLst>
          </p:cNvPr>
          <p:cNvCxnSpPr>
            <a:cxnSpLocks/>
          </p:cNvCxnSpPr>
          <p:nvPr/>
        </p:nvCxnSpPr>
        <p:spPr>
          <a:xfrm flipH="1">
            <a:off x="4824396" y="3774619"/>
            <a:ext cx="3192235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25609614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r>
              <a:rPr lang="en-US" dirty="0"/>
              <a:t>Example 3: Strassen’s Matrix Multiplication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B83E572-B1E8-4871-A797-EE5B258CAAB7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40/92</a:t>
            </a:r>
          </a:p>
        </p:txBody>
      </p:sp>
      <p:sp>
        <p:nvSpPr>
          <p:cNvPr id="5" name="Text Box 17"/>
          <p:cNvSpPr txBox="1">
            <a:spLocks noChangeArrowheads="1"/>
          </p:cNvSpPr>
          <p:nvPr/>
        </p:nvSpPr>
        <p:spPr bwMode="auto">
          <a:xfrm>
            <a:off x="670521" y="1893046"/>
            <a:ext cx="9996393" cy="51090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4572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9144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3716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8288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2860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7432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2004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6576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41148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indent="0"/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Matrix Strassen(A, B, n):</a:t>
            </a:r>
          </a:p>
          <a:p>
            <a:pPr marL="457200" lvl="1" indent="0"/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if (n==1) return A*B</a:t>
            </a:r>
          </a:p>
          <a:p>
            <a:pPr marL="457200" lvl="1" indent="0"/>
            <a:endParaRPr lang="en-US" altLang="en-US" sz="1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lvl="1" indent="0"/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a, b, c, d = split(A) </a:t>
            </a:r>
          </a:p>
          <a:p>
            <a:pPr marL="457200" lvl="1" indent="0"/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    e, f, g, h = split(B)</a:t>
            </a:r>
          </a:p>
          <a:p>
            <a:pPr marL="457200" lvl="1" indent="0"/>
            <a:endParaRPr lang="en-US" altLang="en-US" sz="1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lvl="1" indent="0"/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    p1 = Strassen(a, f – h, n/2)   </a:t>
            </a:r>
          </a:p>
          <a:p>
            <a:pPr marL="457200" lvl="1" indent="0"/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    p2 = Strassen(a + b, h, n/2)    </a:t>
            </a:r>
          </a:p>
          <a:p>
            <a:pPr marL="457200" lvl="1" indent="0"/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    p3 = Strassen(c + d, e, n/2)         </a:t>
            </a:r>
          </a:p>
          <a:p>
            <a:pPr marL="457200" lvl="1" indent="0"/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    p4 = Strassen(d, g - e, n/2)         </a:t>
            </a:r>
          </a:p>
          <a:p>
            <a:pPr marL="457200" lvl="1" indent="0"/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    p5 = Strassen(a + d, e + h, n/2)         </a:t>
            </a:r>
          </a:p>
          <a:p>
            <a:pPr marL="457200" lvl="1" indent="0"/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    p6 = Strassen(b - d, g + h, n/2)   </a:t>
            </a:r>
          </a:p>
          <a:p>
            <a:pPr marL="457200" lvl="1" indent="0"/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    p7 = Strassen(a - c, e + f, n/2)</a:t>
            </a:r>
          </a:p>
          <a:p>
            <a:pPr marL="457200" lvl="1" indent="0"/>
            <a:endParaRPr lang="en-US" altLang="en-US" sz="1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lvl="1" indent="0"/>
            <a:r>
              <a:rPr lang="en-US" alt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 </a:t>
            </a:r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  c11 = p5 + p4 - p2 + p6; </a:t>
            </a:r>
          </a:p>
          <a:p>
            <a:pPr marL="457200" lvl="1" indent="0"/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    c12 = p1 + p2</a:t>
            </a:r>
          </a:p>
          <a:p>
            <a:pPr marL="457200" lvl="1" indent="0"/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    c21 = p3 + p4            </a:t>
            </a:r>
          </a:p>
          <a:p>
            <a:pPr marL="457200" lvl="1" indent="0"/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    c22 = p1 + p5 - p3 - p7 </a:t>
            </a:r>
          </a:p>
          <a:p>
            <a:pPr marL="457200" lvl="1" indent="0"/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return C 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8B99DEE-6FDE-44FA-9F17-9E63FB5FD49C}"/>
              </a:ext>
            </a:extLst>
          </p:cNvPr>
          <p:cNvSpPr/>
          <p:nvPr/>
        </p:nvSpPr>
        <p:spPr>
          <a:xfrm>
            <a:off x="1622610" y="2633420"/>
            <a:ext cx="3074894" cy="537882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9269F75-B5C2-4EB6-B4BB-321A94465DF7}"/>
              </a:ext>
            </a:extLst>
          </p:cNvPr>
          <p:cNvSpPr/>
          <p:nvPr/>
        </p:nvSpPr>
        <p:spPr>
          <a:xfrm>
            <a:off x="1587837" y="2214283"/>
            <a:ext cx="3074894" cy="259977"/>
          </a:xfrm>
          <a:prstGeom prst="roundRect">
            <a:avLst/>
          </a:prstGeom>
          <a:noFill/>
          <a:ln>
            <a:solidFill>
              <a:srgbClr val="AA7BE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415BDB8-2DA4-4A76-80C7-CFDF985049A6}"/>
              </a:ext>
            </a:extLst>
          </p:cNvPr>
          <p:cNvSpPr/>
          <p:nvPr/>
        </p:nvSpPr>
        <p:spPr>
          <a:xfrm>
            <a:off x="1587837" y="3310594"/>
            <a:ext cx="4660563" cy="2014442"/>
          </a:xfrm>
          <a:prstGeom prst="roundRect">
            <a:avLst>
              <a:gd name="adj" fmla="val 10882"/>
            </a:avLst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02E8A56-D326-4CC6-9968-F61CB58F13F2}"/>
              </a:ext>
            </a:extLst>
          </p:cNvPr>
          <p:cNvSpPr/>
          <p:nvPr/>
        </p:nvSpPr>
        <p:spPr>
          <a:xfrm>
            <a:off x="1622609" y="5433980"/>
            <a:ext cx="3567955" cy="1074395"/>
          </a:xfrm>
          <a:prstGeom prst="round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0384822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 animBg="1"/>
      <p:bldP spid="8" grpId="0" animBg="1"/>
      <p:bldP spid="9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B83E572-B1E8-4871-A797-EE5B258CAAB7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41/92</a:t>
            </a:r>
          </a:p>
        </p:txBody>
      </p:sp>
      <p:sp>
        <p:nvSpPr>
          <p:cNvPr id="5" name="Text Box 17"/>
          <p:cNvSpPr txBox="1">
            <a:spLocks noChangeArrowheads="1"/>
          </p:cNvSpPr>
          <p:nvPr/>
        </p:nvSpPr>
        <p:spPr bwMode="auto">
          <a:xfrm>
            <a:off x="557823" y="0"/>
            <a:ext cx="9996393" cy="63382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4572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9144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3716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8288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2860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7432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2004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6576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41148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indent="0">
              <a:lnSpc>
                <a:spcPct val="150000"/>
              </a:lnSpc>
            </a:pPr>
            <a:r>
              <a:rPr lang="en-US" altLang="en-US" sz="1700" b="1" dirty="0">
                <a:latin typeface="Courier New" panose="02070309020205020404" pitchFamily="49" charset="0"/>
                <a:cs typeface="Courier New" panose="02070309020205020404" pitchFamily="49" charset="0"/>
              </a:rPr>
              <a:t>Matrix Strassen(A, B, n)</a:t>
            </a:r>
          </a:p>
          <a:p>
            <a:pPr marL="0" indent="0">
              <a:lnSpc>
                <a:spcPct val="150000"/>
              </a:lnSpc>
            </a:pPr>
            <a:r>
              <a:rPr lang="en-US" altLang="en-US" sz="17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if (n==1) return A*B</a:t>
            </a:r>
          </a:p>
          <a:p>
            <a:pPr marL="0" indent="0">
              <a:lnSpc>
                <a:spcPct val="150000"/>
              </a:lnSpc>
            </a:pPr>
            <a:r>
              <a:rPr lang="en-US" altLang="en-US" sz="17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a, b, c, d = split(A) </a:t>
            </a:r>
          </a:p>
          <a:p>
            <a:pPr marL="0" indent="0">
              <a:lnSpc>
                <a:spcPct val="150000"/>
              </a:lnSpc>
            </a:pPr>
            <a:r>
              <a:rPr lang="en-US" altLang="en-US" sz="1700" b="1" dirty="0">
                <a:latin typeface="Courier New" panose="02070309020205020404" pitchFamily="49" charset="0"/>
                <a:cs typeface="Courier New" panose="02070309020205020404" pitchFamily="49" charset="0"/>
              </a:rPr>
              <a:t>    e, f, g, h = split(B) </a:t>
            </a:r>
          </a:p>
          <a:p>
            <a:pPr marL="0" indent="0">
              <a:lnSpc>
                <a:spcPct val="150000"/>
              </a:lnSpc>
            </a:pPr>
            <a:r>
              <a:rPr lang="en-US" altLang="en-US" sz="1700" b="1" dirty="0">
                <a:latin typeface="Courier New" panose="02070309020205020404" pitchFamily="49" charset="0"/>
                <a:cs typeface="Courier New" panose="02070309020205020404" pitchFamily="49" charset="0"/>
              </a:rPr>
              <a:t>    p1 = Strassen(a, f – h, n/2)   </a:t>
            </a:r>
          </a:p>
          <a:p>
            <a:pPr marL="0" indent="0">
              <a:lnSpc>
                <a:spcPct val="150000"/>
              </a:lnSpc>
            </a:pPr>
            <a:r>
              <a:rPr lang="en-US" altLang="en-US" sz="1700" b="1" dirty="0">
                <a:latin typeface="Courier New" panose="02070309020205020404" pitchFamily="49" charset="0"/>
                <a:cs typeface="Courier New" panose="02070309020205020404" pitchFamily="49" charset="0"/>
              </a:rPr>
              <a:t>    p2 = Strassen(a + b, h, n/2)    </a:t>
            </a:r>
          </a:p>
          <a:p>
            <a:pPr marL="0" indent="0">
              <a:lnSpc>
                <a:spcPct val="150000"/>
              </a:lnSpc>
            </a:pPr>
            <a:r>
              <a:rPr lang="en-US" altLang="en-US" sz="1700" b="1" dirty="0">
                <a:latin typeface="Courier New" panose="02070309020205020404" pitchFamily="49" charset="0"/>
                <a:cs typeface="Courier New" panose="02070309020205020404" pitchFamily="49" charset="0"/>
              </a:rPr>
              <a:t>    p3 = Strassen(c + d, e, n/2)         </a:t>
            </a:r>
          </a:p>
          <a:p>
            <a:pPr marL="0" indent="0">
              <a:lnSpc>
                <a:spcPct val="150000"/>
              </a:lnSpc>
            </a:pPr>
            <a:r>
              <a:rPr lang="en-US" altLang="en-US" sz="1700" b="1" dirty="0">
                <a:latin typeface="Courier New" panose="02070309020205020404" pitchFamily="49" charset="0"/>
                <a:cs typeface="Courier New" panose="02070309020205020404" pitchFamily="49" charset="0"/>
              </a:rPr>
              <a:t>    p4 = Strassen(d, g - e, n/2)         </a:t>
            </a:r>
          </a:p>
          <a:p>
            <a:pPr marL="0" indent="0">
              <a:lnSpc>
                <a:spcPct val="150000"/>
              </a:lnSpc>
            </a:pPr>
            <a:r>
              <a:rPr lang="en-US" altLang="en-US" sz="1700" b="1" dirty="0">
                <a:latin typeface="Courier New" panose="02070309020205020404" pitchFamily="49" charset="0"/>
                <a:cs typeface="Courier New" panose="02070309020205020404" pitchFamily="49" charset="0"/>
              </a:rPr>
              <a:t>    p5 = Strassen(a + d, e + h, n/2)         </a:t>
            </a:r>
          </a:p>
          <a:p>
            <a:pPr marL="0" indent="0">
              <a:lnSpc>
                <a:spcPct val="150000"/>
              </a:lnSpc>
            </a:pPr>
            <a:r>
              <a:rPr lang="en-US" altLang="en-US" sz="1700" b="1" dirty="0">
                <a:latin typeface="Courier New" panose="02070309020205020404" pitchFamily="49" charset="0"/>
                <a:cs typeface="Courier New" panose="02070309020205020404" pitchFamily="49" charset="0"/>
              </a:rPr>
              <a:t>    p6 = Strassen(b - d, g + h, n/2)   </a:t>
            </a:r>
          </a:p>
          <a:p>
            <a:pPr marL="0" indent="0">
              <a:lnSpc>
                <a:spcPct val="150000"/>
              </a:lnSpc>
            </a:pPr>
            <a:r>
              <a:rPr lang="en-US" altLang="en-US" sz="1700" b="1" dirty="0">
                <a:latin typeface="Courier New" panose="02070309020205020404" pitchFamily="49" charset="0"/>
                <a:cs typeface="Courier New" panose="02070309020205020404" pitchFamily="49" charset="0"/>
              </a:rPr>
              <a:t>    p7 = Strassen(a - c, e + f, n/2)   </a:t>
            </a:r>
          </a:p>
          <a:p>
            <a:pPr marL="0" indent="0">
              <a:lnSpc>
                <a:spcPct val="150000"/>
              </a:lnSpc>
            </a:pPr>
            <a:r>
              <a:rPr lang="en-US" altLang="en-US" sz="1700" b="1" dirty="0">
                <a:latin typeface="Courier New" panose="02070309020205020404" pitchFamily="49" charset="0"/>
                <a:cs typeface="Courier New" panose="02070309020205020404" pitchFamily="49" charset="0"/>
              </a:rPr>
              <a:t>    c11 = p5 + p4 - p2 + p6 </a:t>
            </a:r>
          </a:p>
          <a:p>
            <a:pPr marL="0" indent="0">
              <a:lnSpc>
                <a:spcPct val="150000"/>
              </a:lnSpc>
            </a:pPr>
            <a:r>
              <a:rPr lang="en-US" altLang="en-US" sz="1700" b="1" dirty="0">
                <a:latin typeface="Courier New" panose="02070309020205020404" pitchFamily="49" charset="0"/>
                <a:cs typeface="Courier New" panose="02070309020205020404" pitchFamily="49" charset="0"/>
              </a:rPr>
              <a:t>    c12 = p1 + p2  </a:t>
            </a:r>
          </a:p>
          <a:p>
            <a:pPr marL="0" indent="0">
              <a:lnSpc>
                <a:spcPct val="150000"/>
              </a:lnSpc>
            </a:pPr>
            <a:r>
              <a:rPr lang="en-US" altLang="en-US" sz="1700" b="1" dirty="0">
                <a:latin typeface="Courier New" panose="02070309020205020404" pitchFamily="49" charset="0"/>
                <a:cs typeface="Courier New" panose="02070309020205020404" pitchFamily="49" charset="0"/>
              </a:rPr>
              <a:t>    c21 = p3 + p4            </a:t>
            </a:r>
          </a:p>
          <a:p>
            <a:pPr marL="0" indent="0">
              <a:lnSpc>
                <a:spcPct val="150000"/>
              </a:lnSpc>
            </a:pPr>
            <a:r>
              <a:rPr lang="en-US" altLang="en-US" sz="1700" b="1" dirty="0">
                <a:latin typeface="Courier New" panose="02070309020205020404" pitchFamily="49" charset="0"/>
                <a:cs typeface="Courier New" panose="02070309020205020404" pitchFamily="49" charset="0"/>
              </a:rPr>
              <a:t>    c22 = p1 + p5 - p3 - p7 </a:t>
            </a:r>
          </a:p>
          <a:p>
            <a:pPr marL="0" indent="0">
              <a:lnSpc>
                <a:spcPct val="150000"/>
              </a:lnSpc>
            </a:pPr>
            <a:r>
              <a:rPr lang="en-US" altLang="en-US" sz="17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return C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34E951AF-889A-4E31-9A01-5257CC4ECFA4}"/>
              </a:ext>
            </a:extLst>
          </p:cNvPr>
          <p:cNvCxnSpPr/>
          <p:nvPr/>
        </p:nvCxnSpPr>
        <p:spPr>
          <a:xfrm>
            <a:off x="4008666" y="204267"/>
            <a:ext cx="3510642" cy="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065D1DA-F844-475D-9D41-E7C05D5A77F8}"/>
                  </a:ext>
                </a:extLst>
              </p:cNvPr>
              <p:cNvSpPr txBox="1"/>
              <p:nvPr/>
            </p:nvSpPr>
            <p:spPr>
              <a:xfrm>
                <a:off x="7380257" y="19601"/>
                <a:ext cx="107768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065D1DA-F844-475D-9D41-E7C05D5A77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80257" y="19601"/>
                <a:ext cx="1077686" cy="369332"/>
              </a:xfrm>
              <a:prstGeom prst="rect">
                <a:avLst/>
              </a:prstGeom>
              <a:blipFill>
                <a:blip r:embed="rId4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AFA01710-1D13-4579-855B-CED797771531}"/>
              </a:ext>
            </a:extLst>
          </p:cNvPr>
          <p:cNvCxnSpPr/>
          <p:nvPr/>
        </p:nvCxnSpPr>
        <p:spPr>
          <a:xfrm>
            <a:off x="5037365" y="1834242"/>
            <a:ext cx="3510642" cy="0"/>
          </a:xfrm>
          <a:prstGeom prst="straightConnector1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A8A696E-2032-4A84-BDA7-8838BAF18637}"/>
                  </a:ext>
                </a:extLst>
              </p:cNvPr>
              <p:cNvSpPr txBox="1"/>
              <p:nvPr/>
            </p:nvSpPr>
            <p:spPr>
              <a:xfrm>
                <a:off x="8104672" y="1597574"/>
                <a:ext cx="2449544" cy="4188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sz="12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12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2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en-US" sz="12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 2</m:t>
                              </m:r>
                            </m:den>
                          </m:f>
                        </m:e>
                      </m:d>
                      <m:r>
                        <a:rPr lang="en-US" sz="12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sz="12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12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2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en-US" sz="12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d>
                        <m:dPr>
                          <m:ctrlPr>
                            <a:rPr lang="en-US" sz="12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12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2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en-US" sz="12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sz="12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A8A696E-2032-4A84-BDA7-8838BAF186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04672" y="1597574"/>
                <a:ext cx="2449544" cy="418897"/>
              </a:xfrm>
              <a:prstGeom prst="rect">
                <a:avLst/>
              </a:prstGeom>
              <a:blipFill>
                <a:blip r:embed="rId5"/>
                <a:stretch>
                  <a:fillRect b="-1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8928DD55-EC94-4AEE-9E02-768091137523}"/>
              </a:ext>
            </a:extLst>
          </p:cNvPr>
          <p:cNvCxnSpPr/>
          <p:nvPr/>
        </p:nvCxnSpPr>
        <p:spPr>
          <a:xfrm>
            <a:off x="4120243" y="1219513"/>
            <a:ext cx="3510642" cy="0"/>
          </a:xfrm>
          <a:prstGeom prst="straightConnector1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96C42A0-FEC8-49DF-A17C-DEF4FB182968}"/>
                  </a:ext>
                </a:extLst>
              </p:cNvPr>
              <p:cNvSpPr txBox="1"/>
              <p:nvPr/>
            </p:nvSpPr>
            <p:spPr>
              <a:xfrm>
                <a:off x="7519050" y="1065624"/>
                <a:ext cx="107768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lang="en-US" sz="1600" b="0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sz="16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lang="en-US" sz="16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1600" b="0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600" dirty="0"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96C42A0-FEC8-49DF-A17C-DEF4FB1829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19050" y="1065624"/>
                <a:ext cx="1077686" cy="338554"/>
              </a:xfrm>
              <a:prstGeom prst="rect">
                <a:avLst/>
              </a:prstGeom>
              <a:blipFill>
                <a:blip r:embed="rId6"/>
                <a:stretch>
                  <a:fillRect b="-109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CEF882DC-65F4-4843-A855-13F863B9E2C9}"/>
              </a:ext>
            </a:extLst>
          </p:cNvPr>
          <p:cNvCxnSpPr/>
          <p:nvPr/>
        </p:nvCxnSpPr>
        <p:spPr>
          <a:xfrm>
            <a:off x="5037108" y="2238203"/>
            <a:ext cx="3510642" cy="0"/>
          </a:xfrm>
          <a:prstGeom prst="straightConnector1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8BC8FAD-7993-44B5-9837-273A8003A5C7}"/>
                  </a:ext>
                </a:extLst>
              </p:cNvPr>
              <p:cNvSpPr txBox="1"/>
              <p:nvPr/>
            </p:nvSpPr>
            <p:spPr>
              <a:xfrm>
                <a:off x="8104415" y="2001535"/>
                <a:ext cx="2449544" cy="4188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sz="12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12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2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en-US" sz="12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 2</m:t>
                              </m:r>
                            </m:den>
                          </m:f>
                        </m:e>
                      </m:d>
                      <m:r>
                        <a:rPr lang="en-US" sz="12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sz="12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12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2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en-US" sz="12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d>
                        <m:dPr>
                          <m:ctrlPr>
                            <a:rPr lang="en-US" sz="12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12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2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en-US" sz="12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sz="12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8BC8FAD-7993-44B5-9837-273A8003A5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04415" y="2001535"/>
                <a:ext cx="2449544" cy="418897"/>
              </a:xfrm>
              <a:prstGeom prst="rect">
                <a:avLst/>
              </a:prstGeom>
              <a:blipFill>
                <a:blip r:embed="rId7"/>
                <a:stretch>
                  <a:fillRect b="-1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C0D7B961-DC13-4EEF-8E60-8EC224DF69C7}"/>
              </a:ext>
            </a:extLst>
          </p:cNvPr>
          <p:cNvCxnSpPr/>
          <p:nvPr/>
        </p:nvCxnSpPr>
        <p:spPr>
          <a:xfrm>
            <a:off x="5037108" y="2631199"/>
            <a:ext cx="3510642" cy="0"/>
          </a:xfrm>
          <a:prstGeom prst="straightConnector1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44854053-694B-4E61-914E-1364C4846455}"/>
                  </a:ext>
                </a:extLst>
              </p:cNvPr>
              <p:cNvSpPr txBox="1"/>
              <p:nvPr/>
            </p:nvSpPr>
            <p:spPr>
              <a:xfrm>
                <a:off x="8104415" y="2394531"/>
                <a:ext cx="2449544" cy="4188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sz="12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12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2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en-US" sz="12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 2</m:t>
                              </m:r>
                            </m:den>
                          </m:f>
                        </m:e>
                      </m:d>
                      <m:r>
                        <a:rPr lang="en-US" sz="12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sz="12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12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2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en-US" sz="12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d>
                        <m:dPr>
                          <m:ctrlPr>
                            <a:rPr lang="en-US" sz="12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12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2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en-US" sz="12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sz="12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44854053-694B-4E61-914E-1364C48464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04415" y="2394531"/>
                <a:ext cx="2449544" cy="41889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A04BFCF1-DB71-4C06-A94C-114A0FC54431}"/>
              </a:ext>
            </a:extLst>
          </p:cNvPr>
          <p:cNvCxnSpPr/>
          <p:nvPr/>
        </p:nvCxnSpPr>
        <p:spPr>
          <a:xfrm>
            <a:off x="5529686" y="3418724"/>
            <a:ext cx="3510642" cy="0"/>
          </a:xfrm>
          <a:prstGeom prst="straightConnector1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073BC8F2-43F7-439D-B976-7C23BF99F87A}"/>
                  </a:ext>
                </a:extLst>
              </p:cNvPr>
              <p:cNvSpPr txBox="1"/>
              <p:nvPr/>
            </p:nvSpPr>
            <p:spPr>
              <a:xfrm>
                <a:off x="8596993" y="3182056"/>
                <a:ext cx="2449544" cy="4188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sz="12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12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2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en-US" sz="12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 2</m:t>
                              </m:r>
                            </m:den>
                          </m:f>
                        </m:e>
                      </m:d>
                      <m:r>
                        <a:rPr lang="en-US" sz="12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+2</m:t>
                      </m:r>
                      <m:d>
                        <m:dPr>
                          <m:ctrlPr>
                            <a:rPr lang="en-US" sz="12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12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2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en-US" sz="12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d>
                        <m:dPr>
                          <m:ctrlPr>
                            <a:rPr lang="en-US" sz="12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12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2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en-US" sz="12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sz="12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073BC8F2-43F7-439D-B976-7C23BF99F8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96993" y="3182056"/>
                <a:ext cx="2449544" cy="41889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477B3B06-6D9A-41C1-B382-64875F3D07C2}"/>
              </a:ext>
            </a:extLst>
          </p:cNvPr>
          <p:cNvCxnSpPr/>
          <p:nvPr/>
        </p:nvCxnSpPr>
        <p:spPr>
          <a:xfrm>
            <a:off x="5529429" y="3822685"/>
            <a:ext cx="3510642" cy="0"/>
          </a:xfrm>
          <a:prstGeom prst="straightConnector1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FE74F566-97EF-47E5-9AA6-C824D99399E3}"/>
                  </a:ext>
                </a:extLst>
              </p:cNvPr>
              <p:cNvSpPr txBox="1"/>
              <p:nvPr/>
            </p:nvSpPr>
            <p:spPr>
              <a:xfrm>
                <a:off x="8596736" y="3586017"/>
                <a:ext cx="2449544" cy="4188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sz="12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12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2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en-US" sz="12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 2</m:t>
                              </m:r>
                            </m:den>
                          </m:f>
                        </m:e>
                      </m:d>
                      <m:r>
                        <a:rPr lang="en-US" sz="12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+2</m:t>
                      </m:r>
                      <m:d>
                        <m:dPr>
                          <m:ctrlPr>
                            <a:rPr lang="en-US" sz="12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12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2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en-US" sz="12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d>
                        <m:dPr>
                          <m:ctrlPr>
                            <a:rPr lang="en-US" sz="12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12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2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en-US" sz="12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sz="12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FE74F566-97EF-47E5-9AA6-C824D99399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96736" y="3586017"/>
                <a:ext cx="2449544" cy="418897"/>
              </a:xfrm>
              <a:prstGeom prst="rect">
                <a:avLst/>
              </a:prstGeom>
              <a:blipFill>
                <a:blip r:embed="rId10"/>
                <a:stretch>
                  <a:fillRect b="-1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092DF824-FF34-487A-A7C3-CD1862CC850A}"/>
              </a:ext>
            </a:extLst>
          </p:cNvPr>
          <p:cNvCxnSpPr/>
          <p:nvPr/>
        </p:nvCxnSpPr>
        <p:spPr>
          <a:xfrm>
            <a:off x="5529429" y="4215681"/>
            <a:ext cx="3510642" cy="0"/>
          </a:xfrm>
          <a:prstGeom prst="straightConnector1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59A63481-0CED-44A4-99FB-A76988A87C18}"/>
                  </a:ext>
                </a:extLst>
              </p:cNvPr>
              <p:cNvSpPr txBox="1"/>
              <p:nvPr/>
            </p:nvSpPr>
            <p:spPr>
              <a:xfrm>
                <a:off x="8596736" y="3979013"/>
                <a:ext cx="2449544" cy="4188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sz="12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12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2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en-US" sz="12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 2</m:t>
                              </m:r>
                            </m:den>
                          </m:f>
                        </m:e>
                      </m:d>
                      <m:r>
                        <a:rPr lang="en-US" sz="12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+2</m:t>
                      </m:r>
                      <m:d>
                        <m:dPr>
                          <m:ctrlPr>
                            <a:rPr lang="en-US" sz="12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12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2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en-US" sz="12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d>
                        <m:dPr>
                          <m:ctrlPr>
                            <a:rPr lang="en-US" sz="12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12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2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en-US" sz="12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sz="12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59A63481-0CED-44A4-99FB-A76988A87C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96736" y="3979013"/>
                <a:ext cx="2449544" cy="418897"/>
              </a:xfrm>
              <a:prstGeom prst="rect">
                <a:avLst/>
              </a:prstGeom>
              <a:blipFill>
                <a:blip r:embed="rId11"/>
                <a:stretch>
                  <a:fillRect b="-14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5A6B0E5A-40AB-4E9C-A1D9-C2596F4E0808}"/>
              </a:ext>
            </a:extLst>
          </p:cNvPr>
          <p:cNvCxnSpPr/>
          <p:nvPr/>
        </p:nvCxnSpPr>
        <p:spPr>
          <a:xfrm>
            <a:off x="5037108" y="3024195"/>
            <a:ext cx="3510642" cy="0"/>
          </a:xfrm>
          <a:prstGeom prst="straightConnector1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E5808B13-7C36-49DF-B851-51456217EE08}"/>
                  </a:ext>
                </a:extLst>
              </p:cNvPr>
              <p:cNvSpPr txBox="1"/>
              <p:nvPr/>
            </p:nvSpPr>
            <p:spPr>
              <a:xfrm>
                <a:off x="8104415" y="2787527"/>
                <a:ext cx="2449544" cy="4188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sz="12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12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2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en-US" sz="12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 2</m:t>
                              </m:r>
                            </m:den>
                          </m:f>
                        </m:e>
                      </m:d>
                      <m:r>
                        <a:rPr lang="en-US" sz="12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sz="12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12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2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en-US" sz="12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d>
                        <m:dPr>
                          <m:ctrlPr>
                            <a:rPr lang="en-US" sz="12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12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2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en-US" sz="12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sz="12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E5808B13-7C36-49DF-B851-51456217EE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04415" y="2787527"/>
                <a:ext cx="2449544" cy="418897"/>
              </a:xfrm>
              <a:prstGeom prst="rect">
                <a:avLst/>
              </a:prstGeom>
              <a:blipFill>
                <a:blip r:embed="rId12"/>
                <a:stretch>
                  <a:fillRect b="-1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B8EBC115-E001-4D5D-80B8-AA58E9B23BAA}"/>
              </a:ext>
            </a:extLst>
          </p:cNvPr>
          <p:cNvCxnSpPr/>
          <p:nvPr/>
        </p:nvCxnSpPr>
        <p:spPr>
          <a:xfrm>
            <a:off x="4340679" y="4590332"/>
            <a:ext cx="3510642" cy="0"/>
          </a:xfrm>
          <a:prstGeom prst="straightConnector1">
            <a:avLst/>
          </a:prstGeom>
          <a:ln w="57150">
            <a:solidFill>
              <a:srgbClr val="D012C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B89973BD-21B4-4B5E-B997-8C57F92B2F0C}"/>
                  </a:ext>
                </a:extLst>
              </p:cNvPr>
              <p:cNvSpPr txBox="1"/>
              <p:nvPr/>
            </p:nvSpPr>
            <p:spPr>
              <a:xfrm>
                <a:off x="7407986" y="4353664"/>
                <a:ext cx="2449544" cy="4188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solidFill>
                            <a:srgbClr val="D012C2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d>
                        <m:dPr>
                          <m:ctrlPr>
                            <a:rPr lang="en-US" sz="1200" b="0" i="1" smtClean="0">
                              <a:solidFill>
                                <a:srgbClr val="D012C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1200" b="0" i="1" smtClean="0">
                                  <a:solidFill>
                                    <a:srgbClr val="D012C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200" b="0" i="1" smtClean="0">
                                  <a:solidFill>
                                    <a:srgbClr val="D012C2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en-US" sz="1200" b="0" i="1" smtClean="0">
                                  <a:solidFill>
                                    <a:srgbClr val="D012C2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d>
                        <m:dPr>
                          <m:ctrlPr>
                            <a:rPr lang="en-US" sz="1200" b="0" i="1" smtClean="0">
                              <a:solidFill>
                                <a:srgbClr val="D012C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1200" b="0" i="1" smtClean="0">
                                  <a:solidFill>
                                    <a:srgbClr val="D012C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200" b="0" i="1" smtClean="0">
                                  <a:solidFill>
                                    <a:srgbClr val="D012C2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en-US" sz="1200" b="0" i="1" smtClean="0">
                                  <a:solidFill>
                                    <a:srgbClr val="D012C2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sz="1200" dirty="0">
                  <a:solidFill>
                    <a:srgbClr val="D012C2"/>
                  </a:solidFill>
                </a:endParaRP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B89973BD-21B4-4B5E-B997-8C57F92B2F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07986" y="4353664"/>
                <a:ext cx="2449544" cy="418897"/>
              </a:xfrm>
              <a:prstGeom prst="rect">
                <a:avLst/>
              </a:prstGeom>
              <a:blipFill>
                <a:blip r:embed="rId13"/>
                <a:stretch>
                  <a:fillRect b="-1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13EB48C5-4ED9-4EC0-89DD-59D8BA3DFB14}"/>
              </a:ext>
            </a:extLst>
          </p:cNvPr>
          <p:cNvCxnSpPr/>
          <p:nvPr/>
        </p:nvCxnSpPr>
        <p:spPr>
          <a:xfrm>
            <a:off x="3102170" y="4964983"/>
            <a:ext cx="3510642" cy="0"/>
          </a:xfrm>
          <a:prstGeom prst="straightConnector1">
            <a:avLst/>
          </a:prstGeom>
          <a:ln w="57150">
            <a:solidFill>
              <a:srgbClr val="D012C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283A3B57-42B0-47E8-BEC3-0C38255F1D8C}"/>
                  </a:ext>
                </a:extLst>
              </p:cNvPr>
              <p:cNvSpPr txBox="1"/>
              <p:nvPr/>
            </p:nvSpPr>
            <p:spPr>
              <a:xfrm>
                <a:off x="5927430" y="4728315"/>
                <a:ext cx="2449544" cy="4188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1200" b="0" i="1" smtClean="0">
                              <a:solidFill>
                                <a:srgbClr val="D012C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1200" b="0" i="1" smtClean="0">
                                  <a:solidFill>
                                    <a:srgbClr val="D012C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200" b="0" i="1" smtClean="0">
                                  <a:solidFill>
                                    <a:srgbClr val="D012C2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en-US" sz="1200" b="0" i="1" smtClean="0">
                                  <a:solidFill>
                                    <a:srgbClr val="D012C2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d>
                        <m:dPr>
                          <m:ctrlPr>
                            <a:rPr lang="en-US" sz="1200" b="0" i="1" smtClean="0">
                              <a:solidFill>
                                <a:srgbClr val="D012C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1200" b="0" i="1" smtClean="0">
                                  <a:solidFill>
                                    <a:srgbClr val="D012C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200" b="0" i="1" smtClean="0">
                                  <a:solidFill>
                                    <a:srgbClr val="D012C2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en-US" sz="1200" b="0" i="1" smtClean="0">
                                  <a:solidFill>
                                    <a:srgbClr val="D012C2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sz="1200" dirty="0">
                  <a:solidFill>
                    <a:srgbClr val="D012C2"/>
                  </a:solidFill>
                </a:endParaRPr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283A3B57-42B0-47E8-BEC3-0C38255F1D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27430" y="4728315"/>
                <a:ext cx="2449544" cy="418897"/>
              </a:xfrm>
              <a:prstGeom prst="rect">
                <a:avLst/>
              </a:prstGeom>
              <a:blipFill>
                <a:blip r:embed="rId14"/>
                <a:stretch>
                  <a:fillRect b="-14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B0EFD7E6-5724-4E76-8C2D-838BA3CA2864}"/>
              </a:ext>
            </a:extLst>
          </p:cNvPr>
          <p:cNvCxnSpPr/>
          <p:nvPr/>
        </p:nvCxnSpPr>
        <p:spPr>
          <a:xfrm>
            <a:off x="3093749" y="5339634"/>
            <a:ext cx="3510642" cy="0"/>
          </a:xfrm>
          <a:prstGeom prst="straightConnector1">
            <a:avLst/>
          </a:prstGeom>
          <a:ln w="57150">
            <a:solidFill>
              <a:srgbClr val="D012C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466FB47E-77E8-4954-A0D7-3C933D8D9819}"/>
                  </a:ext>
                </a:extLst>
              </p:cNvPr>
              <p:cNvSpPr txBox="1"/>
              <p:nvPr/>
            </p:nvSpPr>
            <p:spPr>
              <a:xfrm>
                <a:off x="5936938" y="5102966"/>
                <a:ext cx="2449544" cy="4188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1200" b="0" i="1" smtClean="0">
                              <a:solidFill>
                                <a:srgbClr val="D012C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1200" b="0" i="1" smtClean="0">
                                  <a:solidFill>
                                    <a:srgbClr val="D012C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200" b="0" i="1" smtClean="0">
                                  <a:solidFill>
                                    <a:srgbClr val="D012C2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en-US" sz="1200" b="0" i="1" smtClean="0">
                                  <a:solidFill>
                                    <a:srgbClr val="D012C2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d>
                        <m:dPr>
                          <m:ctrlPr>
                            <a:rPr lang="en-US" sz="1200" b="0" i="1" smtClean="0">
                              <a:solidFill>
                                <a:srgbClr val="D012C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1200" b="0" i="1" smtClean="0">
                                  <a:solidFill>
                                    <a:srgbClr val="D012C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200" b="0" i="1" smtClean="0">
                                  <a:solidFill>
                                    <a:srgbClr val="D012C2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en-US" sz="1200" b="0" i="1" smtClean="0">
                                  <a:solidFill>
                                    <a:srgbClr val="D012C2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sz="1200" dirty="0">
                  <a:solidFill>
                    <a:srgbClr val="D012C2"/>
                  </a:solidFill>
                </a:endParaRPr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466FB47E-77E8-4954-A0D7-3C933D8D98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36938" y="5102966"/>
                <a:ext cx="2449544" cy="418897"/>
              </a:xfrm>
              <a:prstGeom prst="rect">
                <a:avLst/>
              </a:prstGeom>
              <a:blipFill>
                <a:blip r:embed="rId15"/>
                <a:stretch>
                  <a:fillRect b="-1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CAF2E020-5E78-4E97-BA3B-0D1CA7C431E0}"/>
              </a:ext>
            </a:extLst>
          </p:cNvPr>
          <p:cNvCxnSpPr/>
          <p:nvPr/>
        </p:nvCxnSpPr>
        <p:spPr>
          <a:xfrm>
            <a:off x="4274978" y="5738384"/>
            <a:ext cx="3510642" cy="0"/>
          </a:xfrm>
          <a:prstGeom prst="straightConnector1">
            <a:avLst/>
          </a:prstGeom>
          <a:ln w="57150">
            <a:solidFill>
              <a:srgbClr val="D012C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68E9D0FE-148A-439A-83C8-4540418CA6E6}"/>
                  </a:ext>
                </a:extLst>
              </p:cNvPr>
              <p:cNvSpPr txBox="1"/>
              <p:nvPr/>
            </p:nvSpPr>
            <p:spPr>
              <a:xfrm>
                <a:off x="7342285" y="5501716"/>
                <a:ext cx="2449544" cy="4188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solidFill>
                            <a:srgbClr val="D012C2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d>
                        <m:dPr>
                          <m:ctrlPr>
                            <a:rPr lang="en-US" sz="1200" b="0" i="1" smtClean="0">
                              <a:solidFill>
                                <a:srgbClr val="D012C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1200" b="0" i="1" smtClean="0">
                                  <a:solidFill>
                                    <a:srgbClr val="D012C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200" b="0" i="1" smtClean="0">
                                  <a:solidFill>
                                    <a:srgbClr val="D012C2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en-US" sz="1200" b="0" i="1" smtClean="0">
                                  <a:solidFill>
                                    <a:srgbClr val="D012C2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d>
                        <m:dPr>
                          <m:ctrlPr>
                            <a:rPr lang="en-US" sz="1200" b="0" i="1" smtClean="0">
                              <a:solidFill>
                                <a:srgbClr val="D012C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1200" b="0" i="1" smtClean="0">
                                  <a:solidFill>
                                    <a:srgbClr val="D012C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200" b="0" i="1" smtClean="0">
                                  <a:solidFill>
                                    <a:srgbClr val="D012C2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en-US" sz="1200" b="0" i="1" smtClean="0">
                                  <a:solidFill>
                                    <a:srgbClr val="D012C2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sz="1200" dirty="0">
                  <a:solidFill>
                    <a:srgbClr val="D012C2"/>
                  </a:solidFill>
                </a:endParaRPr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68E9D0FE-148A-439A-83C8-4540418CA6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42285" y="5501716"/>
                <a:ext cx="2449544" cy="418897"/>
              </a:xfrm>
              <a:prstGeom prst="rect">
                <a:avLst/>
              </a:prstGeom>
              <a:blipFill>
                <a:blip r:embed="rId16"/>
                <a:stretch>
                  <a:fillRect b="-14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CF28F1B4-35BC-428A-9DAC-2F89FD61B2B8}"/>
                  </a:ext>
                </a:extLst>
              </p:cNvPr>
              <p:cNvSpPr/>
              <p:nvPr/>
            </p:nvSpPr>
            <p:spPr>
              <a:xfrm>
                <a:off x="4021558" y="6094850"/>
                <a:ext cx="3897542" cy="582147"/>
              </a:xfrm>
              <a:prstGeom prst="rect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pt-BR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𝑂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+7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+18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CF28F1B4-35BC-428A-9DAC-2F89FD61B2B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21558" y="6094850"/>
                <a:ext cx="3897542" cy="582147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6D99988C-8888-46DC-8F19-DBB4B2491AEB}"/>
              </a:ext>
            </a:extLst>
          </p:cNvPr>
          <p:cNvCxnSpPr/>
          <p:nvPr/>
        </p:nvCxnSpPr>
        <p:spPr>
          <a:xfrm>
            <a:off x="4008408" y="643975"/>
            <a:ext cx="3510642" cy="0"/>
          </a:xfrm>
          <a:prstGeom prst="straightConnector1">
            <a:avLst/>
          </a:prstGeom>
          <a:ln w="57150">
            <a:solidFill>
              <a:srgbClr val="FF99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71FA7878-46CD-402E-A636-172C7C0E594B}"/>
                  </a:ext>
                </a:extLst>
              </p:cNvPr>
              <p:cNvSpPr txBox="1"/>
              <p:nvPr/>
            </p:nvSpPr>
            <p:spPr>
              <a:xfrm>
                <a:off x="7550334" y="459309"/>
                <a:ext cx="107768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9900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rgbClr val="FF99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rgbClr val="FF99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b="0" i="1" smtClean="0">
                          <a:solidFill>
                            <a:srgbClr val="FF9900"/>
                          </a:solidFill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dirty="0">
                  <a:solidFill>
                    <a:srgbClr val="FF9900"/>
                  </a:solidFill>
                </a:endParaRPr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71FA7878-46CD-402E-A636-172C7C0E59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50334" y="459309"/>
                <a:ext cx="1077686" cy="369332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10466892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r>
              <a:rPr lang="en-US" dirty="0"/>
              <a:t>Strassen: Time Complexity-Master theorem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C04CAE4-AB89-4303-B6E0-D6DDC6BC39B7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42/92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1267820" y="2158331"/>
                <a:ext cx="3259356" cy="63337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sz="2000" b="0" dirty="0"/>
                  <a:t>   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pt-BR" sz="200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+7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endParaRPr lang="en-US" sz="2000" b="0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7820" y="2158331"/>
                <a:ext cx="3259356" cy="63337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" name="Group 8">
            <a:extLst>
              <a:ext uri="{FF2B5EF4-FFF2-40B4-BE49-F238E27FC236}">
                <a16:creationId xmlns:a16="http://schemas.microsoft.com/office/drawing/2014/main" id="{FE665FBD-4C5C-4744-9CB5-33EECF72F166}"/>
              </a:ext>
            </a:extLst>
          </p:cNvPr>
          <p:cNvGrpSpPr/>
          <p:nvPr/>
        </p:nvGrpSpPr>
        <p:grpSpPr>
          <a:xfrm>
            <a:off x="6770168" y="2456434"/>
            <a:ext cx="4314386" cy="1497304"/>
            <a:chOff x="581192" y="3131846"/>
            <a:chExt cx="4314386" cy="1497304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BA417CF-4712-46A8-AD0A-C26AF4C25FB5}"/>
                </a:ext>
              </a:extLst>
            </p:cNvPr>
            <p:cNvSpPr/>
            <p:nvPr/>
          </p:nvSpPr>
          <p:spPr>
            <a:xfrm>
              <a:off x="581192" y="3131846"/>
              <a:ext cx="4314386" cy="1497304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Rectangle 4">
                  <a:extLst>
                    <a:ext uri="{FF2B5EF4-FFF2-40B4-BE49-F238E27FC236}">
                      <a16:creationId xmlns:a16="http://schemas.microsoft.com/office/drawing/2014/main" id="{54D68D0C-B430-47E7-BBA6-1FC353EB85E4}"/>
                    </a:ext>
                  </a:extLst>
                </p:cNvPr>
                <p:cNvSpPr/>
                <p:nvPr/>
              </p:nvSpPr>
              <p:spPr>
                <a:xfrm>
                  <a:off x="581192" y="3131846"/>
                  <a:ext cx="4314386" cy="74546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  <m:d>
                          <m:dPr>
                            <m:ctrlPr>
                              <a:rPr lang="en-US" sz="2400" b="0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  <m:r>
                          <a:rPr lang="en-US" sz="24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4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sz="24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  <m:d>
                          <m:dPr>
                            <m:ctrlPr>
                              <a:rPr lang="en-US" sz="2400" b="0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2400" b="0" i="1" dirty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400" b="0" i="1" dirty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num>
                              <m:den>
                                <m:r>
                                  <a:rPr lang="en-US" sz="2400" b="0" i="1" dirty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den>
                            </m:f>
                          </m:e>
                        </m:d>
                        <m:r>
                          <a:rPr lang="en-US" sz="24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4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  <m:r>
                          <a:rPr lang="en-US" sz="24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en-US" sz="2400" b="0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sz="2400" b="0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  <m:func>
                          <m:funcPr>
                            <m:ctrlPr>
                              <a:rPr lang="en-US" sz="2400" b="0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sSup>
                              <m:sSupPr>
                                <m:ctrlPr>
                                  <a:rPr lang="en-US" sz="2400" b="0" i="1" dirty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lang="en-US" sz="2400" b="0" i="0" dirty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</m:e>
                              <m:sup>
                                <m:r>
                                  <a:rPr lang="en-US" sz="2400" b="0" i="1" dirty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sup>
                            </m:sSup>
                          </m:fName>
                          <m:e>
                            <m:r>
                              <a:rPr lang="en-US" sz="2400" b="0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sz="2400" b="0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) </m:t>
                            </m:r>
                          </m:e>
                        </m:func>
                      </m:oMath>
                    </m:oMathPara>
                  </a14:m>
                  <a:endParaRPr lang="en-US" sz="14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5" name="Rectangle 4">
                  <a:extLst>
                    <a:ext uri="{FF2B5EF4-FFF2-40B4-BE49-F238E27FC236}">
                      <a16:creationId xmlns:a16="http://schemas.microsoft.com/office/drawing/2014/main" id="{54D68D0C-B430-47E7-BBA6-1FC353EB85E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1192" y="3131846"/>
                  <a:ext cx="4314386" cy="745460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Rectangle 5">
                  <a:extLst>
                    <a:ext uri="{FF2B5EF4-FFF2-40B4-BE49-F238E27FC236}">
                      <a16:creationId xmlns:a16="http://schemas.microsoft.com/office/drawing/2014/main" id="{5BD86318-6FE6-46B3-8AFB-3F1635FDB1CA}"/>
                    </a:ext>
                  </a:extLst>
                </p:cNvPr>
                <p:cNvSpPr/>
                <p:nvPr/>
              </p:nvSpPr>
              <p:spPr>
                <a:xfrm>
                  <a:off x="657461" y="4025318"/>
                  <a:ext cx="3853363" cy="404983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𝑖𝑓</m:t>
                        </m:r>
                        <m:r>
                          <a:rPr lang="en-US" i="1" dirty="0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i="1" dirty="0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i="1" dirty="0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 &gt; </m:t>
                        </m:r>
                        <m:sSup>
                          <m:sSupPr>
                            <m:ctrlPr>
                              <a:rPr lang="en-US" b="0" i="1" dirty="0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 dirty="0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US" i="1" dirty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  <m:r>
                          <a:rPr lang="en-US" i="1" dirty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i="1" dirty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𝑡h𝑒𝑛</m:t>
                        </m:r>
                        <m:r>
                          <a:rPr lang="en-US" i="1" dirty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i="1" dirty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  <m:d>
                          <m:dPr>
                            <m:ctrlPr>
                              <a:rPr lang="en-US" i="1" dirty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 dirty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  <m:r>
                          <a:rPr lang="en-US" i="1" dirty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= </m:t>
                        </m:r>
                        <m:r>
                          <a:rPr lang="el-GR" i="1" dirty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  <m:d>
                          <m:dPr>
                            <m:ctrlPr>
                              <a:rPr lang="el-GR" i="1" dirty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i="1" dirty="0">
                                    <a:solidFill>
                                      <a:srgbClr val="00B0F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 dirty="0" err="1">
                                    <a:solidFill>
                                      <a:srgbClr val="00B0F0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p>
                                <m:func>
                                  <m:funcPr>
                                    <m:ctrlPr>
                                      <a:rPr lang="en-US" i="1" dirty="0">
                                        <a:solidFill>
                                          <a:srgbClr val="00B0F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sSub>
                                      <m:sSubPr>
                                        <m:ctrlPr>
                                          <a:rPr lang="en-US" i="1" dirty="0">
                                            <a:solidFill>
                                              <a:srgbClr val="00B0F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dirty="0">
                                            <a:solidFill>
                                              <a:srgbClr val="00B0F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log</m:t>
                                        </m:r>
                                      </m:e>
                                      <m:sub>
                                        <m:r>
                                          <a:rPr lang="en-US" i="1" dirty="0">
                                            <a:solidFill>
                                              <a:srgbClr val="00B0F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𝑏</m:t>
                                        </m:r>
                                      </m:sub>
                                    </m:sSub>
                                  </m:fName>
                                  <m:e>
                                    <m:r>
                                      <a:rPr lang="en-US" i="1" dirty="0">
                                        <a:solidFill>
                                          <a:srgbClr val="00B0F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</m:func>
                              </m:sup>
                            </m:sSup>
                          </m:e>
                        </m:d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" name="Rectangle 5">
                  <a:extLst>
                    <a:ext uri="{FF2B5EF4-FFF2-40B4-BE49-F238E27FC236}">
                      <a16:creationId xmlns:a16="http://schemas.microsoft.com/office/drawing/2014/main" id="{5BD86318-6FE6-46B3-8AFB-3F1635FDB1C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7461" y="4025318"/>
                  <a:ext cx="3853363" cy="404983"/>
                </a:xfrm>
                <a:prstGeom prst="rect">
                  <a:avLst/>
                </a:prstGeom>
                <a:blipFill>
                  <a:blip r:embed="rId6"/>
                  <a:stretch>
                    <a:fillRect b="-909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F377D1F-1712-4408-8908-CA03E4B07972}"/>
                  </a:ext>
                </a:extLst>
              </p:cNvPr>
              <p:cNvSpPr txBox="1"/>
              <p:nvPr/>
            </p:nvSpPr>
            <p:spPr>
              <a:xfrm>
                <a:off x="835297" y="3242769"/>
                <a:ext cx="3837581" cy="1390189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sz="2000" b="0" dirty="0"/>
                  <a:t>   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=7,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=2,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=2,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sz="2000" b="0" dirty="0"/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pt-BR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𝑂</m:t>
                      </m:r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p>
                              <m:func>
                                <m:func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sSub>
                                    <m:sSubPr>
                                      <m:ctrlP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2000" b="0" i="0" smtClean="0">
                                          <a:latin typeface="Cambria Math" panose="02040503050406030204" pitchFamily="18" charset="0"/>
                                        </a:rPr>
                                        <m:t>log</m:t>
                                      </m:r>
                                    </m:e>
                                    <m:sub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fName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7</m:t>
                                  </m:r>
                                </m:e>
                              </m:func>
                            </m:sup>
                          </m:sSup>
                        </m:e>
                      </m:d>
                      <m:sSup>
                        <m:s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𝑂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2.81</m:t>
                          </m:r>
                        </m:sup>
                      </m:sSup>
                      <m:r>
                        <a:rPr lang="en-US" sz="20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000" dirty="0"/>
              </a:p>
              <a:p>
                <a:pPr>
                  <a:lnSpc>
                    <a:spcPct val="150000"/>
                  </a:lnSpc>
                </a:pPr>
                <a:endParaRPr lang="en-US" sz="2000" b="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F377D1F-1712-4408-8908-CA03E4B079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5297" y="3242769"/>
                <a:ext cx="3837581" cy="139018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306604569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r>
              <a:rPr lang="en-US" dirty="0"/>
              <a:t>Example 4: Large Integer Multiplication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3E16E55-BB1F-46F1-B98D-5E2DF6137614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46/92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69A4B4E-A8DA-4B29-9366-3C8C746282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043" y="2261268"/>
            <a:ext cx="3286584" cy="342947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3B887A1-C096-41F9-AB73-F4D647F840BF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25154"/>
          <a:stretch/>
        </p:blipFill>
        <p:spPr>
          <a:xfrm flipH="1">
            <a:off x="3599792" y="1963652"/>
            <a:ext cx="2241555" cy="228058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C36BC14-252B-40AB-9AF2-E00B700025E4}"/>
              </a:ext>
            </a:extLst>
          </p:cNvPr>
          <p:cNvSpPr txBox="1"/>
          <p:nvPr/>
        </p:nvSpPr>
        <p:spPr>
          <a:xfrm flipH="1">
            <a:off x="3164884" y="4203209"/>
            <a:ext cx="299487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 Andrey Kolmogorov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CACD75A-FEB5-48E3-A159-FBA3402DF309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1548" t="3715"/>
          <a:stretch/>
        </p:blipFill>
        <p:spPr>
          <a:xfrm>
            <a:off x="5841348" y="3295150"/>
            <a:ext cx="5906610" cy="275159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1799808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r>
              <a:rPr lang="en-US" dirty="0"/>
              <a:t>Example 4: Large Integer Multiplication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3E16E55-BB1F-46F1-B98D-5E2DF6137614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47/92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581192" y="1761568"/>
                <a:ext cx="11944865" cy="256640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b="0" dirty="0"/>
                  <a:t>  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342900" indent="-342900">
                  <a:lnSpc>
                    <a:spcPct val="150000"/>
                  </a:lnSpc>
                  <a:buClr>
                    <a:schemeClr val="accent1"/>
                  </a:buClr>
                  <a:buFont typeface="Wingdings" panose="05000000000000000000" pitchFamily="2" charset="2"/>
                  <a:buChar char="§"/>
                </a:pPr>
                <a:r>
                  <a:rPr lang="en-US" altLang="en-US" sz="2400" dirty="0"/>
                  <a:t>Storing an n-digit large integer: </a:t>
                </a:r>
                <a14:m>
                  <m:oMath xmlns:m="http://schemas.openxmlformats.org/officeDocument/2006/math">
                    <m:r>
                      <a:rPr lang="en-US" sz="2400" b="1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𝟖</m:t>
                    </m:r>
                    <m:r>
                      <a:rPr lang="en-US" sz="2400" b="1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b="1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𝟐𝟓𝟔</m:t>
                    </m:r>
                    <m:r>
                      <a:rPr lang="en-US" sz="2400" b="1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b="1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𝟕𝟑𝟒</m:t>
                    </m:r>
                  </m:oMath>
                </a14:m>
                <a:endParaRPr lang="en-US" sz="2400" b="1" dirty="0">
                  <a:solidFill>
                    <a:srgbClr val="00B050"/>
                  </a:solidFill>
                </a:endParaRPr>
              </a:p>
              <a:p>
                <a:pPr marL="342900" indent="-342900">
                  <a:lnSpc>
                    <a:spcPct val="150000"/>
                  </a:lnSpc>
                  <a:buClr>
                    <a:schemeClr val="accent1"/>
                  </a:buClr>
                  <a:buFont typeface="Wingdings" panose="05000000000000000000" pitchFamily="2" charset="2"/>
                  <a:buChar char="§"/>
                </a:pPr>
                <a:endParaRPr lang="en-US" altLang="en-US" sz="2400" dirty="0"/>
              </a:p>
              <a:p>
                <a:pPr marL="342900" indent="-342900">
                  <a:lnSpc>
                    <a:spcPct val="150000"/>
                  </a:lnSpc>
                  <a:buClr>
                    <a:schemeClr val="accent1"/>
                  </a:buClr>
                  <a:buFont typeface="Wingdings" panose="05000000000000000000" pitchFamily="2" charset="2"/>
                  <a:buChar char="§"/>
                </a:pPr>
                <a:endParaRPr lang="en-US" altLang="en-US" sz="2400" dirty="0"/>
              </a:p>
              <a:p>
                <a:pPr marL="342900" indent="-342900">
                  <a:lnSpc>
                    <a:spcPct val="150000"/>
                  </a:lnSpc>
                  <a:buClr>
                    <a:schemeClr val="accent1"/>
                  </a:buClr>
                  <a:buFont typeface="Wingdings" panose="05000000000000000000" pitchFamily="2" charset="2"/>
                  <a:buChar char="§"/>
                </a:pPr>
                <a:r>
                  <a:rPr lang="en-US" altLang="en-US" sz="2400" dirty="0"/>
                  <a:t>Multiply be a power of </a:t>
                </a:r>
                <a14:m>
                  <m:oMath xmlns:m="http://schemas.openxmlformats.org/officeDocument/2006/math">
                    <m:r>
                      <a:rPr lang="en-US" altLang="en-US" sz="2400" i="1" dirty="0" smtClean="0"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lang="en-US" altLang="en-US" sz="2400" dirty="0"/>
                  <a:t>: </a:t>
                </a:r>
                <a14:m>
                  <m:oMath xmlns:m="http://schemas.openxmlformats.org/officeDocument/2006/math">
                    <m:r>
                      <a:rPr lang="en-US" sz="2400" b="1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𝟖</m:t>
                    </m:r>
                    <m:r>
                      <a:rPr lang="en-US" sz="2400" b="1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b="1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𝟐𝟓𝟔</m:t>
                    </m:r>
                    <m:r>
                      <a:rPr lang="en-US" sz="2400" b="1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b="1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𝟕𝟑𝟒</m:t>
                    </m:r>
                    <m:r>
                      <a:rPr lang="en-US" altLang="en-US" sz="2400" b="1" i="1" dirty="0" smtClean="0">
                        <a:latin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altLang="en-US" sz="24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en-US" sz="24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𝟏𝟎</m:t>
                        </m:r>
                      </m:e>
                      <m:sup>
                        <m:r>
                          <a:rPr lang="en-US" altLang="en-US" sz="24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𝟒</m:t>
                        </m:r>
                      </m:sup>
                    </m:sSup>
                  </m:oMath>
                </a14:m>
                <a:endParaRPr lang="en-US" altLang="en-US" sz="2400" b="1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1192" y="1761568"/>
                <a:ext cx="11944865" cy="2566408"/>
              </a:xfrm>
              <a:prstGeom prst="rect">
                <a:avLst/>
              </a:prstGeom>
              <a:blipFill>
                <a:blip r:embed="rId4"/>
                <a:stretch>
                  <a:fillRect l="-1429" b="-64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3075FF07-CEAE-4593-8062-CBA8A1E72E5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38856668"/>
                  </p:ext>
                </p:extLst>
              </p:nvPr>
            </p:nvGraphicFramePr>
            <p:xfrm>
              <a:off x="2005497" y="3172300"/>
              <a:ext cx="5004902" cy="472048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714986">
                      <a:extLst>
                        <a:ext uri="{9D8B030D-6E8A-4147-A177-3AD203B41FA5}">
                          <a16:colId xmlns:a16="http://schemas.microsoft.com/office/drawing/2014/main" val="3485432013"/>
                        </a:ext>
                      </a:extLst>
                    </a:gridCol>
                    <a:gridCol w="714986">
                      <a:extLst>
                        <a:ext uri="{9D8B030D-6E8A-4147-A177-3AD203B41FA5}">
                          <a16:colId xmlns:a16="http://schemas.microsoft.com/office/drawing/2014/main" val="3535571103"/>
                        </a:ext>
                      </a:extLst>
                    </a:gridCol>
                    <a:gridCol w="714986">
                      <a:extLst>
                        <a:ext uri="{9D8B030D-6E8A-4147-A177-3AD203B41FA5}">
                          <a16:colId xmlns:a16="http://schemas.microsoft.com/office/drawing/2014/main" val="2894790655"/>
                        </a:ext>
                      </a:extLst>
                    </a:gridCol>
                    <a:gridCol w="714986">
                      <a:extLst>
                        <a:ext uri="{9D8B030D-6E8A-4147-A177-3AD203B41FA5}">
                          <a16:colId xmlns:a16="http://schemas.microsoft.com/office/drawing/2014/main" val="2385454243"/>
                        </a:ext>
                      </a:extLst>
                    </a:gridCol>
                    <a:gridCol w="714986">
                      <a:extLst>
                        <a:ext uri="{9D8B030D-6E8A-4147-A177-3AD203B41FA5}">
                          <a16:colId xmlns:a16="http://schemas.microsoft.com/office/drawing/2014/main" val="3762021926"/>
                        </a:ext>
                      </a:extLst>
                    </a:gridCol>
                    <a:gridCol w="714986">
                      <a:extLst>
                        <a:ext uri="{9D8B030D-6E8A-4147-A177-3AD203B41FA5}">
                          <a16:colId xmlns:a16="http://schemas.microsoft.com/office/drawing/2014/main" val="2079640867"/>
                        </a:ext>
                      </a:extLst>
                    </a:gridCol>
                    <a:gridCol w="714986">
                      <a:extLst>
                        <a:ext uri="{9D8B030D-6E8A-4147-A177-3AD203B41FA5}">
                          <a16:colId xmlns:a16="http://schemas.microsoft.com/office/drawing/2014/main" val="763358162"/>
                        </a:ext>
                      </a:extLst>
                    </a:gridCol>
                  </a:tblGrid>
                  <a:tr h="472048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𝟖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𝟓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𝟔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𝟕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𝟑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𝟒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7150489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3075FF07-CEAE-4593-8062-CBA8A1E72E5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38856668"/>
                  </p:ext>
                </p:extLst>
              </p:nvPr>
            </p:nvGraphicFramePr>
            <p:xfrm>
              <a:off x="2005497" y="3172300"/>
              <a:ext cx="5004902" cy="472048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714986">
                      <a:extLst>
                        <a:ext uri="{9D8B030D-6E8A-4147-A177-3AD203B41FA5}">
                          <a16:colId xmlns:a16="http://schemas.microsoft.com/office/drawing/2014/main" val="3485432013"/>
                        </a:ext>
                      </a:extLst>
                    </a:gridCol>
                    <a:gridCol w="714986">
                      <a:extLst>
                        <a:ext uri="{9D8B030D-6E8A-4147-A177-3AD203B41FA5}">
                          <a16:colId xmlns:a16="http://schemas.microsoft.com/office/drawing/2014/main" val="3535571103"/>
                        </a:ext>
                      </a:extLst>
                    </a:gridCol>
                    <a:gridCol w="714986">
                      <a:extLst>
                        <a:ext uri="{9D8B030D-6E8A-4147-A177-3AD203B41FA5}">
                          <a16:colId xmlns:a16="http://schemas.microsoft.com/office/drawing/2014/main" val="2894790655"/>
                        </a:ext>
                      </a:extLst>
                    </a:gridCol>
                    <a:gridCol w="714986">
                      <a:extLst>
                        <a:ext uri="{9D8B030D-6E8A-4147-A177-3AD203B41FA5}">
                          <a16:colId xmlns:a16="http://schemas.microsoft.com/office/drawing/2014/main" val="2385454243"/>
                        </a:ext>
                      </a:extLst>
                    </a:gridCol>
                    <a:gridCol w="714986">
                      <a:extLst>
                        <a:ext uri="{9D8B030D-6E8A-4147-A177-3AD203B41FA5}">
                          <a16:colId xmlns:a16="http://schemas.microsoft.com/office/drawing/2014/main" val="3762021926"/>
                        </a:ext>
                      </a:extLst>
                    </a:gridCol>
                    <a:gridCol w="714986">
                      <a:extLst>
                        <a:ext uri="{9D8B030D-6E8A-4147-A177-3AD203B41FA5}">
                          <a16:colId xmlns:a16="http://schemas.microsoft.com/office/drawing/2014/main" val="2079640867"/>
                        </a:ext>
                      </a:extLst>
                    </a:gridCol>
                    <a:gridCol w="714986">
                      <a:extLst>
                        <a:ext uri="{9D8B030D-6E8A-4147-A177-3AD203B41FA5}">
                          <a16:colId xmlns:a16="http://schemas.microsoft.com/office/drawing/2014/main" val="763358162"/>
                        </a:ext>
                      </a:extLst>
                    </a:gridCol>
                  </a:tblGrid>
                  <a:tr h="47204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855" t="-1282" r="-605128" b="-256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100000" t="-1282" r="-500000" b="-256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201709" t="-1282" r="-404274" b="-256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299153" t="-1282" r="-300847" b="-256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402564" t="-1282" r="-203419" b="-256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498305" t="-1282" r="-101695" b="-256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603419" t="-1282" r="-2564" b="-256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71504890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A52EA94B-2E0B-4237-87FB-25DF2705A65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42846973"/>
                  </p:ext>
                </p:extLst>
              </p:nvPr>
            </p:nvGraphicFramePr>
            <p:xfrm>
              <a:off x="2064220" y="5056341"/>
              <a:ext cx="7809626" cy="472048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709966">
                      <a:extLst>
                        <a:ext uri="{9D8B030D-6E8A-4147-A177-3AD203B41FA5}">
                          <a16:colId xmlns:a16="http://schemas.microsoft.com/office/drawing/2014/main" val="3485432013"/>
                        </a:ext>
                      </a:extLst>
                    </a:gridCol>
                    <a:gridCol w="709966">
                      <a:extLst>
                        <a:ext uri="{9D8B030D-6E8A-4147-A177-3AD203B41FA5}">
                          <a16:colId xmlns:a16="http://schemas.microsoft.com/office/drawing/2014/main" val="3535571103"/>
                        </a:ext>
                      </a:extLst>
                    </a:gridCol>
                    <a:gridCol w="709966">
                      <a:extLst>
                        <a:ext uri="{9D8B030D-6E8A-4147-A177-3AD203B41FA5}">
                          <a16:colId xmlns:a16="http://schemas.microsoft.com/office/drawing/2014/main" val="2894790655"/>
                        </a:ext>
                      </a:extLst>
                    </a:gridCol>
                    <a:gridCol w="709966">
                      <a:extLst>
                        <a:ext uri="{9D8B030D-6E8A-4147-A177-3AD203B41FA5}">
                          <a16:colId xmlns:a16="http://schemas.microsoft.com/office/drawing/2014/main" val="2385454243"/>
                        </a:ext>
                      </a:extLst>
                    </a:gridCol>
                    <a:gridCol w="709966">
                      <a:extLst>
                        <a:ext uri="{9D8B030D-6E8A-4147-A177-3AD203B41FA5}">
                          <a16:colId xmlns:a16="http://schemas.microsoft.com/office/drawing/2014/main" val="3762021926"/>
                        </a:ext>
                      </a:extLst>
                    </a:gridCol>
                    <a:gridCol w="709966">
                      <a:extLst>
                        <a:ext uri="{9D8B030D-6E8A-4147-A177-3AD203B41FA5}">
                          <a16:colId xmlns:a16="http://schemas.microsoft.com/office/drawing/2014/main" val="2079640867"/>
                        </a:ext>
                      </a:extLst>
                    </a:gridCol>
                    <a:gridCol w="709966">
                      <a:extLst>
                        <a:ext uri="{9D8B030D-6E8A-4147-A177-3AD203B41FA5}">
                          <a16:colId xmlns:a16="http://schemas.microsoft.com/office/drawing/2014/main" val="763358162"/>
                        </a:ext>
                      </a:extLst>
                    </a:gridCol>
                    <a:gridCol w="709966">
                      <a:extLst>
                        <a:ext uri="{9D8B030D-6E8A-4147-A177-3AD203B41FA5}">
                          <a16:colId xmlns:a16="http://schemas.microsoft.com/office/drawing/2014/main" val="3408579169"/>
                        </a:ext>
                      </a:extLst>
                    </a:gridCol>
                    <a:gridCol w="709966">
                      <a:extLst>
                        <a:ext uri="{9D8B030D-6E8A-4147-A177-3AD203B41FA5}">
                          <a16:colId xmlns:a16="http://schemas.microsoft.com/office/drawing/2014/main" val="1620284871"/>
                        </a:ext>
                      </a:extLst>
                    </a:gridCol>
                    <a:gridCol w="709966">
                      <a:extLst>
                        <a:ext uri="{9D8B030D-6E8A-4147-A177-3AD203B41FA5}">
                          <a16:colId xmlns:a16="http://schemas.microsoft.com/office/drawing/2014/main" val="3045854394"/>
                        </a:ext>
                      </a:extLst>
                    </a:gridCol>
                    <a:gridCol w="709966">
                      <a:extLst>
                        <a:ext uri="{9D8B030D-6E8A-4147-A177-3AD203B41FA5}">
                          <a16:colId xmlns:a16="http://schemas.microsoft.com/office/drawing/2014/main" val="2616671653"/>
                        </a:ext>
                      </a:extLst>
                    </a:gridCol>
                  </a:tblGrid>
                  <a:tr h="472048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𝟖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𝟓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𝟔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𝟕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𝟑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𝟒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en-US" sz="2000" b="1" i="1" dirty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en-US" sz="2000" b="1" i="1" dirty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en-US" sz="2000" b="1" i="1" dirty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en-US" sz="2000" b="1" i="1" dirty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7150489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A52EA94B-2E0B-4237-87FB-25DF2705A65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42846973"/>
                  </p:ext>
                </p:extLst>
              </p:nvPr>
            </p:nvGraphicFramePr>
            <p:xfrm>
              <a:off x="2064220" y="5056341"/>
              <a:ext cx="7809626" cy="472048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709966">
                      <a:extLst>
                        <a:ext uri="{9D8B030D-6E8A-4147-A177-3AD203B41FA5}">
                          <a16:colId xmlns:a16="http://schemas.microsoft.com/office/drawing/2014/main" val="3485432013"/>
                        </a:ext>
                      </a:extLst>
                    </a:gridCol>
                    <a:gridCol w="709966">
                      <a:extLst>
                        <a:ext uri="{9D8B030D-6E8A-4147-A177-3AD203B41FA5}">
                          <a16:colId xmlns:a16="http://schemas.microsoft.com/office/drawing/2014/main" val="3535571103"/>
                        </a:ext>
                      </a:extLst>
                    </a:gridCol>
                    <a:gridCol w="709966">
                      <a:extLst>
                        <a:ext uri="{9D8B030D-6E8A-4147-A177-3AD203B41FA5}">
                          <a16:colId xmlns:a16="http://schemas.microsoft.com/office/drawing/2014/main" val="2894790655"/>
                        </a:ext>
                      </a:extLst>
                    </a:gridCol>
                    <a:gridCol w="709966">
                      <a:extLst>
                        <a:ext uri="{9D8B030D-6E8A-4147-A177-3AD203B41FA5}">
                          <a16:colId xmlns:a16="http://schemas.microsoft.com/office/drawing/2014/main" val="2385454243"/>
                        </a:ext>
                      </a:extLst>
                    </a:gridCol>
                    <a:gridCol w="709966">
                      <a:extLst>
                        <a:ext uri="{9D8B030D-6E8A-4147-A177-3AD203B41FA5}">
                          <a16:colId xmlns:a16="http://schemas.microsoft.com/office/drawing/2014/main" val="3762021926"/>
                        </a:ext>
                      </a:extLst>
                    </a:gridCol>
                    <a:gridCol w="709966">
                      <a:extLst>
                        <a:ext uri="{9D8B030D-6E8A-4147-A177-3AD203B41FA5}">
                          <a16:colId xmlns:a16="http://schemas.microsoft.com/office/drawing/2014/main" val="2079640867"/>
                        </a:ext>
                      </a:extLst>
                    </a:gridCol>
                    <a:gridCol w="709966">
                      <a:extLst>
                        <a:ext uri="{9D8B030D-6E8A-4147-A177-3AD203B41FA5}">
                          <a16:colId xmlns:a16="http://schemas.microsoft.com/office/drawing/2014/main" val="763358162"/>
                        </a:ext>
                      </a:extLst>
                    </a:gridCol>
                    <a:gridCol w="709966">
                      <a:extLst>
                        <a:ext uri="{9D8B030D-6E8A-4147-A177-3AD203B41FA5}">
                          <a16:colId xmlns:a16="http://schemas.microsoft.com/office/drawing/2014/main" val="3408579169"/>
                        </a:ext>
                      </a:extLst>
                    </a:gridCol>
                    <a:gridCol w="709966">
                      <a:extLst>
                        <a:ext uri="{9D8B030D-6E8A-4147-A177-3AD203B41FA5}">
                          <a16:colId xmlns:a16="http://schemas.microsoft.com/office/drawing/2014/main" val="1620284871"/>
                        </a:ext>
                      </a:extLst>
                    </a:gridCol>
                    <a:gridCol w="709966">
                      <a:extLst>
                        <a:ext uri="{9D8B030D-6E8A-4147-A177-3AD203B41FA5}">
                          <a16:colId xmlns:a16="http://schemas.microsoft.com/office/drawing/2014/main" val="3045854394"/>
                        </a:ext>
                      </a:extLst>
                    </a:gridCol>
                    <a:gridCol w="709966">
                      <a:extLst>
                        <a:ext uri="{9D8B030D-6E8A-4147-A177-3AD203B41FA5}">
                          <a16:colId xmlns:a16="http://schemas.microsoft.com/office/drawing/2014/main" val="2616671653"/>
                        </a:ext>
                      </a:extLst>
                    </a:gridCol>
                  </a:tblGrid>
                  <a:tr h="47204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6"/>
                          <a:stretch>
                            <a:fillRect l="-855" t="-1282" r="-997436" b="-256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6"/>
                          <a:stretch>
                            <a:fillRect l="-101724" t="-1282" r="-906034" b="-256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6"/>
                          <a:stretch>
                            <a:fillRect l="-200000" t="-1282" r="-798291" b="-256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6"/>
                          <a:stretch>
                            <a:fillRect l="-302586" t="-1282" r="-705172" b="-256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6"/>
                          <a:stretch>
                            <a:fillRect l="-399145" t="-1282" r="-599145" b="-256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6"/>
                          <a:stretch>
                            <a:fillRect l="-503448" t="-1282" r="-504310" b="-256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6"/>
                          <a:stretch>
                            <a:fillRect l="-598291" t="-1282" r="-400000" b="-256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6"/>
                          <a:stretch>
                            <a:fillRect l="-704310" t="-1282" r="-303448" b="-256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6"/>
                          <a:stretch>
                            <a:fillRect l="-797436" t="-1282" r="-200855" b="-256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6"/>
                          <a:stretch>
                            <a:fillRect l="-905172" t="-1282" r="-102586" b="-256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6"/>
                          <a:stretch>
                            <a:fillRect l="-996581" t="-1282" r="-1709" b="-256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71504890"/>
                      </a:ext>
                    </a:extLst>
                  </a:tr>
                </a:tbl>
              </a:graphicData>
            </a:graphic>
          </p:graphicFrame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306357151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r>
              <a:rPr lang="en-US" dirty="0"/>
              <a:t>Example 4: Large Integer Multiplication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3E16E55-BB1F-46F1-B98D-5E2DF6137614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48/92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581192" y="1761568"/>
                <a:ext cx="11944865" cy="90441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b="0" dirty="0"/>
                  <a:t>  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342900" indent="-342900">
                  <a:lnSpc>
                    <a:spcPct val="150000"/>
                  </a:lnSpc>
                  <a:buClr>
                    <a:schemeClr val="accent1"/>
                  </a:buClr>
                  <a:buFont typeface="Wingdings" panose="05000000000000000000" pitchFamily="2" charset="2"/>
                  <a:buChar char="§"/>
                </a:pPr>
                <a:r>
                  <a:rPr lang="en-US" altLang="en-US" sz="2400" dirty="0"/>
                  <a:t>Adding two large integers: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𝟖𝟓𝟎𝟑𝟔𝟖𝟎𝟎𝟎𝟎𝟎𝟎</m:t>
                    </m:r>
                    <m:r>
                      <a:rPr lang="en-US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b="1" i="1" smtClean="0">
                        <a:solidFill>
                          <a:srgbClr val="7BA946"/>
                        </a:solidFill>
                        <a:latin typeface="Cambria Math" panose="02040503050406030204" pitchFamily="18" charset="0"/>
                      </a:rPr>
                      <m:t>𝟕𝟓𝟏𝟗𝟖𝟎𝟐𝟎𝟎𝟎</m:t>
                    </m:r>
                    <m:r>
                      <a:rPr lang="en-US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=?</m:t>
                    </m:r>
                  </m:oMath>
                </a14:m>
                <a:endParaRPr lang="en-US" sz="2400" b="1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1192" y="1761568"/>
                <a:ext cx="11944865" cy="904415"/>
              </a:xfrm>
              <a:prstGeom prst="rect">
                <a:avLst/>
              </a:prstGeom>
              <a:blipFill>
                <a:blip r:embed="rId4"/>
                <a:stretch>
                  <a:fillRect l="-1429" b="-195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" name="Group 7">
            <a:extLst>
              <a:ext uri="{FF2B5EF4-FFF2-40B4-BE49-F238E27FC236}">
                <a16:creationId xmlns:a16="http://schemas.microsoft.com/office/drawing/2014/main" id="{7933826F-E1A4-45EA-BF3C-7EEC7906227D}"/>
              </a:ext>
            </a:extLst>
          </p:cNvPr>
          <p:cNvGrpSpPr/>
          <p:nvPr/>
        </p:nvGrpSpPr>
        <p:grpSpPr>
          <a:xfrm>
            <a:off x="2628124" y="3769532"/>
            <a:ext cx="2869694" cy="409956"/>
            <a:chOff x="3201572" y="3586089"/>
            <a:chExt cx="4267200" cy="609600"/>
          </a:xfrm>
        </p:grpSpPr>
        <p:sp>
          <p:nvSpPr>
            <p:cNvPr id="9" name="Rectangle 5">
              <a:extLst>
                <a:ext uri="{FF2B5EF4-FFF2-40B4-BE49-F238E27FC236}">
                  <a16:creationId xmlns:a16="http://schemas.microsoft.com/office/drawing/2014/main" id="{3D79ABA5-3ACE-47BB-9488-0C2BBB5C20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015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rgbClr val="FF0000"/>
                  </a:solidFill>
                  <a:latin typeface="Arial Rounded MT Bold" panose="020F0704030504030204" pitchFamily="34" charset="0"/>
                </a:rPr>
                <a:t>8</a:t>
              </a:r>
            </a:p>
          </p:txBody>
        </p:sp>
        <p:sp>
          <p:nvSpPr>
            <p:cNvPr id="10" name="Rectangle 6">
              <a:extLst>
                <a:ext uri="{FF2B5EF4-FFF2-40B4-BE49-F238E27FC236}">
                  <a16:creationId xmlns:a16="http://schemas.microsoft.com/office/drawing/2014/main" id="{9161314B-90A8-4FE7-8702-B77FE33CDA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111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rgbClr val="FF0000"/>
                  </a:solidFill>
                  <a:latin typeface="Arial Rounded MT Bold" panose="020F0704030504030204" pitchFamily="34" charset="0"/>
                </a:rPr>
                <a:t>5</a:t>
              </a:r>
            </a:p>
          </p:txBody>
        </p:sp>
        <p:sp>
          <p:nvSpPr>
            <p:cNvPr id="11" name="Rectangle 7">
              <a:extLst>
                <a:ext uri="{FF2B5EF4-FFF2-40B4-BE49-F238E27FC236}">
                  <a16:creationId xmlns:a16="http://schemas.microsoft.com/office/drawing/2014/main" id="{9FCA9C1E-7655-4520-BC52-1B028BC9A4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207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rgbClr val="FF0000"/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  <p:sp>
          <p:nvSpPr>
            <p:cNvPr id="12" name="Rectangle 8">
              <a:extLst>
                <a:ext uri="{FF2B5EF4-FFF2-40B4-BE49-F238E27FC236}">
                  <a16:creationId xmlns:a16="http://schemas.microsoft.com/office/drawing/2014/main" id="{1E506970-549C-4C6A-9610-22A2F6FDEE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303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rgbClr val="FF0000"/>
                  </a:solidFill>
                  <a:latin typeface="Arial Rounded MT Bold" panose="020F0704030504030204" pitchFamily="34" charset="0"/>
                </a:rPr>
                <a:t>3</a:t>
              </a:r>
            </a:p>
          </p:txBody>
        </p:sp>
        <p:sp>
          <p:nvSpPr>
            <p:cNvPr id="13" name="Rectangle 9">
              <a:extLst>
                <a:ext uri="{FF2B5EF4-FFF2-40B4-BE49-F238E27FC236}">
                  <a16:creationId xmlns:a16="http://schemas.microsoft.com/office/drawing/2014/main" id="{36460B6C-04E0-4D5D-853B-6B2076E46F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399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rgbClr val="FF0000"/>
                  </a:solidFill>
                  <a:latin typeface="Arial Rounded MT Bold" panose="020F0704030504030204" pitchFamily="34" charset="0"/>
                </a:rPr>
                <a:t>6</a:t>
              </a:r>
            </a:p>
          </p:txBody>
        </p:sp>
        <p:sp>
          <p:nvSpPr>
            <p:cNvPr id="14" name="Rectangle 10">
              <a:extLst>
                <a:ext uri="{FF2B5EF4-FFF2-40B4-BE49-F238E27FC236}">
                  <a16:creationId xmlns:a16="http://schemas.microsoft.com/office/drawing/2014/main" id="{DB024FB5-F3C6-4CED-8223-4B7E7ABE54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495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rgbClr val="FF0000"/>
                  </a:solidFill>
                  <a:latin typeface="Arial Rounded MT Bold" panose="020F0704030504030204" pitchFamily="34" charset="0"/>
                </a:rPr>
                <a:t>8</a:t>
              </a:r>
            </a:p>
          </p:txBody>
        </p:sp>
        <p:sp>
          <p:nvSpPr>
            <p:cNvPr id="15" name="Rectangle 11">
              <a:extLst>
                <a:ext uri="{FF2B5EF4-FFF2-40B4-BE49-F238E27FC236}">
                  <a16:creationId xmlns:a16="http://schemas.microsoft.com/office/drawing/2014/main" id="{E146CFD9-DED7-43F6-9CA1-BEF6D69C72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591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rgbClr val="FF0000"/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743807B6-D704-4859-93E3-92736C1978C0}"/>
              </a:ext>
            </a:extLst>
          </p:cNvPr>
          <p:cNvGrpSpPr/>
          <p:nvPr/>
        </p:nvGrpSpPr>
        <p:grpSpPr>
          <a:xfrm>
            <a:off x="5498324" y="3769532"/>
            <a:ext cx="2049781" cy="409956"/>
            <a:chOff x="3201572" y="3586089"/>
            <a:chExt cx="3048000" cy="609600"/>
          </a:xfrm>
        </p:grpSpPr>
        <p:sp>
          <p:nvSpPr>
            <p:cNvPr id="17" name="Rectangle 5">
              <a:extLst>
                <a:ext uri="{FF2B5EF4-FFF2-40B4-BE49-F238E27FC236}">
                  <a16:creationId xmlns:a16="http://schemas.microsoft.com/office/drawing/2014/main" id="{38BF07D9-564D-41E3-9C46-908AA4B00C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015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rgbClr val="FF0000"/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  <p:sp>
          <p:nvSpPr>
            <p:cNvPr id="18" name="Rectangle 6">
              <a:extLst>
                <a:ext uri="{FF2B5EF4-FFF2-40B4-BE49-F238E27FC236}">
                  <a16:creationId xmlns:a16="http://schemas.microsoft.com/office/drawing/2014/main" id="{D5ECDD13-309A-4AA0-9A20-9A5177C0A6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111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rgbClr val="FF0000"/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  <p:sp>
          <p:nvSpPr>
            <p:cNvPr id="19" name="Rectangle 7">
              <a:extLst>
                <a:ext uri="{FF2B5EF4-FFF2-40B4-BE49-F238E27FC236}">
                  <a16:creationId xmlns:a16="http://schemas.microsoft.com/office/drawing/2014/main" id="{9EB29CCB-C5F1-4F79-8790-7ABE16FD5C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207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rgbClr val="FF0000"/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  <p:sp>
          <p:nvSpPr>
            <p:cNvPr id="20" name="Rectangle 8">
              <a:extLst>
                <a:ext uri="{FF2B5EF4-FFF2-40B4-BE49-F238E27FC236}">
                  <a16:creationId xmlns:a16="http://schemas.microsoft.com/office/drawing/2014/main" id="{66B44671-747D-4255-9780-B279BF3015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303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rgbClr val="FF0000"/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  <p:sp>
          <p:nvSpPr>
            <p:cNvPr id="21" name="Rectangle 9">
              <a:extLst>
                <a:ext uri="{FF2B5EF4-FFF2-40B4-BE49-F238E27FC236}">
                  <a16:creationId xmlns:a16="http://schemas.microsoft.com/office/drawing/2014/main" id="{B37D96FF-237D-4BE0-AE15-851CFB316F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399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rgbClr val="FF0000"/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41F79FFD-71A2-4B75-8E0F-19CB8804A8AB}"/>
              </a:ext>
            </a:extLst>
          </p:cNvPr>
          <p:cNvGrpSpPr/>
          <p:nvPr/>
        </p:nvGrpSpPr>
        <p:grpSpPr>
          <a:xfrm>
            <a:off x="3440924" y="4442632"/>
            <a:ext cx="2869694" cy="409956"/>
            <a:chOff x="3201572" y="3586089"/>
            <a:chExt cx="4267200" cy="609600"/>
          </a:xfrm>
        </p:grpSpPr>
        <p:sp>
          <p:nvSpPr>
            <p:cNvPr id="23" name="Rectangle 5">
              <a:extLst>
                <a:ext uri="{FF2B5EF4-FFF2-40B4-BE49-F238E27FC236}">
                  <a16:creationId xmlns:a16="http://schemas.microsoft.com/office/drawing/2014/main" id="{C68E1820-B0D4-4C80-AAE7-ED5C15D313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015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chemeClr val="accent5">
                      <a:lumMod val="75000"/>
                    </a:schemeClr>
                  </a:solidFill>
                  <a:latin typeface="Arial Rounded MT Bold" panose="020F0704030504030204" pitchFamily="34" charset="0"/>
                </a:rPr>
                <a:t>7</a:t>
              </a:r>
            </a:p>
          </p:txBody>
        </p:sp>
        <p:sp>
          <p:nvSpPr>
            <p:cNvPr id="24" name="Rectangle 6">
              <a:extLst>
                <a:ext uri="{FF2B5EF4-FFF2-40B4-BE49-F238E27FC236}">
                  <a16:creationId xmlns:a16="http://schemas.microsoft.com/office/drawing/2014/main" id="{59F00912-BDB6-440D-829E-7DA06BF730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111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chemeClr val="accent5">
                      <a:lumMod val="75000"/>
                    </a:schemeClr>
                  </a:solidFill>
                  <a:latin typeface="Arial Rounded MT Bold" panose="020F0704030504030204" pitchFamily="34" charset="0"/>
                </a:rPr>
                <a:t>5</a:t>
              </a:r>
            </a:p>
          </p:txBody>
        </p:sp>
        <p:sp>
          <p:nvSpPr>
            <p:cNvPr id="25" name="Rectangle 7">
              <a:extLst>
                <a:ext uri="{FF2B5EF4-FFF2-40B4-BE49-F238E27FC236}">
                  <a16:creationId xmlns:a16="http://schemas.microsoft.com/office/drawing/2014/main" id="{05C8812E-7013-4DAC-898B-B1C69CD585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207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chemeClr val="accent5">
                      <a:lumMod val="75000"/>
                    </a:schemeClr>
                  </a:solidFill>
                  <a:latin typeface="Arial Rounded MT Bold" panose="020F0704030504030204" pitchFamily="34" charset="0"/>
                </a:rPr>
                <a:t>1</a:t>
              </a:r>
            </a:p>
          </p:txBody>
        </p:sp>
        <p:sp>
          <p:nvSpPr>
            <p:cNvPr id="26" name="Rectangle 8">
              <a:extLst>
                <a:ext uri="{FF2B5EF4-FFF2-40B4-BE49-F238E27FC236}">
                  <a16:creationId xmlns:a16="http://schemas.microsoft.com/office/drawing/2014/main" id="{F4887AC4-BC8B-40AB-862C-B635A4B1BD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303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chemeClr val="accent5">
                      <a:lumMod val="75000"/>
                    </a:schemeClr>
                  </a:solidFill>
                  <a:latin typeface="Arial Rounded MT Bold" panose="020F0704030504030204" pitchFamily="34" charset="0"/>
                </a:rPr>
                <a:t>9</a:t>
              </a:r>
            </a:p>
          </p:txBody>
        </p:sp>
        <p:sp>
          <p:nvSpPr>
            <p:cNvPr id="27" name="Rectangle 9">
              <a:extLst>
                <a:ext uri="{FF2B5EF4-FFF2-40B4-BE49-F238E27FC236}">
                  <a16:creationId xmlns:a16="http://schemas.microsoft.com/office/drawing/2014/main" id="{2F7E981C-606A-4B07-9427-D385FA61A4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399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chemeClr val="accent5">
                      <a:lumMod val="75000"/>
                    </a:schemeClr>
                  </a:solidFill>
                  <a:latin typeface="Arial Rounded MT Bold" panose="020F0704030504030204" pitchFamily="34" charset="0"/>
                </a:rPr>
                <a:t>8</a:t>
              </a:r>
            </a:p>
          </p:txBody>
        </p:sp>
        <p:sp>
          <p:nvSpPr>
            <p:cNvPr id="28" name="Rectangle 10">
              <a:extLst>
                <a:ext uri="{FF2B5EF4-FFF2-40B4-BE49-F238E27FC236}">
                  <a16:creationId xmlns:a16="http://schemas.microsoft.com/office/drawing/2014/main" id="{ACBFA567-5AE5-4FEC-B43A-578D2B53D5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495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chemeClr val="accent5">
                      <a:lumMod val="75000"/>
                    </a:schemeClr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  <p:sp>
          <p:nvSpPr>
            <p:cNvPr id="29" name="Rectangle 11">
              <a:extLst>
                <a:ext uri="{FF2B5EF4-FFF2-40B4-BE49-F238E27FC236}">
                  <a16:creationId xmlns:a16="http://schemas.microsoft.com/office/drawing/2014/main" id="{58BAFCC2-93E4-4EF3-8A3F-B76EF208C3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591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chemeClr val="accent5">
                      <a:lumMod val="75000"/>
                    </a:schemeClr>
                  </a:solidFill>
                  <a:latin typeface="Arial Rounded MT Bold" panose="020F0704030504030204" pitchFamily="34" charset="0"/>
                </a:rPr>
                <a:t>2</a:t>
              </a: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8B13D980-BE3F-4082-A952-93CDCE623814}"/>
              </a:ext>
            </a:extLst>
          </p:cNvPr>
          <p:cNvGrpSpPr/>
          <p:nvPr/>
        </p:nvGrpSpPr>
        <p:grpSpPr>
          <a:xfrm>
            <a:off x="6311124" y="4442632"/>
            <a:ext cx="1229869" cy="409956"/>
            <a:chOff x="3201572" y="3586089"/>
            <a:chExt cx="1828800" cy="609600"/>
          </a:xfrm>
        </p:grpSpPr>
        <p:sp>
          <p:nvSpPr>
            <p:cNvPr id="31" name="Rectangle 5">
              <a:extLst>
                <a:ext uri="{FF2B5EF4-FFF2-40B4-BE49-F238E27FC236}">
                  <a16:creationId xmlns:a16="http://schemas.microsoft.com/office/drawing/2014/main" id="{637DCB8F-FBCB-49F4-B82F-F16CDF9085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015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rgbClr val="7BA946"/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  <p:sp>
          <p:nvSpPr>
            <p:cNvPr id="32" name="Rectangle 6">
              <a:extLst>
                <a:ext uri="{FF2B5EF4-FFF2-40B4-BE49-F238E27FC236}">
                  <a16:creationId xmlns:a16="http://schemas.microsoft.com/office/drawing/2014/main" id="{1B809067-A57D-4EAE-8A4B-B5C9EDA657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111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rgbClr val="7BA946"/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  <p:sp>
          <p:nvSpPr>
            <p:cNvPr id="33" name="Rectangle 7">
              <a:extLst>
                <a:ext uri="{FF2B5EF4-FFF2-40B4-BE49-F238E27FC236}">
                  <a16:creationId xmlns:a16="http://schemas.microsoft.com/office/drawing/2014/main" id="{0BEB6B78-6165-4E1C-919E-242A89B629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207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rgbClr val="7BA946"/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</p:grpSp>
      <p:sp>
        <p:nvSpPr>
          <p:cNvPr id="34" name="Rectangle 6">
            <a:extLst>
              <a:ext uri="{FF2B5EF4-FFF2-40B4-BE49-F238E27FC236}">
                <a16:creationId xmlns:a16="http://schemas.microsoft.com/office/drawing/2014/main" id="{4AFB6BF2-F859-4386-8E83-E2D66A420D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70680" y="4366432"/>
            <a:ext cx="409956" cy="409956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en-US" sz="2400" b="1" dirty="0">
                <a:latin typeface="Arial Rounded MT Bold" panose="020F0704030504030204" pitchFamily="34" charset="0"/>
              </a:rPr>
              <a:t>0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67A0ADC-1DB6-4C7E-B4B8-12E1A40C46ED}"/>
              </a:ext>
            </a:extLst>
          </p:cNvPr>
          <p:cNvSpPr txBox="1"/>
          <p:nvPr/>
        </p:nvSpPr>
        <p:spPr>
          <a:xfrm>
            <a:off x="9743676" y="3976516"/>
            <a:ext cx="784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0"/>
              </a:rPr>
              <a:t>carry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80274695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r>
              <a:rPr lang="en-US" dirty="0"/>
              <a:t>L.I.M: Summation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3146F5B-AA04-44C7-A597-6B236CC17A74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49/92</a:t>
            </a:r>
          </a:p>
        </p:txBody>
      </p:sp>
      <p:grpSp>
        <p:nvGrpSpPr>
          <p:cNvPr id="127" name="Group 126"/>
          <p:cNvGrpSpPr/>
          <p:nvPr/>
        </p:nvGrpSpPr>
        <p:grpSpPr>
          <a:xfrm>
            <a:off x="2946906" y="5395665"/>
            <a:ext cx="2869694" cy="409956"/>
            <a:chOff x="3201572" y="3586089"/>
            <a:chExt cx="4267200" cy="609600"/>
          </a:xfrm>
        </p:grpSpPr>
        <p:sp>
          <p:nvSpPr>
            <p:cNvPr id="128" name="Rectangle 5"/>
            <p:cNvSpPr>
              <a:spLocks noChangeArrowheads="1"/>
            </p:cNvSpPr>
            <p:nvPr/>
          </p:nvSpPr>
          <p:spPr bwMode="auto">
            <a:xfrm>
              <a:off x="32015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rgbClr val="7030A0"/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  <p:sp>
          <p:nvSpPr>
            <p:cNvPr id="129" name="Rectangle 6"/>
            <p:cNvSpPr>
              <a:spLocks noChangeArrowheads="1"/>
            </p:cNvSpPr>
            <p:nvPr/>
          </p:nvSpPr>
          <p:spPr bwMode="auto">
            <a:xfrm>
              <a:off x="38111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rgbClr val="7030A0"/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  <p:sp>
          <p:nvSpPr>
            <p:cNvPr id="130" name="Rectangle 7"/>
            <p:cNvSpPr>
              <a:spLocks noChangeArrowheads="1"/>
            </p:cNvSpPr>
            <p:nvPr/>
          </p:nvSpPr>
          <p:spPr bwMode="auto">
            <a:xfrm>
              <a:off x="44207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rgbClr val="7030A0"/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  <p:sp>
          <p:nvSpPr>
            <p:cNvPr id="131" name="Rectangle 8"/>
            <p:cNvSpPr>
              <a:spLocks noChangeArrowheads="1"/>
            </p:cNvSpPr>
            <p:nvPr/>
          </p:nvSpPr>
          <p:spPr bwMode="auto">
            <a:xfrm>
              <a:off x="50303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rgbClr val="7030A0"/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  <p:sp>
          <p:nvSpPr>
            <p:cNvPr id="132" name="Rectangle 9"/>
            <p:cNvSpPr>
              <a:spLocks noChangeArrowheads="1"/>
            </p:cNvSpPr>
            <p:nvPr/>
          </p:nvSpPr>
          <p:spPr bwMode="auto">
            <a:xfrm>
              <a:off x="56399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rgbClr val="7030A0"/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  <p:sp>
          <p:nvSpPr>
            <p:cNvPr id="133" name="Rectangle 10"/>
            <p:cNvSpPr>
              <a:spLocks noChangeArrowheads="1"/>
            </p:cNvSpPr>
            <p:nvPr/>
          </p:nvSpPr>
          <p:spPr bwMode="auto">
            <a:xfrm>
              <a:off x="62495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rgbClr val="7030A0"/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  <p:sp>
          <p:nvSpPr>
            <p:cNvPr id="134" name="Rectangle 11"/>
            <p:cNvSpPr>
              <a:spLocks noChangeArrowheads="1"/>
            </p:cNvSpPr>
            <p:nvPr/>
          </p:nvSpPr>
          <p:spPr bwMode="auto">
            <a:xfrm>
              <a:off x="68591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rgbClr val="7030A0"/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</p:grpSp>
      <p:grpSp>
        <p:nvGrpSpPr>
          <p:cNvPr id="135" name="Group 134"/>
          <p:cNvGrpSpPr/>
          <p:nvPr/>
        </p:nvGrpSpPr>
        <p:grpSpPr>
          <a:xfrm>
            <a:off x="5817106" y="5395665"/>
            <a:ext cx="2049781" cy="409956"/>
            <a:chOff x="3201572" y="3586089"/>
            <a:chExt cx="3048000" cy="609600"/>
          </a:xfrm>
        </p:grpSpPr>
        <p:sp>
          <p:nvSpPr>
            <p:cNvPr id="136" name="Rectangle 5"/>
            <p:cNvSpPr>
              <a:spLocks noChangeArrowheads="1"/>
            </p:cNvSpPr>
            <p:nvPr/>
          </p:nvSpPr>
          <p:spPr bwMode="auto">
            <a:xfrm>
              <a:off x="32015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rgbClr val="7030A0"/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  <p:sp>
          <p:nvSpPr>
            <p:cNvPr id="137" name="Rectangle 6"/>
            <p:cNvSpPr>
              <a:spLocks noChangeArrowheads="1"/>
            </p:cNvSpPr>
            <p:nvPr/>
          </p:nvSpPr>
          <p:spPr bwMode="auto">
            <a:xfrm>
              <a:off x="38111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rgbClr val="7030A0"/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  <p:sp>
          <p:nvSpPr>
            <p:cNvPr id="138" name="Rectangle 7"/>
            <p:cNvSpPr>
              <a:spLocks noChangeArrowheads="1"/>
            </p:cNvSpPr>
            <p:nvPr/>
          </p:nvSpPr>
          <p:spPr bwMode="auto">
            <a:xfrm>
              <a:off x="44207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rgbClr val="7030A0"/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  <p:sp>
          <p:nvSpPr>
            <p:cNvPr id="139" name="Rectangle 8"/>
            <p:cNvSpPr>
              <a:spLocks noChangeArrowheads="1"/>
            </p:cNvSpPr>
            <p:nvPr/>
          </p:nvSpPr>
          <p:spPr bwMode="auto">
            <a:xfrm>
              <a:off x="50303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rgbClr val="7030A0"/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  <p:sp>
          <p:nvSpPr>
            <p:cNvPr id="140" name="Rectangle 9"/>
            <p:cNvSpPr>
              <a:spLocks noChangeArrowheads="1"/>
            </p:cNvSpPr>
            <p:nvPr/>
          </p:nvSpPr>
          <p:spPr bwMode="auto">
            <a:xfrm>
              <a:off x="56399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rgbClr val="7030A0"/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</p:grpSp>
      <p:cxnSp>
        <p:nvCxnSpPr>
          <p:cNvPr id="6" name="Straight Connector 5"/>
          <p:cNvCxnSpPr/>
          <p:nvPr/>
        </p:nvCxnSpPr>
        <p:spPr>
          <a:xfrm flipH="1">
            <a:off x="1320800" y="4708478"/>
            <a:ext cx="90424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1" name="Rectangle 6"/>
          <p:cNvSpPr>
            <a:spLocks noChangeArrowheads="1"/>
          </p:cNvSpPr>
          <p:nvPr/>
        </p:nvSpPr>
        <p:spPr bwMode="auto">
          <a:xfrm>
            <a:off x="2531362" y="5395665"/>
            <a:ext cx="409956" cy="40995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en-US" sz="2400" b="1" dirty="0">
                <a:solidFill>
                  <a:srgbClr val="7030A0"/>
                </a:solidFill>
                <a:latin typeface="Arial Rounded MT Bold" panose="020F0704030504030204" pitchFamily="34" charset="0"/>
              </a:rPr>
              <a:t>0</a:t>
            </a:r>
          </a:p>
        </p:txBody>
      </p:sp>
      <p:sp>
        <p:nvSpPr>
          <p:cNvPr id="142" name="Rectangle 6"/>
          <p:cNvSpPr>
            <a:spLocks noChangeArrowheads="1"/>
          </p:cNvSpPr>
          <p:nvPr/>
        </p:nvSpPr>
        <p:spPr bwMode="auto">
          <a:xfrm>
            <a:off x="10189462" y="3262065"/>
            <a:ext cx="409956" cy="409956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en-US" sz="2400" b="1" dirty="0">
                <a:latin typeface="Arial Rounded MT Bold" panose="020F0704030504030204" pitchFamily="34" charset="0"/>
              </a:rPr>
              <a:t>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62458" y="2872149"/>
            <a:ext cx="784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0"/>
              </a:rPr>
              <a:t>carry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1987807" y="3467043"/>
            <a:ext cx="47131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/>
              <a:t>+</a:t>
            </a:r>
          </a:p>
        </p:txBody>
      </p:sp>
      <p:grpSp>
        <p:nvGrpSpPr>
          <p:cNvPr id="58" name="Group 57">
            <a:extLst>
              <a:ext uri="{FF2B5EF4-FFF2-40B4-BE49-F238E27FC236}">
                <a16:creationId xmlns:a16="http://schemas.microsoft.com/office/drawing/2014/main" id="{29070009-E70D-4D7D-BCEA-E463FBB42811}"/>
              </a:ext>
            </a:extLst>
          </p:cNvPr>
          <p:cNvGrpSpPr/>
          <p:nvPr/>
        </p:nvGrpSpPr>
        <p:grpSpPr>
          <a:xfrm>
            <a:off x="3225800" y="2659943"/>
            <a:ext cx="2869694" cy="409956"/>
            <a:chOff x="3201572" y="3586089"/>
            <a:chExt cx="4267200" cy="609600"/>
          </a:xfrm>
        </p:grpSpPr>
        <p:sp>
          <p:nvSpPr>
            <p:cNvPr id="59" name="Rectangle 5">
              <a:extLst>
                <a:ext uri="{FF2B5EF4-FFF2-40B4-BE49-F238E27FC236}">
                  <a16:creationId xmlns:a16="http://schemas.microsoft.com/office/drawing/2014/main" id="{88899B51-C9C7-41C0-B1B2-A9D153E3D0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015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rgbClr val="FF0000"/>
                  </a:solidFill>
                  <a:latin typeface="Arial Rounded MT Bold" panose="020F0704030504030204" pitchFamily="34" charset="0"/>
                </a:rPr>
                <a:t>8</a:t>
              </a:r>
            </a:p>
          </p:txBody>
        </p:sp>
        <p:sp>
          <p:nvSpPr>
            <p:cNvPr id="60" name="Rectangle 6">
              <a:extLst>
                <a:ext uri="{FF2B5EF4-FFF2-40B4-BE49-F238E27FC236}">
                  <a16:creationId xmlns:a16="http://schemas.microsoft.com/office/drawing/2014/main" id="{7DB6AED7-AB88-41D3-99F0-54C3995EB4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111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rgbClr val="FF0000"/>
                  </a:solidFill>
                  <a:latin typeface="Arial Rounded MT Bold" panose="020F0704030504030204" pitchFamily="34" charset="0"/>
                </a:rPr>
                <a:t>5</a:t>
              </a:r>
            </a:p>
          </p:txBody>
        </p:sp>
        <p:sp>
          <p:nvSpPr>
            <p:cNvPr id="61" name="Rectangle 7">
              <a:extLst>
                <a:ext uri="{FF2B5EF4-FFF2-40B4-BE49-F238E27FC236}">
                  <a16:creationId xmlns:a16="http://schemas.microsoft.com/office/drawing/2014/main" id="{C8CDEF3B-9B26-4185-96A1-071C789EDA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207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rgbClr val="FF0000"/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  <p:sp>
          <p:nvSpPr>
            <p:cNvPr id="62" name="Rectangle 8">
              <a:extLst>
                <a:ext uri="{FF2B5EF4-FFF2-40B4-BE49-F238E27FC236}">
                  <a16:creationId xmlns:a16="http://schemas.microsoft.com/office/drawing/2014/main" id="{9A0EF4BB-A31E-4E93-928F-0B6E9C71C8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303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rgbClr val="FF0000"/>
                  </a:solidFill>
                  <a:latin typeface="Arial Rounded MT Bold" panose="020F0704030504030204" pitchFamily="34" charset="0"/>
                </a:rPr>
                <a:t>3</a:t>
              </a:r>
            </a:p>
          </p:txBody>
        </p:sp>
        <p:sp>
          <p:nvSpPr>
            <p:cNvPr id="63" name="Rectangle 9">
              <a:extLst>
                <a:ext uri="{FF2B5EF4-FFF2-40B4-BE49-F238E27FC236}">
                  <a16:creationId xmlns:a16="http://schemas.microsoft.com/office/drawing/2014/main" id="{8ED335F4-611F-459F-A4D2-7621656C40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399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rgbClr val="FF0000"/>
                  </a:solidFill>
                  <a:latin typeface="Arial Rounded MT Bold" panose="020F0704030504030204" pitchFamily="34" charset="0"/>
                </a:rPr>
                <a:t>6</a:t>
              </a:r>
            </a:p>
          </p:txBody>
        </p:sp>
        <p:sp>
          <p:nvSpPr>
            <p:cNvPr id="64" name="Rectangle 10">
              <a:extLst>
                <a:ext uri="{FF2B5EF4-FFF2-40B4-BE49-F238E27FC236}">
                  <a16:creationId xmlns:a16="http://schemas.microsoft.com/office/drawing/2014/main" id="{F225F812-228E-48D6-A287-F1168B047E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495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rgbClr val="FF0000"/>
                  </a:solidFill>
                  <a:latin typeface="Arial Rounded MT Bold" panose="020F0704030504030204" pitchFamily="34" charset="0"/>
                </a:rPr>
                <a:t>8</a:t>
              </a:r>
            </a:p>
          </p:txBody>
        </p:sp>
        <p:sp>
          <p:nvSpPr>
            <p:cNvPr id="65" name="Rectangle 11">
              <a:extLst>
                <a:ext uri="{FF2B5EF4-FFF2-40B4-BE49-F238E27FC236}">
                  <a16:creationId xmlns:a16="http://schemas.microsoft.com/office/drawing/2014/main" id="{C4CBE9FA-0B5B-4DD4-A0D5-FC90306606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591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rgbClr val="FF0000"/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3141CF54-D385-448F-83D4-6306E7EFD805}"/>
              </a:ext>
            </a:extLst>
          </p:cNvPr>
          <p:cNvGrpSpPr/>
          <p:nvPr/>
        </p:nvGrpSpPr>
        <p:grpSpPr>
          <a:xfrm>
            <a:off x="6096000" y="2659943"/>
            <a:ext cx="2049781" cy="409956"/>
            <a:chOff x="3201572" y="3586089"/>
            <a:chExt cx="3048000" cy="609600"/>
          </a:xfrm>
        </p:grpSpPr>
        <p:sp>
          <p:nvSpPr>
            <p:cNvPr id="67" name="Rectangle 5">
              <a:extLst>
                <a:ext uri="{FF2B5EF4-FFF2-40B4-BE49-F238E27FC236}">
                  <a16:creationId xmlns:a16="http://schemas.microsoft.com/office/drawing/2014/main" id="{EDB41256-A5CD-4C22-81BF-606292D8EC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015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rgbClr val="FF0000"/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  <p:sp>
          <p:nvSpPr>
            <p:cNvPr id="68" name="Rectangle 6">
              <a:extLst>
                <a:ext uri="{FF2B5EF4-FFF2-40B4-BE49-F238E27FC236}">
                  <a16:creationId xmlns:a16="http://schemas.microsoft.com/office/drawing/2014/main" id="{8BC3772B-42D2-41AC-8EA7-FF1392088D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111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rgbClr val="FF0000"/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  <p:sp>
          <p:nvSpPr>
            <p:cNvPr id="69" name="Rectangle 7">
              <a:extLst>
                <a:ext uri="{FF2B5EF4-FFF2-40B4-BE49-F238E27FC236}">
                  <a16:creationId xmlns:a16="http://schemas.microsoft.com/office/drawing/2014/main" id="{701CF50A-0E39-4263-946D-77A91DA844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207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rgbClr val="FF0000"/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  <p:sp>
          <p:nvSpPr>
            <p:cNvPr id="70" name="Rectangle 8">
              <a:extLst>
                <a:ext uri="{FF2B5EF4-FFF2-40B4-BE49-F238E27FC236}">
                  <a16:creationId xmlns:a16="http://schemas.microsoft.com/office/drawing/2014/main" id="{6D49F1EC-8DE4-42B7-83BA-82412CA7B9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303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rgbClr val="FF0000"/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  <p:sp>
          <p:nvSpPr>
            <p:cNvPr id="71" name="Rectangle 9">
              <a:extLst>
                <a:ext uri="{FF2B5EF4-FFF2-40B4-BE49-F238E27FC236}">
                  <a16:creationId xmlns:a16="http://schemas.microsoft.com/office/drawing/2014/main" id="{04640569-6691-40BC-9D04-35F0AF3621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399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rgbClr val="FF0000"/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44289CE3-ED8A-4CFA-AC6A-9913317512C6}"/>
              </a:ext>
            </a:extLst>
          </p:cNvPr>
          <p:cNvGrpSpPr/>
          <p:nvPr/>
        </p:nvGrpSpPr>
        <p:grpSpPr>
          <a:xfrm>
            <a:off x="4038600" y="3333043"/>
            <a:ext cx="2869694" cy="409956"/>
            <a:chOff x="3201572" y="3586089"/>
            <a:chExt cx="4267200" cy="609600"/>
          </a:xfrm>
        </p:grpSpPr>
        <p:sp>
          <p:nvSpPr>
            <p:cNvPr id="73" name="Rectangle 5">
              <a:extLst>
                <a:ext uri="{FF2B5EF4-FFF2-40B4-BE49-F238E27FC236}">
                  <a16:creationId xmlns:a16="http://schemas.microsoft.com/office/drawing/2014/main" id="{814A5575-4404-448E-9B66-F62B059F47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015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chemeClr val="accent5">
                      <a:lumMod val="75000"/>
                    </a:schemeClr>
                  </a:solidFill>
                  <a:latin typeface="Arial Rounded MT Bold" panose="020F0704030504030204" pitchFamily="34" charset="0"/>
                </a:rPr>
                <a:t>7</a:t>
              </a:r>
            </a:p>
          </p:txBody>
        </p:sp>
        <p:sp>
          <p:nvSpPr>
            <p:cNvPr id="74" name="Rectangle 6">
              <a:extLst>
                <a:ext uri="{FF2B5EF4-FFF2-40B4-BE49-F238E27FC236}">
                  <a16:creationId xmlns:a16="http://schemas.microsoft.com/office/drawing/2014/main" id="{D579DBBA-056E-4C7C-B6E6-EA0C468F00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111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chemeClr val="accent5">
                      <a:lumMod val="75000"/>
                    </a:schemeClr>
                  </a:solidFill>
                  <a:latin typeface="Arial Rounded MT Bold" panose="020F0704030504030204" pitchFamily="34" charset="0"/>
                </a:rPr>
                <a:t>5</a:t>
              </a:r>
            </a:p>
          </p:txBody>
        </p:sp>
        <p:sp>
          <p:nvSpPr>
            <p:cNvPr id="75" name="Rectangle 7">
              <a:extLst>
                <a:ext uri="{FF2B5EF4-FFF2-40B4-BE49-F238E27FC236}">
                  <a16:creationId xmlns:a16="http://schemas.microsoft.com/office/drawing/2014/main" id="{EBDE9313-4097-4774-B747-4435E0941C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207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chemeClr val="accent5">
                      <a:lumMod val="75000"/>
                    </a:schemeClr>
                  </a:solidFill>
                  <a:latin typeface="Arial Rounded MT Bold" panose="020F0704030504030204" pitchFamily="34" charset="0"/>
                </a:rPr>
                <a:t>1</a:t>
              </a:r>
            </a:p>
          </p:txBody>
        </p:sp>
        <p:sp>
          <p:nvSpPr>
            <p:cNvPr id="76" name="Rectangle 8">
              <a:extLst>
                <a:ext uri="{FF2B5EF4-FFF2-40B4-BE49-F238E27FC236}">
                  <a16:creationId xmlns:a16="http://schemas.microsoft.com/office/drawing/2014/main" id="{9362CFBA-4F2E-4802-AF28-813E0FD5C2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303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chemeClr val="accent5">
                      <a:lumMod val="75000"/>
                    </a:schemeClr>
                  </a:solidFill>
                  <a:latin typeface="Arial Rounded MT Bold" panose="020F0704030504030204" pitchFamily="34" charset="0"/>
                </a:rPr>
                <a:t>9</a:t>
              </a:r>
            </a:p>
          </p:txBody>
        </p:sp>
        <p:sp>
          <p:nvSpPr>
            <p:cNvPr id="77" name="Rectangle 9">
              <a:extLst>
                <a:ext uri="{FF2B5EF4-FFF2-40B4-BE49-F238E27FC236}">
                  <a16:creationId xmlns:a16="http://schemas.microsoft.com/office/drawing/2014/main" id="{658382F2-4CA4-435F-BF92-39359D4017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399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chemeClr val="accent5">
                      <a:lumMod val="75000"/>
                    </a:schemeClr>
                  </a:solidFill>
                  <a:latin typeface="Arial Rounded MT Bold" panose="020F0704030504030204" pitchFamily="34" charset="0"/>
                </a:rPr>
                <a:t>8</a:t>
              </a:r>
            </a:p>
          </p:txBody>
        </p:sp>
        <p:sp>
          <p:nvSpPr>
            <p:cNvPr id="78" name="Rectangle 10">
              <a:extLst>
                <a:ext uri="{FF2B5EF4-FFF2-40B4-BE49-F238E27FC236}">
                  <a16:creationId xmlns:a16="http://schemas.microsoft.com/office/drawing/2014/main" id="{1DA22B9A-37FD-4CBB-9C69-6238EFC9E1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495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chemeClr val="accent5">
                      <a:lumMod val="75000"/>
                    </a:schemeClr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  <p:sp>
          <p:nvSpPr>
            <p:cNvPr id="79" name="Rectangle 11">
              <a:extLst>
                <a:ext uri="{FF2B5EF4-FFF2-40B4-BE49-F238E27FC236}">
                  <a16:creationId xmlns:a16="http://schemas.microsoft.com/office/drawing/2014/main" id="{ED28CC90-3B39-458C-96F1-3B0F7545B8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591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chemeClr val="accent5">
                      <a:lumMod val="75000"/>
                    </a:schemeClr>
                  </a:solidFill>
                  <a:latin typeface="Arial Rounded MT Bold" panose="020F0704030504030204" pitchFamily="34" charset="0"/>
                </a:rPr>
                <a:t>2</a:t>
              </a:r>
            </a:p>
          </p:txBody>
        </p:sp>
      </p:grpSp>
      <p:grpSp>
        <p:nvGrpSpPr>
          <p:cNvPr id="80" name="Group 79">
            <a:extLst>
              <a:ext uri="{FF2B5EF4-FFF2-40B4-BE49-F238E27FC236}">
                <a16:creationId xmlns:a16="http://schemas.microsoft.com/office/drawing/2014/main" id="{95815C27-6ADB-41D1-8D99-BF7D81DB5931}"/>
              </a:ext>
            </a:extLst>
          </p:cNvPr>
          <p:cNvGrpSpPr/>
          <p:nvPr/>
        </p:nvGrpSpPr>
        <p:grpSpPr>
          <a:xfrm>
            <a:off x="6908800" y="3333043"/>
            <a:ext cx="1229869" cy="409956"/>
            <a:chOff x="3201572" y="3586089"/>
            <a:chExt cx="1828800" cy="609600"/>
          </a:xfrm>
        </p:grpSpPr>
        <p:sp>
          <p:nvSpPr>
            <p:cNvPr id="90" name="Rectangle 5">
              <a:extLst>
                <a:ext uri="{FF2B5EF4-FFF2-40B4-BE49-F238E27FC236}">
                  <a16:creationId xmlns:a16="http://schemas.microsoft.com/office/drawing/2014/main" id="{32C9906F-588E-4B4A-9D09-A4B87BDEEB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015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rgbClr val="7BA946"/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  <p:sp>
          <p:nvSpPr>
            <p:cNvPr id="91" name="Rectangle 6">
              <a:extLst>
                <a:ext uri="{FF2B5EF4-FFF2-40B4-BE49-F238E27FC236}">
                  <a16:creationId xmlns:a16="http://schemas.microsoft.com/office/drawing/2014/main" id="{6EABAD75-F5CC-48A1-90E6-A31F760023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111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rgbClr val="7BA946"/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  <p:sp>
          <p:nvSpPr>
            <p:cNvPr id="92" name="Rectangle 7">
              <a:extLst>
                <a:ext uri="{FF2B5EF4-FFF2-40B4-BE49-F238E27FC236}">
                  <a16:creationId xmlns:a16="http://schemas.microsoft.com/office/drawing/2014/main" id="{06473E22-7235-4AD2-AAD4-03A48E5987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207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rgbClr val="7BA946"/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173591536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r>
              <a:rPr lang="en-US" dirty="0"/>
              <a:t>L.I.M: Summation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B753EC-5164-4919-9DF0-83784A8C2C9F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50/92</a:t>
            </a:r>
          </a:p>
        </p:txBody>
      </p:sp>
      <p:grpSp>
        <p:nvGrpSpPr>
          <p:cNvPr id="127" name="Group 126"/>
          <p:cNvGrpSpPr/>
          <p:nvPr/>
        </p:nvGrpSpPr>
        <p:grpSpPr>
          <a:xfrm>
            <a:off x="2946906" y="5395665"/>
            <a:ext cx="2869694" cy="409956"/>
            <a:chOff x="3201572" y="3586089"/>
            <a:chExt cx="4267200" cy="609600"/>
          </a:xfrm>
        </p:grpSpPr>
        <p:sp>
          <p:nvSpPr>
            <p:cNvPr id="128" name="Rectangle 5"/>
            <p:cNvSpPr>
              <a:spLocks noChangeArrowheads="1"/>
            </p:cNvSpPr>
            <p:nvPr/>
          </p:nvSpPr>
          <p:spPr bwMode="auto">
            <a:xfrm>
              <a:off x="32015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rgbClr val="7030A0"/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  <p:sp>
          <p:nvSpPr>
            <p:cNvPr id="129" name="Rectangle 6"/>
            <p:cNvSpPr>
              <a:spLocks noChangeArrowheads="1"/>
            </p:cNvSpPr>
            <p:nvPr/>
          </p:nvSpPr>
          <p:spPr bwMode="auto">
            <a:xfrm>
              <a:off x="38111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rgbClr val="7030A0"/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  <p:sp>
          <p:nvSpPr>
            <p:cNvPr id="130" name="Rectangle 7"/>
            <p:cNvSpPr>
              <a:spLocks noChangeArrowheads="1"/>
            </p:cNvSpPr>
            <p:nvPr/>
          </p:nvSpPr>
          <p:spPr bwMode="auto">
            <a:xfrm>
              <a:off x="44207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rgbClr val="7030A0"/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  <p:sp>
          <p:nvSpPr>
            <p:cNvPr id="131" name="Rectangle 8"/>
            <p:cNvSpPr>
              <a:spLocks noChangeArrowheads="1"/>
            </p:cNvSpPr>
            <p:nvPr/>
          </p:nvSpPr>
          <p:spPr bwMode="auto">
            <a:xfrm>
              <a:off x="50303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rgbClr val="7030A0"/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  <p:sp>
          <p:nvSpPr>
            <p:cNvPr id="132" name="Rectangle 9"/>
            <p:cNvSpPr>
              <a:spLocks noChangeArrowheads="1"/>
            </p:cNvSpPr>
            <p:nvPr/>
          </p:nvSpPr>
          <p:spPr bwMode="auto">
            <a:xfrm>
              <a:off x="56399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rgbClr val="7030A0"/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  <p:sp>
          <p:nvSpPr>
            <p:cNvPr id="133" name="Rectangle 10"/>
            <p:cNvSpPr>
              <a:spLocks noChangeArrowheads="1"/>
            </p:cNvSpPr>
            <p:nvPr/>
          </p:nvSpPr>
          <p:spPr bwMode="auto">
            <a:xfrm>
              <a:off x="62495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rgbClr val="7030A0"/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  <p:sp>
          <p:nvSpPr>
            <p:cNvPr id="134" name="Rectangle 11"/>
            <p:cNvSpPr>
              <a:spLocks noChangeArrowheads="1"/>
            </p:cNvSpPr>
            <p:nvPr/>
          </p:nvSpPr>
          <p:spPr bwMode="auto">
            <a:xfrm>
              <a:off x="68591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rgbClr val="7030A0"/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</p:grpSp>
      <p:grpSp>
        <p:nvGrpSpPr>
          <p:cNvPr id="135" name="Group 134"/>
          <p:cNvGrpSpPr/>
          <p:nvPr/>
        </p:nvGrpSpPr>
        <p:grpSpPr>
          <a:xfrm>
            <a:off x="5817106" y="5395665"/>
            <a:ext cx="2049781" cy="409956"/>
            <a:chOff x="3201572" y="3586089"/>
            <a:chExt cx="3048000" cy="609600"/>
          </a:xfrm>
        </p:grpSpPr>
        <p:sp>
          <p:nvSpPr>
            <p:cNvPr id="136" name="Rectangle 5"/>
            <p:cNvSpPr>
              <a:spLocks noChangeArrowheads="1"/>
            </p:cNvSpPr>
            <p:nvPr/>
          </p:nvSpPr>
          <p:spPr bwMode="auto">
            <a:xfrm>
              <a:off x="32015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rgbClr val="7030A0"/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  <p:sp>
          <p:nvSpPr>
            <p:cNvPr id="137" name="Rectangle 6"/>
            <p:cNvSpPr>
              <a:spLocks noChangeArrowheads="1"/>
            </p:cNvSpPr>
            <p:nvPr/>
          </p:nvSpPr>
          <p:spPr bwMode="auto">
            <a:xfrm>
              <a:off x="38111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rgbClr val="7030A0"/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  <p:sp>
          <p:nvSpPr>
            <p:cNvPr id="138" name="Rectangle 7"/>
            <p:cNvSpPr>
              <a:spLocks noChangeArrowheads="1"/>
            </p:cNvSpPr>
            <p:nvPr/>
          </p:nvSpPr>
          <p:spPr bwMode="auto">
            <a:xfrm>
              <a:off x="44207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rgbClr val="7030A0"/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  <p:sp>
          <p:nvSpPr>
            <p:cNvPr id="139" name="Rectangle 8"/>
            <p:cNvSpPr>
              <a:spLocks noChangeArrowheads="1"/>
            </p:cNvSpPr>
            <p:nvPr/>
          </p:nvSpPr>
          <p:spPr bwMode="auto">
            <a:xfrm>
              <a:off x="50303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rgbClr val="7030A0"/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  <p:sp>
          <p:nvSpPr>
            <p:cNvPr id="140" name="Rectangle 9"/>
            <p:cNvSpPr>
              <a:spLocks noChangeArrowheads="1"/>
            </p:cNvSpPr>
            <p:nvPr/>
          </p:nvSpPr>
          <p:spPr bwMode="auto">
            <a:xfrm>
              <a:off x="56399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rgbClr val="7030A0"/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</p:grpSp>
      <p:cxnSp>
        <p:nvCxnSpPr>
          <p:cNvPr id="6" name="Straight Connector 5"/>
          <p:cNvCxnSpPr/>
          <p:nvPr/>
        </p:nvCxnSpPr>
        <p:spPr>
          <a:xfrm flipH="1">
            <a:off x="1320800" y="4708478"/>
            <a:ext cx="90424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1" name="Rectangle 6"/>
          <p:cNvSpPr>
            <a:spLocks noChangeArrowheads="1"/>
          </p:cNvSpPr>
          <p:nvPr/>
        </p:nvSpPr>
        <p:spPr bwMode="auto">
          <a:xfrm>
            <a:off x="2531362" y="5395665"/>
            <a:ext cx="409956" cy="40995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en-US" sz="2400" b="1" dirty="0">
                <a:solidFill>
                  <a:srgbClr val="7030A0"/>
                </a:solidFill>
                <a:latin typeface="Arial Rounded MT Bold" panose="020F0704030504030204" pitchFamily="34" charset="0"/>
              </a:rPr>
              <a:t>0</a:t>
            </a:r>
          </a:p>
        </p:txBody>
      </p:sp>
      <p:sp>
        <p:nvSpPr>
          <p:cNvPr id="142" name="Rectangle 6"/>
          <p:cNvSpPr>
            <a:spLocks noChangeArrowheads="1"/>
          </p:cNvSpPr>
          <p:nvPr/>
        </p:nvSpPr>
        <p:spPr bwMode="auto">
          <a:xfrm>
            <a:off x="10189462" y="3338265"/>
            <a:ext cx="409956" cy="409956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en-US" sz="2400" b="1" dirty="0">
                <a:latin typeface="Arial Rounded MT Bold" panose="020F0704030504030204" pitchFamily="34" charset="0"/>
              </a:rPr>
              <a:t>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62458" y="2948349"/>
            <a:ext cx="784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0"/>
              </a:rPr>
              <a:t>carry</a:t>
            </a:r>
          </a:p>
        </p:txBody>
      </p:sp>
      <p:sp>
        <p:nvSpPr>
          <p:cNvPr id="3" name="Rectangle 2"/>
          <p:cNvSpPr/>
          <p:nvPr/>
        </p:nvSpPr>
        <p:spPr>
          <a:xfrm>
            <a:off x="7399018" y="2552699"/>
            <a:ext cx="551182" cy="1866901"/>
          </a:xfrm>
          <a:prstGeom prst="rect">
            <a:avLst/>
          </a:prstGeom>
          <a:solidFill>
            <a:srgbClr val="FFFF00">
              <a:alpha val="40000"/>
            </a:srgbClr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Rectangle 58"/>
          <p:cNvSpPr/>
          <p:nvPr/>
        </p:nvSpPr>
        <p:spPr>
          <a:xfrm>
            <a:off x="7399018" y="5331529"/>
            <a:ext cx="551182" cy="608849"/>
          </a:xfrm>
          <a:prstGeom prst="rect">
            <a:avLst/>
          </a:prstGeom>
          <a:solidFill>
            <a:srgbClr val="FFFF00">
              <a:alpha val="40000"/>
            </a:srgbClr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 Rounded MT Bold" panose="020F0704030504030204" pitchFamily="34" charset="0"/>
            </a:endParaRPr>
          </a:p>
        </p:txBody>
      </p:sp>
      <p:sp>
        <p:nvSpPr>
          <p:cNvPr id="58" name="Rectangle 57"/>
          <p:cNvSpPr/>
          <p:nvPr/>
        </p:nvSpPr>
        <p:spPr>
          <a:xfrm>
            <a:off x="9987785" y="2976773"/>
            <a:ext cx="792990" cy="972176"/>
          </a:xfrm>
          <a:prstGeom prst="rect">
            <a:avLst/>
          </a:prstGeom>
          <a:solidFill>
            <a:srgbClr val="FFFF00">
              <a:alpha val="40000"/>
            </a:srgbClr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 Rounded MT Bold" panose="020F0704030504030204" pitchFamily="34" charset="0"/>
            </a:endParaRPr>
          </a:p>
        </p:txBody>
      </p:sp>
      <p:cxnSp>
        <p:nvCxnSpPr>
          <p:cNvPr id="7" name="Straight Arrow Connector 6"/>
          <p:cNvCxnSpPr/>
          <p:nvPr/>
        </p:nvCxnSpPr>
        <p:spPr>
          <a:xfrm flipH="1">
            <a:off x="7937500" y="3462861"/>
            <a:ext cx="2037585" cy="27804"/>
          </a:xfrm>
          <a:prstGeom prst="straightConnector1">
            <a:avLst/>
          </a:prstGeom>
          <a:ln w="28575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/>
          <p:cNvCxnSpPr>
            <a:stCxn id="3" idx="2"/>
            <a:endCxn id="59" idx="0"/>
          </p:cNvCxnSpPr>
          <p:nvPr/>
        </p:nvCxnSpPr>
        <p:spPr>
          <a:xfrm>
            <a:off x="7674609" y="4419600"/>
            <a:ext cx="0" cy="911929"/>
          </a:xfrm>
          <a:prstGeom prst="straightConnector1">
            <a:avLst/>
          </a:prstGeom>
          <a:ln w="28575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TextBox 65">
            <a:extLst>
              <a:ext uri="{FF2B5EF4-FFF2-40B4-BE49-F238E27FC236}">
                <a16:creationId xmlns:a16="http://schemas.microsoft.com/office/drawing/2014/main" id="{3FF97F9E-60ED-4B2E-B467-A674974A8A62}"/>
              </a:ext>
            </a:extLst>
          </p:cNvPr>
          <p:cNvSpPr txBox="1"/>
          <p:nvPr/>
        </p:nvSpPr>
        <p:spPr>
          <a:xfrm>
            <a:off x="1702581" y="3467043"/>
            <a:ext cx="47131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/>
              <a:t>+</a:t>
            </a:r>
          </a:p>
        </p:txBody>
      </p:sp>
      <p:grpSp>
        <p:nvGrpSpPr>
          <p:cNvPr id="67" name="Group 66">
            <a:extLst>
              <a:ext uri="{FF2B5EF4-FFF2-40B4-BE49-F238E27FC236}">
                <a16:creationId xmlns:a16="http://schemas.microsoft.com/office/drawing/2014/main" id="{7D1117AE-41CE-4D65-82CD-07ED1B86B3F5}"/>
              </a:ext>
            </a:extLst>
          </p:cNvPr>
          <p:cNvGrpSpPr/>
          <p:nvPr/>
        </p:nvGrpSpPr>
        <p:grpSpPr>
          <a:xfrm>
            <a:off x="2940574" y="2659943"/>
            <a:ext cx="2869694" cy="409956"/>
            <a:chOff x="3201572" y="3586089"/>
            <a:chExt cx="4267200" cy="609600"/>
          </a:xfrm>
        </p:grpSpPr>
        <p:sp>
          <p:nvSpPr>
            <p:cNvPr id="68" name="Rectangle 5">
              <a:extLst>
                <a:ext uri="{FF2B5EF4-FFF2-40B4-BE49-F238E27FC236}">
                  <a16:creationId xmlns:a16="http://schemas.microsoft.com/office/drawing/2014/main" id="{A7629259-0175-4845-A765-8C2F028521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015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rgbClr val="FF0000"/>
                  </a:solidFill>
                  <a:latin typeface="Arial Rounded MT Bold" panose="020F0704030504030204" pitchFamily="34" charset="0"/>
                </a:rPr>
                <a:t>8</a:t>
              </a:r>
            </a:p>
          </p:txBody>
        </p:sp>
        <p:sp>
          <p:nvSpPr>
            <p:cNvPr id="69" name="Rectangle 6">
              <a:extLst>
                <a:ext uri="{FF2B5EF4-FFF2-40B4-BE49-F238E27FC236}">
                  <a16:creationId xmlns:a16="http://schemas.microsoft.com/office/drawing/2014/main" id="{BC409C7A-BB98-4795-9659-CFDD9163FF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111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rgbClr val="FF0000"/>
                  </a:solidFill>
                  <a:latin typeface="Arial Rounded MT Bold" panose="020F0704030504030204" pitchFamily="34" charset="0"/>
                </a:rPr>
                <a:t>5</a:t>
              </a:r>
            </a:p>
          </p:txBody>
        </p:sp>
        <p:sp>
          <p:nvSpPr>
            <p:cNvPr id="70" name="Rectangle 7">
              <a:extLst>
                <a:ext uri="{FF2B5EF4-FFF2-40B4-BE49-F238E27FC236}">
                  <a16:creationId xmlns:a16="http://schemas.microsoft.com/office/drawing/2014/main" id="{88E1015B-6BDD-400E-9CF8-32C1B9902F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207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rgbClr val="FF0000"/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  <p:sp>
          <p:nvSpPr>
            <p:cNvPr id="71" name="Rectangle 8">
              <a:extLst>
                <a:ext uri="{FF2B5EF4-FFF2-40B4-BE49-F238E27FC236}">
                  <a16:creationId xmlns:a16="http://schemas.microsoft.com/office/drawing/2014/main" id="{8A7C4376-7E3D-4B4D-BB10-209A2C4EB2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303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rgbClr val="FF0000"/>
                  </a:solidFill>
                  <a:latin typeface="Arial Rounded MT Bold" panose="020F0704030504030204" pitchFamily="34" charset="0"/>
                </a:rPr>
                <a:t>3</a:t>
              </a:r>
            </a:p>
          </p:txBody>
        </p:sp>
        <p:sp>
          <p:nvSpPr>
            <p:cNvPr id="72" name="Rectangle 9">
              <a:extLst>
                <a:ext uri="{FF2B5EF4-FFF2-40B4-BE49-F238E27FC236}">
                  <a16:creationId xmlns:a16="http://schemas.microsoft.com/office/drawing/2014/main" id="{DA6D719F-836D-4263-ADD4-12C16CF6D5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399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rgbClr val="FF0000"/>
                  </a:solidFill>
                  <a:latin typeface="Arial Rounded MT Bold" panose="020F0704030504030204" pitchFamily="34" charset="0"/>
                </a:rPr>
                <a:t>6</a:t>
              </a:r>
            </a:p>
          </p:txBody>
        </p:sp>
        <p:sp>
          <p:nvSpPr>
            <p:cNvPr id="73" name="Rectangle 10">
              <a:extLst>
                <a:ext uri="{FF2B5EF4-FFF2-40B4-BE49-F238E27FC236}">
                  <a16:creationId xmlns:a16="http://schemas.microsoft.com/office/drawing/2014/main" id="{6F9AFDB3-FFEA-47F9-AED0-048AC021DF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495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rgbClr val="FF0000"/>
                  </a:solidFill>
                  <a:latin typeface="Arial Rounded MT Bold" panose="020F0704030504030204" pitchFamily="34" charset="0"/>
                </a:rPr>
                <a:t>8</a:t>
              </a:r>
            </a:p>
          </p:txBody>
        </p:sp>
        <p:sp>
          <p:nvSpPr>
            <p:cNvPr id="74" name="Rectangle 11">
              <a:extLst>
                <a:ext uri="{FF2B5EF4-FFF2-40B4-BE49-F238E27FC236}">
                  <a16:creationId xmlns:a16="http://schemas.microsoft.com/office/drawing/2014/main" id="{CE480EC0-D3E5-4063-B8C8-B328CF96A7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591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rgbClr val="FF0000"/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E317C56E-A648-48E5-84C5-DCDA1F7DA31C}"/>
              </a:ext>
            </a:extLst>
          </p:cNvPr>
          <p:cNvGrpSpPr/>
          <p:nvPr/>
        </p:nvGrpSpPr>
        <p:grpSpPr>
          <a:xfrm>
            <a:off x="5810774" y="2659943"/>
            <a:ext cx="2049781" cy="409956"/>
            <a:chOff x="3201572" y="3586089"/>
            <a:chExt cx="3048000" cy="609600"/>
          </a:xfrm>
        </p:grpSpPr>
        <p:sp>
          <p:nvSpPr>
            <p:cNvPr id="76" name="Rectangle 5">
              <a:extLst>
                <a:ext uri="{FF2B5EF4-FFF2-40B4-BE49-F238E27FC236}">
                  <a16:creationId xmlns:a16="http://schemas.microsoft.com/office/drawing/2014/main" id="{D59495D3-0E55-415A-BE8F-194A8D1DFF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015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rgbClr val="FF0000"/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  <p:sp>
          <p:nvSpPr>
            <p:cNvPr id="77" name="Rectangle 6">
              <a:extLst>
                <a:ext uri="{FF2B5EF4-FFF2-40B4-BE49-F238E27FC236}">
                  <a16:creationId xmlns:a16="http://schemas.microsoft.com/office/drawing/2014/main" id="{E6C94932-D6B2-46B1-8788-7FB9CC9111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111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rgbClr val="FF0000"/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  <p:sp>
          <p:nvSpPr>
            <p:cNvPr id="78" name="Rectangle 7">
              <a:extLst>
                <a:ext uri="{FF2B5EF4-FFF2-40B4-BE49-F238E27FC236}">
                  <a16:creationId xmlns:a16="http://schemas.microsoft.com/office/drawing/2014/main" id="{52D676FE-5EC8-4BA2-A14A-2BAC9DE246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207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rgbClr val="FF0000"/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  <p:sp>
          <p:nvSpPr>
            <p:cNvPr id="79" name="Rectangle 8">
              <a:extLst>
                <a:ext uri="{FF2B5EF4-FFF2-40B4-BE49-F238E27FC236}">
                  <a16:creationId xmlns:a16="http://schemas.microsoft.com/office/drawing/2014/main" id="{164D2F20-D83D-4A00-8BE9-E32AED1157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303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rgbClr val="FF0000"/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  <p:sp>
          <p:nvSpPr>
            <p:cNvPr id="80" name="Rectangle 9">
              <a:extLst>
                <a:ext uri="{FF2B5EF4-FFF2-40B4-BE49-F238E27FC236}">
                  <a16:creationId xmlns:a16="http://schemas.microsoft.com/office/drawing/2014/main" id="{D2866C10-2669-4810-818D-188C51EA58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399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rgbClr val="FF0000"/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id="{5B798F76-E593-4268-9FD7-CC147E674F13}"/>
              </a:ext>
            </a:extLst>
          </p:cNvPr>
          <p:cNvGrpSpPr/>
          <p:nvPr/>
        </p:nvGrpSpPr>
        <p:grpSpPr>
          <a:xfrm>
            <a:off x="3753374" y="3333043"/>
            <a:ext cx="2869694" cy="409956"/>
            <a:chOff x="3201572" y="3586089"/>
            <a:chExt cx="4267200" cy="609600"/>
          </a:xfrm>
        </p:grpSpPr>
        <p:sp>
          <p:nvSpPr>
            <p:cNvPr id="91" name="Rectangle 5">
              <a:extLst>
                <a:ext uri="{FF2B5EF4-FFF2-40B4-BE49-F238E27FC236}">
                  <a16:creationId xmlns:a16="http://schemas.microsoft.com/office/drawing/2014/main" id="{F9C9BFA5-1945-4EC6-9006-CF5E4C1C1B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015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chemeClr val="accent5">
                      <a:lumMod val="75000"/>
                    </a:schemeClr>
                  </a:solidFill>
                  <a:latin typeface="Arial Rounded MT Bold" panose="020F0704030504030204" pitchFamily="34" charset="0"/>
                </a:rPr>
                <a:t>7</a:t>
              </a:r>
            </a:p>
          </p:txBody>
        </p:sp>
        <p:sp>
          <p:nvSpPr>
            <p:cNvPr id="92" name="Rectangle 6">
              <a:extLst>
                <a:ext uri="{FF2B5EF4-FFF2-40B4-BE49-F238E27FC236}">
                  <a16:creationId xmlns:a16="http://schemas.microsoft.com/office/drawing/2014/main" id="{8441E11F-4008-4CCA-823D-A89EFD628F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111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chemeClr val="accent5">
                      <a:lumMod val="75000"/>
                    </a:schemeClr>
                  </a:solidFill>
                  <a:latin typeface="Arial Rounded MT Bold" panose="020F0704030504030204" pitchFamily="34" charset="0"/>
                </a:rPr>
                <a:t>5</a:t>
              </a:r>
            </a:p>
          </p:txBody>
        </p:sp>
        <p:sp>
          <p:nvSpPr>
            <p:cNvPr id="93" name="Rectangle 7">
              <a:extLst>
                <a:ext uri="{FF2B5EF4-FFF2-40B4-BE49-F238E27FC236}">
                  <a16:creationId xmlns:a16="http://schemas.microsoft.com/office/drawing/2014/main" id="{B1DD1BC0-B41A-4C54-A5AB-E768A370F0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207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chemeClr val="accent5">
                      <a:lumMod val="75000"/>
                    </a:schemeClr>
                  </a:solidFill>
                  <a:latin typeface="Arial Rounded MT Bold" panose="020F0704030504030204" pitchFamily="34" charset="0"/>
                </a:rPr>
                <a:t>1</a:t>
              </a:r>
            </a:p>
          </p:txBody>
        </p:sp>
        <p:sp>
          <p:nvSpPr>
            <p:cNvPr id="99" name="Rectangle 8">
              <a:extLst>
                <a:ext uri="{FF2B5EF4-FFF2-40B4-BE49-F238E27FC236}">
                  <a16:creationId xmlns:a16="http://schemas.microsoft.com/office/drawing/2014/main" id="{9805ED94-2192-466F-85F5-3453D1D83F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303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chemeClr val="accent5">
                      <a:lumMod val="75000"/>
                    </a:schemeClr>
                  </a:solidFill>
                  <a:latin typeface="Arial Rounded MT Bold" panose="020F0704030504030204" pitchFamily="34" charset="0"/>
                </a:rPr>
                <a:t>9</a:t>
              </a:r>
            </a:p>
          </p:txBody>
        </p:sp>
        <p:sp>
          <p:nvSpPr>
            <p:cNvPr id="100" name="Rectangle 9">
              <a:extLst>
                <a:ext uri="{FF2B5EF4-FFF2-40B4-BE49-F238E27FC236}">
                  <a16:creationId xmlns:a16="http://schemas.microsoft.com/office/drawing/2014/main" id="{515CF717-A3B4-434E-ADD7-3DFFD201D0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399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chemeClr val="accent5">
                      <a:lumMod val="75000"/>
                    </a:schemeClr>
                  </a:solidFill>
                  <a:latin typeface="Arial Rounded MT Bold" panose="020F0704030504030204" pitchFamily="34" charset="0"/>
                </a:rPr>
                <a:t>8</a:t>
              </a:r>
            </a:p>
          </p:txBody>
        </p:sp>
        <p:sp>
          <p:nvSpPr>
            <p:cNvPr id="113" name="Rectangle 10">
              <a:extLst>
                <a:ext uri="{FF2B5EF4-FFF2-40B4-BE49-F238E27FC236}">
                  <a16:creationId xmlns:a16="http://schemas.microsoft.com/office/drawing/2014/main" id="{76ABB91F-59B3-4DDF-9535-066F7E5645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495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chemeClr val="accent5">
                      <a:lumMod val="75000"/>
                    </a:schemeClr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  <p:sp>
          <p:nvSpPr>
            <p:cNvPr id="114" name="Rectangle 11">
              <a:extLst>
                <a:ext uri="{FF2B5EF4-FFF2-40B4-BE49-F238E27FC236}">
                  <a16:creationId xmlns:a16="http://schemas.microsoft.com/office/drawing/2014/main" id="{901C4354-9CBD-413B-AE03-F56A8D2D7A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591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chemeClr val="accent5">
                      <a:lumMod val="75000"/>
                    </a:schemeClr>
                  </a:solidFill>
                  <a:latin typeface="Arial Rounded MT Bold" panose="020F0704030504030204" pitchFamily="34" charset="0"/>
                </a:rPr>
                <a:t>2</a:t>
              </a:r>
            </a:p>
          </p:txBody>
        </p:sp>
      </p:grpSp>
      <p:grpSp>
        <p:nvGrpSpPr>
          <p:cNvPr id="116" name="Group 115">
            <a:extLst>
              <a:ext uri="{FF2B5EF4-FFF2-40B4-BE49-F238E27FC236}">
                <a16:creationId xmlns:a16="http://schemas.microsoft.com/office/drawing/2014/main" id="{B55F3BB9-B80F-45A3-8DA6-D5CA28A2ACCF}"/>
              </a:ext>
            </a:extLst>
          </p:cNvPr>
          <p:cNvGrpSpPr/>
          <p:nvPr/>
        </p:nvGrpSpPr>
        <p:grpSpPr>
          <a:xfrm>
            <a:off x="6623574" y="3333043"/>
            <a:ext cx="1229869" cy="409956"/>
            <a:chOff x="3201572" y="3586089"/>
            <a:chExt cx="1828800" cy="609600"/>
          </a:xfrm>
        </p:grpSpPr>
        <p:sp>
          <p:nvSpPr>
            <p:cNvPr id="117" name="Rectangle 5">
              <a:extLst>
                <a:ext uri="{FF2B5EF4-FFF2-40B4-BE49-F238E27FC236}">
                  <a16:creationId xmlns:a16="http://schemas.microsoft.com/office/drawing/2014/main" id="{681DBEBD-7D61-44C2-9286-6E10C829A7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015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rgbClr val="7BA946"/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  <p:sp>
          <p:nvSpPr>
            <p:cNvPr id="118" name="Rectangle 6">
              <a:extLst>
                <a:ext uri="{FF2B5EF4-FFF2-40B4-BE49-F238E27FC236}">
                  <a16:creationId xmlns:a16="http://schemas.microsoft.com/office/drawing/2014/main" id="{33FF37FF-2209-4600-BAAC-0B1976C9CF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111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rgbClr val="7BA946"/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  <p:sp>
          <p:nvSpPr>
            <p:cNvPr id="119" name="Rectangle 7">
              <a:extLst>
                <a:ext uri="{FF2B5EF4-FFF2-40B4-BE49-F238E27FC236}">
                  <a16:creationId xmlns:a16="http://schemas.microsoft.com/office/drawing/2014/main" id="{0EBC4DE4-D5A5-44F1-9B44-D1F094953F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207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rgbClr val="7BA946"/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186849047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r>
              <a:rPr lang="en-US" dirty="0"/>
              <a:t>L.I.M: Summation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A0EBCF-4529-451B-A658-A10567B2E7AF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51/92</a:t>
            </a:r>
          </a:p>
        </p:txBody>
      </p:sp>
      <p:grpSp>
        <p:nvGrpSpPr>
          <p:cNvPr id="127" name="Group 126"/>
          <p:cNvGrpSpPr/>
          <p:nvPr/>
        </p:nvGrpSpPr>
        <p:grpSpPr>
          <a:xfrm>
            <a:off x="2946906" y="5395665"/>
            <a:ext cx="2869694" cy="409956"/>
            <a:chOff x="3201572" y="3586089"/>
            <a:chExt cx="4267200" cy="609600"/>
          </a:xfrm>
        </p:grpSpPr>
        <p:sp>
          <p:nvSpPr>
            <p:cNvPr id="128" name="Rectangle 5"/>
            <p:cNvSpPr>
              <a:spLocks noChangeArrowheads="1"/>
            </p:cNvSpPr>
            <p:nvPr/>
          </p:nvSpPr>
          <p:spPr bwMode="auto">
            <a:xfrm>
              <a:off x="32015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rgbClr val="7030A0"/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  <p:sp>
          <p:nvSpPr>
            <p:cNvPr id="129" name="Rectangle 6"/>
            <p:cNvSpPr>
              <a:spLocks noChangeArrowheads="1"/>
            </p:cNvSpPr>
            <p:nvPr/>
          </p:nvSpPr>
          <p:spPr bwMode="auto">
            <a:xfrm>
              <a:off x="38111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rgbClr val="7030A0"/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  <p:sp>
          <p:nvSpPr>
            <p:cNvPr id="130" name="Rectangle 7"/>
            <p:cNvSpPr>
              <a:spLocks noChangeArrowheads="1"/>
            </p:cNvSpPr>
            <p:nvPr/>
          </p:nvSpPr>
          <p:spPr bwMode="auto">
            <a:xfrm>
              <a:off x="44207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rgbClr val="7030A0"/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  <p:sp>
          <p:nvSpPr>
            <p:cNvPr id="131" name="Rectangle 8"/>
            <p:cNvSpPr>
              <a:spLocks noChangeArrowheads="1"/>
            </p:cNvSpPr>
            <p:nvPr/>
          </p:nvSpPr>
          <p:spPr bwMode="auto">
            <a:xfrm>
              <a:off x="50303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rgbClr val="7030A0"/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  <p:sp>
          <p:nvSpPr>
            <p:cNvPr id="132" name="Rectangle 9"/>
            <p:cNvSpPr>
              <a:spLocks noChangeArrowheads="1"/>
            </p:cNvSpPr>
            <p:nvPr/>
          </p:nvSpPr>
          <p:spPr bwMode="auto">
            <a:xfrm>
              <a:off x="56399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rgbClr val="7030A0"/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  <p:sp>
          <p:nvSpPr>
            <p:cNvPr id="133" name="Rectangle 10"/>
            <p:cNvSpPr>
              <a:spLocks noChangeArrowheads="1"/>
            </p:cNvSpPr>
            <p:nvPr/>
          </p:nvSpPr>
          <p:spPr bwMode="auto">
            <a:xfrm>
              <a:off x="62495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rgbClr val="7030A0"/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  <p:sp>
          <p:nvSpPr>
            <p:cNvPr id="134" name="Rectangle 11"/>
            <p:cNvSpPr>
              <a:spLocks noChangeArrowheads="1"/>
            </p:cNvSpPr>
            <p:nvPr/>
          </p:nvSpPr>
          <p:spPr bwMode="auto">
            <a:xfrm>
              <a:off x="68591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rgbClr val="7030A0"/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</p:grpSp>
      <p:grpSp>
        <p:nvGrpSpPr>
          <p:cNvPr id="135" name="Group 134"/>
          <p:cNvGrpSpPr/>
          <p:nvPr/>
        </p:nvGrpSpPr>
        <p:grpSpPr>
          <a:xfrm>
            <a:off x="5817106" y="5395665"/>
            <a:ext cx="2049781" cy="409956"/>
            <a:chOff x="3201572" y="3586089"/>
            <a:chExt cx="3048000" cy="609600"/>
          </a:xfrm>
        </p:grpSpPr>
        <p:sp>
          <p:nvSpPr>
            <p:cNvPr id="136" name="Rectangle 5"/>
            <p:cNvSpPr>
              <a:spLocks noChangeArrowheads="1"/>
            </p:cNvSpPr>
            <p:nvPr/>
          </p:nvSpPr>
          <p:spPr bwMode="auto">
            <a:xfrm>
              <a:off x="32015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rgbClr val="7030A0"/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  <p:sp>
          <p:nvSpPr>
            <p:cNvPr id="137" name="Rectangle 6"/>
            <p:cNvSpPr>
              <a:spLocks noChangeArrowheads="1"/>
            </p:cNvSpPr>
            <p:nvPr/>
          </p:nvSpPr>
          <p:spPr bwMode="auto">
            <a:xfrm>
              <a:off x="38111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rgbClr val="7030A0"/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  <p:sp>
          <p:nvSpPr>
            <p:cNvPr id="138" name="Rectangle 7"/>
            <p:cNvSpPr>
              <a:spLocks noChangeArrowheads="1"/>
            </p:cNvSpPr>
            <p:nvPr/>
          </p:nvSpPr>
          <p:spPr bwMode="auto">
            <a:xfrm>
              <a:off x="44207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rgbClr val="7030A0"/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  <p:sp>
          <p:nvSpPr>
            <p:cNvPr id="139" name="Rectangle 8"/>
            <p:cNvSpPr>
              <a:spLocks noChangeArrowheads="1"/>
            </p:cNvSpPr>
            <p:nvPr/>
          </p:nvSpPr>
          <p:spPr bwMode="auto">
            <a:xfrm>
              <a:off x="50303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rgbClr val="7030A0"/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  <p:sp>
          <p:nvSpPr>
            <p:cNvPr id="140" name="Rectangle 9"/>
            <p:cNvSpPr>
              <a:spLocks noChangeArrowheads="1"/>
            </p:cNvSpPr>
            <p:nvPr/>
          </p:nvSpPr>
          <p:spPr bwMode="auto">
            <a:xfrm>
              <a:off x="56399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rgbClr val="7030A0"/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</p:grpSp>
      <p:cxnSp>
        <p:nvCxnSpPr>
          <p:cNvPr id="6" name="Straight Connector 5"/>
          <p:cNvCxnSpPr/>
          <p:nvPr/>
        </p:nvCxnSpPr>
        <p:spPr>
          <a:xfrm flipH="1">
            <a:off x="1320800" y="4708478"/>
            <a:ext cx="90424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1" name="Rectangle 6"/>
          <p:cNvSpPr>
            <a:spLocks noChangeArrowheads="1"/>
          </p:cNvSpPr>
          <p:nvPr/>
        </p:nvSpPr>
        <p:spPr bwMode="auto">
          <a:xfrm>
            <a:off x="2531362" y="5395665"/>
            <a:ext cx="409956" cy="40995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en-US" sz="2400" b="1" dirty="0">
                <a:solidFill>
                  <a:srgbClr val="7030A0"/>
                </a:solidFill>
                <a:latin typeface="Arial Rounded MT Bold" panose="020F0704030504030204" pitchFamily="34" charset="0"/>
              </a:rPr>
              <a:t>0</a:t>
            </a:r>
          </a:p>
        </p:txBody>
      </p:sp>
      <p:sp>
        <p:nvSpPr>
          <p:cNvPr id="142" name="Rectangle 6"/>
          <p:cNvSpPr>
            <a:spLocks noChangeArrowheads="1"/>
          </p:cNvSpPr>
          <p:nvPr/>
        </p:nvSpPr>
        <p:spPr bwMode="auto">
          <a:xfrm>
            <a:off x="10189462" y="3338265"/>
            <a:ext cx="409956" cy="409956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en-US" sz="2400" b="1" dirty="0"/>
              <a:t>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62458" y="2948349"/>
            <a:ext cx="6639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carry</a:t>
            </a:r>
          </a:p>
        </p:txBody>
      </p:sp>
      <p:sp>
        <p:nvSpPr>
          <p:cNvPr id="3" name="Rectangle 2"/>
          <p:cNvSpPr/>
          <p:nvPr/>
        </p:nvSpPr>
        <p:spPr>
          <a:xfrm>
            <a:off x="6979918" y="2552699"/>
            <a:ext cx="551182" cy="1866901"/>
          </a:xfrm>
          <a:prstGeom prst="rect">
            <a:avLst/>
          </a:prstGeom>
          <a:solidFill>
            <a:srgbClr val="FFFF00">
              <a:alpha val="40000"/>
            </a:srgbClr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ctangle 57"/>
          <p:cNvSpPr/>
          <p:nvPr/>
        </p:nvSpPr>
        <p:spPr>
          <a:xfrm>
            <a:off x="9987785" y="2976773"/>
            <a:ext cx="792990" cy="972176"/>
          </a:xfrm>
          <a:prstGeom prst="rect">
            <a:avLst/>
          </a:prstGeom>
          <a:solidFill>
            <a:srgbClr val="FFFF00">
              <a:alpha val="40000"/>
            </a:srgbClr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Arrow Connector 6"/>
          <p:cNvCxnSpPr>
            <a:endCxn id="3" idx="3"/>
          </p:cNvCxnSpPr>
          <p:nvPr/>
        </p:nvCxnSpPr>
        <p:spPr>
          <a:xfrm flipH="1">
            <a:off x="7531100" y="3462861"/>
            <a:ext cx="2443986" cy="23289"/>
          </a:xfrm>
          <a:prstGeom prst="straightConnector1">
            <a:avLst/>
          </a:prstGeom>
          <a:ln w="28575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/>
          <p:cNvCxnSpPr>
            <a:stCxn id="3" idx="2"/>
          </p:cNvCxnSpPr>
          <p:nvPr/>
        </p:nvCxnSpPr>
        <p:spPr>
          <a:xfrm>
            <a:off x="7255509" y="4419600"/>
            <a:ext cx="0" cy="911929"/>
          </a:xfrm>
          <a:prstGeom prst="straightConnector1">
            <a:avLst/>
          </a:prstGeom>
          <a:ln w="28575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TextBox 63">
            <a:extLst>
              <a:ext uri="{FF2B5EF4-FFF2-40B4-BE49-F238E27FC236}">
                <a16:creationId xmlns:a16="http://schemas.microsoft.com/office/drawing/2014/main" id="{7180F68F-479D-4269-9D88-C340E9BCEC38}"/>
              </a:ext>
            </a:extLst>
          </p:cNvPr>
          <p:cNvSpPr txBox="1"/>
          <p:nvPr/>
        </p:nvSpPr>
        <p:spPr>
          <a:xfrm>
            <a:off x="1702581" y="3467043"/>
            <a:ext cx="47131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/>
              <a:t>+</a:t>
            </a:r>
          </a:p>
        </p:txBody>
      </p:sp>
      <p:grpSp>
        <p:nvGrpSpPr>
          <p:cNvPr id="65" name="Group 64">
            <a:extLst>
              <a:ext uri="{FF2B5EF4-FFF2-40B4-BE49-F238E27FC236}">
                <a16:creationId xmlns:a16="http://schemas.microsoft.com/office/drawing/2014/main" id="{36702D30-4839-4C67-95BF-8DFBDD2CDB2C}"/>
              </a:ext>
            </a:extLst>
          </p:cNvPr>
          <p:cNvGrpSpPr/>
          <p:nvPr/>
        </p:nvGrpSpPr>
        <p:grpSpPr>
          <a:xfrm>
            <a:off x="2940574" y="2659943"/>
            <a:ext cx="2869694" cy="409956"/>
            <a:chOff x="3201572" y="3586089"/>
            <a:chExt cx="4267200" cy="609600"/>
          </a:xfrm>
        </p:grpSpPr>
        <p:sp>
          <p:nvSpPr>
            <p:cNvPr id="66" name="Rectangle 5">
              <a:extLst>
                <a:ext uri="{FF2B5EF4-FFF2-40B4-BE49-F238E27FC236}">
                  <a16:creationId xmlns:a16="http://schemas.microsoft.com/office/drawing/2014/main" id="{3C0CD182-152B-4BAA-B42B-3C5DFDC578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015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rgbClr val="FF0000"/>
                  </a:solidFill>
                  <a:latin typeface="Arial Rounded MT Bold" panose="020F0704030504030204" pitchFamily="34" charset="0"/>
                </a:rPr>
                <a:t>8</a:t>
              </a:r>
            </a:p>
          </p:txBody>
        </p:sp>
        <p:sp>
          <p:nvSpPr>
            <p:cNvPr id="67" name="Rectangle 6">
              <a:extLst>
                <a:ext uri="{FF2B5EF4-FFF2-40B4-BE49-F238E27FC236}">
                  <a16:creationId xmlns:a16="http://schemas.microsoft.com/office/drawing/2014/main" id="{4013DEBA-A39C-4976-8E67-E5E4176726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111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rgbClr val="FF0000"/>
                  </a:solidFill>
                  <a:latin typeface="Arial Rounded MT Bold" panose="020F0704030504030204" pitchFamily="34" charset="0"/>
                </a:rPr>
                <a:t>5</a:t>
              </a:r>
            </a:p>
          </p:txBody>
        </p:sp>
        <p:sp>
          <p:nvSpPr>
            <p:cNvPr id="68" name="Rectangle 7">
              <a:extLst>
                <a:ext uri="{FF2B5EF4-FFF2-40B4-BE49-F238E27FC236}">
                  <a16:creationId xmlns:a16="http://schemas.microsoft.com/office/drawing/2014/main" id="{859DAA16-A937-4869-86E5-C6E1923984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207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rgbClr val="FF0000"/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  <p:sp>
          <p:nvSpPr>
            <p:cNvPr id="69" name="Rectangle 8">
              <a:extLst>
                <a:ext uri="{FF2B5EF4-FFF2-40B4-BE49-F238E27FC236}">
                  <a16:creationId xmlns:a16="http://schemas.microsoft.com/office/drawing/2014/main" id="{26000094-AF15-48ED-8712-5636070C01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303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rgbClr val="FF0000"/>
                  </a:solidFill>
                  <a:latin typeface="Arial Rounded MT Bold" panose="020F0704030504030204" pitchFamily="34" charset="0"/>
                </a:rPr>
                <a:t>3</a:t>
              </a:r>
            </a:p>
          </p:txBody>
        </p:sp>
        <p:sp>
          <p:nvSpPr>
            <p:cNvPr id="70" name="Rectangle 9">
              <a:extLst>
                <a:ext uri="{FF2B5EF4-FFF2-40B4-BE49-F238E27FC236}">
                  <a16:creationId xmlns:a16="http://schemas.microsoft.com/office/drawing/2014/main" id="{157DBB5B-B434-4670-9D1B-46FC70B008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399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rgbClr val="FF0000"/>
                  </a:solidFill>
                  <a:latin typeface="Arial Rounded MT Bold" panose="020F0704030504030204" pitchFamily="34" charset="0"/>
                </a:rPr>
                <a:t>6</a:t>
              </a:r>
            </a:p>
          </p:txBody>
        </p:sp>
        <p:sp>
          <p:nvSpPr>
            <p:cNvPr id="71" name="Rectangle 10">
              <a:extLst>
                <a:ext uri="{FF2B5EF4-FFF2-40B4-BE49-F238E27FC236}">
                  <a16:creationId xmlns:a16="http://schemas.microsoft.com/office/drawing/2014/main" id="{02242B05-DA57-4C49-9756-B13BCABB68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495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rgbClr val="FF0000"/>
                  </a:solidFill>
                  <a:latin typeface="Arial Rounded MT Bold" panose="020F0704030504030204" pitchFamily="34" charset="0"/>
                </a:rPr>
                <a:t>8</a:t>
              </a:r>
            </a:p>
          </p:txBody>
        </p:sp>
        <p:sp>
          <p:nvSpPr>
            <p:cNvPr id="72" name="Rectangle 11">
              <a:extLst>
                <a:ext uri="{FF2B5EF4-FFF2-40B4-BE49-F238E27FC236}">
                  <a16:creationId xmlns:a16="http://schemas.microsoft.com/office/drawing/2014/main" id="{CB650A8B-840F-4107-B9BA-CDE8518CBB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591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rgbClr val="FF0000"/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4DE2AA2E-2E6F-4D0F-A3CA-B5EE8D3870A7}"/>
              </a:ext>
            </a:extLst>
          </p:cNvPr>
          <p:cNvGrpSpPr/>
          <p:nvPr/>
        </p:nvGrpSpPr>
        <p:grpSpPr>
          <a:xfrm>
            <a:off x="5810774" y="2659943"/>
            <a:ext cx="2049781" cy="409956"/>
            <a:chOff x="3201572" y="3586089"/>
            <a:chExt cx="3048000" cy="609600"/>
          </a:xfrm>
        </p:grpSpPr>
        <p:sp>
          <p:nvSpPr>
            <p:cNvPr id="74" name="Rectangle 5">
              <a:extLst>
                <a:ext uri="{FF2B5EF4-FFF2-40B4-BE49-F238E27FC236}">
                  <a16:creationId xmlns:a16="http://schemas.microsoft.com/office/drawing/2014/main" id="{42205B2F-77E3-4385-A497-DAB86739BF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015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rgbClr val="FF0000"/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  <p:sp>
          <p:nvSpPr>
            <p:cNvPr id="75" name="Rectangle 6">
              <a:extLst>
                <a:ext uri="{FF2B5EF4-FFF2-40B4-BE49-F238E27FC236}">
                  <a16:creationId xmlns:a16="http://schemas.microsoft.com/office/drawing/2014/main" id="{75123ACE-AB91-4A7F-94B0-918EF75BE1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111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rgbClr val="FF0000"/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  <p:sp>
          <p:nvSpPr>
            <p:cNvPr id="76" name="Rectangle 7">
              <a:extLst>
                <a:ext uri="{FF2B5EF4-FFF2-40B4-BE49-F238E27FC236}">
                  <a16:creationId xmlns:a16="http://schemas.microsoft.com/office/drawing/2014/main" id="{A4166AE7-AA10-46BB-A1B6-2D5B21B3A7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207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rgbClr val="FF0000"/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  <p:sp>
          <p:nvSpPr>
            <p:cNvPr id="77" name="Rectangle 8">
              <a:extLst>
                <a:ext uri="{FF2B5EF4-FFF2-40B4-BE49-F238E27FC236}">
                  <a16:creationId xmlns:a16="http://schemas.microsoft.com/office/drawing/2014/main" id="{2721D1C4-1C87-457A-B043-DD15D86EAF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303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rgbClr val="FF0000"/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  <p:sp>
          <p:nvSpPr>
            <p:cNvPr id="78" name="Rectangle 9">
              <a:extLst>
                <a:ext uri="{FF2B5EF4-FFF2-40B4-BE49-F238E27FC236}">
                  <a16:creationId xmlns:a16="http://schemas.microsoft.com/office/drawing/2014/main" id="{967F9F13-C827-4717-81E6-ED9A52CB85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399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rgbClr val="FF0000"/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</p:grpSp>
      <p:grpSp>
        <p:nvGrpSpPr>
          <p:cNvPr id="79" name="Group 78">
            <a:extLst>
              <a:ext uri="{FF2B5EF4-FFF2-40B4-BE49-F238E27FC236}">
                <a16:creationId xmlns:a16="http://schemas.microsoft.com/office/drawing/2014/main" id="{7C23B524-04AE-40D6-9E43-E13424AF302E}"/>
              </a:ext>
            </a:extLst>
          </p:cNvPr>
          <p:cNvGrpSpPr/>
          <p:nvPr/>
        </p:nvGrpSpPr>
        <p:grpSpPr>
          <a:xfrm>
            <a:off x="3753374" y="3333043"/>
            <a:ext cx="2869694" cy="409956"/>
            <a:chOff x="3201572" y="3586089"/>
            <a:chExt cx="4267200" cy="609600"/>
          </a:xfrm>
        </p:grpSpPr>
        <p:sp>
          <p:nvSpPr>
            <p:cNvPr id="80" name="Rectangle 5">
              <a:extLst>
                <a:ext uri="{FF2B5EF4-FFF2-40B4-BE49-F238E27FC236}">
                  <a16:creationId xmlns:a16="http://schemas.microsoft.com/office/drawing/2014/main" id="{31926E74-6444-4B52-8583-2B8FFF0CCF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015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chemeClr val="accent5">
                      <a:lumMod val="75000"/>
                    </a:schemeClr>
                  </a:solidFill>
                  <a:latin typeface="Arial Rounded MT Bold" panose="020F0704030504030204" pitchFamily="34" charset="0"/>
                </a:rPr>
                <a:t>7</a:t>
              </a:r>
            </a:p>
          </p:txBody>
        </p:sp>
        <p:sp>
          <p:nvSpPr>
            <p:cNvPr id="90" name="Rectangle 6">
              <a:extLst>
                <a:ext uri="{FF2B5EF4-FFF2-40B4-BE49-F238E27FC236}">
                  <a16:creationId xmlns:a16="http://schemas.microsoft.com/office/drawing/2014/main" id="{47FED25B-35A5-45FA-986B-BE1E0F119F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111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chemeClr val="accent5">
                      <a:lumMod val="75000"/>
                    </a:schemeClr>
                  </a:solidFill>
                  <a:latin typeface="Arial Rounded MT Bold" panose="020F0704030504030204" pitchFamily="34" charset="0"/>
                </a:rPr>
                <a:t>5</a:t>
              </a:r>
            </a:p>
          </p:txBody>
        </p:sp>
        <p:sp>
          <p:nvSpPr>
            <p:cNvPr id="91" name="Rectangle 7">
              <a:extLst>
                <a:ext uri="{FF2B5EF4-FFF2-40B4-BE49-F238E27FC236}">
                  <a16:creationId xmlns:a16="http://schemas.microsoft.com/office/drawing/2014/main" id="{75344CEC-7FD8-4C32-8FC6-BDE5361969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207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chemeClr val="accent5">
                      <a:lumMod val="75000"/>
                    </a:schemeClr>
                  </a:solidFill>
                  <a:latin typeface="Arial Rounded MT Bold" panose="020F0704030504030204" pitchFamily="34" charset="0"/>
                </a:rPr>
                <a:t>1</a:t>
              </a:r>
            </a:p>
          </p:txBody>
        </p:sp>
        <p:sp>
          <p:nvSpPr>
            <p:cNvPr id="92" name="Rectangle 8">
              <a:extLst>
                <a:ext uri="{FF2B5EF4-FFF2-40B4-BE49-F238E27FC236}">
                  <a16:creationId xmlns:a16="http://schemas.microsoft.com/office/drawing/2014/main" id="{54444E16-9578-401B-8D77-294DDB35E3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303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chemeClr val="accent5">
                      <a:lumMod val="75000"/>
                    </a:schemeClr>
                  </a:solidFill>
                  <a:latin typeface="Arial Rounded MT Bold" panose="020F0704030504030204" pitchFamily="34" charset="0"/>
                </a:rPr>
                <a:t>9</a:t>
              </a:r>
            </a:p>
          </p:txBody>
        </p:sp>
        <p:sp>
          <p:nvSpPr>
            <p:cNvPr id="93" name="Rectangle 9">
              <a:extLst>
                <a:ext uri="{FF2B5EF4-FFF2-40B4-BE49-F238E27FC236}">
                  <a16:creationId xmlns:a16="http://schemas.microsoft.com/office/drawing/2014/main" id="{62702A1C-9A42-4136-9371-5BA34A78D1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399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chemeClr val="accent5">
                      <a:lumMod val="75000"/>
                    </a:schemeClr>
                  </a:solidFill>
                  <a:latin typeface="Arial Rounded MT Bold" panose="020F0704030504030204" pitchFamily="34" charset="0"/>
                </a:rPr>
                <a:t>8</a:t>
              </a:r>
            </a:p>
          </p:txBody>
        </p:sp>
        <p:sp>
          <p:nvSpPr>
            <p:cNvPr id="99" name="Rectangle 10">
              <a:extLst>
                <a:ext uri="{FF2B5EF4-FFF2-40B4-BE49-F238E27FC236}">
                  <a16:creationId xmlns:a16="http://schemas.microsoft.com/office/drawing/2014/main" id="{85338AE1-E9BB-4565-9285-CC1D1C2DFF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495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chemeClr val="accent5">
                      <a:lumMod val="75000"/>
                    </a:schemeClr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  <p:sp>
          <p:nvSpPr>
            <p:cNvPr id="100" name="Rectangle 11">
              <a:extLst>
                <a:ext uri="{FF2B5EF4-FFF2-40B4-BE49-F238E27FC236}">
                  <a16:creationId xmlns:a16="http://schemas.microsoft.com/office/drawing/2014/main" id="{099C49C7-7367-4B88-B2DF-B3FAC4F9EE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591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chemeClr val="accent5">
                      <a:lumMod val="75000"/>
                    </a:schemeClr>
                  </a:solidFill>
                  <a:latin typeface="Arial Rounded MT Bold" panose="020F0704030504030204" pitchFamily="34" charset="0"/>
                </a:rPr>
                <a:t>2</a:t>
              </a:r>
            </a:p>
          </p:txBody>
        </p:sp>
      </p:grpSp>
      <p:grpSp>
        <p:nvGrpSpPr>
          <p:cNvPr id="113" name="Group 112">
            <a:extLst>
              <a:ext uri="{FF2B5EF4-FFF2-40B4-BE49-F238E27FC236}">
                <a16:creationId xmlns:a16="http://schemas.microsoft.com/office/drawing/2014/main" id="{16937DA9-C625-4A62-993F-3BF3D2693E3B}"/>
              </a:ext>
            </a:extLst>
          </p:cNvPr>
          <p:cNvGrpSpPr/>
          <p:nvPr/>
        </p:nvGrpSpPr>
        <p:grpSpPr>
          <a:xfrm>
            <a:off x="6623574" y="3333043"/>
            <a:ext cx="1229869" cy="409956"/>
            <a:chOff x="3201572" y="3586089"/>
            <a:chExt cx="1828800" cy="609600"/>
          </a:xfrm>
        </p:grpSpPr>
        <p:sp>
          <p:nvSpPr>
            <p:cNvPr id="114" name="Rectangle 5">
              <a:extLst>
                <a:ext uri="{FF2B5EF4-FFF2-40B4-BE49-F238E27FC236}">
                  <a16:creationId xmlns:a16="http://schemas.microsoft.com/office/drawing/2014/main" id="{03627E90-AFBE-4CC3-8261-1AF1B4BEC0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015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rgbClr val="7BA946"/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  <p:sp>
          <p:nvSpPr>
            <p:cNvPr id="116" name="Rectangle 6">
              <a:extLst>
                <a:ext uri="{FF2B5EF4-FFF2-40B4-BE49-F238E27FC236}">
                  <a16:creationId xmlns:a16="http://schemas.microsoft.com/office/drawing/2014/main" id="{7A845D8D-6D80-4704-B78F-E38A01DC5D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111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rgbClr val="7BA946"/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  <p:sp>
          <p:nvSpPr>
            <p:cNvPr id="117" name="Rectangle 7">
              <a:extLst>
                <a:ext uri="{FF2B5EF4-FFF2-40B4-BE49-F238E27FC236}">
                  <a16:creationId xmlns:a16="http://schemas.microsoft.com/office/drawing/2014/main" id="{04D56850-C910-428C-9CF4-369DC68B87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207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rgbClr val="7BA946"/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</p:grpSp>
      <p:sp>
        <p:nvSpPr>
          <p:cNvPr id="118" name="Rectangle 117">
            <a:extLst>
              <a:ext uri="{FF2B5EF4-FFF2-40B4-BE49-F238E27FC236}">
                <a16:creationId xmlns:a16="http://schemas.microsoft.com/office/drawing/2014/main" id="{09EEA3B2-F366-46DF-BE58-C082B9ADA32D}"/>
              </a:ext>
            </a:extLst>
          </p:cNvPr>
          <p:cNvSpPr/>
          <p:nvPr/>
        </p:nvSpPr>
        <p:spPr>
          <a:xfrm>
            <a:off x="6979918" y="5331529"/>
            <a:ext cx="551182" cy="608849"/>
          </a:xfrm>
          <a:prstGeom prst="rect">
            <a:avLst/>
          </a:prstGeom>
          <a:solidFill>
            <a:srgbClr val="FFFF00">
              <a:alpha val="40000"/>
            </a:srgbClr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 Rounded MT Bold" panose="020F070403050403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3574034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Rectangle 6"/>
          <p:cNvSpPr>
            <a:spLocks noChangeArrowheads="1"/>
          </p:cNvSpPr>
          <p:nvPr/>
        </p:nvSpPr>
        <p:spPr bwMode="auto">
          <a:xfrm>
            <a:off x="10189462" y="3338265"/>
            <a:ext cx="409956" cy="409956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en-US" sz="2400" b="1" dirty="0">
                <a:latin typeface="Arial Rounded MT Bold" panose="020F0704030504030204" pitchFamily="34" charset="0"/>
              </a:rPr>
              <a:t>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62458" y="2948349"/>
            <a:ext cx="784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0"/>
              </a:rPr>
              <a:t>carry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r>
              <a:rPr lang="en-US" dirty="0"/>
              <a:t>L.I.M: Summation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A0EBCF-4529-451B-A658-A10567B2E7AF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52/92</a:t>
            </a:r>
          </a:p>
        </p:txBody>
      </p:sp>
      <p:grpSp>
        <p:nvGrpSpPr>
          <p:cNvPr id="127" name="Group 126"/>
          <p:cNvGrpSpPr/>
          <p:nvPr/>
        </p:nvGrpSpPr>
        <p:grpSpPr>
          <a:xfrm>
            <a:off x="2946906" y="5395665"/>
            <a:ext cx="2869694" cy="409956"/>
            <a:chOff x="3201572" y="3586089"/>
            <a:chExt cx="4267200" cy="609600"/>
          </a:xfrm>
        </p:grpSpPr>
        <p:sp>
          <p:nvSpPr>
            <p:cNvPr id="128" name="Rectangle 5"/>
            <p:cNvSpPr>
              <a:spLocks noChangeArrowheads="1"/>
            </p:cNvSpPr>
            <p:nvPr/>
          </p:nvSpPr>
          <p:spPr bwMode="auto">
            <a:xfrm>
              <a:off x="32015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rgbClr val="7030A0"/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  <p:sp>
          <p:nvSpPr>
            <p:cNvPr id="129" name="Rectangle 6"/>
            <p:cNvSpPr>
              <a:spLocks noChangeArrowheads="1"/>
            </p:cNvSpPr>
            <p:nvPr/>
          </p:nvSpPr>
          <p:spPr bwMode="auto">
            <a:xfrm>
              <a:off x="38111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rgbClr val="7030A0"/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  <p:sp>
          <p:nvSpPr>
            <p:cNvPr id="130" name="Rectangle 7"/>
            <p:cNvSpPr>
              <a:spLocks noChangeArrowheads="1"/>
            </p:cNvSpPr>
            <p:nvPr/>
          </p:nvSpPr>
          <p:spPr bwMode="auto">
            <a:xfrm>
              <a:off x="44207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rgbClr val="7030A0"/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  <p:sp>
          <p:nvSpPr>
            <p:cNvPr id="131" name="Rectangle 8"/>
            <p:cNvSpPr>
              <a:spLocks noChangeArrowheads="1"/>
            </p:cNvSpPr>
            <p:nvPr/>
          </p:nvSpPr>
          <p:spPr bwMode="auto">
            <a:xfrm>
              <a:off x="50303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rgbClr val="7030A0"/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  <p:sp>
          <p:nvSpPr>
            <p:cNvPr id="132" name="Rectangle 9"/>
            <p:cNvSpPr>
              <a:spLocks noChangeArrowheads="1"/>
            </p:cNvSpPr>
            <p:nvPr/>
          </p:nvSpPr>
          <p:spPr bwMode="auto">
            <a:xfrm>
              <a:off x="56399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rgbClr val="7030A0"/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  <p:sp>
          <p:nvSpPr>
            <p:cNvPr id="133" name="Rectangle 10"/>
            <p:cNvSpPr>
              <a:spLocks noChangeArrowheads="1"/>
            </p:cNvSpPr>
            <p:nvPr/>
          </p:nvSpPr>
          <p:spPr bwMode="auto">
            <a:xfrm>
              <a:off x="62495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rgbClr val="7030A0"/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  <p:sp>
          <p:nvSpPr>
            <p:cNvPr id="134" name="Rectangle 11"/>
            <p:cNvSpPr>
              <a:spLocks noChangeArrowheads="1"/>
            </p:cNvSpPr>
            <p:nvPr/>
          </p:nvSpPr>
          <p:spPr bwMode="auto">
            <a:xfrm>
              <a:off x="68591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rgbClr val="7030A0"/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</p:grpSp>
      <p:grpSp>
        <p:nvGrpSpPr>
          <p:cNvPr id="135" name="Group 134"/>
          <p:cNvGrpSpPr/>
          <p:nvPr/>
        </p:nvGrpSpPr>
        <p:grpSpPr>
          <a:xfrm>
            <a:off x="5817106" y="5395665"/>
            <a:ext cx="2049781" cy="409956"/>
            <a:chOff x="3201572" y="3586089"/>
            <a:chExt cx="3048000" cy="609600"/>
          </a:xfrm>
        </p:grpSpPr>
        <p:sp>
          <p:nvSpPr>
            <p:cNvPr id="136" name="Rectangle 5"/>
            <p:cNvSpPr>
              <a:spLocks noChangeArrowheads="1"/>
            </p:cNvSpPr>
            <p:nvPr/>
          </p:nvSpPr>
          <p:spPr bwMode="auto">
            <a:xfrm>
              <a:off x="32015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rgbClr val="7030A0"/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  <p:sp>
          <p:nvSpPr>
            <p:cNvPr id="137" name="Rectangle 6"/>
            <p:cNvSpPr>
              <a:spLocks noChangeArrowheads="1"/>
            </p:cNvSpPr>
            <p:nvPr/>
          </p:nvSpPr>
          <p:spPr bwMode="auto">
            <a:xfrm>
              <a:off x="38111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rgbClr val="7030A0"/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  <p:sp>
          <p:nvSpPr>
            <p:cNvPr id="138" name="Rectangle 7"/>
            <p:cNvSpPr>
              <a:spLocks noChangeArrowheads="1"/>
            </p:cNvSpPr>
            <p:nvPr/>
          </p:nvSpPr>
          <p:spPr bwMode="auto">
            <a:xfrm>
              <a:off x="44207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rgbClr val="7030A0"/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  <p:sp>
          <p:nvSpPr>
            <p:cNvPr id="139" name="Rectangle 8"/>
            <p:cNvSpPr>
              <a:spLocks noChangeArrowheads="1"/>
            </p:cNvSpPr>
            <p:nvPr/>
          </p:nvSpPr>
          <p:spPr bwMode="auto">
            <a:xfrm>
              <a:off x="50303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rgbClr val="7030A0"/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  <p:sp>
          <p:nvSpPr>
            <p:cNvPr id="140" name="Rectangle 9"/>
            <p:cNvSpPr>
              <a:spLocks noChangeArrowheads="1"/>
            </p:cNvSpPr>
            <p:nvPr/>
          </p:nvSpPr>
          <p:spPr bwMode="auto">
            <a:xfrm>
              <a:off x="56399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rgbClr val="7030A0"/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</p:grpSp>
      <p:cxnSp>
        <p:nvCxnSpPr>
          <p:cNvPr id="6" name="Straight Connector 5"/>
          <p:cNvCxnSpPr/>
          <p:nvPr/>
        </p:nvCxnSpPr>
        <p:spPr>
          <a:xfrm flipH="1">
            <a:off x="1320800" y="4708478"/>
            <a:ext cx="90424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1" name="Rectangle 6"/>
          <p:cNvSpPr>
            <a:spLocks noChangeArrowheads="1"/>
          </p:cNvSpPr>
          <p:nvPr/>
        </p:nvSpPr>
        <p:spPr bwMode="auto">
          <a:xfrm>
            <a:off x="2531362" y="5395665"/>
            <a:ext cx="409956" cy="40995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en-US" sz="2400" b="1" dirty="0">
                <a:solidFill>
                  <a:srgbClr val="7030A0"/>
                </a:solidFill>
                <a:latin typeface="Arial Rounded MT Bold" panose="020F0704030504030204" pitchFamily="34" charset="0"/>
              </a:rPr>
              <a:t>0</a:t>
            </a:r>
          </a:p>
        </p:txBody>
      </p:sp>
      <p:sp>
        <p:nvSpPr>
          <p:cNvPr id="3" name="Rectangle 2"/>
          <p:cNvSpPr/>
          <p:nvPr/>
        </p:nvSpPr>
        <p:spPr>
          <a:xfrm>
            <a:off x="6568857" y="2552699"/>
            <a:ext cx="551182" cy="1866901"/>
          </a:xfrm>
          <a:prstGeom prst="rect">
            <a:avLst/>
          </a:prstGeom>
          <a:solidFill>
            <a:srgbClr val="FFFF00">
              <a:alpha val="40000"/>
            </a:srgbClr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ctangle 57"/>
          <p:cNvSpPr/>
          <p:nvPr/>
        </p:nvSpPr>
        <p:spPr>
          <a:xfrm>
            <a:off x="9987785" y="2976773"/>
            <a:ext cx="792990" cy="972176"/>
          </a:xfrm>
          <a:prstGeom prst="rect">
            <a:avLst/>
          </a:prstGeom>
          <a:solidFill>
            <a:srgbClr val="FFFF00">
              <a:alpha val="40000"/>
            </a:srgbClr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2" name="Straight Arrow Connector 61"/>
          <p:cNvCxnSpPr>
            <a:stCxn id="3" idx="2"/>
          </p:cNvCxnSpPr>
          <p:nvPr/>
        </p:nvCxnSpPr>
        <p:spPr>
          <a:xfrm>
            <a:off x="6844448" y="4419600"/>
            <a:ext cx="0" cy="911929"/>
          </a:xfrm>
          <a:prstGeom prst="straightConnector1">
            <a:avLst/>
          </a:prstGeom>
          <a:ln w="28575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TextBox 63">
            <a:extLst>
              <a:ext uri="{FF2B5EF4-FFF2-40B4-BE49-F238E27FC236}">
                <a16:creationId xmlns:a16="http://schemas.microsoft.com/office/drawing/2014/main" id="{7180F68F-479D-4269-9D88-C340E9BCEC38}"/>
              </a:ext>
            </a:extLst>
          </p:cNvPr>
          <p:cNvSpPr txBox="1"/>
          <p:nvPr/>
        </p:nvSpPr>
        <p:spPr>
          <a:xfrm>
            <a:off x="1702581" y="3467043"/>
            <a:ext cx="47131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/>
              <a:t>+</a:t>
            </a:r>
          </a:p>
        </p:txBody>
      </p:sp>
      <p:grpSp>
        <p:nvGrpSpPr>
          <p:cNvPr id="65" name="Group 64">
            <a:extLst>
              <a:ext uri="{FF2B5EF4-FFF2-40B4-BE49-F238E27FC236}">
                <a16:creationId xmlns:a16="http://schemas.microsoft.com/office/drawing/2014/main" id="{36702D30-4839-4C67-95BF-8DFBDD2CDB2C}"/>
              </a:ext>
            </a:extLst>
          </p:cNvPr>
          <p:cNvGrpSpPr/>
          <p:nvPr/>
        </p:nvGrpSpPr>
        <p:grpSpPr>
          <a:xfrm>
            <a:off x="2940574" y="2659943"/>
            <a:ext cx="2869694" cy="409956"/>
            <a:chOff x="3201572" y="3586089"/>
            <a:chExt cx="4267200" cy="609600"/>
          </a:xfrm>
        </p:grpSpPr>
        <p:sp>
          <p:nvSpPr>
            <p:cNvPr id="66" name="Rectangle 5">
              <a:extLst>
                <a:ext uri="{FF2B5EF4-FFF2-40B4-BE49-F238E27FC236}">
                  <a16:creationId xmlns:a16="http://schemas.microsoft.com/office/drawing/2014/main" id="{3C0CD182-152B-4BAA-B42B-3C5DFDC578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015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rgbClr val="FF0000"/>
                  </a:solidFill>
                  <a:latin typeface="Arial Rounded MT Bold" panose="020F0704030504030204" pitchFamily="34" charset="0"/>
                </a:rPr>
                <a:t>8</a:t>
              </a:r>
            </a:p>
          </p:txBody>
        </p:sp>
        <p:sp>
          <p:nvSpPr>
            <p:cNvPr id="67" name="Rectangle 6">
              <a:extLst>
                <a:ext uri="{FF2B5EF4-FFF2-40B4-BE49-F238E27FC236}">
                  <a16:creationId xmlns:a16="http://schemas.microsoft.com/office/drawing/2014/main" id="{4013DEBA-A39C-4976-8E67-E5E4176726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111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rgbClr val="FF0000"/>
                  </a:solidFill>
                  <a:latin typeface="Arial Rounded MT Bold" panose="020F0704030504030204" pitchFamily="34" charset="0"/>
                </a:rPr>
                <a:t>5</a:t>
              </a:r>
            </a:p>
          </p:txBody>
        </p:sp>
        <p:sp>
          <p:nvSpPr>
            <p:cNvPr id="68" name="Rectangle 7">
              <a:extLst>
                <a:ext uri="{FF2B5EF4-FFF2-40B4-BE49-F238E27FC236}">
                  <a16:creationId xmlns:a16="http://schemas.microsoft.com/office/drawing/2014/main" id="{859DAA16-A937-4869-86E5-C6E1923984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207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rgbClr val="FF0000"/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  <p:sp>
          <p:nvSpPr>
            <p:cNvPr id="69" name="Rectangle 8">
              <a:extLst>
                <a:ext uri="{FF2B5EF4-FFF2-40B4-BE49-F238E27FC236}">
                  <a16:creationId xmlns:a16="http://schemas.microsoft.com/office/drawing/2014/main" id="{26000094-AF15-48ED-8712-5636070C01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303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rgbClr val="FF0000"/>
                  </a:solidFill>
                  <a:latin typeface="Arial Rounded MT Bold" panose="020F0704030504030204" pitchFamily="34" charset="0"/>
                </a:rPr>
                <a:t>3</a:t>
              </a:r>
            </a:p>
          </p:txBody>
        </p:sp>
        <p:sp>
          <p:nvSpPr>
            <p:cNvPr id="70" name="Rectangle 9">
              <a:extLst>
                <a:ext uri="{FF2B5EF4-FFF2-40B4-BE49-F238E27FC236}">
                  <a16:creationId xmlns:a16="http://schemas.microsoft.com/office/drawing/2014/main" id="{157DBB5B-B434-4670-9D1B-46FC70B008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399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rgbClr val="FF0000"/>
                  </a:solidFill>
                  <a:latin typeface="Arial Rounded MT Bold" panose="020F0704030504030204" pitchFamily="34" charset="0"/>
                </a:rPr>
                <a:t>6</a:t>
              </a:r>
            </a:p>
          </p:txBody>
        </p:sp>
        <p:sp>
          <p:nvSpPr>
            <p:cNvPr id="71" name="Rectangle 10">
              <a:extLst>
                <a:ext uri="{FF2B5EF4-FFF2-40B4-BE49-F238E27FC236}">
                  <a16:creationId xmlns:a16="http://schemas.microsoft.com/office/drawing/2014/main" id="{02242B05-DA57-4C49-9756-B13BCABB68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495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rgbClr val="FF0000"/>
                  </a:solidFill>
                  <a:latin typeface="Arial Rounded MT Bold" panose="020F0704030504030204" pitchFamily="34" charset="0"/>
                </a:rPr>
                <a:t>8</a:t>
              </a:r>
            </a:p>
          </p:txBody>
        </p:sp>
        <p:sp>
          <p:nvSpPr>
            <p:cNvPr id="72" name="Rectangle 11">
              <a:extLst>
                <a:ext uri="{FF2B5EF4-FFF2-40B4-BE49-F238E27FC236}">
                  <a16:creationId xmlns:a16="http://schemas.microsoft.com/office/drawing/2014/main" id="{CB650A8B-840F-4107-B9BA-CDE8518CBB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591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rgbClr val="FF0000"/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4DE2AA2E-2E6F-4D0F-A3CA-B5EE8D3870A7}"/>
              </a:ext>
            </a:extLst>
          </p:cNvPr>
          <p:cNvGrpSpPr/>
          <p:nvPr/>
        </p:nvGrpSpPr>
        <p:grpSpPr>
          <a:xfrm>
            <a:off x="5810774" y="2659943"/>
            <a:ext cx="2049781" cy="409956"/>
            <a:chOff x="3201572" y="3586089"/>
            <a:chExt cx="3048000" cy="609600"/>
          </a:xfrm>
        </p:grpSpPr>
        <p:sp>
          <p:nvSpPr>
            <p:cNvPr id="74" name="Rectangle 5">
              <a:extLst>
                <a:ext uri="{FF2B5EF4-FFF2-40B4-BE49-F238E27FC236}">
                  <a16:creationId xmlns:a16="http://schemas.microsoft.com/office/drawing/2014/main" id="{42205B2F-77E3-4385-A497-DAB86739BF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015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rgbClr val="FF0000"/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  <p:sp>
          <p:nvSpPr>
            <p:cNvPr id="75" name="Rectangle 6">
              <a:extLst>
                <a:ext uri="{FF2B5EF4-FFF2-40B4-BE49-F238E27FC236}">
                  <a16:creationId xmlns:a16="http://schemas.microsoft.com/office/drawing/2014/main" id="{75123ACE-AB91-4A7F-94B0-918EF75BE1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111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rgbClr val="FF0000"/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  <p:sp>
          <p:nvSpPr>
            <p:cNvPr id="76" name="Rectangle 7">
              <a:extLst>
                <a:ext uri="{FF2B5EF4-FFF2-40B4-BE49-F238E27FC236}">
                  <a16:creationId xmlns:a16="http://schemas.microsoft.com/office/drawing/2014/main" id="{A4166AE7-AA10-46BB-A1B6-2D5B21B3A7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207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rgbClr val="FF0000"/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  <p:sp>
          <p:nvSpPr>
            <p:cNvPr id="77" name="Rectangle 8">
              <a:extLst>
                <a:ext uri="{FF2B5EF4-FFF2-40B4-BE49-F238E27FC236}">
                  <a16:creationId xmlns:a16="http://schemas.microsoft.com/office/drawing/2014/main" id="{2721D1C4-1C87-457A-B043-DD15D86EAF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303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rgbClr val="FF0000"/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  <p:sp>
          <p:nvSpPr>
            <p:cNvPr id="78" name="Rectangle 9">
              <a:extLst>
                <a:ext uri="{FF2B5EF4-FFF2-40B4-BE49-F238E27FC236}">
                  <a16:creationId xmlns:a16="http://schemas.microsoft.com/office/drawing/2014/main" id="{967F9F13-C827-4717-81E6-ED9A52CB85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399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rgbClr val="FF0000"/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</p:grpSp>
      <p:grpSp>
        <p:nvGrpSpPr>
          <p:cNvPr id="79" name="Group 78">
            <a:extLst>
              <a:ext uri="{FF2B5EF4-FFF2-40B4-BE49-F238E27FC236}">
                <a16:creationId xmlns:a16="http://schemas.microsoft.com/office/drawing/2014/main" id="{7C23B524-04AE-40D6-9E43-E13424AF302E}"/>
              </a:ext>
            </a:extLst>
          </p:cNvPr>
          <p:cNvGrpSpPr/>
          <p:nvPr/>
        </p:nvGrpSpPr>
        <p:grpSpPr>
          <a:xfrm>
            <a:off x="3753374" y="3333043"/>
            <a:ext cx="2869694" cy="409956"/>
            <a:chOff x="3201572" y="3586089"/>
            <a:chExt cx="4267200" cy="609600"/>
          </a:xfrm>
        </p:grpSpPr>
        <p:sp>
          <p:nvSpPr>
            <p:cNvPr id="80" name="Rectangle 5">
              <a:extLst>
                <a:ext uri="{FF2B5EF4-FFF2-40B4-BE49-F238E27FC236}">
                  <a16:creationId xmlns:a16="http://schemas.microsoft.com/office/drawing/2014/main" id="{31926E74-6444-4B52-8583-2B8FFF0CCF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015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chemeClr val="accent5">
                      <a:lumMod val="75000"/>
                    </a:schemeClr>
                  </a:solidFill>
                  <a:latin typeface="Arial Rounded MT Bold" panose="020F0704030504030204" pitchFamily="34" charset="0"/>
                </a:rPr>
                <a:t>7</a:t>
              </a:r>
            </a:p>
          </p:txBody>
        </p:sp>
        <p:sp>
          <p:nvSpPr>
            <p:cNvPr id="90" name="Rectangle 6">
              <a:extLst>
                <a:ext uri="{FF2B5EF4-FFF2-40B4-BE49-F238E27FC236}">
                  <a16:creationId xmlns:a16="http://schemas.microsoft.com/office/drawing/2014/main" id="{47FED25B-35A5-45FA-986B-BE1E0F119F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111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chemeClr val="accent5">
                      <a:lumMod val="75000"/>
                    </a:schemeClr>
                  </a:solidFill>
                  <a:latin typeface="Arial Rounded MT Bold" panose="020F0704030504030204" pitchFamily="34" charset="0"/>
                </a:rPr>
                <a:t>5</a:t>
              </a:r>
            </a:p>
          </p:txBody>
        </p:sp>
        <p:sp>
          <p:nvSpPr>
            <p:cNvPr id="91" name="Rectangle 7">
              <a:extLst>
                <a:ext uri="{FF2B5EF4-FFF2-40B4-BE49-F238E27FC236}">
                  <a16:creationId xmlns:a16="http://schemas.microsoft.com/office/drawing/2014/main" id="{75344CEC-7FD8-4C32-8FC6-BDE5361969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207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chemeClr val="accent5">
                      <a:lumMod val="75000"/>
                    </a:schemeClr>
                  </a:solidFill>
                  <a:latin typeface="Arial Rounded MT Bold" panose="020F0704030504030204" pitchFamily="34" charset="0"/>
                </a:rPr>
                <a:t>1</a:t>
              </a:r>
            </a:p>
          </p:txBody>
        </p:sp>
        <p:sp>
          <p:nvSpPr>
            <p:cNvPr id="92" name="Rectangle 8">
              <a:extLst>
                <a:ext uri="{FF2B5EF4-FFF2-40B4-BE49-F238E27FC236}">
                  <a16:creationId xmlns:a16="http://schemas.microsoft.com/office/drawing/2014/main" id="{54444E16-9578-401B-8D77-294DDB35E3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303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chemeClr val="accent5">
                      <a:lumMod val="75000"/>
                    </a:schemeClr>
                  </a:solidFill>
                  <a:latin typeface="Arial Rounded MT Bold" panose="020F0704030504030204" pitchFamily="34" charset="0"/>
                </a:rPr>
                <a:t>9</a:t>
              </a:r>
            </a:p>
          </p:txBody>
        </p:sp>
        <p:sp>
          <p:nvSpPr>
            <p:cNvPr id="93" name="Rectangle 9">
              <a:extLst>
                <a:ext uri="{FF2B5EF4-FFF2-40B4-BE49-F238E27FC236}">
                  <a16:creationId xmlns:a16="http://schemas.microsoft.com/office/drawing/2014/main" id="{62702A1C-9A42-4136-9371-5BA34A78D1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399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chemeClr val="accent5">
                      <a:lumMod val="75000"/>
                    </a:schemeClr>
                  </a:solidFill>
                  <a:latin typeface="Arial Rounded MT Bold" panose="020F0704030504030204" pitchFamily="34" charset="0"/>
                </a:rPr>
                <a:t>8</a:t>
              </a:r>
            </a:p>
          </p:txBody>
        </p:sp>
        <p:sp>
          <p:nvSpPr>
            <p:cNvPr id="99" name="Rectangle 10">
              <a:extLst>
                <a:ext uri="{FF2B5EF4-FFF2-40B4-BE49-F238E27FC236}">
                  <a16:creationId xmlns:a16="http://schemas.microsoft.com/office/drawing/2014/main" id="{85338AE1-E9BB-4565-9285-CC1D1C2DFF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495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chemeClr val="accent5">
                      <a:lumMod val="75000"/>
                    </a:schemeClr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  <p:sp>
          <p:nvSpPr>
            <p:cNvPr id="100" name="Rectangle 11">
              <a:extLst>
                <a:ext uri="{FF2B5EF4-FFF2-40B4-BE49-F238E27FC236}">
                  <a16:creationId xmlns:a16="http://schemas.microsoft.com/office/drawing/2014/main" id="{099C49C7-7367-4B88-B2DF-B3FAC4F9EE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591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chemeClr val="accent5">
                      <a:lumMod val="75000"/>
                    </a:schemeClr>
                  </a:solidFill>
                  <a:latin typeface="Arial Rounded MT Bold" panose="020F0704030504030204" pitchFamily="34" charset="0"/>
                </a:rPr>
                <a:t>2</a:t>
              </a:r>
            </a:p>
          </p:txBody>
        </p:sp>
      </p:grpSp>
      <p:grpSp>
        <p:nvGrpSpPr>
          <p:cNvPr id="113" name="Group 112">
            <a:extLst>
              <a:ext uri="{FF2B5EF4-FFF2-40B4-BE49-F238E27FC236}">
                <a16:creationId xmlns:a16="http://schemas.microsoft.com/office/drawing/2014/main" id="{16937DA9-C625-4A62-993F-3BF3D2693E3B}"/>
              </a:ext>
            </a:extLst>
          </p:cNvPr>
          <p:cNvGrpSpPr/>
          <p:nvPr/>
        </p:nvGrpSpPr>
        <p:grpSpPr>
          <a:xfrm>
            <a:off x="6623574" y="3333043"/>
            <a:ext cx="1229869" cy="409956"/>
            <a:chOff x="3201572" y="3586089"/>
            <a:chExt cx="1828800" cy="609600"/>
          </a:xfrm>
        </p:grpSpPr>
        <p:sp>
          <p:nvSpPr>
            <p:cNvPr id="114" name="Rectangle 5">
              <a:extLst>
                <a:ext uri="{FF2B5EF4-FFF2-40B4-BE49-F238E27FC236}">
                  <a16:creationId xmlns:a16="http://schemas.microsoft.com/office/drawing/2014/main" id="{03627E90-AFBE-4CC3-8261-1AF1B4BEC0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015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rgbClr val="7BA946"/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  <p:sp>
          <p:nvSpPr>
            <p:cNvPr id="116" name="Rectangle 6">
              <a:extLst>
                <a:ext uri="{FF2B5EF4-FFF2-40B4-BE49-F238E27FC236}">
                  <a16:creationId xmlns:a16="http://schemas.microsoft.com/office/drawing/2014/main" id="{7A845D8D-6D80-4704-B78F-E38A01DC5D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111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rgbClr val="7BA946"/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  <p:sp>
          <p:nvSpPr>
            <p:cNvPr id="117" name="Rectangle 7">
              <a:extLst>
                <a:ext uri="{FF2B5EF4-FFF2-40B4-BE49-F238E27FC236}">
                  <a16:creationId xmlns:a16="http://schemas.microsoft.com/office/drawing/2014/main" id="{04D56850-C910-428C-9CF4-369DC68B87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207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rgbClr val="7BA946"/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</p:grpSp>
      <p:sp>
        <p:nvSpPr>
          <p:cNvPr id="118" name="Rectangle 117">
            <a:extLst>
              <a:ext uri="{FF2B5EF4-FFF2-40B4-BE49-F238E27FC236}">
                <a16:creationId xmlns:a16="http://schemas.microsoft.com/office/drawing/2014/main" id="{09EEA3B2-F366-46DF-BE58-C082B9ADA32D}"/>
              </a:ext>
            </a:extLst>
          </p:cNvPr>
          <p:cNvSpPr/>
          <p:nvPr/>
        </p:nvSpPr>
        <p:spPr>
          <a:xfrm>
            <a:off x="6568857" y="5331529"/>
            <a:ext cx="551182" cy="608849"/>
          </a:xfrm>
          <a:prstGeom prst="rect">
            <a:avLst/>
          </a:prstGeom>
          <a:solidFill>
            <a:srgbClr val="FFFF00">
              <a:alpha val="40000"/>
            </a:srgbClr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 Rounded MT Bold" panose="020F0704030504030204" pitchFamily="34" charset="0"/>
            </a:endParaRPr>
          </a:p>
        </p:txBody>
      </p:sp>
      <p:cxnSp>
        <p:nvCxnSpPr>
          <p:cNvPr id="7" name="Straight Arrow Connector 6"/>
          <p:cNvCxnSpPr>
            <a:cxnSpLocks/>
            <a:stCxn id="58" idx="1"/>
            <a:endCxn id="3" idx="3"/>
          </p:cNvCxnSpPr>
          <p:nvPr/>
        </p:nvCxnSpPr>
        <p:spPr>
          <a:xfrm flipH="1">
            <a:off x="7120039" y="3462861"/>
            <a:ext cx="2867746" cy="23289"/>
          </a:xfrm>
          <a:prstGeom prst="straightConnector1">
            <a:avLst/>
          </a:prstGeom>
          <a:ln w="28575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164105053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Rectangle 6"/>
          <p:cNvSpPr>
            <a:spLocks noChangeArrowheads="1"/>
          </p:cNvSpPr>
          <p:nvPr/>
        </p:nvSpPr>
        <p:spPr bwMode="auto">
          <a:xfrm>
            <a:off x="10189462" y="3338265"/>
            <a:ext cx="409956" cy="409956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en-US" sz="2400" b="1" dirty="0">
                <a:latin typeface="Arial Rounded MT Bold" panose="020F0704030504030204" pitchFamily="34" charset="0"/>
              </a:rPr>
              <a:t>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62458" y="2948349"/>
            <a:ext cx="784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0"/>
              </a:rPr>
              <a:t>carry</a:t>
            </a:r>
          </a:p>
        </p:txBody>
      </p:sp>
      <p:sp>
        <p:nvSpPr>
          <p:cNvPr id="80" name="Rectangle 6">
            <a:extLst>
              <a:ext uri="{FF2B5EF4-FFF2-40B4-BE49-F238E27FC236}">
                <a16:creationId xmlns:a16="http://schemas.microsoft.com/office/drawing/2014/main" id="{B8AA8E0A-3926-40D4-B38E-6696FA2C84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89462" y="3338265"/>
            <a:ext cx="409956" cy="409956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en-US" sz="2400" b="1" dirty="0">
                <a:latin typeface="Arial Rounded MT Bold" panose="020F0704030504030204" pitchFamily="34" charset="0"/>
              </a:rPr>
              <a:t>0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C81A5F0E-9671-46F4-8269-B1A0C12E10E3}"/>
              </a:ext>
            </a:extLst>
          </p:cNvPr>
          <p:cNvSpPr txBox="1"/>
          <p:nvPr/>
        </p:nvSpPr>
        <p:spPr>
          <a:xfrm>
            <a:off x="10062458" y="2948349"/>
            <a:ext cx="784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0"/>
              </a:rPr>
              <a:t>carry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r>
              <a:rPr lang="en-US" dirty="0"/>
              <a:t>L.I.M: Summation 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FCF57C5A-357A-4833-B772-A7461957C583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53/92</a:t>
            </a:r>
          </a:p>
        </p:txBody>
      </p:sp>
      <p:cxnSp>
        <p:nvCxnSpPr>
          <p:cNvPr id="6" name="Straight Connector 5"/>
          <p:cNvCxnSpPr/>
          <p:nvPr/>
        </p:nvCxnSpPr>
        <p:spPr>
          <a:xfrm flipH="1">
            <a:off x="1320800" y="4708478"/>
            <a:ext cx="90424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Rectangle 57"/>
          <p:cNvSpPr/>
          <p:nvPr/>
        </p:nvSpPr>
        <p:spPr>
          <a:xfrm>
            <a:off x="9987785" y="2976773"/>
            <a:ext cx="792990" cy="972176"/>
          </a:xfrm>
          <a:prstGeom prst="rect">
            <a:avLst/>
          </a:prstGeom>
          <a:solidFill>
            <a:srgbClr val="FFFF00">
              <a:alpha val="40000"/>
            </a:srgbClr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" name="Group 3"/>
          <p:cNvGrpSpPr/>
          <p:nvPr/>
        </p:nvGrpSpPr>
        <p:grpSpPr>
          <a:xfrm>
            <a:off x="6154418" y="2552699"/>
            <a:ext cx="551182" cy="3387679"/>
            <a:chOff x="6560818" y="2552699"/>
            <a:chExt cx="551182" cy="3387679"/>
          </a:xfrm>
        </p:grpSpPr>
        <p:sp>
          <p:nvSpPr>
            <p:cNvPr id="3" name="Rectangle 2"/>
            <p:cNvSpPr/>
            <p:nvPr/>
          </p:nvSpPr>
          <p:spPr>
            <a:xfrm>
              <a:off x="6560818" y="2552699"/>
              <a:ext cx="551182" cy="1866901"/>
            </a:xfrm>
            <a:prstGeom prst="rect">
              <a:avLst/>
            </a:prstGeom>
            <a:solidFill>
              <a:srgbClr val="FFFF00">
                <a:alpha val="40000"/>
              </a:srgbClr>
            </a:solidFill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Rectangle 58"/>
            <p:cNvSpPr/>
            <p:nvPr/>
          </p:nvSpPr>
          <p:spPr>
            <a:xfrm>
              <a:off x="6560818" y="5331529"/>
              <a:ext cx="551182" cy="608849"/>
            </a:xfrm>
            <a:prstGeom prst="rect">
              <a:avLst/>
            </a:prstGeom>
            <a:solidFill>
              <a:srgbClr val="FFFF00">
                <a:alpha val="40000"/>
              </a:srgbClr>
            </a:solidFill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2" name="Straight Arrow Connector 61"/>
            <p:cNvCxnSpPr>
              <a:stCxn id="3" idx="2"/>
              <a:endCxn id="59" idx="0"/>
            </p:cNvCxnSpPr>
            <p:nvPr/>
          </p:nvCxnSpPr>
          <p:spPr>
            <a:xfrm>
              <a:off x="6836409" y="4419600"/>
              <a:ext cx="0" cy="911929"/>
            </a:xfrm>
            <a:prstGeom prst="straightConnector1">
              <a:avLst/>
            </a:prstGeom>
            <a:ln w="28575">
              <a:solidFill>
                <a:schemeClr val="accent1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585F6720-8323-4B8E-8B14-914EB9A71D09}"/>
              </a:ext>
            </a:extLst>
          </p:cNvPr>
          <p:cNvGrpSpPr/>
          <p:nvPr/>
        </p:nvGrpSpPr>
        <p:grpSpPr>
          <a:xfrm>
            <a:off x="2946906" y="5395665"/>
            <a:ext cx="2869694" cy="409956"/>
            <a:chOff x="3201572" y="3586089"/>
            <a:chExt cx="4267200" cy="609600"/>
          </a:xfrm>
        </p:grpSpPr>
        <p:sp>
          <p:nvSpPr>
            <p:cNvPr id="66" name="Rectangle 5">
              <a:extLst>
                <a:ext uri="{FF2B5EF4-FFF2-40B4-BE49-F238E27FC236}">
                  <a16:creationId xmlns:a16="http://schemas.microsoft.com/office/drawing/2014/main" id="{55FF5A67-5BA6-4D07-BDF0-D1C12C9E01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015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rgbClr val="7030A0"/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  <p:sp>
          <p:nvSpPr>
            <p:cNvPr id="67" name="Rectangle 6">
              <a:extLst>
                <a:ext uri="{FF2B5EF4-FFF2-40B4-BE49-F238E27FC236}">
                  <a16:creationId xmlns:a16="http://schemas.microsoft.com/office/drawing/2014/main" id="{24D9ED57-E560-46E1-8407-E7EBD221D1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111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rgbClr val="7030A0"/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  <p:sp>
          <p:nvSpPr>
            <p:cNvPr id="68" name="Rectangle 7">
              <a:extLst>
                <a:ext uri="{FF2B5EF4-FFF2-40B4-BE49-F238E27FC236}">
                  <a16:creationId xmlns:a16="http://schemas.microsoft.com/office/drawing/2014/main" id="{22B64779-04A9-44D2-86AB-6BA0ECB066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207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rgbClr val="7030A0"/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  <p:sp>
          <p:nvSpPr>
            <p:cNvPr id="69" name="Rectangle 8">
              <a:extLst>
                <a:ext uri="{FF2B5EF4-FFF2-40B4-BE49-F238E27FC236}">
                  <a16:creationId xmlns:a16="http://schemas.microsoft.com/office/drawing/2014/main" id="{F4E00EE5-4F5A-4AEC-819B-0BF80C6351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303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rgbClr val="7030A0"/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  <p:sp>
          <p:nvSpPr>
            <p:cNvPr id="70" name="Rectangle 9">
              <a:extLst>
                <a:ext uri="{FF2B5EF4-FFF2-40B4-BE49-F238E27FC236}">
                  <a16:creationId xmlns:a16="http://schemas.microsoft.com/office/drawing/2014/main" id="{51BC0151-D8C7-4C99-8EB7-896C59EA15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399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rgbClr val="7030A0"/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  <p:sp>
          <p:nvSpPr>
            <p:cNvPr id="71" name="Rectangle 10">
              <a:extLst>
                <a:ext uri="{FF2B5EF4-FFF2-40B4-BE49-F238E27FC236}">
                  <a16:creationId xmlns:a16="http://schemas.microsoft.com/office/drawing/2014/main" id="{38D3032D-C91E-4689-8030-0A7D9EA9DD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495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rgbClr val="7030A0"/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  <p:sp>
          <p:nvSpPr>
            <p:cNvPr id="72" name="Rectangle 11">
              <a:extLst>
                <a:ext uri="{FF2B5EF4-FFF2-40B4-BE49-F238E27FC236}">
                  <a16:creationId xmlns:a16="http://schemas.microsoft.com/office/drawing/2014/main" id="{D1BC33B8-353D-484A-9090-48AA969ABD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591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rgbClr val="7030A0"/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CB630F3B-65D6-4791-BD38-FC4E4C8C2CB2}"/>
              </a:ext>
            </a:extLst>
          </p:cNvPr>
          <p:cNvGrpSpPr/>
          <p:nvPr/>
        </p:nvGrpSpPr>
        <p:grpSpPr>
          <a:xfrm>
            <a:off x="5817106" y="5395665"/>
            <a:ext cx="2049781" cy="409956"/>
            <a:chOff x="3201572" y="3586089"/>
            <a:chExt cx="3048000" cy="609600"/>
          </a:xfrm>
        </p:grpSpPr>
        <p:sp>
          <p:nvSpPr>
            <p:cNvPr id="74" name="Rectangle 5">
              <a:extLst>
                <a:ext uri="{FF2B5EF4-FFF2-40B4-BE49-F238E27FC236}">
                  <a16:creationId xmlns:a16="http://schemas.microsoft.com/office/drawing/2014/main" id="{7DA6985B-3E07-415D-BA68-C02E590869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015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rgbClr val="7030A0"/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  <p:sp>
          <p:nvSpPr>
            <p:cNvPr id="75" name="Rectangle 6">
              <a:extLst>
                <a:ext uri="{FF2B5EF4-FFF2-40B4-BE49-F238E27FC236}">
                  <a16:creationId xmlns:a16="http://schemas.microsoft.com/office/drawing/2014/main" id="{97828ACA-9A05-4291-89E3-A1EAED094F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111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rgbClr val="7030A0"/>
                  </a:solidFill>
                  <a:latin typeface="Arial Rounded MT Bold" panose="020F0704030504030204" pitchFamily="34" charset="0"/>
                </a:rPr>
                <a:t>2</a:t>
              </a:r>
            </a:p>
          </p:txBody>
        </p:sp>
        <p:sp>
          <p:nvSpPr>
            <p:cNvPr id="76" name="Rectangle 7">
              <a:extLst>
                <a:ext uri="{FF2B5EF4-FFF2-40B4-BE49-F238E27FC236}">
                  <a16:creationId xmlns:a16="http://schemas.microsoft.com/office/drawing/2014/main" id="{E64894D3-4382-4DCA-A337-28F1556F81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207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rgbClr val="7030A0"/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  <p:sp>
          <p:nvSpPr>
            <p:cNvPr id="77" name="Rectangle 8">
              <a:extLst>
                <a:ext uri="{FF2B5EF4-FFF2-40B4-BE49-F238E27FC236}">
                  <a16:creationId xmlns:a16="http://schemas.microsoft.com/office/drawing/2014/main" id="{7E2F3641-1EE4-40F3-9FC7-E0A6F4BA44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303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rgbClr val="7030A0"/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  <p:sp>
          <p:nvSpPr>
            <p:cNvPr id="78" name="Rectangle 9">
              <a:extLst>
                <a:ext uri="{FF2B5EF4-FFF2-40B4-BE49-F238E27FC236}">
                  <a16:creationId xmlns:a16="http://schemas.microsoft.com/office/drawing/2014/main" id="{877A38EB-D0E3-4C34-9B5C-7B2FD9FC54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399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rgbClr val="7030A0"/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</p:grpSp>
      <p:sp>
        <p:nvSpPr>
          <p:cNvPr id="79" name="Rectangle 6">
            <a:extLst>
              <a:ext uri="{FF2B5EF4-FFF2-40B4-BE49-F238E27FC236}">
                <a16:creationId xmlns:a16="http://schemas.microsoft.com/office/drawing/2014/main" id="{2F1AB983-F625-4010-9B7F-AB696C23C8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31362" y="5395665"/>
            <a:ext cx="409956" cy="40995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en-US" sz="2400" b="1" dirty="0">
                <a:solidFill>
                  <a:srgbClr val="7030A0"/>
                </a:solidFill>
                <a:latin typeface="Arial Rounded MT Bold" panose="020F0704030504030204" pitchFamily="34" charset="0"/>
              </a:rPr>
              <a:t>0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C4F667E3-9BC5-453D-AC94-0DC7616DEE9D}"/>
              </a:ext>
            </a:extLst>
          </p:cNvPr>
          <p:cNvSpPr txBox="1"/>
          <p:nvPr/>
        </p:nvSpPr>
        <p:spPr>
          <a:xfrm>
            <a:off x="1702581" y="3467043"/>
            <a:ext cx="47131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/>
              <a:t>+</a:t>
            </a:r>
          </a:p>
        </p:txBody>
      </p:sp>
      <p:grpSp>
        <p:nvGrpSpPr>
          <p:cNvPr id="92" name="Group 91">
            <a:extLst>
              <a:ext uri="{FF2B5EF4-FFF2-40B4-BE49-F238E27FC236}">
                <a16:creationId xmlns:a16="http://schemas.microsoft.com/office/drawing/2014/main" id="{2E3485D1-DC4D-46DD-A646-CC5481CBE7D9}"/>
              </a:ext>
            </a:extLst>
          </p:cNvPr>
          <p:cNvGrpSpPr/>
          <p:nvPr/>
        </p:nvGrpSpPr>
        <p:grpSpPr>
          <a:xfrm>
            <a:off x="2940574" y="2659943"/>
            <a:ext cx="2869694" cy="409956"/>
            <a:chOff x="3201572" y="3586089"/>
            <a:chExt cx="4267200" cy="609600"/>
          </a:xfrm>
        </p:grpSpPr>
        <p:sp>
          <p:nvSpPr>
            <p:cNvPr id="93" name="Rectangle 5">
              <a:extLst>
                <a:ext uri="{FF2B5EF4-FFF2-40B4-BE49-F238E27FC236}">
                  <a16:creationId xmlns:a16="http://schemas.microsoft.com/office/drawing/2014/main" id="{465C7212-E88D-4FD0-A2D1-61C3D10301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015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rgbClr val="FF0000"/>
                  </a:solidFill>
                  <a:latin typeface="Arial Rounded MT Bold" panose="020F0704030504030204" pitchFamily="34" charset="0"/>
                </a:rPr>
                <a:t>8</a:t>
              </a:r>
            </a:p>
          </p:txBody>
        </p:sp>
        <p:sp>
          <p:nvSpPr>
            <p:cNvPr id="99" name="Rectangle 6">
              <a:extLst>
                <a:ext uri="{FF2B5EF4-FFF2-40B4-BE49-F238E27FC236}">
                  <a16:creationId xmlns:a16="http://schemas.microsoft.com/office/drawing/2014/main" id="{87B970AD-2180-48B5-95BE-FC32887C54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111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rgbClr val="FF0000"/>
                  </a:solidFill>
                  <a:latin typeface="Arial Rounded MT Bold" panose="020F0704030504030204" pitchFamily="34" charset="0"/>
                </a:rPr>
                <a:t>5</a:t>
              </a:r>
            </a:p>
          </p:txBody>
        </p:sp>
        <p:sp>
          <p:nvSpPr>
            <p:cNvPr id="100" name="Rectangle 7">
              <a:extLst>
                <a:ext uri="{FF2B5EF4-FFF2-40B4-BE49-F238E27FC236}">
                  <a16:creationId xmlns:a16="http://schemas.microsoft.com/office/drawing/2014/main" id="{9C4CC165-98D8-49BE-B2D6-8138EC2293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207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rgbClr val="FF0000"/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  <p:sp>
          <p:nvSpPr>
            <p:cNvPr id="113" name="Rectangle 8">
              <a:extLst>
                <a:ext uri="{FF2B5EF4-FFF2-40B4-BE49-F238E27FC236}">
                  <a16:creationId xmlns:a16="http://schemas.microsoft.com/office/drawing/2014/main" id="{95253307-D9CD-424F-B0C7-F3742CCE7D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303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rgbClr val="FF0000"/>
                  </a:solidFill>
                  <a:latin typeface="Arial Rounded MT Bold" panose="020F0704030504030204" pitchFamily="34" charset="0"/>
                </a:rPr>
                <a:t>3</a:t>
              </a:r>
            </a:p>
          </p:txBody>
        </p:sp>
        <p:sp>
          <p:nvSpPr>
            <p:cNvPr id="114" name="Rectangle 9">
              <a:extLst>
                <a:ext uri="{FF2B5EF4-FFF2-40B4-BE49-F238E27FC236}">
                  <a16:creationId xmlns:a16="http://schemas.microsoft.com/office/drawing/2014/main" id="{A0F7B73A-9136-4A6C-ADD6-D2EEE62649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399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rgbClr val="FF0000"/>
                  </a:solidFill>
                  <a:latin typeface="Arial Rounded MT Bold" panose="020F0704030504030204" pitchFamily="34" charset="0"/>
                </a:rPr>
                <a:t>6</a:t>
              </a:r>
            </a:p>
          </p:txBody>
        </p:sp>
        <p:sp>
          <p:nvSpPr>
            <p:cNvPr id="116" name="Rectangle 10">
              <a:extLst>
                <a:ext uri="{FF2B5EF4-FFF2-40B4-BE49-F238E27FC236}">
                  <a16:creationId xmlns:a16="http://schemas.microsoft.com/office/drawing/2014/main" id="{F44AD87F-FF1A-4F84-A930-4F99E8915D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495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rgbClr val="FF0000"/>
                  </a:solidFill>
                  <a:latin typeface="Arial Rounded MT Bold" panose="020F0704030504030204" pitchFamily="34" charset="0"/>
                </a:rPr>
                <a:t>8</a:t>
              </a:r>
            </a:p>
          </p:txBody>
        </p:sp>
        <p:sp>
          <p:nvSpPr>
            <p:cNvPr id="117" name="Rectangle 11">
              <a:extLst>
                <a:ext uri="{FF2B5EF4-FFF2-40B4-BE49-F238E27FC236}">
                  <a16:creationId xmlns:a16="http://schemas.microsoft.com/office/drawing/2014/main" id="{965BB098-6E54-4E33-B0B3-34ABF764A5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591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rgbClr val="FF0000"/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</p:grpSp>
      <p:grpSp>
        <p:nvGrpSpPr>
          <p:cNvPr id="118" name="Group 117">
            <a:extLst>
              <a:ext uri="{FF2B5EF4-FFF2-40B4-BE49-F238E27FC236}">
                <a16:creationId xmlns:a16="http://schemas.microsoft.com/office/drawing/2014/main" id="{7074EC3F-A0E4-45AE-9BA9-1794E74F5CB3}"/>
              </a:ext>
            </a:extLst>
          </p:cNvPr>
          <p:cNvGrpSpPr/>
          <p:nvPr/>
        </p:nvGrpSpPr>
        <p:grpSpPr>
          <a:xfrm>
            <a:off x="5810774" y="2659943"/>
            <a:ext cx="2049781" cy="409956"/>
            <a:chOff x="3201572" y="3586089"/>
            <a:chExt cx="3048000" cy="609600"/>
          </a:xfrm>
        </p:grpSpPr>
        <p:sp>
          <p:nvSpPr>
            <p:cNvPr id="119" name="Rectangle 5">
              <a:extLst>
                <a:ext uri="{FF2B5EF4-FFF2-40B4-BE49-F238E27FC236}">
                  <a16:creationId xmlns:a16="http://schemas.microsoft.com/office/drawing/2014/main" id="{83CD3C95-8263-446A-A5E7-DF1300473D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015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rgbClr val="FF0000"/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  <p:sp>
          <p:nvSpPr>
            <p:cNvPr id="144" name="Rectangle 6">
              <a:extLst>
                <a:ext uri="{FF2B5EF4-FFF2-40B4-BE49-F238E27FC236}">
                  <a16:creationId xmlns:a16="http://schemas.microsoft.com/office/drawing/2014/main" id="{B7152E12-7D83-4588-AB77-999FAF7FE1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111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rgbClr val="FF0000"/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  <p:sp>
          <p:nvSpPr>
            <p:cNvPr id="145" name="Rectangle 7">
              <a:extLst>
                <a:ext uri="{FF2B5EF4-FFF2-40B4-BE49-F238E27FC236}">
                  <a16:creationId xmlns:a16="http://schemas.microsoft.com/office/drawing/2014/main" id="{C529F2B7-0F86-4383-8CCC-BAC0D1D55E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207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rgbClr val="FF0000"/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  <p:sp>
          <p:nvSpPr>
            <p:cNvPr id="146" name="Rectangle 8">
              <a:extLst>
                <a:ext uri="{FF2B5EF4-FFF2-40B4-BE49-F238E27FC236}">
                  <a16:creationId xmlns:a16="http://schemas.microsoft.com/office/drawing/2014/main" id="{B74AA883-A54B-492B-B7B9-1308A42F77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303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rgbClr val="FF0000"/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  <p:sp>
          <p:nvSpPr>
            <p:cNvPr id="147" name="Rectangle 9">
              <a:extLst>
                <a:ext uri="{FF2B5EF4-FFF2-40B4-BE49-F238E27FC236}">
                  <a16:creationId xmlns:a16="http://schemas.microsoft.com/office/drawing/2014/main" id="{0BD72164-DA1F-4DD3-BCEA-0FC867AB8D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399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rgbClr val="FF0000"/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</p:grpSp>
      <p:grpSp>
        <p:nvGrpSpPr>
          <p:cNvPr id="148" name="Group 147">
            <a:extLst>
              <a:ext uri="{FF2B5EF4-FFF2-40B4-BE49-F238E27FC236}">
                <a16:creationId xmlns:a16="http://schemas.microsoft.com/office/drawing/2014/main" id="{7F7ED9E5-CF09-4BDB-8F6F-A3872CFD26F1}"/>
              </a:ext>
            </a:extLst>
          </p:cNvPr>
          <p:cNvGrpSpPr/>
          <p:nvPr/>
        </p:nvGrpSpPr>
        <p:grpSpPr>
          <a:xfrm>
            <a:off x="3753374" y="3333043"/>
            <a:ext cx="2869694" cy="409956"/>
            <a:chOff x="3201572" y="3586089"/>
            <a:chExt cx="4267200" cy="609600"/>
          </a:xfrm>
        </p:grpSpPr>
        <p:sp>
          <p:nvSpPr>
            <p:cNvPr id="149" name="Rectangle 5">
              <a:extLst>
                <a:ext uri="{FF2B5EF4-FFF2-40B4-BE49-F238E27FC236}">
                  <a16:creationId xmlns:a16="http://schemas.microsoft.com/office/drawing/2014/main" id="{DB47C2EC-F92A-4ABA-B8CF-0AA03B32A5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015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chemeClr val="accent5">
                      <a:lumMod val="75000"/>
                    </a:schemeClr>
                  </a:solidFill>
                  <a:latin typeface="Arial Rounded MT Bold" panose="020F0704030504030204" pitchFamily="34" charset="0"/>
                </a:rPr>
                <a:t>7</a:t>
              </a:r>
            </a:p>
          </p:txBody>
        </p:sp>
        <p:sp>
          <p:nvSpPr>
            <p:cNvPr id="150" name="Rectangle 6">
              <a:extLst>
                <a:ext uri="{FF2B5EF4-FFF2-40B4-BE49-F238E27FC236}">
                  <a16:creationId xmlns:a16="http://schemas.microsoft.com/office/drawing/2014/main" id="{5B511915-ECCC-45D4-A616-099834B92E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111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chemeClr val="accent5">
                      <a:lumMod val="75000"/>
                    </a:schemeClr>
                  </a:solidFill>
                  <a:latin typeface="Arial Rounded MT Bold" panose="020F0704030504030204" pitchFamily="34" charset="0"/>
                </a:rPr>
                <a:t>5</a:t>
              </a:r>
            </a:p>
          </p:txBody>
        </p:sp>
        <p:sp>
          <p:nvSpPr>
            <p:cNvPr id="151" name="Rectangle 7">
              <a:extLst>
                <a:ext uri="{FF2B5EF4-FFF2-40B4-BE49-F238E27FC236}">
                  <a16:creationId xmlns:a16="http://schemas.microsoft.com/office/drawing/2014/main" id="{E3CB4AEC-0E55-47F5-A4DE-11B2986D7A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207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chemeClr val="accent5">
                      <a:lumMod val="75000"/>
                    </a:schemeClr>
                  </a:solidFill>
                  <a:latin typeface="Arial Rounded MT Bold" panose="020F0704030504030204" pitchFamily="34" charset="0"/>
                </a:rPr>
                <a:t>1</a:t>
              </a:r>
            </a:p>
          </p:txBody>
        </p:sp>
        <p:sp>
          <p:nvSpPr>
            <p:cNvPr id="152" name="Rectangle 8">
              <a:extLst>
                <a:ext uri="{FF2B5EF4-FFF2-40B4-BE49-F238E27FC236}">
                  <a16:creationId xmlns:a16="http://schemas.microsoft.com/office/drawing/2014/main" id="{5D6CA04C-0CA5-4C13-AC0D-FE1D63CD55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303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chemeClr val="accent5">
                      <a:lumMod val="75000"/>
                    </a:schemeClr>
                  </a:solidFill>
                  <a:latin typeface="Arial Rounded MT Bold" panose="020F0704030504030204" pitchFamily="34" charset="0"/>
                </a:rPr>
                <a:t>9</a:t>
              </a:r>
            </a:p>
          </p:txBody>
        </p:sp>
        <p:sp>
          <p:nvSpPr>
            <p:cNvPr id="153" name="Rectangle 9">
              <a:extLst>
                <a:ext uri="{FF2B5EF4-FFF2-40B4-BE49-F238E27FC236}">
                  <a16:creationId xmlns:a16="http://schemas.microsoft.com/office/drawing/2014/main" id="{923A657B-5D36-4DBB-9B9A-20660E4158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399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chemeClr val="accent5">
                      <a:lumMod val="75000"/>
                    </a:schemeClr>
                  </a:solidFill>
                  <a:latin typeface="Arial Rounded MT Bold" panose="020F0704030504030204" pitchFamily="34" charset="0"/>
                </a:rPr>
                <a:t>8</a:t>
              </a:r>
            </a:p>
          </p:txBody>
        </p:sp>
        <p:sp>
          <p:nvSpPr>
            <p:cNvPr id="154" name="Rectangle 10">
              <a:extLst>
                <a:ext uri="{FF2B5EF4-FFF2-40B4-BE49-F238E27FC236}">
                  <a16:creationId xmlns:a16="http://schemas.microsoft.com/office/drawing/2014/main" id="{A8D23542-9DAD-42CA-8A77-8E1B88484C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495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chemeClr val="accent5">
                      <a:lumMod val="75000"/>
                    </a:schemeClr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  <p:sp>
          <p:nvSpPr>
            <p:cNvPr id="155" name="Rectangle 11">
              <a:extLst>
                <a:ext uri="{FF2B5EF4-FFF2-40B4-BE49-F238E27FC236}">
                  <a16:creationId xmlns:a16="http://schemas.microsoft.com/office/drawing/2014/main" id="{DB0C1188-C122-4FCD-AD5D-A61034D711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591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chemeClr val="accent5">
                      <a:lumMod val="75000"/>
                    </a:schemeClr>
                  </a:solidFill>
                  <a:latin typeface="Arial Rounded MT Bold" panose="020F0704030504030204" pitchFamily="34" charset="0"/>
                </a:rPr>
                <a:t>2</a:t>
              </a:r>
            </a:p>
          </p:txBody>
        </p:sp>
      </p:grpSp>
      <p:grpSp>
        <p:nvGrpSpPr>
          <p:cNvPr id="156" name="Group 155">
            <a:extLst>
              <a:ext uri="{FF2B5EF4-FFF2-40B4-BE49-F238E27FC236}">
                <a16:creationId xmlns:a16="http://schemas.microsoft.com/office/drawing/2014/main" id="{3A2145E1-F813-4D61-826F-6FF15D239FB9}"/>
              </a:ext>
            </a:extLst>
          </p:cNvPr>
          <p:cNvGrpSpPr/>
          <p:nvPr/>
        </p:nvGrpSpPr>
        <p:grpSpPr>
          <a:xfrm>
            <a:off x="6623574" y="3333043"/>
            <a:ext cx="1229869" cy="409956"/>
            <a:chOff x="3201572" y="3586089"/>
            <a:chExt cx="1828800" cy="609600"/>
          </a:xfrm>
        </p:grpSpPr>
        <p:sp>
          <p:nvSpPr>
            <p:cNvPr id="157" name="Rectangle 5">
              <a:extLst>
                <a:ext uri="{FF2B5EF4-FFF2-40B4-BE49-F238E27FC236}">
                  <a16:creationId xmlns:a16="http://schemas.microsoft.com/office/drawing/2014/main" id="{EE9A2017-808E-4821-9382-AFB0D6A305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015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rgbClr val="7BA946"/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  <p:sp>
          <p:nvSpPr>
            <p:cNvPr id="158" name="Rectangle 6">
              <a:extLst>
                <a:ext uri="{FF2B5EF4-FFF2-40B4-BE49-F238E27FC236}">
                  <a16:creationId xmlns:a16="http://schemas.microsoft.com/office/drawing/2014/main" id="{463F007B-1367-4B6C-BCAA-DBF3070256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111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rgbClr val="7BA946"/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  <p:sp>
          <p:nvSpPr>
            <p:cNvPr id="159" name="Rectangle 7">
              <a:extLst>
                <a:ext uri="{FF2B5EF4-FFF2-40B4-BE49-F238E27FC236}">
                  <a16:creationId xmlns:a16="http://schemas.microsoft.com/office/drawing/2014/main" id="{AE4FA8C1-0BE6-456A-ADC0-ACC4799FF3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207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rgbClr val="7BA946"/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</p:grpSp>
      <p:cxnSp>
        <p:nvCxnSpPr>
          <p:cNvPr id="7" name="Straight Arrow Connector 6"/>
          <p:cNvCxnSpPr>
            <a:stCxn id="58" idx="1"/>
            <a:endCxn id="3" idx="3"/>
          </p:cNvCxnSpPr>
          <p:nvPr/>
        </p:nvCxnSpPr>
        <p:spPr>
          <a:xfrm flipH="1">
            <a:off x="6705600" y="3462861"/>
            <a:ext cx="3282185" cy="23289"/>
          </a:xfrm>
          <a:prstGeom prst="straightConnector1">
            <a:avLst/>
          </a:prstGeom>
          <a:ln w="28575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316310421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C29298-059E-467B-B63A-511FBD9D55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A7A2AD-48E2-4ACF-8358-62F5EDCC3778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54/92</a:t>
            </a:r>
          </a:p>
        </p:txBody>
      </p:sp>
      <p:sp>
        <p:nvSpPr>
          <p:cNvPr id="21" name="Rectangle 6">
            <a:extLst>
              <a:ext uri="{FF2B5EF4-FFF2-40B4-BE49-F238E27FC236}">
                <a16:creationId xmlns:a16="http://schemas.microsoft.com/office/drawing/2014/main" id="{896FA088-8651-4237-9A10-7FBE6079B5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89462" y="3338265"/>
            <a:ext cx="409956" cy="409956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en-US" sz="2400" b="1" dirty="0">
                <a:latin typeface="Arial Rounded MT Bold" panose="020F0704030504030204" pitchFamily="34" charset="0"/>
              </a:rPr>
              <a:t>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999EA93-AE18-4021-A470-294093F2CE2E}"/>
              </a:ext>
            </a:extLst>
          </p:cNvPr>
          <p:cNvSpPr txBox="1"/>
          <p:nvPr/>
        </p:nvSpPr>
        <p:spPr>
          <a:xfrm>
            <a:off x="10062458" y="2948349"/>
            <a:ext cx="784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0"/>
              </a:rPr>
              <a:t>carry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2D74978-E84C-451A-BDD4-85C96FF47EC0}"/>
              </a:ext>
            </a:extLst>
          </p:cNvPr>
          <p:cNvSpPr txBox="1"/>
          <p:nvPr/>
        </p:nvSpPr>
        <p:spPr>
          <a:xfrm>
            <a:off x="1702581" y="3467043"/>
            <a:ext cx="47131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/>
              <a:t>+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4B1B5328-4858-493D-93B5-CD3E3970DD65}"/>
              </a:ext>
            </a:extLst>
          </p:cNvPr>
          <p:cNvGrpSpPr/>
          <p:nvPr/>
        </p:nvGrpSpPr>
        <p:grpSpPr>
          <a:xfrm>
            <a:off x="2940574" y="2659943"/>
            <a:ext cx="2869694" cy="409956"/>
            <a:chOff x="3201572" y="3586089"/>
            <a:chExt cx="4267200" cy="609600"/>
          </a:xfrm>
        </p:grpSpPr>
        <p:sp>
          <p:nvSpPr>
            <p:cNvPr id="25" name="Rectangle 5">
              <a:extLst>
                <a:ext uri="{FF2B5EF4-FFF2-40B4-BE49-F238E27FC236}">
                  <a16:creationId xmlns:a16="http://schemas.microsoft.com/office/drawing/2014/main" id="{13B25BC6-F96D-4C42-B6FE-54FE0E9F3D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015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rgbClr val="FF0000"/>
                  </a:solidFill>
                  <a:latin typeface="Arial Rounded MT Bold" panose="020F0704030504030204" pitchFamily="34" charset="0"/>
                </a:rPr>
                <a:t>8</a:t>
              </a:r>
            </a:p>
          </p:txBody>
        </p:sp>
        <p:sp>
          <p:nvSpPr>
            <p:cNvPr id="26" name="Rectangle 6">
              <a:extLst>
                <a:ext uri="{FF2B5EF4-FFF2-40B4-BE49-F238E27FC236}">
                  <a16:creationId xmlns:a16="http://schemas.microsoft.com/office/drawing/2014/main" id="{29DC9FD9-B461-45C1-9BDB-EC8038D40B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111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rgbClr val="FF0000"/>
                  </a:solidFill>
                  <a:latin typeface="Arial Rounded MT Bold" panose="020F0704030504030204" pitchFamily="34" charset="0"/>
                </a:rPr>
                <a:t>5</a:t>
              </a:r>
            </a:p>
          </p:txBody>
        </p:sp>
        <p:sp>
          <p:nvSpPr>
            <p:cNvPr id="27" name="Rectangle 7">
              <a:extLst>
                <a:ext uri="{FF2B5EF4-FFF2-40B4-BE49-F238E27FC236}">
                  <a16:creationId xmlns:a16="http://schemas.microsoft.com/office/drawing/2014/main" id="{DC9C3EB1-39B0-4DC7-A4E1-8D04388091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207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rgbClr val="FF0000"/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  <p:sp>
          <p:nvSpPr>
            <p:cNvPr id="28" name="Rectangle 8">
              <a:extLst>
                <a:ext uri="{FF2B5EF4-FFF2-40B4-BE49-F238E27FC236}">
                  <a16:creationId xmlns:a16="http://schemas.microsoft.com/office/drawing/2014/main" id="{02316D35-C24E-4C8C-BEC2-8AC8A00307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303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rgbClr val="FF0000"/>
                  </a:solidFill>
                  <a:latin typeface="Arial Rounded MT Bold" panose="020F0704030504030204" pitchFamily="34" charset="0"/>
                </a:rPr>
                <a:t>3</a:t>
              </a:r>
            </a:p>
          </p:txBody>
        </p:sp>
        <p:sp>
          <p:nvSpPr>
            <p:cNvPr id="29" name="Rectangle 9">
              <a:extLst>
                <a:ext uri="{FF2B5EF4-FFF2-40B4-BE49-F238E27FC236}">
                  <a16:creationId xmlns:a16="http://schemas.microsoft.com/office/drawing/2014/main" id="{22583939-646D-445B-8E99-9146028E13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399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rgbClr val="FF0000"/>
                  </a:solidFill>
                  <a:latin typeface="Arial Rounded MT Bold" panose="020F0704030504030204" pitchFamily="34" charset="0"/>
                </a:rPr>
                <a:t>6</a:t>
              </a:r>
            </a:p>
          </p:txBody>
        </p:sp>
        <p:sp>
          <p:nvSpPr>
            <p:cNvPr id="30" name="Rectangle 10">
              <a:extLst>
                <a:ext uri="{FF2B5EF4-FFF2-40B4-BE49-F238E27FC236}">
                  <a16:creationId xmlns:a16="http://schemas.microsoft.com/office/drawing/2014/main" id="{8BFC8382-4C7D-4ED7-BFE9-558B582432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495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rgbClr val="FF0000"/>
                  </a:solidFill>
                  <a:latin typeface="Arial Rounded MT Bold" panose="020F0704030504030204" pitchFamily="34" charset="0"/>
                </a:rPr>
                <a:t>8</a:t>
              </a:r>
            </a:p>
          </p:txBody>
        </p:sp>
        <p:sp>
          <p:nvSpPr>
            <p:cNvPr id="31" name="Rectangle 11">
              <a:extLst>
                <a:ext uri="{FF2B5EF4-FFF2-40B4-BE49-F238E27FC236}">
                  <a16:creationId xmlns:a16="http://schemas.microsoft.com/office/drawing/2014/main" id="{DE436678-4D50-4C90-AEB5-BD6DB6B3B6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591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rgbClr val="FF0000"/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B93DD4DE-2A2C-4DD9-8D07-A979E576A9EE}"/>
              </a:ext>
            </a:extLst>
          </p:cNvPr>
          <p:cNvGrpSpPr/>
          <p:nvPr/>
        </p:nvGrpSpPr>
        <p:grpSpPr>
          <a:xfrm>
            <a:off x="5810774" y="2659943"/>
            <a:ext cx="2049781" cy="409956"/>
            <a:chOff x="3201572" y="3586089"/>
            <a:chExt cx="3048000" cy="609600"/>
          </a:xfrm>
        </p:grpSpPr>
        <p:sp>
          <p:nvSpPr>
            <p:cNvPr id="33" name="Rectangle 5">
              <a:extLst>
                <a:ext uri="{FF2B5EF4-FFF2-40B4-BE49-F238E27FC236}">
                  <a16:creationId xmlns:a16="http://schemas.microsoft.com/office/drawing/2014/main" id="{CA5FB22D-6A35-42A3-A5A9-0F435E7A05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015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rgbClr val="FF0000"/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  <p:sp>
          <p:nvSpPr>
            <p:cNvPr id="34" name="Rectangle 6">
              <a:extLst>
                <a:ext uri="{FF2B5EF4-FFF2-40B4-BE49-F238E27FC236}">
                  <a16:creationId xmlns:a16="http://schemas.microsoft.com/office/drawing/2014/main" id="{68EAF91B-D847-4AD2-B214-17A01C1BE8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111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rgbClr val="FF0000"/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  <p:sp>
          <p:nvSpPr>
            <p:cNvPr id="35" name="Rectangle 7">
              <a:extLst>
                <a:ext uri="{FF2B5EF4-FFF2-40B4-BE49-F238E27FC236}">
                  <a16:creationId xmlns:a16="http://schemas.microsoft.com/office/drawing/2014/main" id="{D4033AFB-3E81-4438-9B72-95B0E229D3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207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rgbClr val="FF0000"/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  <p:sp>
          <p:nvSpPr>
            <p:cNvPr id="36" name="Rectangle 8">
              <a:extLst>
                <a:ext uri="{FF2B5EF4-FFF2-40B4-BE49-F238E27FC236}">
                  <a16:creationId xmlns:a16="http://schemas.microsoft.com/office/drawing/2014/main" id="{E2A5E18E-4C18-4B41-BDAE-61CC45A9A9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303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rgbClr val="FF0000"/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  <p:sp>
          <p:nvSpPr>
            <p:cNvPr id="37" name="Rectangle 9">
              <a:extLst>
                <a:ext uri="{FF2B5EF4-FFF2-40B4-BE49-F238E27FC236}">
                  <a16:creationId xmlns:a16="http://schemas.microsoft.com/office/drawing/2014/main" id="{CD460D6B-1037-401F-99CA-0B2A66954D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399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rgbClr val="FF0000"/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E7DE34CB-FB60-4EC8-9CA8-9D644E2D2D7F}"/>
              </a:ext>
            </a:extLst>
          </p:cNvPr>
          <p:cNvGrpSpPr/>
          <p:nvPr/>
        </p:nvGrpSpPr>
        <p:grpSpPr>
          <a:xfrm>
            <a:off x="3753374" y="3333043"/>
            <a:ext cx="2869694" cy="409956"/>
            <a:chOff x="3201572" y="3586089"/>
            <a:chExt cx="4267200" cy="609600"/>
          </a:xfrm>
        </p:grpSpPr>
        <p:sp>
          <p:nvSpPr>
            <p:cNvPr id="39" name="Rectangle 5">
              <a:extLst>
                <a:ext uri="{FF2B5EF4-FFF2-40B4-BE49-F238E27FC236}">
                  <a16:creationId xmlns:a16="http://schemas.microsoft.com/office/drawing/2014/main" id="{4203F3E1-1476-4190-B362-1A834D1BD2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015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chemeClr val="accent5">
                      <a:lumMod val="75000"/>
                    </a:schemeClr>
                  </a:solidFill>
                  <a:latin typeface="Arial Rounded MT Bold" panose="020F0704030504030204" pitchFamily="34" charset="0"/>
                </a:rPr>
                <a:t>7</a:t>
              </a:r>
            </a:p>
          </p:txBody>
        </p:sp>
        <p:sp>
          <p:nvSpPr>
            <p:cNvPr id="40" name="Rectangle 6">
              <a:extLst>
                <a:ext uri="{FF2B5EF4-FFF2-40B4-BE49-F238E27FC236}">
                  <a16:creationId xmlns:a16="http://schemas.microsoft.com/office/drawing/2014/main" id="{CAF0767F-0776-4E41-8599-B5D7C668ED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111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chemeClr val="accent5">
                      <a:lumMod val="75000"/>
                    </a:schemeClr>
                  </a:solidFill>
                  <a:latin typeface="Arial Rounded MT Bold" panose="020F0704030504030204" pitchFamily="34" charset="0"/>
                </a:rPr>
                <a:t>5</a:t>
              </a:r>
            </a:p>
          </p:txBody>
        </p:sp>
        <p:sp>
          <p:nvSpPr>
            <p:cNvPr id="41" name="Rectangle 7">
              <a:extLst>
                <a:ext uri="{FF2B5EF4-FFF2-40B4-BE49-F238E27FC236}">
                  <a16:creationId xmlns:a16="http://schemas.microsoft.com/office/drawing/2014/main" id="{14E6021D-7DB8-4675-A538-871E3CF23B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207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chemeClr val="accent5">
                      <a:lumMod val="75000"/>
                    </a:schemeClr>
                  </a:solidFill>
                  <a:latin typeface="Arial Rounded MT Bold" panose="020F0704030504030204" pitchFamily="34" charset="0"/>
                </a:rPr>
                <a:t>1</a:t>
              </a:r>
            </a:p>
          </p:txBody>
        </p:sp>
        <p:sp>
          <p:nvSpPr>
            <p:cNvPr id="42" name="Rectangle 8">
              <a:extLst>
                <a:ext uri="{FF2B5EF4-FFF2-40B4-BE49-F238E27FC236}">
                  <a16:creationId xmlns:a16="http://schemas.microsoft.com/office/drawing/2014/main" id="{25F5D4A3-1B71-4A1D-883C-129614C384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303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chemeClr val="accent5">
                      <a:lumMod val="75000"/>
                    </a:schemeClr>
                  </a:solidFill>
                  <a:latin typeface="Arial Rounded MT Bold" panose="020F0704030504030204" pitchFamily="34" charset="0"/>
                </a:rPr>
                <a:t>9</a:t>
              </a:r>
            </a:p>
          </p:txBody>
        </p:sp>
        <p:sp>
          <p:nvSpPr>
            <p:cNvPr id="43" name="Rectangle 9">
              <a:extLst>
                <a:ext uri="{FF2B5EF4-FFF2-40B4-BE49-F238E27FC236}">
                  <a16:creationId xmlns:a16="http://schemas.microsoft.com/office/drawing/2014/main" id="{CE80D431-4B8D-4DED-8B0B-9A57BB330D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399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chemeClr val="accent5">
                      <a:lumMod val="75000"/>
                    </a:schemeClr>
                  </a:solidFill>
                  <a:latin typeface="Arial Rounded MT Bold" panose="020F0704030504030204" pitchFamily="34" charset="0"/>
                </a:rPr>
                <a:t>8</a:t>
              </a:r>
            </a:p>
          </p:txBody>
        </p:sp>
        <p:sp>
          <p:nvSpPr>
            <p:cNvPr id="44" name="Rectangle 10">
              <a:extLst>
                <a:ext uri="{FF2B5EF4-FFF2-40B4-BE49-F238E27FC236}">
                  <a16:creationId xmlns:a16="http://schemas.microsoft.com/office/drawing/2014/main" id="{3FF7F1C1-2E61-4305-A2B7-3E187FAC4C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495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chemeClr val="accent5">
                      <a:lumMod val="75000"/>
                    </a:schemeClr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  <p:sp>
          <p:nvSpPr>
            <p:cNvPr id="45" name="Rectangle 11">
              <a:extLst>
                <a:ext uri="{FF2B5EF4-FFF2-40B4-BE49-F238E27FC236}">
                  <a16:creationId xmlns:a16="http://schemas.microsoft.com/office/drawing/2014/main" id="{1649D96F-29B2-45FA-B948-FC2E60522E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591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chemeClr val="accent5">
                      <a:lumMod val="75000"/>
                    </a:schemeClr>
                  </a:solidFill>
                  <a:latin typeface="Arial Rounded MT Bold" panose="020F0704030504030204" pitchFamily="34" charset="0"/>
                </a:rPr>
                <a:t>2</a:t>
              </a:r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4791D334-D359-4500-96E2-0CF3ED5C5C0F}"/>
              </a:ext>
            </a:extLst>
          </p:cNvPr>
          <p:cNvGrpSpPr/>
          <p:nvPr/>
        </p:nvGrpSpPr>
        <p:grpSpPr>
          <a:xfrm>
            <a:off x="6623574" y="3333043"/>
            <a:ext cx="1229869" cy="409956"/>
            <a:chOff x="3201572" y="3586089"/>
            <a:chExt cx="1828800" cy="609600"/>
          </a:xfrm>
        </p:grpSpPr>
        <p:sp>
          <p:nvSpPr>
            <p:cNvPr id="47" name="Rectangle 5">
              <a:extLst>
                <a:ext uri="{FF2B5EF4-FFF2-40B4-BE49-F238E27FC236}">
                  <a16:creationId xmlns:a16="http://schemas.microsoft.com/office/drawing/2014/main" id="{631C4C8A-1B0F-48C7-AC96-81014812C9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015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rgbClr val="7BA946"/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  <p:sp>
          <p:nvSpPr>
            <p:cNvPr id="48" name="Rectangle 6">
              <a:extLst>
                <a:ext uri="{FF2B5EF4-FFF2-40B4-BE49-F238E27FC236}">
                  <a16:creationId xmlns:a16="http://schemas.microsoft.com/office/drawing/2014/main" id="{51DF9EAA-24AC-4123-A58C-DA227B92BC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111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rgbClr val="7BA946"/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  <p:sp>
          <p:nvSpPr>
            <p:cNvPr id="49" name="Rectangle 7">
              <a:extLst>
                <a:ext uri="{FF2B5EF4-FFF2-40B4-BE49-F238E27FC236}">
                  <a16:creationId xmlns:a16="http://schemas.microsoft.com/office/drawing/2014/main" id="{C32D3257-9427-404C-835C-BA1DBB1FEF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207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rgbClr val="7BA946"/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E0318C65-681F-4C7D-9219-6344E44AA3DA}"/>
              </a:ext>
            </a:extLst>
          </p:cNvPr>
          <p:cNvGrpSpPr/>
          <p:nvPr/>
        </p:nvGrpSpPr>
        <p:grpSpPr>
          <a:xfrm>
            <a:off x="2946906" y="5395665"/>
            <a:ext cx="2869694" cy="409956"/>
            <a:chOff x="3201572" y="3586089"/>
            <a:chExt cx="4267200" cy="609600"/>
          </a:xfrm>
        </p:grpSpPr>
        <p:sp>
          <p:nvSpPr>
            <p:cNvPr id="51" name="Rectangle 5">
              <a:extLst>
                <a:ext uri="{FF2B5EF4-FFF2-40B4-BE49-F238E27FC236}">
                  <a16:creationId xmlns:a16="http://schemas.microsoft.com/office/drawing/2014/main" id="{64A909B2-5774-4214-8A2F-595A16A2FE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015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rgbClr val="7030A0"/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  <p:sp>
          <p:nvSpPr>
            <p:cNvPr id="52" name="Rectangle 6">
              <a:extLst>
                <a:ext uri="{FF2B5EF4-FFF2-40B4-BE49-F238E27FC236}">
                  <a16:creationId xmlns:a16="http://schemas.microsoft.com/office/drawing/2014/main" id="{9A0B8945-D294-4859-8189-DE6D44783C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111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rgbClr val="7030A0"/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  <p:sp>
          <p:nvSpPr>
            <p:cNvPr id="53" name="Rectangle 7">
              <a:extLst>
                <a:ext uri="{FF2B5EF4-FFF2-40B4-BE49-F238E27FC236}">
                  <a16:creationId xmlns:a16="http://schemas.microsoft.com/office/drawing/2014/main" id="{58892471-67C4-4BF3-9247-BF4BA4F477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207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rgbClr val="7030A0"/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  <p:sp>
          <p:nvSpPr>
            <p:cNvPr id="54" name="Rectangle 8">
              <a:extLst>
                <a:ext uri="{FF2B5EF4-FFF2-40B4-BE49-F238E27FC236}">
                  <a16:creationId xmlns:a16="http://schemas.microsoft.com/office/drawing/2014/main" id="{DF8C9D3A-0DCC-48E8-A6AE-477835E106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303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rgbClr val="7030A0"/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  <p:sp>
          <p:nvSpPr>
            <p:cNvPr id="55" name="Rectangle 9">
              <a:extLst>
                <a:ext uri="{FF2B5EF4-FFF2-40B4-BE49-F238E27FC236}">
                  <a16:creationId xmlns:a16="http://schemas.microsoft.com/office/drawing/2014/main" id="{C92DE61F-CBE9-480F-A2E6-39CD0677C0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399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rgbClr val="7030A0"/>
                  </a:solidFill>
                  <a:latin typeface="Arial Rounded MT Bold" panose="020F0704030504030204" pitchFamily="34" charset="0"/>
                </a:rPr>
                <a:t>8</a:t>
              </a:r>
            </a:p>
          </p:txBody>
        </p:sp>
        <p:sp>
          <p:nvSpPr>
            <p:cNvPr id="56" name="Rectangle 10">
              <a:extLst>
                <a:ext uri="{FF2B5EF4-FFF2-40B4-BE49-F238E27FC236}">
                  <a16:creationId xmlns:a16="http://schemas.microsoft.com/office/drawing/2014/main" id="{DE73A42F-4D75-4EB2-AF0C-25438551E6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495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rgbClr val="7030A0"/>
                  </a:solidFill>
                  <a:latin typeface="Arial Rounded MT Bold" panose="020F0704030504030204" pitchFamily="34" charset="0"/>
                </a:rPr>
                <a:t>7</a:t>
              </a:r>
            </a:p>
          </p:txBody>
        </p:sp>
        <p:sp>
          <p:nvSpPr>
            <p:cNvPr id="57" name="Rectangle 11">
              <a:extLst>
                <a:ext uri="{FF2B5EF4-FFF2-40B4-BE49-F238E27FC236}">
                  <a16:creationId xmlns:a16="http://schemas.microsoft.com/office/drawing/2014/main" id="{F9F40346-E02A-4C65-82FA-DEEF284F44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591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rgbClr val="7030A0"/>
                  </a:solidFill>
                  <a:latin typeface="Arial Rounded MT Bold" panose="020F0704030504030204" pitchFamily="34" charset="0"/>
                </a:rPr>
                <a:t>8</a:t>
              </a:r>
            </a:p>
          </p:txBody>
        </p: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62C4D96B-529B-4A9E-B3C8-E56F7EE7927D}"/>
              </a:ext>
            </a:extLst>
          </p:cNvPr>
          <p:cNvGrpSpPr/>
          <p:nvPr/>
        </p:nvGrpSpPr>
        <p:grpSpPr>
          <a:xfrm>
            <a:off x="5817106" y="5395665"/>
            <a:ext cx="2049781" cy="409956"/>
            <a:chOff x="3201572" y="3586089"/>
            <a:chExt cx="3048000" cy="609600"/>
          </a:xfrm>
        </p:grpSpPr>
        <p:sp>
          <p:nvSpPr>
            <p:cNvPr id="59" name="Rectangle 5">
              <a:extLst>
                <a:ext uri="{FF2B5EF4-FFF2-40B4-BE49-F238E27FC236}">
                  <a16:creationId xmlns:a16="http://schemas.microsoft.com/office/drawing/2014/main" id="{53DB0E91-8904-4D26-BF5C-46C2ECAB58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015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rgbClr val="7030A0"/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  <p:sp>
          <p:nvSpPr>
            <p:cNvPr id="60" name="Rectangle 6">
              <a:extLst>
                <a:ext uri="{FF2B5EF4-FFF2-40B4-BE49-F238E27FC236}">
                  <a16:creationId xmlns:a16="http://schemas.microsoft.com/office/drawing/2014/main" id="{6F12DB70-8217-437C-8631-62AC1FE4AA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111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rgbClr val="7030A0"/>
                  </a:solidFill>
                  <a:latin typeface="Arial Rounded MT Bold" panose="020F0704030504030204" pitchFamily="34" charset="0"/>
                </a:rPr>
                <a:t>2</a:t>
              </a:r>
            </a:p>
          </p:txBody>
        </p:sp>
        <p:sp>
          <p:nvSpPr>
            <p:cNvPr id="61" name="Rectangle 7">
              <a:extLst>
                <a:ext uri="{FF2B5EF4-FFF2-40B4-BE49-F238E27FC236}">
                  <a16:creationId xmlns:a16="http://schemas.microsoft.com/office/drawing/2014/main" id="{A98D027C-A0AB-447F-9548-D9D099A596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207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rgbClr val="7030A0"/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  <p:sp>
          <p:nvSpPr>
            <p:cNvPr id="62" name="Rectangle 8">
              <a:extLst>
                <a:ext uri="{FF2B5EF4-FFF2-40B4-BE49-F238E27FC236}">
                  <a16:creationId xmlns:a16="http://schemas.microsoft.com/office/drawing/2014/main" id="{62AB341B-B72C-4576-A51D-47DD91DBB5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303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rgbClr val="7030A0"/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  <p:sp>
          <p:nvSpPr>
            <p:cNvPr id="63" name="Rectangle 9">
              <a:extLst>
                <a:ext uri="{FF2B5EF4-FFF2-40B4-BE49-F238E27FC236}">
                  <a16:creationId xmlns:a16="http://schemas.microsoft.com/office/drawing/2014/main" id="{E8899373-D544-43A5-B8A7-AC2DFA6F71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399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rgbClr val="7030A0"/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</p:grpSp>
      <p:sp>
        <p:nvSpPr>
          <p:cNvPr id="64" name="Rectangle 6">
            <a:extLst>
              <a:ext uri="{FF2B5EF4-FFF2-40B4-BE49-F238E27FC236}">
                <a16:creationId xmlns:a16="http://schemas.microsoft.com/office/drawing/2014/main" id="{B43C9DEF-D3D8-4358-910F-E9FC866EBD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31362" y="5395665"/>
            <a:ext cx="409956" cy="40995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en-US" sz="2400" b="1" dirty="0">
                <a:solidFill>
                  <a:srgbClr val="7030A0"/>
                </a:solidFill>
                <a:latin typeface="Arial Rounded MT Bold" panose="020F0704030504030204" pitchFamily="34" charset="0"/>
              </a:rPr>
              <a:t>0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76127270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Rectangle 6">
            <a:extLst>
              <a:ext uri="{FF2B5EF4-FFF2-40B4-BE49-F238E27FC236}">
                <a16:creationId xmlns:a16="http://schemas.microsoft.com/office/drawing/2014/main" id="{00707B90-765A-4774-9921-3E38D804E3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89462" y="3338265"/>
            <a:ext cx="409956" cy="409956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en-US" sz="2400" b="1" dirty="0">
                <a:latin typeface="Arial Rounded MT Bold" panose="020F0704030504030204" pitchFamily="34" charset="0"/>
              </a:rPr>
              <a:t>0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9353686A-FEB8-4A8A-B347-F286FDBE5D16}"/>
              </a:ext>
            </a:extLst>
          </p:cNvPr>
          <p:cNvSpPr txBox="1"/>
          <p:nvPr/>
        </p:nvSpPr>
        <p:spPr>
          <a:xfrm>
            <a:off x="10062458" y="2948349"/>
            <a:ext cx="784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0"/>
              </a:rPr>
              <a:t>carry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r>
              <a:rPr lang="en-US" dirty="0"/>
              <a:t>L.I.M: Summation 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4B94460D-A019-4672-A91A-E3DC69496C92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55/92</a:t>
            </a:r>
          </a:p>
        </p:txBody>
      </p:sp>
      <p:cxnSp>
        <p:nvCxnSpPr>
          <p:cNvPr id="6" name="Straight Connector 5"/>
          <p:cNvCxnSpPr/>
          <p:nvPr/>
        </p:nvCxnSpPr>
        <p:spPr>
          <a:xfrm flipH="1">
            <a:off x="1320800" y="4708478"/>
            <a:ext cx="90424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Rectangle 57"/>
          <p:cNvSpPr/>
          <p:nvPr/>
        </p:nvSpPr>
        <p:spPr>
          <a:xfrm>
            <a:off x="9987785" y="2976773"/>
            <a:ext cx="792990" cy="972176"/>
          </a:xfrm>
          <a:prstGeom prst="rect">
            <a:avLst/>
          </a:prstGeom>
          <a:solidFill>
            <a:srgbClr val="FFFF00">
              <a:alpha val="40000"/>
            </a:srgbClr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" name="Group 3"/>
          <p:cNvGrpSpPr/>
          <p:nvPr/>
        </p:nvGrpSpPr>
        <p:grpSpPr>
          <a:xfrm>
            <a:off x="5748018" y="2552699"/>
            <a:ext cx="551182" cy="3387679"/>
            <a:chOff x="6560818" y="2552699"/>
            <a:chExt cx="551182" cy="3387679"/>
          </a:xfrm>
        </p:grpSpPr>
        <p:sp>
          <p:nvSpPr>
            <p:cNvPr id="3" name="Rectangle 2"/>
            <p:cNvSpPr/>
            <p:nvPr/>
          </p:nvSpPr>
          <p:spPr>
            <a:xfrm>
              <a:off x="6560818" y="2552699"/>
              <a:ext cx="551182" cy="1866901"/>
            </a:xfrm>
            <a:prstGeom prst="rect">
              <a:avLst/>
            </a:prstGeom>
            <a:solidFill>
              <a:srgbClr val="FFFF00">
                <a:alpha val="40000"/>
              </a:srgbClr>
            </a:solidFill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Rectangle 58"/>
            <p:cNvSpPr/>
            <p:nvPr/>
          </p:nvSpPr>
          <p:spPr>
            <a:xfrm>
              <a:off x="6560818" y="5331529"/>
              <a:ext cx="551182" cy="608849"/>
            </a:xfrm>
            <a:prstGeom prst="rect">
              <a:avLst/>
            </a:prstGeom>
            <a:solidFill>
              <a:srgbClr val="FFFF00">
                <a:alpha val="40000"/>
              </a:srgbClr>
            </a:solidFill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2" name="Straight Arrow Connector 61"/>
            <p:cNvCxnSpPr>
              <a:stCxn id="3" idx="2"/>
              <a:endCxn id="59" idx="0"/>
            </p:cNvCxnSpPr>
            <p:nvPr/>
          </p:nvCxnSpPr>
          <p:spPr>
            <a:xfrm>
              <a:off x="6836409" y="4419600"/>
              <a:ext cx="0" cy="911929"/>
            </a:xfrm>
            <a:prstGeom prst="straightConnector1">
              <a:avLst/>
            </a:prstGeom>
            <a:ln w="28575">
              <a:solidFill>
                <a:schemeClr val="accent1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1" name="TextBox 90">
            <a:extLst>
              <a:ext uri="{FF2B5EF4-FFF2-40B4-BE49-F238E27FC236}">
                <a16:creationId xmlns:a16="http://schemas.microsoft.com/office/drawing/2014/main" id="{0BA9033B-251C-4FE1-B2D8-111767772B4D}"/>
              </a:ext>
            </a:extLst>
          </p:cNvPr>
          <p:cNvSpPr txBox="1"/>
          <p:nvPr/>
        </p:nvSpPr>
        <p:spPr>
          <a:xfrm>
            <a:off x="1702581" y="3467043"/>
            <a:ext cx="47131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/>
              <a:t>+</a:t>
            </a:r>
          </a:p>
        </p:txBody>
      </p:sp>
      <p:grpSp>
        <p:nvGrpSpPr>
          <p:cNvPr id="92" name="Group 91">
            <a:extLst>
              <a:ext uri="{FF2B5EF4-FFF2-40B4-BE49-F238E27FC236}">
                <a16:creationId xmlns:a16="http://schemas.microsoft.com/office/drawing/2014/main" id="{03379290-7810-48FE-A5C3-6232B6860794}"/>
              </a:ext>
            </a:extLst>
          </p:cNvPr>
          <p:cNvGrpSpPr/>
          <p:nvPr/>
        </p:nvGrpSpPr>
        <p:grpSpPr>
          <a:xfrm>
            <a:off x="2940574" y="2659943"/>
            <a:ext cx="2869694" cy="409956"/>
            <a:chOff x="3201572" y="3586089"/>
            <a:chExt cx="4267200" cy="609600"/>
          </a:xfrm>
        </p:grpSpPr>
        <p:sp>
          <p:nvSpPr>
            <p:cNvPr id="93" name="Rectangle 5">
              <a:extLst>
                <a:ext uri="{FF2B5EF4-FFF2-40B4-BE49-F238E27FC236}">
                  <a16:creationId xmlns:a16="http://schemas.microsoft.com/office/drawing/2014/main" id="{91B70E02-6D7C-4EC0-821E-7A6CAD12F2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015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rgbClr val="FF0000"/>
                  </a:solidFill>
                  <a:latin typeface="Arial Rounded MT Bold" panose="020F0704030504030204" pitchFamily="34" charset="0"/>
                </a:rPr>
                <a:t>8</a:t>
              </a:r>
            </a:p>
          </p:txBody>
        </p:sp>
        <p:sp>
          <p:nvSpPr>
            <p:cNvPr id="99" name="Rectangle 6">
              <a:extLst>
                <a:ext uri="{FF2B5EF4-FFF2-40B4-BE49-F238E27FC236}">
                  <a16:creationId xmlns:a16="http://schemas.microsoft.com/office/drawing/2014/main" id="{0DF3E3A1-18A5-4B23-BFB4-3B63B92F23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111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rgbClr val="FF0000"/>
                  </a:solidFill>
                  <a:latin typeface="Arial Rounded MT Bold" panose="020F0704030504030204" pitchFamily="34" charset="0"/>
                </a:rPr>
                <a:t>5</a:t>
              </a:r>
            </a:p>
          </p:txBody>
        </p:sp>
        <p:sp>
          <p:nvSpPr>
            <p:cNvPr id="100" name="Rectangle 7">
              <a:extLst>
                <a:ext uri="{FF2B5EF4-FFF2-40B4-BE49-F238E27FC236}">
                  <a16:creationId xmlns:a16="http://schemas.microsoft.com/office/drawing/2014/main" id="{E3C521AA-3CF2-459F-99C3-E1A7B9BC5B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207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rgbClr val="FF0000"/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  <p:sp>
          <p:nvSpPr>
            <p:cNvPr id="113" name="Rectangle 8">
              <a:extLst>
                <a:ext uri="{FF2B5EF4-FFF2-40B4-BE49-F238E27FC236}">
                  <a16:creationId xmlns:a16="http://schemas.microsoft.com/office/drawing/2014/main" id="{3DE25D9B-BAE0-4439-8625-0283F6072F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303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rgbClr val="FF0000"/>
                  </a:solidFill>
                  <a:latin typeface="Arial Rounded MT Bold" panose="020F0704030504030204" pitchFamily="34" charset="0"/>
                </a:rPr>
                <a:t>3</a:t>
              </a:r>
            </a:p>
          </p:txBody>
        </p:sp>
        <p:sp>
          <p:nvSpPr>
            <p:cNvPr id="114" name="Rectangle 9">
              <a:extLst>
                <a:ext uri="{FF2B5EF4-FFF2-40B4-BE49-F238E27FC236}">
                  <a16:creationId xmlns:a16="http://schemas.microsoft.com/office/drawing/2014/main" id="{E6988C73-B15A-4837-B01A-5AC91474B7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399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rgbClr val="FF0000"/>
                  </a:solidFill>
                  <a:latin typeface="Arial Rounded MT Bold" panose="020F0704030504030204" pitchFamily="34" charset="0"/>
                </a:rPr>
                <a:t>6</a:t>
              </a:r>
            </a:p>
          </p:txBody>
        </p:sp>
        <p:sp>
          <p:nvSpPr>
            <p:cNvPr id="116" name="Rectangle 10">
              <a:extLst>
                <a:ext uri="{FF2B5EF4-FFF2-40B4-BE49-F238E27FC236}">
                  <a16:creationId xmlns:a16="http://schemas.microsoft.com/office/drawing/2014/main" id="{C2F97E4B-52AB-4C82-A052-291FF15830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495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rgbClr val="FF0000"/>
                  </a:solidFill>
                  <a:latin typeface="Arial Rounded MT Bold" panose="020F0704030504030204" pitchFamily="34" charset="0"/>
                </a:rPr>
                <a:t>8</a:t>
              </a:r>
            </a:p>
          </p:txBody>
        </p:sp>
        <p:sp>
          <p:nvSpPr>
            <p:cNvPr id="117" name="Rectangle 11">
              <a:extLst>
                <a:ext uri="{FF2B5EF4-FFF2-40B4-BE49-F238E27FC236}">
                  <a16:creationId xmlns:a16="http://schemas.microsoft.com/office/drawing/2014/main" id="{8559DBF9-F4EC-4CE9-8A74-836A222DCE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591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rgbClr val="FF0000"/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</p:grpSp>
      <p:grpSp>
        <p:nvGrpSpPr>
          <p:cNvPr id="118" name="Group 117">
            <a:extLst>
              <a:ext uri="{FF2B5EF4-FFF2-40B4-BE49-F238E27FC236}">
                <a16:creationId xmlns:a16="http://schemas.microsoft.com/office/drawing/2014/main" id="{59E03ECF-A50C-4342-807C-CC003F2EB8E2}"/>
              </a:ext>
            </a:extLst>
          </p:cNvPr>
          <p:cNvGrpSpPr/>
          <p:nvPr/>
        </p:nvGrpSpPr>
        <p:grpSpPr>
          <a:xfrm>
            <a:off x="5810774" y="2659943"/>
            <a:ext cx="2049781" cy="409956"/>
            <a:chOff x="3201572" y="3586089"/>
            <a:chExt cx="3048000" cy="609600"/>
          </a:xfrm>
        </p:grpSpPr>
        <p:sp>
          <p:nvSpPr>
            <p:cNvPr id="119" name="Rectangle 5">
              <a:extLst>
                <a:ext uri="{FF2B5EF4-FFF2-40B4-BE49-F238E27FC236}">
                  <a16:creationId xmlns:a16="http://schemas.microsoft.com/office/drawing/2014/main" id="{AC8E16A1-1339-4A34-A240-CDD575CD97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015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rgbClr val="FF0000"/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  <p:sp>
          <p:nvSpPr>
            <p:cNvPr id="144" name="Rectangle 6">
              <a:extLst>
                <a:ext uri="{FF2B5EF4-FFF2-40B4-BE49-F238E27FC236}">
                  <a16:creationId xmlns:a16="http://schemas.microsoft.com/office/drawing/2014/main" id="{66CF2A76-35D9-46EE-9A6B-FDC9D946F1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111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rgbClr val="FF0000"/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  <p:sp>
          <p:nvSpPr>
            <p:cNvPr id="145" name="Rectangle 7">
              <a:extLst>
                <a:ext uri="{FF2B5EF4-FFF2-40B4-BE49-F238E27FC236}">
                  <a16:creationId xmlns:a16="http://schemas.microsoft.com/office/drawing/2014/main" id="{B2F45F58-EE8E-4006-815E-41DF807FE2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207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rgbClr val="FF0000"/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  <p:sp>
          <p:nvSpPr>
            <p:cNvPr id="146" name="Rectangle 8">
              <a:extLst>
                <a:ext uri="{FF2B5EF4-FFF2-40B4-BE49-F238E27FC236}">
                  <a16:creationId xmlns:a16="http://schemas.microsoft.com/office/drawing/2014/main" id="{8ED9050D-0A96-4880-8C9A-5D9D757F00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303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rgbClr val="FF0000"/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  <p:sp>
          <p:nvSpPr>
            <p:cNvPr id="147" name="Rectangle 9">
              <a:extLst>
                <a:ext uri="{FF2B5EF4-FFF2-40B4-BE49-F238E27FC236}">
                  <a16:creationId xmlns:a16="http://schemas.microsoft.com/office/drawing/2014/main" id="{46C94B92-BD04-4E01-ADEC-AB11151D7A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399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rgbClr val="FF0000"/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</p:grpSp>
      <p:grpSp>
        <p:nvGrpSpPr>
          <p:cNvPr id="148" name="Group 147">
            <a:extLst>
              <a:ext uri="{FF2B5EF4-FFF2-40B4-BE49-F238E27FC236}">
                <a16:creationId xmlns:a16="http://schemas.microsoft.com/office/drawing/2014/main" id="{A0A3A10E-312E-49DD-A5CC-20F8A23ACA0D}"/>
              </a:ext>
            </a:extLst>
          </p:cNvPr>
          <p:cNvGrpSpPr/>
          <p:nvPr/>
        </p:nvGrpSpPr>
        <p:grpSpPr>
          <a:xfrm>
            <a:off x="3753374" y="3333043"/>
            <a:ext cx="2869694" cy="409956"/>
            <a:chOff x="3201572" y="3586089"/>
            <a:chExt cx="4267200" cy="609600"/>
          </a:xfrm>
        </p:grpSpPr>
        <p:sp>
          <p:nvSpPr>
            <p:cNvPr id="149" name="Rectangle 5">
              <a:extLst>
                <a:ext uri="{FF2B5EF4-FFF2-40B4-BE49-F238E27FC236}">
                  <a16:creationId xmlns:a16="http://schemas.microsoft.com/office/drawing/2014/main" id="{156F76AC-8102-43A2-922A-55EAA88CE8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015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chemeClr val="accent5">
                      <a:lumMod val="75000"/>
                    </a:schemeClr>
                  </a:solidFill>
                  <a:latin typeface="Arial Rounded MT Bold" panose="020F0704030504030204" pitchFamily="34" charset="0"/>
                </a:rPr>
                <a:t>7</a:t>
              </a:r>
            </a:p>
          </p:txBody>
        </p:sp>
        <p:sp>
          <p:nvSpPr>
            <p:cNvPr id="150" name="Rectangle 6">
              <a:extLst>
                <a:ext uri="{FF2B5EF4-FFF2-40B4-BE49-F238E27FC236}">
                  <a16:creationId xmlns:a16="http://schemas.microsoft.com/office/drawing/2014/main" id="{B42FBB5D-9768-4E01-AA10-4BA1510B45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111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chemeClr val="accent5">
                      <a:lumMod val="75000"/>
                    </a:schemeClr>
                  </a:solidFill>
                  <a:latin typeface="Arial Rounded MT Bold" panose="020F0704030504030204" pitchFamily="34" charset="0"/>
                </a:rPr>
                <a:t>5</a:t>
              </a:r>
            </a:p>
          </p:txBody>
        </p:sp>
        <p:sp>
          <p:nvSpPr>
            <p:cNvPr id="151" name="Rectangle 7">
              <a:extLst>
                <a:ext uri="{FF2B5EF4-FFF2-40B4-BE49-F238E27FC236}">
                  <a16:creationId xmlns:a16="http://schemas.microsoft.com/office/drawing/2014/main" id="{26415B83-5BB8-4441-A431-D3741AC66D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207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chemeClr val="accent5">
                      <a:lumMod val="75000"/>
                    </a:schemeClr>
                  </a:solidFill>
                  <a:latin typeface="Arial Rounded MT Bold" panose="020F0704030504030204" pitchFamily="34" charset="0"/>
                </a:rPr>
                <a:t>1</a:t>
              </a:r>
            </a:p>
          </p:txBody>
        </p:sp>
        <p:sp>
          <p:nvSpPr>
            <p:cNvPr id="152" name="Rectangle 8">
              <a:extLst>
                <a:ext uri="{FF2B5EF4-FFF2-40B4-BE49-F238E27FC236}">
                  <a16:creationId xmlns:a16="http://schemas.microsoft.com/office/drawing/2014/main" id="{75070B37-D32E-4995-A04F-9BDA77FCEC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303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chemeClr val="accent5">
                      <a:lumMod val="75000"/>
                    </a:schemeClr>
                  </a:solidFill>
                  <a:latin typeface="Arial Rounded MT Bold" panose="020F0704030504030204" pitchFamily="34" charset="0"/>
                </a:rPr>
                <a:t>9</a:t>
              </a:r>
            </a:p>
          </p:txBody>
        </p:sp>
        <p:sp>
          <p:nvSpPr>
            <p:cNvPr id="153" name="Rectangle 9">
              <a:extLst>
                <a:ext uri="{FF2B5EF4-FFF2-40B4-BE49-F238E27FC236}">
                  <a16:creationId xmlns:a16="http://schemas.microsoft.com/office/drawing/2014/main" id="{B0BCA17B-4AD7-4BBD-9FD6-6091607560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399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chemeClr val="accent5">
                      <a:lumMod val="75000"/>
                    </a:schemeClr>
                  </a:solidFill>
                  <a:latin typeface="Arial Rounded MT Bold" panose="020F0704030504030204" pitchFamily="34" charset="0"/>
                </a:rPr>
                <a:t>8</a:t>
              </a:r>
            </a:p>
          </p:txBody>
        </p:sp>
        <p:sp>
          <p:nvSpPr>
            <p:cNvPr id="154" name="Rectangle 10">
              <a:extLst>
                <a:ext uri="{FF2B5EF4-FFF2-40B4-BE49-F238E27FC236}">
                  <a16:creationId xmlns:a16="http://schemas.microsoft.com/office/drawing/2014/main" id="{59F8062A-CB96-46AB-B842-4DC9D9F07B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495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chemeClr val="accent5">
                      <a:lumMod val="75000"/>
                    </a:schemeClr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  <p:sp>
          <p:nvSpPr>
            <p:cNvPr id="155" name="Rectangle 11">
              <a:extLst>
                <a:ext uri="{FF2B5EF4-FFF2-40B4-BE49-F238E27FC236}">
                  <a16:creationId xmlns:a16="http://schemas.microsoft.com/office/drawing/2014/main" id="{5D7B32F4-E069-48D2-B303-E64020BC43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591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chemeClr val="accent5">
                      <a:lumMod val="75000"/>
                    </a:schemeClr>
                  </a:solidFill>
                  <a:latin typeface="Arial Rounded MT Bold" panose="020F0704030504030204" pitchFamily="34" charset="0"/>
                </a:rPr>
                <a:t>2</a:t>
              </a:r>
            </a:p>
          </p:txBody>
        </p:sp>
      </p:grpSp>
      <p:grpSp>
        <p:nvGrpSpPr>
          <p:cNvPr id="156" name="Group 155">
            <a:extLst>
              <a:ext uri="{FF2B5EF4-FFF2-40B4-BE49-F238E27FC236}">
                <a16:creationId xmlns:a16="http://schemas.microsoft.com/office/drawing/2014/main" id="{5F26641F-AC39-4ED7-B341-F7A99384B630}"/>
              </a:ext>
            </a:extLst>
          </p:cNvPr>
          <p:cNvGrpSpPr/>
          <p:nvPr/>
        </p:nvGrpSpPr>
        <p:grpSpPr>
          <a:xfrm>
            <a:off x="6623574" y="3333043"/>
            <a:ext cx="1229869" cy="409956"/>
            <a:chOff x="3201572" y="3586089"/>
            <a:chExt cx="1828800" cy="609600"/>
          </a:xfrm>
        </p:grpSpPr>
        <p:sp>
          <p:nvSpPr>
            <p:cNvPr id="157" name="Rectangle 5">
              <a:extLst>
                <a:ext uri="{FF2B5EF4-FFF2-40B4-BE49-F238E27FC236}">
                  <a16:creationId xmlns:a16="http://schemas.microsoft.com/office/drawing/2014/main" id="{E62483C8-4246-4ABA-BB62-54D9FFB698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015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rgbClr val="7BA946"/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  <p:sp>
          <p:nvSpPr>
            <p:cNvPr id="158" name="Rectangle 6">
              <a:extLst>
                <a:ext uri="{FF2B5EF4-FFF2-40B4-BE49-F238E27FC236}">
                  <a16:creationId xmlns:a16="http://schemas.microsoft.com/office/drawing/2014/main" id="{AF75FF71-B5EA-4558-AB5C-310C597624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111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rgbClr val="7BA946"/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  <p:sp>
          <p:nvSpPr>
            <p:cNvPr id="159" name="Rectangle 7">
              <a:extLst>
                <a:ext uri="{FF2B5EF4-FFF2-40B4-BE49-F238E27FC236}">
                  <a16:creationId xmlns:a16="http://schemas.microsoft.com/office/drawing/2014/main" id="{CF6CED37-2D3E-4778-858E-D14BFC8CE2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207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rgbClr val="7BA946"/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</p:grpSp>
      <p:grpSp>
        <p:nvGrpSpPr>
          <p:cNvPr id="160" name="Group 159">
            <a:extLst>
              <a:ext uri="{FF2B5EF4-FFF2-40B4-BE49-F238E27FC236}">
                <a16:creationId xmlns:a16="http://schemas.microsoft.com/office/drawing/2014/main" id="{0C70DC7B-F063-4CF7-AC96-AB5F2D570E3A}"/>
              </a:ext>
            </a:extLst>
          </p:cNvPr>
          <p:cNvGrpSpPr/>
          <p:nvPr/>
        </p:nvGrpSpPr>
        <p:grpSpPr>
          <a:xfrm>
            <a:off x="2946906" y="5395665"/>
            <a:ext cx="2869694" cy="409956"/>
            <a:chOff x="3201572" y="3586089"/>
            <a:chExt cx="4267200" cy="609600"/>
          </a:xfrm>
        </p:grpSpPr>
        <p:sp>
          <p:nvSpPr>
            <p:cNvPr id="161" name="Rectangle 5">
              <a:extLst>
                <a:ext uri="{FF2B5EF4-FFF2-40B4-BE49-F238E27FC236}">
                  <a16:creationId xmlns:a16="http://schemas.microsoft.com/office/drawing/2014/main" id="{7F2C22BB-3541-4C4D-BF53-18A8D95977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015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rgbClr val="7030A0"/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  <p:sp>
          <p:nvSpPr>
            <p:cNvPr id="162" name="Rectangle 6">
              <a:extLst>
                <a:ext uri="{FF2B5EF4-FFF2-40B4-BE49-F238E27FC236}">
                  <a16:creationId xmlns:a16="http://schemas.microsoft.com/office/drawing/2014/main" id="{C1E03689-9E6E-464F-8550-90E55BDA1A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111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rgbClr val="7030A0"/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  <p:sp>
          <p:nvSpPr>
            <p:cNvPr id="163" name="Rectangle 7">
              <a:extLst>
                <a:ext uri="{FF2B5EF4-FFF2-40B4-BE49-F238E27FC236}">
                  <a16:creationId xmlns:a16="http://schemas.microsoft.com/office/drawing/2014/main" id="{30CC243E-EA16-41B8-88AC-875A6A0DBF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207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rgbClr val="7030A0"/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  <p:sp>
          <p:nvSpPr>
            <p:cNvPr id="164" name="Rectangle 8">
              <a:extLst>
                <a:ext uri="{FF2B5EF4-FFF2-40B4-BE49-F238E27FC236}">
                  <a16:creationId xmlns:a16="http://schemas.microsoft.com/office/drawing/2014/main" id="{3D163879-6185-4CB8-9CFF-BAB94BE4B7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303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rgbClr val="7030A0"/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  <p:sp>
          <p:nvSpPr>
            <p:cNvPr id="165" name="Rectangle 9">
              <a:extLst>
                <a:ext uri="{FF2B5EF4-FFF2-40B4-BE49-F238E27FC236}">
                  <a16:creationId xmlns:a16="http://schemas.microsoft.com/office/drawing/2014/main" id="{92D68187-6CFD-42FE-842A-147F8470AB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399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rgbClr val="7030A0"/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  <p:sp>
          <p:nvSpPr>
            <p:cNvPr id="166" name="Rectangle 10">
              <a:extLst>
                <a:ext uri="{FF2B5EF4-FFF2-40B4-BE49-F238E27FC236}">
                  <a16:creationId xmlns:a16="http://schemas.microsoft.com/office/drawing/2014/main" id="{DE7AF390-02BC-433E-BAF7-2A216429E4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495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rgbClr val="7030A0"/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  <p:sp>
          <p:nvSpPr>
            <p:cNvPr id="167" name="Rectangle 11">
              <a:extLst>
                <a:ext uri="{FF2B5EF4-FFF2-40B4-BE49-F238E27FC236}">
                  <a16:creationId xmlns:a16="http://schemas.microsoft.com/office/drawing/2014/main" id="{682E63BD-3493-462C-88B6-5A75EB2A9D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591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rgbClr val="7030A0"/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</p:grpSp>
      <p:grpSp>
        <p:nvGrpSpPr>
          <p:cNvPr id="168" name="Group 167">
            <a:extLst>
              <a:ext uri="{FF2B5EF4-FFF2-40B4-BE49-F238E27FC236}">
                <a16:creationId xmlns:a16="http://schemas.microsoft.com/office/drawing/2014/main" id="{506EB6E3-BA42-4B31-A551-0A691E5D6B85}"/>
              </a:ext>
            </a:extLst>
          </p:cNvPr>
          <p:cNvGrpSpPr/>
          <p:nvPr/>
        </p:nvGrpSpPr>
        <p:grpSpPr>
          <a:xfrm>
            <a:off x="5817106" y="5395665"/>
            <a:ext cx="2049781" cy="409956"/>
            <a:chOff x="3201572" y="3586089"/>
            <a:chExt cx="3048000" cy="609600"/>
          </a:xfrm>
        </p:grpSpPr>
        <p:sp>
          <p:nvSpPr>
            <p:cNvPr id="169" name="Rectangle 5">
              <a:extLst>
                <a:ext uri="{FF2B5EF4-FFF2-40B4-BE49-F238E27FC236}">
                  <a16:creationId xmlns:a16="http://schemas.microsoft.com/office/drawing/2014/main" id="{DFE334D2-3E77-438F-9CD7-BE63B560C6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015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rgbClr val="7030A0"/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  <p:sp>
          <p:nvSpPr>
            <p:cNvPr id="170" name="Rectangle 6">
              <a:extLst>
                <a:ext uri="{FF2B5EF4-FFF2-40B4-BE49-F238E27FC236}">
                  <a16:creationId xmlns:a16="http://schemas.microsoft.com/office/drawing/2014/main" id="{BA394CC8-F379-4C42-9BE5-341743D6A7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111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rgbClr val="7030A0"/>
                  </a:solidFill>
                  <a:latin typeface="Arial Rounded MT Bold" panose="020F0704030504030204" pitchFamily="34" charset="0"/>
                </a:rPr>
                <a:t>2</a:t>
              </a:r>
            </a:p>
          </p:txBody>
        </p:sp>
        <p:sp>
          <p:nvSpPr>
            <p:cNvPr id="171" name="Rectangle 7">
              <a:extLst>
                <a:ext uri="{FF2B5EF4-FFF2-40B4-BE49-F238E27FC236}">
                  <a16:creationId xmlns:a16="http://schemas.microsoft.com/office/drawing/2014/main" id="{29886674-F3EB-4256-B7D5-BB3E6D048E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207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rgbClr val="7030A0"/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  <p:sp>
          <p:nvSpPr>
            <p:cNvPr id="172" name="Rectangle 8">
              <a:extLst>
                <a:ext uri="{FF2B5EF4-FFF2-40B4-BE49-F238E27FC236}">
                  <a16:creationId xmlns:a16="http://schemas.microsoft.com/office/drawing/2014/main" id="{BCDA02D1-5231-4CD5-AE7A-EC124CBAEE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303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rgbClr val="7030A0"/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  <p:sp>
          <p:nvSpPr>
            <p:cNvPr id="173" name="Rectangle 9">
              <a:extLst>
                <a:ext uri="{FF2B5EF4-FFF2-40B4-BE49-F238E27FC236}">
                  <a16:creationId xmlns:a16="http://schemas.microsoft.com/office/drawing/2014/main" id="{188CD7AB-F64D-449E-BE7A-5092360FDA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399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rgbClr val="7030A0"/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</p:grpSp>
      <p:sp>
        <p:nvSpPr>
          <p:cNvPr id="174" name="Rectangle 6">
            <a:extLst>
              <a:ext uri="{FF2B5EF4-FFF2-40B4-BE49-F238E27FC236}">
                <a16:creationId xmlns:a16="http://schemas.microsoft.com/office/drawing/2014/main" id="{8B7CA7AD-18C2-4FCB-9F05-2C6FB22F14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31362" y="5395665"/>
            <a:ext cx="409956" cy="40995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en-US" sz="2400" b="1" dirty="0">
                <a:solidFill>
                  <a:srgbClr val="7030A0"/>
                </a:solidFill>
                <a:latin typeface="Arial Rounded MT Bold" panose="020F0704030504030204" pitchFamily="34" charset="0"/>
              </a:rPr>
              <a:t>0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4048332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Rectangle 6">
            <a:extLst>
              <a:ext uri="{FF2B5EF4-FFF2-40B4-BE49-F238E27FC236}">
                <a16:creationId xmlns:a16="http://schemas.microsoft.com/office/drawing/2014/main" id="{0D465413-8A93-4F53-A74C-E054C6F998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89462" y="3338265"/>
            <a:ext cx="409956" cy="409956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en-US" sz="2400" b="1" dirty="0">
                <a:latin typeface="Arial Rounded MT Bold" panose="020F0704030504030204" pitchFamily="34" charset="0"/>
              </a:rPr>
              <a:t>0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6DF3F3DA-41F6-40C8-9BA9-1D93C617A3F8}"/>
              </a:ext>
            </a:extLst>
          </p:cNvPr>
          <p:cNvSpPr txBox="1"/>
          <p:nvPr/>
        </p:nvSpPr>
        <p:spPr>
          <a:xfrm>
            <a:off x="10062458" y="2948349"/>
            <a:ext cx="784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0"/>
              </a:rPr>
              <a:t>carry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r>
              <a:rPr lang="en-US" dirty="0"/>
              <a:t>L.I.M: Summation 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3CD8022-FF4E-403F-A823-CD2D1E546B44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56/92</a:t>
            </a:r>
          </a:p>
        </p:txBody>
      </p:sp>
      <p:cxnSp>
        <p:nvCxnSpPr>
          <p:cNvPr id="6" name="Straight Connector 5"/>
          <p:cNvCxnSpPr/>
          <p:nvPr/>
        </p:nvCxnSpPr>
        <p:spPr>
          <a:xfrm flipH="1">
            <a:off x="1320800" y="4708478"/>
            <a:ext cx="90424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Rectangle 57"/>
          <p:cNvSpPr/>
          <p:nvPr/>
        </p:nvSpPr>
        <p:spPr>
          <a:xfrm>
            <a:off x="9987785" y="2976773"/>
            <a:ext cx="792990" cy="972176"/>
          </a:xfrm>
          <a:prstGeom prst="rect">
            <a:avLst/>
          </a:prstGeom>
          <a:solidFill>
            <a:srgbClr val="FFFF00">
              <a:alpha val="40000"/>
            </a:srgbClr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" name="Group 3"/>
          <p:cNvGrpSpPr/>
          <p:nvPr/>
        </p:nvGrpSpPr>
        <p:grpSpPr>
          <a:xfrm>
            <a:off x="5341618" y="2552699"/>
            <a:ext cx="551182" cy="3387679"/>
            <a:chOff x="6560818" y="2552699"/>
            <a:chExt cx="551182" cy="3387679"/>
          </a:xfrm>
        </p:grpSpPr>
        <p:sp>
          <p:nvSpPr>
            <p:cNvPr id="3" name="Rectangle 2"/>
            <p:cNvSpPr/>
            <p:nvPr/>
          </p:nvSpPr>
          <p:spPr>
            <a:xfrm>
              <a:off x="6560818" y="2552699"/>
              <a:ext cx="551182" cy="1866901"/>
            </a:xfrm>
            <a:prstGeom prst="rect">
              <a:avLst/>
            </a:prstGeom>
            <a:solidFill>
              <a:srgbClr val="FFFF00">
                <a:alpha val="40000"/>
              </a:srgbClr>
            </a:solidFill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Rectangle 58"/>
            <p:cNvSpPr/>
            <p:nvPr/>
          </p:nvSpPr>
          <p:spPr>
            <a:xfrm>
              <a:off x="6560818" y="5331529"/>
              <a:ext cx="551182" cy="608849"/>
            </a:xfrm>
            <a:prstGeom prst="rect">
              <a:avLst/>
            </a:prstGeom>
            <a:solidFill>
              <a:srgbClr val="FFFF00">
                <a:alpha val="40000"/>
              </a:srgbClr>
            </a:solidFill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2" name="Straight Arrow Connector 61"/>
            <p:cNvCxnSpPr>
              <a:stCxn id="3" idx="2"/>
              <a:endCxn id="59" idx="0"/>
            </p:cNvCxnSpPr>
            <p:nvPr/>
          </p:nvCxnSpPr>
          <p:spPr>
            <a:xfrm>
              <a:off x="6836409" y="4419600"/>
              <a:ext cx="0" cy="911929"/>
            </a:xfrm>
            <a:prstGeom prst="straightConnector1">
              <a:avLst/>
            </a:prstGeom>
            <a:ln w="28575">
              <a:solidFill>
                <a:schemeClr val="accent1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1" name="TextBox 90">
            <a:extLst>
              <a:ext uri="{FF2B5EF4-FFF2-40B4-BE49-F238E27FC236}">
                <a16:creationId xmlns:a16="http://schemas.microsoft.com/office/drawing/2014/main" id="{1D1A2277-2276-480D-B3A6-7CD8B2D682DC}"/>
              </a:ext>
            </a:extLst>
          </p:cNvPr>
          <p:cNvSpPr txBox="1"/>
          <p:nvPr/>
        </p:nvSpPr>
        <p:spPr>
          <a:xfrm>
            <a:off x="1702581" y="3467043"/>
            <a:ext cx="47131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/>
              <a:t>+</a:t>
            </a:r>
          </a:p>
        </p:txBody>
      </p:sp>
      <p:grpSp>
        <p:nvGrpSpPr>
          <p:cNvPr id="92" name="Group 91">
            <a:extLst>
              <a:ext uri="{FF2B5EF4-FFF2-40B4-BE49-F238E27FC236}">
                <a16:creationId xmlns:a16="http://schemas.microsoft.com/office/drawing/2014/main" id="{E7B66601-6F64-4301-AFED-CA9C4A0ADBC5}"/>
              </a:ext>
            </a:extLst>
          </p:cNvPr>
          <p:cNvGrpSpPr/>
          <p:nvPr/>
        </p:nvGrpSpPr>
        <p:grpSpPr>
          <a:xfrm>
            <a:off x="2940574" y="2659943"/>
            <a:ext cx="2869694" cy="409956"/>
            <a:chOff x="3201572" y="3586089"/>
            <a:chExt cx="4267200" cy="609600"/>
          </a:xfrm>
        </p:grpSpPr>
        <p:sp>
          <p:nvSpPr>
            <p:cNvPr id="93" name="Rectangle 5">
              <a:extLst>
                <a:ext uri="{FF2B5EF4-FFF2-40B4-BE49-F238E27FC236}">
                  <a16:creationId xmlns:a16="http://schemas.microsoft.com/office/drawing/2014/main" id="{3895F29E-D18E-4299-A6CB-E84BAF60FE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015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rgbClr val="FF0000"/>
                  </a:solidFill>
                  <a:latin typeface="Arial Rounded MT Bold" panose="020F0704030504030204" pitchFamily="34" charset="0"/>
                </a:rPr>
                <a:t>8</a:t>
              </a:r>
            </a:p>
          </p:txBody>
        </p:sp>
        <p:sp>
          <p:nvSpPr>
            <p:cNvPr id="99" name="Rectangle 6">
              <a:extLst>
                <a:ext uri="{FF2B5EF4-FFF2-40B4-BE49-F238E27FC236}">
                  <a16:creationId xmlns:a16="http://schemas.microsoft.com/office/drawing/2014/main" id="{9EE59724-1524-48F0-9F2F-348510DA71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111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rgbClr val="FF0000"/>
                  </a:solidFill>
                  <a:latin typeface="Arial Rounded MT Bold" panose="020F0704030504030204" pitchFamily="34" charset="0"/>
                </a:rPr>
                <a:t>5</a:t>
              </a:r>
            </a:p>
          </p:txBody>
        </p:sp>
        <p:sp>
          <p:nvSpPr>
            <p:cNvPr id="100" name="Rectangle 7">
              <a:extLst>
                <a:ext uri="{FF2B5EF4-FFF2-40B4-BE49-F238E27FC236}">
                  <a16:creationId xmlns:a16="http://schemas.microsoft.com/office/drawing/2014/main" id="{71B4B0A4-5EA7-4905-9E9D-903E391318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207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rgbClr val="FF0000"/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  <p:sp>
          <p:nvSpPr>
            <p:cNvPr id="113" name="Rectangle 8">
              <a:extLst>
                <a:ext uri="{FF2B5EF4-FFF2-40B4-BE49-F238E27FC236}">
                  <a16:creationId xmlns:a16="http://schemas.microsoft.com/office/drawing/2014/main" id="{0C93F5AB-C632-4DF9-961D-07D64FAF2A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303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rgbClr val="FF0000"/>
                  </a:solidFill>
                  <a:latin typeface="Arial Rounded MT Bold" panose="020F0704030504030204" pitchFamily="34" charset="0"/>
                </a:rPr>
                <a:t>3</a:t>
              </a:r>
            </a:p>
          </p:txBody>
        </p:sp>
        <p:sp>
          <p:nvSpPr>
            <p:cNvPr id="114" name="Rectangle 9">
              <a:extLst>
                <a:ext uri="{FF2B5EF4-FFF2-40B4-BE49-F238E27FC236}">
                  <a16:creationId xmlns:a16="http://schemas.microsoft.com/office/drawing/2014/main" id="{6E66AD19-C29D-46CF-BBC2-944B294D91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399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rgbClr val="FF0000"/>
                  </a:solidFill>
                  <a:latin typeface="Arial Rounded MT Bold" panose="020F0704030504030204" pitchFamily="34" charset="0"/>
                </a:rPr>
                <a:t>6</a:t>
              </a:r>
            </a:p>
          </p:txBody>
        </p:sp>
        <p:sp>
          <p:nvSpPr>
            <p:cNvPr id="116" name="Rectangle 10">
              <a:extLst>
                <a:ext uri="{FF2B5EF4-FFF2-40B4-BE49-F238E27FC236}">
                  <a16:creationId xmlns:a16="http://schemas.microsoft.com/office/drawing/2014/main" id="{5E7C6214-C8AB-4C4A-8C13-26CA6378A0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495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rgbClr val="FF0000"/>
                  </a:solidFill>
                  <a:latin typeface="Arial Rounded MT Bold" panose="020F0704030504030204" pitchFamily="34" charset="0"/>
                </a:rPr>
                <a:t>8</a:t>
              </a:r>
            </a:p>
          </p:txBody>
        </p:sp>
        <p:sp>
          <p:nvSpPr>
            <p:cNvPr id="117" name="Rectangle 11">
              <a:extLst>
                <a:ext uri="{FF2B5EF4-FFF2-40B4-BE49-F238E27FC236}">
                  <a16:creationId xmlns:a16="http://schemas.microsoft.com/office/drawing/2014/main" id="{C3432456-C204-4797-BFA4-C6BC554338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591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rgbClr val="FF0000"/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</p:grpSp>
      <p:grpSp>
        <p:nvGrpSpPr>
          <p:cNvPr id="118" name="Group 117">
            <a:extLst>
              <a:ext uri="{FF2B5EF4-FFF2-40B4-BE49-F238E27FC236}">
                <a16:creationId xmlns:a16="http://schemas.microsoft.com/office/drawing/2014/main" id="{2D68AAF1-F1F8-4E5C-922F-2AA07555BBEA}"/>
              </a:ext>
            </a:extLst>
          </p:cNvPr>
          <p:cNvGrpSpPr/>
          <p:nvPr/>
        </p:nvGrpSpPr>
        <p:grpSpPr>
          <a:xfrm>
            <a:off x="5810774" y="2659943"/>
            <a:ext cx="2049781" cy="409956"/>
            <a:chOff x="3201572" y="3586089"/>
            <a:chExt cx="3048000" cy="609600"/>
          </a:xfrm>
        </p:grpSpPr>
        <p:sp>
          <p:nvSpPr>
            <p:cNvPr id="119" name="Rectangle 5">
              <a:extLst>
                <a:ext uri="{FF2B5EF4-FFF2-40B4-BE49-F238E27FC236}">
                  <a16:creationId xmlns:a16="http://schemas.microsoft.com/office/drawing/2014/main" id="{42D496C5-F384-43AC-9F0C-754D0186D3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015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rgbClr val="FF0000"/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  <p:sp>
          <p:nvSpPr>
            <p:cNvPr id="144" name="Rectangle 6">
              <a:extLst>
                <a:ext uri="{FF2B5EF4-FFF2-40B4-BE49-F238E27FC236}">
                  <a16:creationId xmlns:a16="http://schemas.microsoft.com/office/drawing/2014/main" id="{A07AA5E8-E355-4D40-9CF9-9420920A83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111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rgbClr val="FF0000"/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  <p:sp>
          <p:nvSpPr>
            <p:cNvPr id="145" name="Rectangle 7">
              <a:extLst>
                <a:ext uri="{FF2B5EF4-FFF2-40B4-BE49-F238E27FC236}">
                  <a16:creationId xmlns:a16="http://schemas.microsoft.com/office/drawing/2014/main" id="{E714712D-5BF6-4569-AEC4-68C9E18246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207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rgbClr val="FF0000"/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  <p:sp>
          <p:nvSpPr>
            <p:cNvPr id="146" name="Rectangle 8">
              <a:extLst>
                <a:ext uri="{FF2B5EF4-FFF2-40B4-BE49-F238E27FC236}">
                  <a16:creationId xmlns:a16="http://schemas.microsoft.com/office/drawing/2014/main" id="{D6DEA4EB-52C8-47ED-A11A-C38D1B090F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303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rgbClr val="FF0000"/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  <p:sp>
          <p:nvSpPr>
            <p:cNvPr id="147" name="Rectangle 9">
              <a:extLst>
                <a:ext uri="{FF2B5EF4-FFF2-40B4-BE49-F238E27FC236}">
                  <a16:creationId xmlns:a16="http://schemas.microsoft.com/office/drawing/2014/main" id="{29553342-21EF-4EC9-BDBC-F3EF93EEFE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399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rgbClr val="FF0000"/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</p:grpSp>
      <p:grpSp>
        <p:nvGrpSpPr>
          <p:cNvPr id="148" name="Group 147">
            <a:extLst>
              <a:ext uri="{FF2B5EF4-FFF2-40B4-BE49-F238E27FC236}">
                <a16:creationId xmlns:a16="http://schemas.microsoft.com/office/drawing/2014/main" id="{CEEE0266-1914-415D-AEB8-7F74E1269DCE}"/>
              </a:ext>
            </a:extLst>
          </p:cNvPr>
          <p:cNvGrpSpPr/>
          <p:nvPr/>
        </p:nvGrpSpPr>
        <p:grpSpPr>
          <a:xfrm>
            <a:off x="3753374" y="3333043"/>
            <a:ext cx="2869694" cy="409956"/>
            <a:chOff x="3201572" y="3586089"/>
            <a:chExt cx="4267200" cy="609600"/>
          </a:xfrm>
        </p:grpSpPr>
        <p:sp>
          <p:nvSpPr>
            <p:cNvPr id="149" name="Rectangle 5">
              <a:extLst>
                <a:ext uri="{FF2B5EF4-FFF2-40B4-BE49-F238E27FC236}">
                  <a16:creationId xmlns:a16="http://schemas.microsoft.com/office/drawing/2014/main" id="{0B2FAB69-33B2-4EE1-8913-9D6264D79E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015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chemeClr val="accent5">
                      <a:lumMod val="75000"/>
                    </a:schemeClr>
                  </a:solidFill>
                  <a:latin typeface="Arial Rounded MT Bold" panose="020F0704030504030204" pitchFamily="34" charset="0"/>
                </a:rPr>
                <a:t>7</a:t>
              </a:r>
            </a:p>
          </p:txBody>
        </p:sp>
        <p:sp>
          <p:nvSpPr>
            <p:cNvPr id="150" name="Rectangle 6">
              <a:extLst>
                <a:ext uri="{FF2B5EF4-FFF2-40B4-BE49-F238E27FC236}">
                  <a16:creationId xmlns:a16="http://schemas.microsoft.com/office/drawing/2014/main" id="{0DF1F948-22BF-47B9-BC3C-DC145ADA88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111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chemeClr val="accent5">
                      <a:lumMod val="75000"/>
                    </a:schemeClr>
                  </a:solidFill>
                  <a:latin typeface="Arial Rounded MT Bold" panose="020F0704030504030204" pitchFamily="34" charset="0"/>
                </a:rPr>
                <a:t>5</a:t>
              </a:r>
            </a:p>
          </p:txBody>
        </p:sp>
        <p:sp>
          <p:nvSpPr>
            <p:cNvPr id="151" name="Rectangle 7">
              <a:extLst>
                <a:ext uri="{FF2B5EF4-FFF2-40B4-BE49-F238E27FC236}">
                  <a16:creationId xmlns:a16="http://schemas.microsoft.com/office/drawing/2014/main" id="{0D2D3FC7-AD6D-488F-8A31-971F5CE7EA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207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chemeClr val="accent5">
                      <a:lumMod val="75000"/>
                    </a:schemeClr>
                  </a:solidFill>
                  <a:latin typeface="Arial Rounded MT Bold" panose="020F0704030504030204" pitchFamily="34" charset="0"/>
                </a:rPr>
                <a:t>1</a:t>
              </a:r>
            </a:p>
          </p:txBody>
        </p:sp>
        <p:sp>
          <p:nvSpPr>
            <p:cNvPr id="152" name="Rectangle 8">
              <a:extLst>
                <a:ext uri="{FF2B5EF4-FFF2-40B4-BE49-F238E27FC236}">
                  <a16:creationId xmlns:a16="http://schemas.microsoft.com/office/drawing/2014/main" id="{FC973CD7-BA8C-411E-9E3D-3FB917DC4A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303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chemeClr val="accent5">
                      <a:lumMod val="75000"/>
                    </a:schemeClr>
                  </a:solidFill>
                  <a:latin typeface="Arial Rounded MT Bold" panose="020F0704030504030204" pitchFamily="34" charset="0"/>
                </a:rPr>
                <a:t>9</a:t>
              </a:r>
            </a:p>
          </p:txBody>
        </p:sp>
        <p:sp>
          <p:nvSpPr>
            <p:cNvPr id="153" name="Rectangle 9">
              <a:extLst>
                <a:ext uri="{FF2B5EF4-FFF2-40B4-BE49-F238E27FC236}">
                  <a16:creationId xmlns:a16="http://schemas.microsoft.com/office/drawing/2014/main" id="{5D1A91E7-609A-4EF4-AB09-AD7F1EF387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399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chemeClr val="accent5">
                      <a:lumMod val="75000"/>
                    </a:schemeClr>
                  </a:solidFill>
                  <a:latin typeface="Arial Rounded MT Bold" panose="020F0704030504030204" pitchFamily="34" charset="0"/>
                </a:rPr>
                <a:t>8</a:t>
              </a:r>
            </a:p>
          </p:txBody>
        </p:sp>
        <p:sp>
          <p:nvSpPr>
            <p:cNvPr id="154" name="Rectangle 10">
              <a:extLst>
                <a:ext uri="{FF2B5EF4-FFF2-40B4-BE49-F238E27FC236}">
                  <a16:creationId xmlns:a16="http://schemas.microsoft.com/office/drawing/2014/main" id="{42A2AF35-852E-4F66-A7A3-D990463F78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495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chemeClr val="accent5">
                      <a:lumMod val="75000"/>
                    </a:schemeClr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  <p:sp>
          <p:nvSpPr>
            <p:cNvPr id="155" name="Rectangle 11">
              <a:extLst>
                <a:ext uri="{FF2B5EF4-FFF2-40B4-BE49-F238E27FC236}">
                  <a16:creationId xmlns:a16="http://schemas.microsoft.com/office/drawing/2014/main" id="{16886BDA-7EE6-4DA4-9B28-1176F42802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591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chemeClr val="accent5">
                      <a:lumMod val="75000"/>
                    </a:schemeClr>
                  </a:solidFill>
                  <a:latin typeface="Arial Rounded MT Bold" panose="020F0704030504030204" pitchFamily="34" charset="0"/>
                </a:rPr>
                <a:t>2</a:t>
              </a:r>
            </a:p>
          </p:txBody>
        </p:sp>
      </p:grpSp>
      <p:grpSp>
        <p:nvGrpSpPr>
          <p:cNvPr id="156" name="Group 155">
            <a:extLst>
              <a:ext uri="{FF2B5EF4-FFF2-40B4-BE49-F238E27FC236}">
                <a16:creationId xmlns:a16="http://schemas.microsoft.com/office/drawing/2014/main" id="{0A358C1D-2DE8-4440-93F7-8211BAED2FA9}"/>
              </a:ext>
            </a:extLst>
          </p:cNvPr>
          <p:cNvGrpSpPr/>
          <p:nvPr/>
        </p:nvGrpSpPr>
        <p:grpSpPr>
          <a:xfrm>
            <a:off x="6623574" y="3333043"/>
            <a:ext cx="1229869" cy="409956"/>
            <a:chOff x="3201572" y="3586089"/>
            <a:chExt cx="1828800" cy="609600"/>
          </a:xfrm>
        </p:grpSpPr>
        <p:sp>
          <p:nvSpPr>
            <p:cNvPr id="157" name="Rectangle 5">
              <a:extLst>
                <a:ext uri="{FF2B5EF4-FFF2-40B4-BE49-F238E27FC236}">
                  <a16:creationId xmlns:a16="http://schemas.microsoft.com/office/drawing/2014/main" id="{8B8AAE3B-8D09-4D17-BB10-884D8CBA31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015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rgbClr val="7BA946"/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  <p:sp>
          <p:nvSpPr>
            <p:cNvPr id="158" name="Rectangle 6">
              <a:extLst>
                <a:ext uri="{FF2B5EF4-FFF2-40B4-BE49-F238E27FC236}">
                  <a16:creationId xmlns:a16="http://schemas.microsoft.com/office/drawing/2014/main" id="{0AC79AA6-87F0-4E32-BE30-E78293C1BB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111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rgbClr val="7BA946"/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  <p:sp>
          <p:nvSpPr>
            <p:cNvPr id="159" name="Rectangle 7">
              <a:extLst>
                <a:ext uri="{FF2B5EF4-FFF2-40B4-BE49-F238E27FC236}">
                  <a16:creationId xmlns:a16="http://schemas.microsoft.com/office/drawing/2014/main" id="{95477F39-96E9-483B-807E-AFCF16AE9A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207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rgbClr val="7BA946"/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</p:grpSp>
      <p:grpSp>
        <p:nvGrpSpPr>
          <p:cNvPr id="160" name="Group 159">
            <a:extLst>
              <a:ext uri="{FF2B5EF4-FFF2-40B4-BE49-F238E27FC236}">
                <a16:creationId xmlns:a16="http://schemas.microsoft.com/office/drawing/2014/main" id="{F1833E35-E41A-4BC5-8CBC-142DCA741A4B}"/>
              </a:ext>
            </a:extLst>
          </p:cNvPr>
          <p:cNvGrpSpPr/>
          <p:nvPr/>
        </p:nvGrpSpPr>
        <p:grpSpPr>
          <a:xfrm>
            <a:off x="2946906" y="5395665"/>
            <a:ext cx="2869694" cy="409956"/>
            <a:chOff x="3201572" y="3586089"/>
            <a:chExt cx="4267200" cy="609600"/>
          </a:xfrm>
        </p:grpSpPr>
        <p:sp>
          <p:nvSpPr>
            <p:cNvPr id="161" name="Rectangle 5">
              <a:extLst>
                <a:ext uri="{FF2B5EF4-FFF2-40B4-BE49-F238E27FC236}">
                  <a16:creationId xmlns:a16="http://schemas.microsoft.com/office/drawing/2014/main" id="{B98FA692-9320-4D04-9504-91259B1AFB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015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rgbClr val="7030A0"/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  <p:sp>
          <p:nvSpPr>
            <p:cNvPr id="162" name="Rectangle 6">
              <a:extLst>
                <a:ext uri="{FF2B5EF4-FFF2-40B4-BE49-F238E27FC236}">
                  <a16:creationId xmlns:a16="http://schemas.microsoft.com/office/drawing/2014/main" id="{36DE27B6-150D-4946-BCBD-5F8AF475A6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111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rgbClr val="7030A0"/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  <p:sp>
          <p:nvSpPr>
            <p:cNvPr id="163" name="Rectangle 7">
              <a:extLst>
                <a:ext uri="{FF2B5EF4-FFF2-40B4-BE49-F238E27FC236}">
                  <a16:creationId xmlns:a16="http://schemas.microsoft.com/office/drawing/2014/main" id="{75510628-7ACE-43CE-B766-790F233E88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207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rgbClr val="7030A0"/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  <p:sp>
          <p:nvSpPr>
            <p:cNvPr id="164" name="Rectangle 8">
              <a:extLst>
                <a:ext uri="{FF2B5EF4-FFF2-40B4-BE49-F238E27FC236}">
                  <a16:creationId xmlns:a16="http://schemas.microsoft.com/office/drawing/2014/main" id="{2F460727-DB0F-46F1-B6D4-96509ADE8D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303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rgbClr val="7030A0"/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  <p:sp>
          <p:nvSpPr>
            <p:cNvPr id="165" name="Rectangle 9">
              <a:extLst>
                <a:ext uri="{FF2B5EF4-FFF2-40B4-BE49-F238E27FC236}">
                  <a16:creationId xmlns:a16="http://schemas.microsoft.com/office/drawing/2014/main" id="{9582BC85-1211-4BE9-A538-C79EC5AF56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399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rgbClr val="7030A0"/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  <p:sp>
          <p:nvSpPr>
            <p:cNvPr id="166" name="Rectangle 10">
              <a:extLst>
                <a:ext uri="{FF2B5EF4-FFF2-40B4-BE49-F238E27FC236}">
                  <a16:creationId xmlns:a16="http://schemas.microsoft.com/office/drawing/2014/main" id="{AF4B1399-28AD-480B-8DC8-06362C18E3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495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rgbClr val="7030A0"/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  <p:sp>
          <p:nvSpPr>
            <p:cNvPr id="167" name="Rectangle 11">
              <a:extLst>
                <a:ext uri="{FF2B5EF4-FFF2-40B4-BE49-F238E27FC236}">
                  <a16:creationId xmlns:a16="http://schemas.microsoft.com/office/drawing/2014/main" id="{A8EE8B0B-2370-44C3-BDEE-6F96F2D555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591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rgbClr val="7030A0"/>
                  </a:solidFill>
                  <a:latin typeface="Arial Rounded MT Bold" panose="020F0704030504030204" pitchFamily="34" charset="0"/>
                </a:rPr>
                <a:t>8</a:t>
              </a:r>
            </a:p>
          </p:txBody>
        </p:sp>
      </p:grpSp>
      <p:grpSp>
        <p:nvGrpSpPr>
          <p:cNvPr id="168" name="Group 167">
            <a:extLst>
              <a:ext uri="{FF2B5EF4-FFF2-40B4-BE49-F238E27FC236}">
                <a16:creationId xmlns:a16="http://schemas.microsoft.com/office/drawing/2014/main" id="{988A2998-D0FC-47E3-ABE3-4BA7294C7BCD}"/>
              </a:ext>
            </a:extLst>
          </p:cNvPr>
          <p:cNvGrpSpPr/>
          <p:nvPr/>
        </p:nvGrpSpPr>
        <p:grpSpPr>
          <a:xfrm>
            <a:off x="5817106" y="5395665"/>
            <a:ext cx="2049781" cy="409956"/>
            <a:chOff x="3201572" y="3586089"/>
            <a:chExt cx="3048000" cy="609600"/>
          </a:xfrm>
        </p:grpSpPr>
        <p:sp>
          <p:nvSpPr>
            <p:cNvPr id="169" name="Rectangle 5">
              <a:extLst>
                <a:ext uri="{FF2B5EF4-FFF2-40B4-BE49-F238E27FC236}">
                  <a16:creationId xmlns:a16="http://schemas.microsoft.com/office/drawing/2014/main" id="{A5C8DB82-D3BB-41DC-AD16-218B083230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015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rgbClr val="7030A0"/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  <p:sp>
          <p:nvSpPr>
            <p:cNvPr id="170" name="Rectangle 6">
              <a:extLst>
                <a:ext uri="{FF2B5EF4-FFF2-40B4-BE49-F238E27FC236}">
                  <a16:creationId xmlns:a16="http://schemas.microsoft.com/office/drawing/2014/main" id="{7663E972-F432-455C-A04A-A427763730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111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rgbClr val="7030A0"/>
                  </a:solidFill>
                  <a:latin typeface="Arial Rounded MT Bold" panose="020F0704030504030204" pitchFamily="34" charset="0"/>
                </a:rPr>
                <a:t>2</a:t>
              </a:r>
            </a:p>
          </p:txBody>
        </p:sp>
        <p:sp>
          <p:nvSpPr>
            <p:cNvPr id="171" name="Rectangle 7">
              <a:extLst>
                <a:ext uri="{FF2B5EF4-FFF2-40B4-BE49-F238E27FC236}">
                  <a16:creationId xmlns:a16="http://schemas.microsoft.com/office/drawing/2014/main" id="{0BBE3F44-5152-455A-86DC-081D2ED6B3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207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rgbClr val="7030A0"/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  <p:sp>
          <p:nvSpPr>
            <p:cNvPr id="172" name="Rectangle 8">
              <a:extLst>
                <a:ext uri="{FF2B5EF4-FFF2-40B4-BE49-F238E27FC236}">
                  <a16:creationId xmlns:a16="http://schemas.microsoft.com/office/drawing/2014/main" id="{1F8BFBFE-39C8-4E2D-B1E3-8EB62966EC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303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rgbClr val="7030A0"/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  <p:sp>
          <p:nvSpPr>
            <p:cNvPr id="173" name="Rectangle 9">
              <a:extLst>
                <a:ext uri="{FF2B5EF4-FFF2-40B4-BE49-F238E27FC236}">
                  <a16:creationId xmlns:a16="http://schemas.microsoft.com/office/drawing/2014/main" id="{DC06C69D-8273-4B40-AB70-626E5717F5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399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rgbClr val="7030A0"/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</p:grpSp>
      <p:sp>
        <p:nvSpPr>
          <p:cNvPr id="174" name="Rectangle 6">
            <a:extLst>
              <a:ext uri="{FF2B5EF4-FFF2-40B4-BE49-F238E27FC236}">
                <a16:creationId xmlns:a16="http://schemas.microsoft.com/office/drawing/2014/main" id="{8F563916-886D-49EB-973A-5B7986352F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31362" y="5395665"/>
            <a:ext cx="409956" cy="40995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en-US" sz="2400" b="1" dirty="0">
                <a:solidFill>
                  <a:srgbClr val="7030A0"/>
                </a:solidFill>
                <a:latin typeface="Arial Rounded MT Bold" panose="020F0704030504030204" pitchFamily="34" charset="0"/>
              </a:rPr>
              <a:t>0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90599766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r>
              <a:rPr lang="en-US" dirty="0"/>
              <a:t>L.I.M: Summation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6FB89AF-CA7B-4830-9A6A-E9D9EFBD58E1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57/92</a:t>
            </a:r>
          </a:p>
        </p:txBody>
      </p:sp>
      <p:cxnSp>
        <p:nvCxnSpPr>
          <p:cNvPr id="6" name="Straight Connector 5"/>
          <p:cNvCxnSpPr/>
          <p:nvPr/>
        </p:nvCxnSpPr>
        <p:spPr>
          <a:xfrm flipH="1">
            <a:off x="1320800" y="4708478"/>
            <a:ext cx="90424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4" name="Rectangle 6">
            <a:extLst>
              <a:ext uri="{FF2B5EF4-FFF2-40B4-BE49-F238E27FC236}">
                <a16:creationId xmlns:a16="http://schemas.microsoft.com/office/drawing/2014/main" id="{9DF4440C-3816-4978-BFF4-C1194B68C9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89462" y="3338265"/>
            <a:ext cx="409956" cy="409956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en-US" sz="2400" b="1" dirty="0">
                <a:latin typeface="Arial Rounded MT Bold" panose="020F0704030504030204" pitchFamily="34" charset="0"/>
              </a:rPr>
              <a:t>0</a:t>
            </a:r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id="{A17A27CB-509F-4D7B-B182-44A769E45AB8}"/>
              </a:ext>
            </a:extLst>
          </p:cNvPr>
          <p:cNvSpPr txBox="1"/>
          <p:nvPr/>
        </p:nvSpPr>
        <p:spPr>
          <a:xfrm>
            <a:off x="10062458" y="2948349"/>
            <a:ext cx="784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0"/>
              </a:rPr>
              <a:t>carry</a:t>
            </a:r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ED2876A5-FFD1-4920-AFF2-AA739A6E9930}"/>
              </a:ext>
            </a:extLst>
          </p:cNvPr>
          <p:cNvSpPr txBox="1"/>
          <p:nvPr/>
        </p:nvSpPr>
        <p:spPr>
          <a:xfrm>
            <a:off x="1702581" y="3467043"/>
            <a:ext cx="47131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/>
              <a:t>+</a:t>
            </a:r>
          </a:p>
        </p:txBody>
      </p:sp>
      <p:grpSp>
        <p:nvGrpSpPr>
          <p:cNvPr id="157" name="Group 156">
            <a:extLst>
              <a:ext uri="{FF2B5EF4-FFF2-40B4-BE49-F238E27FC236}">
                <a16:creationId xmlns:a16="http://schemas.microsoft.com/office/drawing/2014/main" id="{D94CA374-0515-441A-8B7C-3A1994751C18}"/>
              </a:ext>
            </a:extLst>
          </p:cNvPr>
          <p:cNvGrpSpPr/>
          <p:nvPr/>
        </p:nvGrpSpPr>
        <p:grpSpPr>
          <a:xfrm>
            <a:off x="2940574" y="2659943"/>
            <a:ext cx="2869694" cy="409956"/>
            <a:chOff x="3201572" y="3586089"/>
            <a:chExt cx="4267200" cy="609600"/>
          </a:xfrm>
        </p:grpSpPr>
        <p:sp>
          <p:nvSpPr>
            <p:cNvPr id="158" name="Rectangle 5">
              <a:extLst>
                <a:ext uri="{FF2B5EF4-FFF2-40B4-BE49-F238E27FC236}">
                  <a16:creationId xmlns:a16="http://schemas.microsoft.com/office/drawing/2014/main" id="{0121CCC6-B876-44D0-9084-139A37D9FC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015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rgbClr val="FF0000"/>
                  </a:solidFill>
                  <a:latin typeface="Arial Rounded MT Bold" panose="020F0704030504030204" pitchFamily="34" charset="0"/>
                </a:rPr>
                <a:t>8</a:t>
              </a:r>
            </a:p>
          </p:txBody>
        </p:sp>
        <p:sp>
          <p:nvSpPr>
            <p:cNvPr id="159" name="Rectangle 6">
              <a:extLst>
                <a:ext uri="{FF2B5EF4-FFF2-40B4-BE49-F238E27FC236}">
                  <a16:creationId xmlns:a16="http://schemas.microsoft.com/office/drawing/2014/main" id="{86BE958D-EA05-4F8F-830C-4480EFE0DF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111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rgbClr val="FF0000"/>
                  </a:solidFill>
                  <a:latin typeface="Arial Rounded MT Bold" panose="020F0704030504030204" pitchFamily="34" charset="0"/>
                </a:rPr>
                <a:t>5</a:t>
              </a:r>
            </a:p>
          </p:txBody>
        </p:sp>
        <p:sp>
          <p:nvSpPr>
            <p:cNvPr id="160" name="Rectangle 7">
              <a:extLst>
                <a:ext uri="{FF2B5EF4-FFF2-40B4-BE49-F238E27FC236}">
                  <a16:creationId xmlns:a16="http://schemas.microsoft.com/office/drawing/2014/main" id="{204CF2DC-3571-41FB-9798-84FAE17546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207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rgbClr val="FF0000"/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  <p:sp>
          <p:nvSpPr>
            <p:cNvPr id="161" name="Rectangle 8">
              <a:extLst>
                <a:ext uri="{FF2B5EF4-FFF2-40B4-BE49-F238E27FC236}">
                  <a16:creationId xmlns:a16="http://schemas.microsoft.com/office/drawing/2014/main" id="{46C14117-CE3E-469B-9F7F-2F6396D8CD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303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rgbClr val="FF0000"/>
                  </a:solidFill>
                  <a:latin typeface="Arial Rounded MT Bold" panose="020F0704030504030204" pitchFamily="34" charset="0"/>
                </a:rPr>
                <a:t>3</a:t>
              </a:r>
            </a:p>
          </p:txBody>
        </p:sp>
        <p:sp>
          <p:nvSpPr>
            <p:cNvPr id="162" name="Rectangle 9">
              <a:extLst>
                <a:ext uri="{FF2B5EF4-FFF2-40B4-BE49-F238E27FC236}">
                  <a16:creationId xmlns:a16="http://schemas.microsoft.com/office/drawing/2014/main" id="{CACFB3BF-F260-45B8-8286-978B70883A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399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rgbClr val="FF0000"/>
                  </a:solidFill>
                  <a:latin typeface="Arial Rounded MT Bold" panose="020F0704030504030204" pitchFamily="34" charset="0"/>
                </a:rPr>
                <a:t>6</a:t>
              </a:r>
            </a:p>
          </p:txBody>
        </p:sp>
        <p:sp>
          <p:nvSpPr>
            <p:cNvPr id="163" name="Rectangle 10">
              <a:extLst>
                <a:ext uri="{FF2B5EF4-FFF2-40B4-BE49-F238E27FC236}">
                  <a16:creationId xmlns:a16="http://schemas.microsoft.com/office/drawing/2014/main" id="{BCAD6607-AD73-41C4-A905-4F6009D862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495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rgbClr val="FF0000"/>
                  </a:solidFill>
                  <a:latin typeface="Arial Rounded MT Bold" panose="020F0704030504030204" pitchFamily="34" charset="0"/>
                </a:rPr>
                <a:t>8</a:t>
              </a:r>
            </a:p>
          </p:txBody>
        </p:sp>
        <p:sp>
          <p:nvSpPr>
            <p:cNvPr id="164" name="Rectangle 11">
              <a:extLst>
                <a:ext uri="{FF2B5EF4-FFF2-40B4-BE49-F238E27FC236}">
                  <a16:creationId xmlns:a16="http://schemas.microsoft.com/office/drawing/2014/main" id="{CF5CE2C6-F52F-49DC-9E05-3283386CEF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591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rgbClr val="FF0000"/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</p:grpSp>
      <p:grpSp>
        <p:nvGrpSpPr>
          <p:cNvPr id="165" name="Group 164">
            <a:extLst>
              <a:ext uri="{FF2B5EF4-FFF2-40B4-BE49-F238E27FC236}">
                <a16:creationId xmlns:a16="http://schemas.microsoft.com/office/drawing/2014/main" id="{CF20DB82-35E7-46B4-8F6F-C4CFDDB56364}"/>
              </a:ext>
            </a:extLst>
          </p:cNvPr>
          <p:cNvGrpSpPr/>
          <p:nvPr/>
        </p:nvGrpSpPr>
        <p:grpSpPr>
          <a:xfrm>
            <a:off x="5810774" y="2659943"/>
            <a:ext cx="2049781" cy="409956"/>
            <a:chOff x="3201572" y="3586089"/>
            <a:chExt cx="3048000" cy="609600"/>
          </a:xfrm>
        </p:grpSpPr>
        <p:sp>
          <p:nvSpPr>
            <p:cNvPr id="166" name="Rectangle 5">
              <a:extLst>
                <a:ext uri="{FF2B5EF4-FFF2-40B4-BE49-F238E27FC236}">
                  <a16:creationId xmlns:a16="http://schemas.microsoft.com/office/drawing/2014/main" id="{6243C6E2-1DA9-4056-AF27-B8765849C4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015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rgbClr val="FF0000"/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  <p:sp>
          <p:nvSpPr>
            <p:cNvPr id="167" name="Rectangle 6">
              <a:extLst>
                <a:ext uri="{FF2B5EF4-FFF2-40B4-BE49-F238E27FC236}">
                  <a16:creationId xmlns:a16="http://schemas.microsoft.com/office/drawing/2014/main" id="{2B0398E3-8CCF-4084-A0C1-574C81214B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111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rgbClr val="FF0000"/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  <p:sp>
          <p:nvSpPr>
            <p:cNvPr id="168" name="Rectangle 7">
              <a:extLst>
                <a:ext uri="{FF2B5EF4-FFF2-40B4-BE49-F238E27FC236}">
                  <a16:creationId xmlns:a16="http://schemas.microsoft.com/office/drawing/2014/main" id="{8EFEDBE6-1746-4391-96C7-B0763DC80A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207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rgbClr val="FF0000"/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  <p:sp>
          <p:nvSpPr>
            <p:cNvPr id="169" name="Rectangle 8">
              <a:extLst>
                <a:ext uri="{FF2B5EF4-FFF2-40B4-BE49-F238E27FC236}">
                  <a16:creationId xmlns:a16="http://schemas.microsoft.com/office/drawing/2014/main" id="{D6ACCE89-AEB2-4D38-BC4D-1E1F018A75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303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rgbClr val="FF0000"/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  <p:sp>
          <p:nvSpPr>
            <p:cNvPr id="170" name="Rectangle 9">
              <a:extLst>
                <a:ext uri="{FF2B5EF4-FFF2-40B4-BE49-F238E27FC236}">
                  <a16:creationId xmlns:a16="http://schemas.microsoft.com/office/drawing/2014/main" id="{FCF079EE-B3CE-4322-AB90-7175D00478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399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rgbClr val="FF0000"/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</p:grpSp>
      <p:grpSp>
        <p:nvGrpSpPr>
          <p:cNvPr id="171" name="Group 170">
            <a:extLst>
              <a:ext uri="{FF2B5EF4-FFF2-40B4-BE49-F238E27FC236}">
                <a16:creationId xmlns:a16="http://schemas.microsoft.com/office/drawing/2014/main" id="{100D9D16-0474-4BBA-9BC0-A44D02DD5928}"/>
              </a:ext>
            </a:extLst>
          </p:cNvPr>
          <p:cNvGrpSpPr/>
          <p:nvPr/>
        </p:nvGrpSpPr>
        <p:grpSpPr>
          <a:xfrm>
            <a:off x="3753374" y="3333043"/>
            <a:ext cx="2869694" cy="409956"/>
            <a:chOff x="3201572" y="3586089"/>
            <a:chExt cx="4267200" cy="609600"/>
          </a:xfrm>
        </p:grpSpPr>
        <p:sp>
          <p:nvSpPr>
            <p:cNvPr id="172" name="Rectangle 5">
              <a:extLst>
                <a:ext uri="{FF2B5EF4-FFF2-40B4-BE49-F238E27FC236}">
                  <a16:creationId xmlns:a16="http://schemas.microsoft.com/office/drawing/2014/main" id="{6648DDAE-3522-4DE2-A54C-83D6BF81D5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015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chemeClr val="accent5">
                      <a:lumMod val="75000"/>
                    </a:schemeClr>
                  </a:solidFill>
                  <a:latin typeface="Arial Rounded MT Bold" panose="020F0704030504030204" pitchFamily="34" charset="0"/>
                </a:rPr>
                <a:t>7</a:t>
              </a:r>
            </a:p>
          </p:txBody>
        </p:sp>
        <p:sp>
          <p:nvSpPr>
            <p:cNvPr id="173" name="Rectangle 6">
              <a:extLst>
                <a:ext uri="{FF2B5EF4-FFF2-40B4-BE49-F238E27FC236}">
                  <a16:creationId xmlns:a16="http://schemas.microsoft.com/office/drawing/2014/main" id="{94FC70C0-A4B1-40E9-9457-5EC6B80A34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111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chemeClr val="accent5">
                      <a:lumMod val="75000"/>
                    </a:schemeClr>
                  </a:solidFill>
                  <a:latin typeface="Arial Rounded MT Bold" panose="020F0704030504030204" pitchFamily="34" charset="0"/>
                </a:rPr>
                <a:t>5</a:t>
              </a:r>
            </a:p>
          </p:txBody>
        </p:sp>
        <p:sp>
          <p:nvSpPr>
            <p:cNvPr id="174" name="Rectangle 7">
              <a:extLst>
                <a:ext uri="{FF2B5EF4-FFF2-40B4-BE49-F238E27FC236}">
                  <a16:creationId xmlns:a16="http://schemas.microsoft.com/office/drawing/2014/main" id="{C37FF180-7EF6-4002-BEC2-7CC580AFD0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207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chemeClr val="accent5">
                      <a:lumMod val="75000"/>
                    </a:schemeClr>
                  </a:solidFill>
                  <a:latin typeface="Arial Rounded MT Bold" panose="020F0704030504030204" pitchFamily="34" charset="0"/>
                </a:rPr>
                <a:t>1</a:t>
              </a:r>
            </a:p>
          </p:txBody>
        </p:sp>
        <p:sp>
          <p:nvSpPr>
            <p:cNvPr id="175" name="Rectangle 8">
              <a:extLst>
                <a:ext uri="{FF2B5EF4-FFF2-40B4-BE49-F238E27FC236}">
                  <a16:creationId xmlns:a16="http://schemas.microsoft.com/office/drawing/2014/main" id="{8AF360DA-1506-44FD-9263-7E3A7F7A37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303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chemeClr val="accent5">
                      <a:lumMod val="75000"/>
                    </a:schemeClr>
                  </a:solidFill>
                  <a:latin typeface="Arial Rounded MT Bold" panose="020F0704030504030204" pitchFamily="34" charset="0"/>
                </a:rPr>
                <a:t>9</a:t>
              </a:r>
            </a:p>
          </p:txBody>
        </p:sp>
        <p:sp>
          <p:nvSpPr>
            <p:cNvPr id="176" name="Rectangle 9">
              <a:extLst>
                <a:ext uri="{FF2B5EF4-FFF2-40B4-BE49-F238E27FC236}">
                  <a16:creationId xmlns:a16="http://schemas.microsoft.com/office/drawing/2014/main" id="{41D0BAB8-FF6E-412A-9870-D293305478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399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chemeClr val="accent5">
                      <a:lumMod val="75000"/>
                    </a:schemeClr>
                  </a:solidFill>
                  <a:latin typeface="Arial Rounded MT Bold" panose="020F0704030504030204" pitchFamily="34" charset="0"/>
                </a:rPr>
                <a:t>8</a:t>
              </a:r>
            </a:p>
          </p:txBody>
        </p:sp>
        <p:sp>
          <p:nvSpPr>
            <p:cNvPr id="177" name="Rectangle 10">
              <a:extLst>
                <a:ext uri="{FF2B5EF4-FFF2-40B4-BE49-F238E27FC236}">
                  <a16:creationId xmlns:a16="http://schemas.microsoft.com/office/drawing/2014/main" id="{88F05576-79D9-4109-B740-7C8DCA41B0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495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chemeClr val="accent5">
                      <a:lumMod val="75000"/>
                    </a:schemeClr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  <p:sp>
          <p:nvSpPr>
            <p:cNvPr id="178" name="Rectangle 11">
              <a:extLst>
                <a:ext uri="{FF2B5EF4-FFF2-40B4-BE49-F238E27FC236}">
                  <a16:creationId xmlns:a16="http://schemas.microsoft.com/office/drawing/2014/main" id="{DD20E7FB-A66C-4301-90B0-1A349AE6A2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591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chemeClr val="accent5">
                      <a:lumMod val="75000"/>
                    </a:schemeClr>
                  </a:solidFill>
                  <a:latin typeface="Arial Rounded MT Bold" panose="020F0704030504030204" pitchFamily="34" charset="0"/>
                </a:rPr>
                <a:t>2</a:t>
              </a:r>
            </a:p>
          </p:txBody>
        </p:sp>
      </p:grpSp>
      <p:grpSp>
        <p:nvGrpSpPr>
          <p:cNvPr id="179" name="Group 178">
            <a:extLst>
              <a:ext uri="{FF2B5EF4-FFF2-40B4-BE49-F238E27FC236}">
                <a16:creationId xmlns:a16="http://schemas.microsoft.com/office/drawing/2014/main" id="{1639FBDB-9BD9-45C2-801B-4A30A66737A2}"/>
              </a:ext>
            </a:extLst>
          </p:cNvPr>
          <p:cNvGrpSpPr/>
          <p:nvPr/>
        </p:nvGrpSpPr>
        <p:grpSpPr>
          <a:xfrm>
            <a:off x="6623574" y="3333043"/>
            <a:ext cx="1229869" cy="409956"/>
            <a:chOff x="3201572" y="3586089"/>
            <a:chExt cx="1828800" cy="609600"/>
          </a:xfrm>
        </p:grpSpPr>
        <p:sp>
          <p:nvSpPr>
            <p:cNvPr id="180" name="Rectangle 5">
              <a:extLst>
                <a:ext uri="{FF2B5EF4-FFF2-40B4-BE49-F238E27FC236}">
                  <a16:creationId xmlns:a16="http://schemas.microsoft.com/office/drawing/2014/main" id="{65641FEA-B131-4F4D-89AA-08111A1A63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015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rgbClr val="7BA946"/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  <p:sp>
          <p:nvSpPr>
            <p:cNvPr id="181" name="Rectangle 6">
              <a:extLst>
                <a:ext uri="{FF2B5EF4-FFF2-40B4-BE49-F238E27FC236}">
                  <a16:creationId xmlns:a16="http://schemas.microsoft.com/office/drawing/2014/main" id="{446EBAC0-0262-4896-A7A7-7996C2042F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111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rgbClr val="7BA946"/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  <p:sp>
          <p:nvSpPr>
            <p:cNvPr id="182" name="Rectangle 7">
              <a:extLst>
                <a:ext uri="{FF2B5EF4-FFF2-40B4-BE49-F238E27FC236}">
                  <a16:creationId xmlns:a16="http://schemas.microsoft.com/office/drawing/2014/main" id="{3C4CFF74-35D8-45D6-956F-FAAFE6BA8F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207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rgbClr val="7BA946"/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</p:grpSp>
      <p:grpSp>
        <p:nvGrpSpPr>
          <p:cNvPr id="183" name="Group 182">
            <a:extLst>
              <a:ext uri="{FF2B5EF4-FFF2-40B4-BE49-F238E27FC236}">
                <a16:creationId xmlns:a16="http://schemas.microsoft.com/office/drawing/2014/main" id="{60764677-9C2A-4991-BE7D-8E6B6322D1DE}"/>
              </a:ext>
            </a:extLst>
          </p:cNvPr>
          <p:cNvGrpSpPr/>
          <p:nvPr/>
        </p:nvGrpSpPr>
        <p:grpSpPr>
          <a:xfrm>
            <a:off x="2946906" y="5395665"/>
            <a:ext cx="2869694" cy="409956"/>
            <a:chOff x="3201572" y="3586089"/>
            <a:chExt cx="4267200" cy="609600"/>
          </a:xfrm>
        </p:grpSpPr>
        <p:sp>
          <p:nvSpPr>
            <p:cNvPr id="184" name="Rectangle 5">
              <a:extLst>
                <a:ext uri="{FF2B5EF4-FFF2-40B4-BE49-F238E27FC236}">
                  <a16:creationId xmlns:a16="http://schemas.microsoft.com/office/drawing/2014/main" id="{4BDCC8E3-2A98-4F39-A5BE-ACAD0F62E5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015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rgbClr val="7030A0"/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  <p:sp>
          <p:nvSpPr>
            <p:cNvPr id="185" name="Rectangle 6">
              <a:extLst>
                <a:ext uri="{FF2B5EF4-FFF2-40B4-BE49-F238E27FC236}">
                  <a16:creationId xmlns:a16="http://schemas.microsoft.com/office/drawing/2014/main" id="{75EB7822-B9F7-4A76-A276-732662EAF0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111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rgbClr val="7030A0"/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  <p:sp>
          <p:nvSpPr>
            <p:cNvPr id="186" name="Rectangle 7">
              <a:extLst>
                <a:ext uri="{FF2B5EF4-FFF2-40B4-BE49-F238E27FC236}">
                  <a16:creationId xmlns:a16="http://schemas.microsoft.com/office/drawing/2014/main" id="{36182A8D-8CF5-4622-85E0-45633FDD74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207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rgbClr val="7030A0"/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  <p:sp>
          <p:nvSpPr>
            <p:cNvPr id="187" name="Rectangle 8">
              <a:extLst>
                <a:ext uri="{FF2B5EF4-FFF2-40B4-BE49-F238E27FC236}">
                  <a16:creationId xmlns:a16="http://schemas.microsoft.com/office/drawing/2014/main" id="{286FE0B4-147A-4668-A666-83E7F616D7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303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rgbClr val="7030A0"/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  <p:sp>
          <p:nvSpPr>
            <p:cNvPr id="188" name="Rectangle 9">
              <a:extLst>
                <a:ext uri="{FF2B5EF4-FFF2-40B4-BE49-F238E27FC236}">
                  <a16:creationId xmlns:a16="http://schemas.microsoft.com/office/drawing/2014/main" id="{1574425F-2281-4BD0-B150-716DBBA3FB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399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rgbClr val="7030A0"/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  <p:sp>
          <p:nvSpPr>
            <p:cNvPr id="189" name="Rectangle 10">
              <a:extLst>
                <a:ext uri="{FF2B5EF4-FFF2-40B4-BE49-F238E27FC236}">
                  <a16:creationId xmlns:a16="http://schemas.microsoft.com/office/drawing/2014/main" id="{E2B62AA2-71C6-43F0-850C-2709CBFF5C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495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rgbClr val="7030A0"/>
                  </a:solidFill>
                  <a:latin typeface="Arial Rounded MT Bold" panose="020F0704030504030204" pitchFamily="34" charset="0"/>
                </a:rPr>
                <a:t>7</a:t>
              </a:r>
            </a:p>
          </p:txBody>
        </p:sp>
        <p:sp>
          <p:nvSpPr>
            <p:cNvPr id="190" name="Rectangle 11">
              <a:extLst>
                <a:ext uri="{FF2B5EF4-FFF2-40B4-BE49-F238E27FC236}">
                  <a16:creationId xmlns:a16="http://schemas.microsoft.com/office/drawing/2014/main" id="{26E36FF2-A3E4-4976-8CE4-B9F9139B88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591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rgbClr val="7030A0"/>
                  </a:solidFill>
                  <a:latin typeface="Arial Rounded MT Bold" panose="020F0704030504030204" pitchFamily="34" charset="0"/>
                </a:rPr>
                <a:t>8</a:t>
              </a:r>
            </a:p>
          </p:txBody>
        </p:sp>
      </p:grpSp>
      <p:grpSp>
        <p:nvGrpSpPr>
          <p:cNvPr id="191" name="Group 190">
            <a:extLst>
              <a:ext uri="{FF2B5EF4-FFF2-40B4-BE49-F238E27FC236}">
                <a16:creationId xmlns:a16="http://schemas.microsoft.com/office/drawing/2014/main" id="{EA6025F2-7E2D-49C4-BBA8-348E48812EB9}"/>
              </a:ext>
            </a:extLst>
          </p:cNvPr>
          <p:cNvGrpSpPr/>
          <p:nvPr/>
        </p:nvGrpSpPr>
        <p:grpSpPr>
          <a:xfrm>
            <a:off x="5817106" y="5395665"/>
            <a:ext cx="2049781" cy="409956"/>
            <a:chOff x="3201572" y="3586089"/>
            <a:chExt cx="3048000" cy="609600"/>
          </a:xfrm>
        </p:grpSpPr>
        <p:sp>
          <p:nvSpPr>
            <p:cNvPr id="192" name="Rectangle 5">
              <a:extLst>
                <a:ext uri="{FF2B5EF4-FFF2-40B4-BE49-F238E27FC236}">
                  <a16:creationId xmlns:a16="http://schemas.microsoft.com/office/drawing/2014/main" id="{8CD7A576-14A7-460E-989F-8A51D3B4D9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015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rgbClr val="7030A0"/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  <p:sp>
          <p:nvSpPr>
            <p:cNvPr id="193" name="Rectangle 6">
              <a:extLst>
                <a:ext uri="{FF2B5EF4-FFF2-40B4-BE49-F238E27FC236}">
                  <a16:creationId xmlns:a16="http://schemas.microsoft.com/office/drawing/2014/main" id="{FE0A5ABB-697A-4ABD-9DBC-B96123CC62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111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rgbClr val="7030A0"/>
                  </a:solidFill>
                  <a:latin typeface="Arial Rounded MT Bold" panose="020F0704030504030204" pitchFamily="34" charset="0"/>
                </a:rPr>
                <a:t>2</a:t>
              </a:r>
            </a:p>
          </p:txBody>
        </p:sp>
        <p:sp>
          <p:nvSpPr>
            <p:cNvPr id="194" name="Rectangle 7">
              <a:extLst>
                <a:ext uri="{FF2B5EF4-FFF2-40B4-BE49-F238E27FC236}">
                  <a16:creationId xmlns:a16="http://schemas.microsoft.com/office/drawing/2014/main" id="{A81A7FBE-9484-4618-9688-583CCD853F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207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rgbClr val="7030A0"/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  <p:sp>
          <p:nvSpPr>
            <p:cNvPr id="195" name="Rectangle 8">
              <a:extLst>
                <a:ext uri="{FF2B5EF4-FFF2-40B4-BE49-F238E27FC236}">
                  <a16:creationId xmlns:a16="http://schemas.microsoft.com/office/drawing/2014/main" id="{FF5875D8-72AC-49B7-9086-DEE79D9953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303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rgbClr val="7030A0"/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  <p:sp>
          <p:nvSpPr>
            <p:cNvPr id="196" name="Rectangle 9">
              <a:extLst>
                <a:ext uri="{FF2B5EF4-FFF2-40B4-BE49-F238E27FC236}">
                  <a16:creationId xmlns:a16="http://schemas.microsoft.com/office/drawing/2014/main" id="{CFA56622-7A55-4019-8774-7B420D194C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399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rgbClr val="7030A0"/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</p:grpSp>
      <p:sp>
        <p:nvSpPr>
          <p:cNvPr id="197" name="Rectangle 6">
            <a:extLst>
              <a:ext uri="{FF2B5EF4-FFF2-40B4-BE49-F238E27FC236}">
                <a16:creationId xmlns:a16="http://schemas.microsoft.com/office/drawing/2014/main" id="{9E8C1B88-48AB-4A05-AED5-9ACF4190F3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31362" y="5395665"/>
            <a:ext cx="409956" cy="40995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en-US" sz="2400" b="1" dirty="0">
                <a:solidFill>
                  <a:srgbClr val="7030A0"/>
                </a:solidFill>
                <a:latin typeface="Arial Rounded MT Bold" panose="020F0704030504030204" pitchFamily="34" charset="0"/>
              </a:rPr>
              <a:t>0</a:t>
            </a:r>
          </a:p>
        </p:txBody>
      </p:sp>
      <p:sp>
        <p:nvSpPr>
          <p:cNvPr id="198" name="Rectangle 197">
            <a:extLst>
              <a:ext uri="{FF2B5EF4-FFF2-40B4-BE49-F238E27FC236}">
                <a16:creationId xmlns:a16="http://schemas.microsoft.com/office/drawing/2014/main" id="{F91503BF-26F4-4981-85A7-28F36445456F}"/>
              </a:ext>
            </a:extLst>
          </p:cNvPr>
          <p:cNvSpPr/>
          <p:nvPr/>
        </p:nvSpPr>
        <p:spPr>
          <a:xfrm>
            <a:off x="9987785" y="2976773"/>
            <a:ext cx="792990" cy="972176"/>
          </a:xfrm>
          <a:prstGeom prst="rect">
            <a:avLst/>
          </a:prstGeom>
          <a:solidFill>
            <a:srgbClr val="FFFF00">
              <a:alpha val="40000"/>
            </a:srgbClr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99" name="Group 198">
            <a:extLst>
              <a:ext uri="{FF2B5EF4-FFF2-40B4-BE49-F238E27FC236}">
                <a16:creationId xmlns:a16="http://schemas.microsoft.com/office/drawing/2014/main" id="{1C4CF927-818C-433C-B72F-2A385F739A19}"/>
              </a:ext>
            </a:extLst>
          </p:cNvPr>
          <p:cNvGrpSpPr/>
          <p:nvPr/>
        </p:nvGrpSpPr>
        <p:grpSpPr>
          <a:xfrm>
            <a:off x="4907891" y="2519200"/>
            <a:ext cx="551182" cy="2778830"/>
            <a:chOff x="6560818" y="2552699"/>
            <a:chExt cx="551182" cy="2778830"/>
          </a:xfrm>
        </p:grpSpPr>
        <p:sp>
          <p:nvSpPr>
            <p:cNvPr id="200" name="Rectangle 199">
              <a:extLst>
                <a:ext uri="{FF2B5EF4-FFF2-40B4-BE49-F238E27FC236}">
                  <a16:creationId xmlns:a16="http://schemas.microsoft.com/office/drawing/2014/main" id="{E35E6429-2992-4C9F-BA1A-1805802CD040}"/>
                </a:ext>
              </a:extLst>
            </p:cNvPr>
            <p:cNvSpPr/>
            <p:nvPr/>
          </p:nvSpPr>
          <p:spPr>
            <a:xfrm>
              <a:off x="6560818" y="2552699"/>
              <a:ext cx="551182" cy="1866901"/>
            </a:xfrm>
            <a:prstGeom prst="rect">
              <a:avLst/>
            </a:prstGeom>
            <a:solidFill>
              <a:srgbClr val="FFFF00">
                <a:alpha val="40000"/>
              </a:srgbClr>
            </a:solidFill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02" name="Straight Arrow Connector 201">
              <a:extLst>
                <a:ext uri="{FF2B5EF4-FFF2-40B4-BE49-F238E27FC236}">
                  <a16:creationId xmlns:a16="http://schemas.microsoft.com/office/drawing/2014/main" id="{4C338ACE-F3CE-46CF-A119-9E4E8802808F}"/>
                </a:ext>
              </a:extLst>
            </p:cNvPr>
            <p:cNvCxnSpPr>
              <a:stCxn id="200" idx="2"/>
            </p:cNvCxnSpPr>
            <p:nvPr/>
          </p:nvCxnSpPr>
          <p:spPr>
            <a:xfrm>
              <a:off x="6836409" y="4419600"/>
              <a:ext cx="0" cy="911929"/>
            </a:xfrm>
            <a:prstGeom prst="straightConnector1">
              <a:avLst/>
            </a:prstGeom>
            <a:ln w="28575">
              <a:solidFill>
                <a:schemeClr val="accent1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03" name="Straight Arrow Connector 202">
            <a:extLst>
              <a:ext uri="{FF2B5EF4-FFF2-40B4-BE49-F238E27FC236}">
                <a16:creationId xmlns:a16="http://schemas.microsoft.com/office/drawing/2014/main" id="{69173066-AB41-4741-BB2A-1664F759A374}"/>
              </a:ext>
            </a:extLst>
          </p:cNvPr>
          <p:cNvCxnSpPr/>
          <p:nvPr/>
        </p:nvCxnSpPr>
        <p:spPr>
          <a:xfrm flipH="1" flipV="1">
            <a:off x="5459073" y="3452651"/>
            <a:ext cx="4528712" cy="10210"/>
          </a:xfrm>
          <a:prstGeom prst="straightConnector1">
            <a:avLst/>
          </a:prstGeom>
          <a:ln w="28575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4" name="Rectangle 203">
            <a:extLst>
              <a:ext uri="{FF2B5EF4-FFF2-40B4-BE49-F238E27FC236}">
                <a16:creationId xmlns:a16="http://schemas.microsoft.com/office/drawing/2014/main" id="{618D41F9-518C-4C09-970D-A38938E1DA6A}"/>
              </a:ext>
            </a:extLst>
          </p:cNvPr>
          <p:cNvSpPr/>
          <p:nvPr/>
        </p:nvSpPr>
        <p:spPr>
          <a:xfrm>
            <a:off x="4907891" y="5298030"/>
            <a:ext cx="551182" cy="608849"/>
          </a:xfrm>
          <a:prstGeom prst="rect">
            <a:avLst/>
          </a:prstGeom>
          <a:solidFill>
            <a:srgbClr val="FFFF00">
              <a:alpha val="40000"/>
            </a:srgbClr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39759446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r>
              <a:rPr lang="en-US" dirty="0"/>
              <a:t>L.I.M: Summation 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C54A2A7-E68E-4DC1-B358-D6AC5775A699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58/92</a:t>
            </a:r>
          </a:p>
        </p:txBody>
      </p:sp>
      <p:cxnSp>
        <p:nvCxnSpPr>
          <p:cNvPr id="6" name="Straight Connector 5"/>
          <p:cNvCxnSpPr/>
          <p:nvPr/>
        </p:nvCxnSpPr>
        <p:spPr>
          <a:xfrm flipH="1">
            <a:off x="1320800" y="4708478"/>
            <a:ext cx="90424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Rectangle 6">
            <a:extLst>
              <a:ext uri="{FF2B5EF4-FFF2-40B4-BE49-F238E27FC236}">
                <a16:creationId xmlns:a16="http://schemas.microsoft.com/office/drawing/2014/main" id="{615B3641-2091-476A-A928-6F3387A9C0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89462" y="3338265"/>
            <a:ext cx="409956" cy="409956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en-US" sz="2400" b="1" dirty="0">
                <a:latin typeface="Arial Rounded MT Bold" panose="020F0704030504030204" pitchFamily="34" charset="0"/>
              </a:rPr>
              <a:t>1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52CA51BA-3A65-4B81-849A-250479D776F7}"/>
              </a:ext>
            </a:extLst>
          </p:cNvPr>
          <p:cNvSpPr txBox="1"/>
          <p:nvPr/>
        </p:nvSpPr>
        <p:spPr>
          <a:xfrm>
            <a:off x="10062458" y="2948349"/>
            <a:ext cx="784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0"/>
              </a:rPr>
              <a:t>carry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465CCAE3-47B4-487D-97EC-A580E9A4896A}"/>
              </a:ext>
            </a:extLst>
          </p:cNvPr>
          <p:cNvSpPr txBox="1"/>
          <p:nvPr/>
        </p:nvSpPr>
        <p:spPr>
          <a:xfrm>
            <a:off x="1702581" y="3467043"/>
            <a:ext cx="47131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/>
              <a:t>+</a:t>
            </a:r>
          </a:p>
        </p:txBody>
      </p:sp>
      <p:grpSp>
        <p:nvGrpSpPr>
          <p:cNvPr id="61" name="Group 60">
            <a:extLst>
              <a:ext uri="{FF2B5EF4-FFF2-40B4-BE49-F238E27FC236}">
                <a16:creationId xmlns:a16="http://schemas.microsoft.com/office/drawing/2014/main" id="{FB95E9CE-A5E6-4C1E-9A79-6D73BB7FA88F}"/>
              </a:ext>
            </a:extLst>
          </p:cNvPr>
          <p:cNvGrpSpPr/>
          <p:nvPr/>
        </p:nvGrpSpPr>
        <p:grpSpPr>
          <a:xfrm>
            <a:off x="2940574" y="2659943"/>
            <a:ext cx="2869694" cy="409956"/>
            <a:chOff x="3201572" y="3586089"/>
            <a:chExt cx="4267200" cy="609600"/>
          </a:xfrm>
        </p:grpSpPr>
        <p:sp>
          <p:nvSpPr>
            <p:cNvPr id="62" name="Rectangle 5">
              <a:extLst>
                <a:ext uri="{FF2B5EF4-FFF2-40B4-BE49-F238E27FC236}">
                  <a16:creationId xmlns:a16="http://schemas.microsoft.com/office/drawing/2014/main" id="{1F7DF3A0-6741-4FA7-8BD5-1152ED9662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015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rgbClr val="FF0000"/>
                  </a:solidFill>
                  <a:latin typeface="Arial Rounded MT Bold" panose="020F0704030504030204" pitchFamily="34" charset="0"/>
                </a:rPr>
                <a:t>8</a:t>
              </a:r>
            </a:p>
          </p:txBody>
        </p:sp>
        <p:sp>
          <p:nvSpPr>
            <p:cNvPr id="63" name="Rectangle 6">
              <a:extLst>
                <a:ext uri="{FF2B5EF4-FFF2-40B4-BE49-F238E27FC236}">
                  <a16:creationId xmlns:a16="http://schemas.microsoft.com/office/drawing/2014/main" id="{5EE2CCFF-DC3A-4767-AB6C-A40CDD424E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111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rgbClr val="FF0000"/>
                  </a:solidFill>
                  <a:latin typeface="Arial Rounded MT Bold" panose="020F0704030504030204" pitchFamily="34" charset="0"/>
                </a:rPr>
                <a:t>5</a:t>
              </a:r>
            </a:p>
          </p:txBody>
        </p:sp>
        <p:sp>
          <p:nvSpPr>
            <p:cNvPr id="65" name="Rectangle 7">
              <a:extLst>
                <a:ext uri="{FF2B5EF4-FFF2-40B4-BE49-F238E27FC236}">
                  <a16:creationId xmlns:a16="http://schemas.microsoft.com/office/drawing/2014/main" id="{63D16A6D-3E7F-4DFB-A308-43F24827DB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207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rgbClr val="FF0000"/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  <p:sp>
          <p:nvSpPr>
            <p:cNvPr id="66" name="Rectangle 8">
              <a:extLst>
                <a:ext uri="{FF2B5EF4-FFF2-40B4-BE49-F238E27FC236}">
                  <a16:creationId xmlns:a16="http://schemas.microsoft.com/office/drawing/2014/main" id="{C8279E0A-24C2-4E01-A9E5-2EDF41408A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303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rgbClr val="FF0000"/>
                  </a:solidFill>
                  <a:latin typeface="Arial Rounded MT Bold" panose="020F0704030504030204" pitchFamily="34" charset="0"/>
                </a:rPr>
                <a:t>3</a:t>
              </a:r>
            </a:p>
          </p:txBody>
        </p:sp>
        <p:sp>
          <p:nvSpPr>
            <p:cNvPr id="67" name="Rectangle 9">
              <a:extLst>
                <a:ext uri="{FF2B5EF4-FFF2-40B4-BE49-F238E27FC236}">
                  <a16:creationId xmlns:a16="http://schemas.microsoft.com/office/drawing/2014/main" id="{0DB03871-A27E-45D2-84C0-633D6A737C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399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rgbClr val="FF0000"/>
                  </a:solidFill>
                  <a:latin typeface="Arial Rounded MT Bold" panose="020F0704030504030204" pitchFamily="34" charset="0"/>
                </a:rPr>
                <a:t>6</a:t>
              </a:r>
            </a:p>
          </p:txBody>
        </p:sp>
        <p:sp>
          <p:nvSpPr>
            <p:cNvPr id="68" name="Rectangle 10">
              <a:extLst>
                <a:ext uri="{FF2B5EF4-FFF2-40B4-BE49-F238E27FC236}">
                  <a16:creationId xmlns:a16="http://schemas.microsoft.com/office/drawing/2014/main" id="{46F74B78-A2B3-4E0D-9D68-06A7F3A8DF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495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rgbClr val="FF0000"/>
                  </a:solidFill>
                  <a:latin typeface="Arial Rounded MT Bold" panose="020F0704030504030204" pitchFamily="34" charset="0"/>
                </a:rPr>
                <a:t>8</a:t>
              </a:r>
            </a:p>
          </p:txBody>
        </p:sp>
        <p:sp>
          <p:nvSpPr>
            <p:cNvPr id="69" name="Rectangle 11">
              <a:extLst>
                <a:ext uri="{FF2B5EF4-FFF2-40B4-BE49-F238E27FC236}">
                  <a16:creationId xmlns:a16="http://schemas.microsoft.com/office/drawing/2014/main" id="{FA4CF72A-B4B8-4DD9-A176-DD2B8478AD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591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rgbClr val="FF0000"/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</p:grpSp>
      <p:grpSp>
        <p:nvGrpSpPr>
          <p:cNvPr id="70" name="Group 69">
            <a:extLst>
              <a:ext uri="{FF2B5EF4-FFF2-40B4-BE49-F238E27FC236}">
                <a16:creationId xmlns:a16="http://schemas.microsoft.com/office/drawing/2014/main" id="{7C40B410-9FF9-42DA-B33D-B8809BAE2FED}"/>
              </a:ext>
            </a:extLst>
          </p:cNvPr>
          <p:cNvGrpSpPr/>
          <p:nvPr/>
        </p:nvGrpSpPr>
        <p:grpSpPr>
          <a:xfrm>
            <a:off x="5810774" y="2659943"/>
            <a:ext cx="2049781" cy="409956"/>
            <a:chOff x="3201572" y="3586089"/>
            <a:chExt cx="3048000" cy="609600"/>
          </a:xfrm>
        </p:grpSpPr>
        <p:sp>
          <p:nvSpPr>
            <p:cNvPr id="71" name="Rectangle 5">
              <a:extLst>
                <a:ext uri="{FF2B5EF4-FFF2-40B4-BE49-F238E27FC236}">
                  <a16:creationId xmlns:a16="http://schemas.microsoft.com/office/drawing/2014/main" id="{ACBF5489-1F72-4D4F-B64B-ED9D487E53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015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rgbClr val="FF0000"/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  <p:sp>
          <p:nvSpPr>
            <p:cNvPr id="72" name="Rectangle 6">
              <a:extLst>
                <a:ext uri="{FF2B5EF4-FFF2-40B4-BE49-F238E27FC236}">
                  <a16:creationId xmlns:a16="http://schemas.microsoft.com/office/drawing/2014/main" id="{59A8F2D9-617D-46A6-AE11-7B34D409F3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111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rgbClr val="FF0000"/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  <p:sp>
          <p:nvSpPr>
            <p:cNvPr id="73" name="Rectangle 7">
              <a:extLst>
                <a:ext uri="{FF2B5EF4-FFF2-40B4-BE49-F238E27FC236}">
                  <a16:creationId xmlns:a16="http://schemas.microsoft.com/office/drawing/2014/main" id="{4190AE27-FE8A-441C-9AF6-BBC0B4B87A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207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rgbClr val="FF0000"/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  <p:sp>
          <p:nvSpPr>
            <p:cNvPr id="74" name="Rectangle 8">
              <a:extLst>
                <a:ext uri="{FF2B5EF4-FFF2-40B4-BE49-F238E27FC236}">
                  <a16:creationId xmlns:a16="http://schemas.microsoft.com/office/drawing/2014/main" id="{D4EFA12E-E861-466C-B1A4-F66D1540B5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303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rgbClr val="FF0000"/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  <p:sp>
          <p:nvSpPr>
            <p:cNvPr id="75" name="Rectangle 9">
              <a:extLst>
                <a:ext uri="{FF2B5EF4-FFF2-40B4-BE49-F238E27FC236}">
                  <a16:creationId xmlns:a16="http://schemas.microsoft.com/office/drawing/2014/main" id="{992FBC3C-120E-4F75-A6B3-EF32757D39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399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rgbClr val="FF0000"/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70353301-4356-4F65-8CFF-6AD149D44FB2}"/>
              </a:ext>
            </a:extLst>
          </p:cNvPr>
          <p:cNvGrpSpPr/>
          <p:nvPr/>
        </p:nvGrpSpPr>
        <p:grpSpPr>
          <a:xfrm>
            <a:off x="3753374" y="3333043"/>
            <a:ext cx="2869694" cy="409956"/>
            <a:chOff x="3201572" y="3586089"/>
            <a:chExt cx="4267200" cy="609600"/>
          </a:xfrm>
        </p:grpSpPr>
        <p:sp>
          <p:nvSpPr>
            <p:cNvPr id="77" name="Rectangle 5">
              <a:extLst>
                <a:ext uri="{FF2B5EF4-FFF2-40B4-BE49-F238E27FC236}">
                  <a16:creationId xmlns:a16="http://schemas.microsoft.com/office/drawing/2014/main" id="{E450BCAD-3370-451C-9D23-5103FF2B56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015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chemeClr val="accent5">
                      <a:lumMod val="75000"/>
                    </a:schemeClr>
                  </a:solidFill>
                  <a:latin typeface="Arial Rounded MT Bold" panose="020F0704030504030204" pitchFamily="34" charset="0"/>
                </a:rPr>
                <a:t>7</a:t>
              </a:r>
            </a:p>
          </p:txBody>
        </p:sp>
        <p:sp>
          <p:nvSpPr>
            <p:cNvPr id="78" name="Rectangle 6">
              <a:extLst>
                <a:ext uri="{FF2B5EF4-FFF2-40B4-BE49-F238E27FC236}">
                  <a16:creationId xmlns:a16="http://schemas.microsoft.com/office/drawing/2014/main" id="{3D10F2E9-7543-4DC1-B989-AD61EE2CDA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111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chemeClr val="accent5">
                      <a:lumMod val="75000"/>
                    </a:schemeClr>
                  </a:solidFill>
                  <a:latin typeface="Arial Rounded MT Bold" panose="020F0704030504030204" pitchFamily="34" charset="0"/>
                </a:rPr>
                <a:t>5</a:t>
              </a:r>
            </a:p>
          </p:txBody>
        </p:sp>
        <p:sp>
          <p:nvSpPr>
            <p:cNvPr id="79" name="Rectangle 7">
              <a:extLst>
                <a:ext uri="{FF2B5EF4-FFF2-40B4-BE49-F238E27FC236}">
                  <a16:creationId xmlns:a16="http://schemas.microsoft.com/office/drawing/2014/main" id="{C52404FD-E6E9-4CC7-971B-1D75331843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207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chemeClr val="accent5">
                      <a:lumMod val="75000"/>
                    </a:schemeClr>
                  </a:solidFill>
                  <a:latin typeface="Arial Rounded MT Bold" panose="020F0704030504030204" pitchFamily="34" charset="0"/>
                </a:rPr>
                <a:t>1</a:t>
              </a:r>
            </a:p>
          </p:txBody>
        </p:sp>
        <p:sp>
          <p:nvSpPr>
            <p:cNvPr id="80" name="Rectangle 8">
              <a:extLst>
                <a:ext uri="{FF2B5EF4-FFF2-40B4-BE49-F238E27FC236}">
                  <a16:creationId xmlns:a16="http://schemas.microsoft.com/office/drawing/2014/main" id="{F8D04882-0BE7-480B-8645-0FD5008C84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303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chemeClr val="accent5">
                      <a:lumMod val="75000"/>
                    </a:schemeClr>
                  </a:solidFill>
                  <a:latin typeface="Arial Rounded MT Bold" panose="020F0704030504030204" pitchFamily="34" charset="0"/>
                </a:rPr>
                <a:t>9</a:t>
              </a:r>
            </a:p>
          </p:txBody>
        </p:sp>
        <p:sp>
          <p:nvSpPr>
            <p:cNvPr id="90" name="Rectangle 9">
              <a:extLst>
                <a:ext uri="{FF2B5EF4-FFF2-40B4-BE49-F238E27FC236}">
                  <a16:creationId xmlns:a16="http://schemas.microsoft.com/office/drawing/2014/main" id="{A90B965B-1D2D-438C-BAB1-79A8CE7006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399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chemeClr val="accent5">
                      <a:lumMod val="75000"/>
                    </a:schemeClr>
                  </a:solidFill>
                  <a:latin typeface="Arial Rounded MT Bold" panose="020F0704030504030204" pitchFamily="34" charset="0"/>
                </a:rPr>
                <a:t>8</a:t>
              </a:r>
            </a:p>
          </p:txBody>
        </p:sp>
        <p:sp>
          <p:nvSpPr>
            <p:cNvPr id="91" name="Rectangle 10">
              <a:extLst>
                <a:ext uri="{FF2B5EF4-FFF2-40B4-BE49-F238E27FC236}">
                  <a16:creationId xmlns:a16="http://schemas.microsoft.com/office/drawing/2014/main" id="{EFF6DC39-3780-435A-B257-6F5D804BC3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495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chemeClr val="accent5">
                      <a:lumMod val="75000"/>
                    </a:schemeClr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  <p:sp>
          <p:nvSpPr>
            <p:cNvPr id="92" name="Rectangle 11">
              <a:extLst>
                <a:ext uri="{FF2B5EF4-FFF2-40B4-BE49-F238E27FC236}">
                  <a16:creationId xmlns:a16="http://schemas.microsoft.com/office/drawing/2014/main" id="{7F01ED2B-8A83-45EF-96E0-358FEE8088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591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chemeClr val="accent5">
                      <a:lumMod val="75000"/>
                    </a:schemeClr>
                  </a:solidFill>
                  <a:latin typeface="Arial Rounded MT Bold" panose="020F0704030504030204" pitchFamily="34" charset="0"/>
                </a:rPr>
                <a:t>2</a:t>
              </a:r>
            </a:p>
          </p:txBody>
        </p:sp>
      </p:grpSp>
      <p:grpSp>
        <p:nvGrpSpPr>
          <p:cNvPr id="93" name="Group 92">
            <a:extLst>
              <a:ext uri="{FF2B5EF4-FFF2-40B4-BE49-F238E27FC236}">
                <a16:creationId xmlns:a16="http://schemas.microsoft.com/office/drawing/2014/main" id="{7AC50D98-7578-4E0C-8842-168FE51694DC}"/>
              </a:ext>
            </a:extLst>
          </p:cNvPr>
          <p:cNvGrpSpPr/>
          <p:nvPr/>
        </p:nvGrpSpPr>
        <p:grpSpPr>
          <a:xfrm>
            <a:off x="6623574" y="3333043"/>
            <a:ext cx="1229869" cy="409956"/>
            <a:chOff x="3201572" y="3586089"/>
            <a:chExt cx="1828800" cy="609600"/>
          </a:xfrm>
        </p:grpSpPr>
        <p:sp>
          <p:nvSpPr>
            <p:cNvPr id="99" name="Rectangle 5">
              <a:extLst>
                <a:ext uri="{FF2B5EF4-FFF2-40B4-BE49-F238E27FC236}">
                  <a16:creationId xmlns:a16="http://schemas.microsoft.com/office/drawing/2014/main" id="{8B4DB995-4386-4889-8B69-8B616062CA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015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rgbClr val="7BA946"/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  <p:sp>
          <p:nvSpPr>
            <p:cNvPr id="100" name="Rectangle 6">
              <a:extLst>
                <a:ext uri="{FF2B5EF4-FFF2-40B4-BE49-F238E27FC236}">
                  <a16:creationId xmlns:a16="http://schemas.microsoft.com/office/drawing/2014/main" id="{C8394A4D-F74D-420B-873C-D76170C6E7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111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rgbClr val="7BA946"/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  <p:sp>
          <p:nvSpPr>
            <p:cNvPr id="113" name="Rectangle 7">
              <a:extLst>
                <a:ext uri="{FF2B5EF4-FFF2-40B4-BE49-F238E27FC236}">
                  <a16:creationId xmlns:a16="http://schemas.microsoft.com/office/drawing/2014/main" id="{7049E611-B260-4016-94E1-CCFAFA7D45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207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rgbClr val="7BA946"/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</p:grpSp>
      <p:grpSp>
        <p:nvGrpSpPr>
          <p:cNvPr id="114" name="Group 113">
            <a:extLst>
              <a:ext uri="{FF2B5EF4-FFF2-40B4-BE49-F238E27FC236}">
                <a16:creationId xmlns:a16="http://schemas.microsoft.com/office/drawing/2014/main" id="{A1CA7312-3514-4FED-8437-CD3E0F115C71}"/>
              </a:ext>
            </a:extLst>
          </p:cNvPr>
          <p:cNvGrpSpPr/>
          <p:nvPr/>
        </p:nvGrpSpPr>
        <p:grpSpPr>
          <a:xfrm>
            <a:off x="2946906" y="5395665"/>
            <a:ext cx="2869694" cy="409956"/>
            <a:chOff x="3201572" y="3586089"/>
            <a:chExt cx="4267200" cy="609600"/>
          </a:xfrm>
        </p:grpSpPr>
        <p:sp>
          <p:nvSpPr>
            <p:cNvPr id="116" name="Rectangle 5">
              <a:extLst>
                <a:ext uri="{FF2B5EF4-FFF2-40B4-BE49-F238E27FC236}">
                  <a16:creationId xmlns:a16="http://schemas.microsoft.com/office/drawing/2014/main" id="{EAC64074-3210-4787-9EEA-AF3DDE957F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015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rgbClr val="7030A0"/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  <p:sp>
          <p:nvSpPr>
            <p:cNvPr id="117" name="Rectangle 6">
              <a:extLst>
                <a:ext uri="{FF2B5EF4-FFF2-40B4-BE49-F238E27FC236}">
                  <a16:creationId xmlns:a16="http://schemas.microsoft.com/office/drawing/2014/main" id="{FBD76AB6-2574-4407-B6C8-CB5D12D80B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111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rgbClr val="7030A0"/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  <p:sp>
          <p:nvSpPr>
            <p:cNvPr id="118" name="Rectangle 7">
              <a:extLst>
                <a:ext uri="{FF2B5EF4-FFF2-40B4-BE49-F238E27FC236}">
                  <a16:creationId xmlns:a16="http://schemas.microsoft.com/office/drawing/2014/main" id="{0A4165DB-1E8B-4E7D-95DD-E925A3269C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207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rgbClr val="7030A0"/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  <p:sp>
          <p:nvSpPr>
            <p:cNvPr id="119" name="Rectangle 8">
              <a:extLst>
                <a:ext uri="{FF2B5EF4-FFF2-40B4-BE49-F238E27FC236}">
                  <a16:creationId xmlns:a16="http://schemas.microsoft.com/office/drawing/2014/main" id="{9A5F2181-A2D8-4AD1-A6B4-98C03A42F9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303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rgbClr val="7030A0"/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  <p:sp>
          <p:nvSpPr>
            <p:cNvPr id="144" name="Rectangle 9">
              <a:extLst>
                <a:ext uri="{FF2B5EF4-FFF2-40B4-BE49-F238E27FC236}">
                  <a16:creationId xmlns:a16="http://schemas.microsoft.com/office/drawing/2014/main" id="{0005B693-413B-4FD6-85F1-D1F9764A4F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399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rgbClr val="7030A0"/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  <p:sp>
          <p:nvSpPr>
            <p:cNvPr id="145" name="Rectangle 10">
              <a:extLst>
                <a:ext uri="{FF2B5EF4-FFF2-40B4-BE49-F238E27FC236}">
                  <a16:creationId xmlns:a16="http://schemas.microsoft.com/office/drawing/2014/main" id="{75BAA69C-8F77-49E9-BC7D-F571658A49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495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rgbClr val="7030A0"/>
                  </a:solidFill>
                  <a:latin typeface="Arial Rounded MT Bold" panose="020F0704030504030204" pitchFamily="34" charset="0"/>
                </a:rPr>
                <a:t>7</a:t>
              </a:r>
            </a:p>
          </p:txBody>
        </p:sp>
        <p:sp>
          <p:nvSpPr>
            <p:cNvPr id="146" name="Rectangle 11">
              <a:extLst>
                <a:ext uri="{FF2B5EF4-FFF2-40B4-BE49-F238E27FC236}">
                  <a16:creationId xmlns:a16="http://schemas.microsoft.com/office/drawing/2014/main" id="{2AC44B6C-8C0E-4192-895E-64F649507D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591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rgbClr val="7030A0"/>
                  </a:solidFill>
                  <a:latin typeface="Arial Rounded MT Bold" panose="020F0704030504030204" pitchFamily="34" charset="0"/>
                </a:rPr>
                <a:t>8</a:t>
              </a:r>
            </a:p>
          </p:txBody>
        </p:sp>
      </p:grpSp>
      <p:grpSp>
        <p:nvGrpSpPr>
          <p:cNvPr id="147" name="Group 146">
            <a:extLst>
              <a:ext uri="{FF2B5EF4-FFF2-40B4-BE49-F238E27FC236}">
                <a16:creationId xmlns:a16="http://schemas.microsoft.com/office/drawing/2014/main" id="{2B3EBE74-D1FF-4220-821A-66DFB9E39F3E}"/>
              </a:ext>
            </a:extLst>
          </p:cNvPr>
          <p:cNvGrpSpPr/>
          <p:nvPr/>
        </p:nvGrpSpPr>
        <p:grpSpPr>
          <a:xfrm>
            <a:off x="5817106" y="5395665"/>
            <a:ext cx="2049781" cy="409956"/>
            <a:chOff x="3201572" y="3586089"/>
            <a:chExt cx="3048000" cy="609600"/>
          </a:xfrm>
        </p:grpSpPr>
        <p:sp>
          <p:nvSpPr>
            <p:cNvPr id="148" name="Rectangle 5">
              <a:extLst>
                <a:ext uri="{FF2B5EF4-FFF2-40B4-BE49-F238E27FC236}">
                  <a16:creationId xmlns:a16="http://schemas.microsoft.com/office/drawing/2014/main" id="{3E1DCCE8-832C-4093-A9A0-3FD6EE48E0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015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rgbClr val="7030A0"/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  <p:sp>
          <p:nvSpPr>
            <p:cNvPr id="149" name="Rectangle 6">
              <a:extLst>
                <a:ext uri="{FF2B5EF4-FFF2-40B4-BE49-F238E27FC236}">
                  <a16:creationId xmlns:a16="http://schemas.microsoft.com/office/drawing/2014/main" id="{034DDC91-10CE-4FEF-B6EC-9C9571620B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111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rgbClr val="7030A0"/>
                  </a:solidFill>
                  <a:latin typeface="Arial Rounded MT Bold" panose="020F0704030504030204" pitchFamily="34" charset="0"/>
                </a:rPr>
                <a:t>2</a:t>
              </a:r>
            </a:p>
          </p:txBody>
        </p:sp>
        <p:sp>
          <p:nvSpPr>
            <p:cNvPr id="150" name="Rectangle 7">
              <a:extLst>
                <a:ext uri="{FF2B5EF4-FFF2-40B4-BE49-F238E27FC236}">
                  <a16:creationId xmlns:a16="http://schemas.microsoft.com/office/drawing/2014/main" id="{7D280AA1-D310-480D-B650-019F69DBCB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207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rgbClr val="7030A0"/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  <p:sp>
          <p:nvSpPr>
            <p:cNvPr id="151" name="Rectangle 8">
              <a:extLst>
                <a:ext uri="{FF2B5EF4-FFF2-40B4-BE49-F238E27FC236}">
                  <a16:creationId xmlns:a16="http://schemas.microsoft.com/office/drawing/2014/main" id="{08337038-E277-41D8-85D0-2D5BF6F889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303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rgbClr val="7030A0"/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  <p:sp>
          <p:nvSpPr>
            <p:cNvPr id="152" name="Rectangle 9">
              <a:extLst>
                <a:ext uri="{FF2B5EF4-FFF2-40B4-BE49-F238E27FC236}">
                  <a16:creationId xmlns:a16="http://schemas.microsoft.com/office/drawing/2014/main" id="{DAD653E6-BEE0-4702-A338-923FB7303F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399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rgbClr val="7030A0"/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</p:grpSp>
      <p:sp>
        <p:nvSpPr>
          <p:cNvPr id="153" name="Rectangle 6">
            <a:extLst>
              <a:ext uri="{FF2B5EF4-FFF2-40B4-BE49-F238E27FC236}">
                <a16:creationId xmlns:a16="http://schemas.microsoft.com/office/drawing/2014/main" id="{FE203F1B-4E5D-4301-BEF0-262A4F0717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31362" y="5395665"/>
            <a:ext cx="409956" cy="40995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en-US" sz="2400" b="1" dirty="0">
                <a:solidFill>
                  <a:srgbClr val="7030A0"/>
                </a:solidFill>
                <a:latin typeface="Arial Rounded MT Bold" panose="020F0704030504030204" pitchFamily="34" charset="0"/>
              </a:rPr>
              <a:t>0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99838280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r>
              <a:rPr lang="en-US" dirty="0"/>
              <a:t>L.I.M: Summation 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C54A2A7-E68E-4DC1-B358-D6AC5775A699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59/92</a:t>
            </a:r>
          </a:p>
        </p:txBody>
      </p:sp>
      <p:cxnSp>
        <p:nvCxnSpPr>
          <p:cNvPr id="6" name="Straight Connector 5"/>
          <p:cNvCxnSpPr/>
          <p:nvPr/>
        </p:nvCxnSpPr>
        <p:spPr>
          <a:xfrm flipH="1">
            <a:off x="1320800" y="4708478"/>
            <a:ext cx="90424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Rectangle 57">
            <a:extLst>
              <a:ext uri="{FF2B5EF4-FFF2-40B4-BE49-F238E27FC236}">
                <a16:creationId xmlns:a16="http://schemas.microsoft.com/office/drawing/2014/main" id="{9B89585F-6180-4C31-AA2B-50C9BA82DD58}"/>
              </a:ext>
            </a:extLst>
          </p:cNvPr>
          <p:cNvSpPr/>
          <p:nvPr/>
        </p:nvSpPr>
        <p:spPr>
          <a:xfrm>
            <a:off x="9987785" y="2976773"/>
            <a:ext cx="792990" cy="972176"/>
          </a:xfrm>
          <a:prstGeom prst="rect">
            <a:avLst/>
          </a:prstGeom>
          <a:solidFill>
            <a:srgbClr val="FFFF00">
              <a:alpha val="40000"/>
            </a:srgbClr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8ED880BC-8CD7-4AEF-862D-84D67AAEC90E}"/>
              </a:ext>
            </a:extLst>
          </p:cNvPr>
          <p:cNvCxnSpPr>
            <a:stCxn id="58" idx="1"/>
            <a:endCxn id="61" idx="3"/>
          </p:cNvCxnSpPr>
          <p:nvPr/>
        </p:nvCxnSpPr>
        <p:spPr>
          <a:xfrm flipH="1">
            <a:off x="5067481" y="3462861"/>
            <a:ext cx="4920304" cy="21531"/>
          </a:xfrm>
          <a:prstGeom prst="straightConnector1">
            <a:avLst/>
          </a:prstGeom>
          <a:ln w="28575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0" name="Group 59">
            <a:extLst>
              <a:ext uri="{FF2B5EF4-FFF2-40B4-BE49-F238E27FC236}">
                <a16:creationId xmlns:a16="http://schemas.microsoft.com/office/drawing/2014/main" id="{C908C957-367E-42C1-988D-2448BD7D568A}"/>
              </a:ext>
            </a:extLst>
          </p:cNvPr>
          <p:cNvGrpSpPr/>
          <p:nvPr/>
        </p:nvGrpSpPr>
        <p:grpSpPr>
          <a:xfrm>
            <a:off x="4516299" y="2550941"/>
            <a:ext cx="551182" cy="3387679"/>
            <a:chOff x="6560818" y="2552699"/>
            <a:chExt cx="551182" cy="3387679"/>
          </a:xfrm>
        </p:grpSpPr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59829312-745F-4C76-ADC8-058BC101E8EC}"/>
                </a:ext>
              </a:extLst>
            </p:cNvPr>
            <p:cNvSpPr/>
            <p:nvPr/>
          </p:nvSpPr>
          <p:spPr>
            <a:xfrm>
              <a:off x="6560818" y="2552699"/>
              <a:ext cx="551182" cy="1866901"/>
            </a:xfrm>
            <a:prstGeom prst="rect">
              <a:avLst/>
            </a:prstGeom>
            <a:solidFill>
              <a:srgbClr val="FFFF00">
                <a:alpha val="40000"/>
              </a:srgbClr>
            </a:solidFill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7F667151-563F-4238-9152-4861256F98EE}"/>
                </a:ext>
              </a:extLst>
            </p:cNvPr>
            <p:cNvSpPr/>
            <p:nvPr/>
          </p:nvSpPr>
          <p:spPr>
            <a:xfrm>
              <a:off x="6560818" y="5331529"/>
              <a:ext cx="551182" cy="608849"/>
            </a:xfrm>
            <a:prstGeom prst="rect">
              <a:avLst/>
            </a:prstGeom>
            <a:solidFill>
              <a:srgbClr val="FFFF00">
                <a:alpha val="40000"/>
              </a:srgbClr>
            </a:solidFill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63" name="Straight Arrow Connector 62">
              <a:extLst>
                <a:ext uri="{FF2B5EF4-FFF2-40B4-BE49-F238E27FC236}">
                  <a16:creationId xmlns:a16="http://schemas.microsoft.com/office/drawing/2014/main" id="{3A4424EA-8F34-46F2-A500-578C23942E3D}"/>
                </a:ext>
              </a:extLst>
            </p:cNvPr>
            <p:cNvCxnSpPr>
              <a:stCxn id="61" idx="2"/>
              <a:endCxn id="62" idx="0"/>
            </p:cNvCxnSpPr>
            <p:nvPr/>
          </p:nvCxnSpPr>
          <p:spPr>
            <a:xfrm>
              <a:off x="6836409" y="4419600"/>
              <a:ext cx="0" cy="911929"/>
            </a:xfrm>
            <a:prstGeom prst="straightConnector1">
              <a:avLst/>
            </a:prstGeom>
            <a:ln w="28575">
              <a:solidFill>
                <a:schemeClr val="accent1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5" name="Rectangle 6">
            <a:extLst>
              <a:ext uri="{FF2B5EF4-FFF2-40B4-BE49-F238E27FC236}">
                <a16:creationId xmlns:a16="http://schemas.microsoft.com/office/drawing/2014/main" id="{2E61857A-BF84-44A9-99F1-12F7958D37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89462" y="3338265"/>
            <a:ext cx="409956" cy="409956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en-US" sz="2400" b="1" dirty="0">
                <a:latin typeface="Arial Rounded MT Bold" panose="020F0704030504030204" pitchFamily="34" charset="0"/>
              </a:rPr>
              <a:t>1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50CA9E4C-1296-45D7-AAB7-31C8930054C4}"/>
              </a:ext>
            </a:extLst>
          </p:cNvPr>
          <p:cNvSpPr txBox="1"/>
          <p:nvPr/>
        </p:nvSpPr>
        <p:spPr>
          <a:xfrm>
            <a:off x="10062458" y="2948349"/>
            <a:ext cx="784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0"/>
              </a:rPr>
              <a:t>carry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FEC04263-657F-41E3-80C1-A5087438F02C}"/>
              </a:ext>
            </a:extLst>
          </p:cNvPr>
          <p:cNvSpPr txBox="1"/>
          <p:nvPr/>
        </p:nvSpPr>
        <p:spPr>
          <a:xfrm>
            <a:off x="1702581" y="3467043"/>
            <a:ext cx="47131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/>
              <a:t>+</a:t>
            </a:r>
          </a:p>
        </p:txBody>
      </p:sp>
      <p:grpSp>
        <p:nvGrpSpPr>
          <p:cNvPr id="68" name="Group 67">
            <a:extLst>
              <a:ext uri="{FF2B5EF4-FFF2-40B4-BE49-F238E27FC236}">
                <a16:creationId xmlns:a16="http://schemas.microsoft.com/office/drawing/2014/main" id="{116DC9EF-0044-4B60-9F56-0BA2970CB24C}"/>
              </a:ext>
            </a:extLst>
          </p:cNvPr>
          <p:cNvGrpSpPr/>
          <p:nvPr/>
        </p:nvGrpSpPr>
        <p:grpSpPr>
          <a:xfrm>
            <a:off x="2940574" y="2659943"/>
            <a:ext cx="2869694" cy="409956"/>
            <a:chOff x="3201572" y="3586089"/>
            <a:chExt cx="4267200" cy="609600"/>
          </a:xfrm>
        </p:grpSpPr>
        <p:sp>
          <p:nvSpPr>
            <p:cNvPr id="69" name="Rectangle 5">
              <a:extLst>
                <a:ext uri="{FF2B5EF4-FFF2-40B4-BE49-F238E27FC236}">
                  <a16:creationId xmlns:a16="http://schemas.microsoft.com/office/drawing/2014/main" id="{7766D525-80AB-456D-8351-29D1D90661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015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rgbClr val="FF0000"/>
                  </a:solidFill>
                  <a:latin typeface="Arial Rounded MT Bold" panose="020F0704030504030204" pitchFamily="34" charset="0"/>
                </a:rPr>
                <a:t>8</a:t>
              </a:r>
            </a:p>
          </p:txBody>
        </p:sp>
        <p:sp>
          <p:nvSpPr>
            <p:cNvPr id="70" name="Rectangle 6">
              <a:extLst>
                <a:ext uri="{FF2B5EF4-FFF2-40B4-BE49-F238E27FC236}">
                  <a16:creationId xmlns:a16="http://schemas.microsoft.com/office/drawing/2014/main" id="{60746FE9-180F-4563-A262-A609C883F1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111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rgbClr val="FF0000"/>
                  </a:solidFill>
                  <a:latin typeface="Arial Rounded MT Bold" panose="020F0704030504030204" pitchFamily="34" charset="0"/>
                </a:rPr>
                <a:t>5</a:t>
              </a:r>
            </a:p>
          </p:txBody>
        </p:sp>
        <p:sp>
          <p:nvSpPr>
            <p:cNvPr id="71" name="Rectangle 7">
              <a:extLst>
                <a:ext uri="{FF2B5EF4-FFF2-40B4-BE49-F238E27FC236}">
                  <a16:creationId xmlns:a16="http://schemas.microsoft.com/office/drawing/2014/main" id="{17958A71-F578-4A6A-8581-90A7DD5D82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207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rgbClr val="FF0000"/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  <p:sp>
          <p:nvSpPr>
            <p:cNvPr id="72" name="Rectangle 8">
              <a:extLst>
                <a:ext uri="{FF2B5EF4-FFF2-40B4-BE49-F238E27FC236}">
                  <a16:creationId xmlns:a16="http://schemas.microsoft.com/office/drawing/2014/main" id="{354AC5B0-DF46-4ED7-B142-980DCE0443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303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rgbClr val="FF0000"/>
                  </a:solidFill>
                  <a:latin typeface="Arial Rounded MT Bold" panose="020F0704030504030204" pitchFamily="34" charset="0"/>
                </a:rPr>
                <a:t>3</a:t>
              </a:r>
            </a:p>
          </p:txBody>
        </p:sp>
        <p:sp>
          <p:nvSpPr>
            <p:cNvPr id="73" name="Rectangle 9">
              <a:extLst>
                <a:ext uri="{FF2B5EF4-FFF2-40B4-BE49-F238E27FC236}">
                  <a16:creationId xmlns:a16="http://schemas.microsoft.com/office/drawing/2014/main" id="{F0AD979B-BB0C-409E-80C1-E32767ACAE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399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rgbClr val="FF0000"/>
                  </a:solidFill>
                  <a:latin typeface="Arial Rounded MT Bold" panose="020F0704030504030204" pitchFamily="34" charset="0"/>
                </a:rPr>
                <a:t>6</a:t>
              </a:r>
            </a:p>
          </p:txBody>
        </p:sp>
        <p:sp>
          <p:nvSpPr>
            <p:cNvPr id="74" name="Rectangle 10">
              <a:extLst>
                <a:ext uri="{FF2B5EF4-FFF2-40B4-BE49-F238E27FC236}">
                  <a16:creationId xmlns:a16="http://schemas.microsoft.com/office/drawing/2014/main" id="{4F9EFFC3-31F1-457B-BE06-6756BBA8D4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495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rgbClr val="FF0000"/>
                  </a:solidFill>
                  <a:latin typeface="Arial Rounded MT Bold" panose="020F0704030504030204" pitchFamily="34" charset="0"/>
                </a:rPr>
                <a:t>8</a:t>
              </a:r>
            </a:p>
          </p:txBody>
        </p:sp>
        <p:sp>
          <p:nvSpPr>
            <p:cNvPr id="75" name="Rectangle 11">
              <a:extLst>
                <a:ext uri="{FF2B5EF4-FFF2-40B4-BE49-F238E27FC236}">
                  <a16:creationId xmlns:a16="http://schemas.microsoft.com/office/drawing/2014/main" id="{AC25D356-805E-4298-83CF-267C46155C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591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rgbClr val="FF0000"/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F11FBD64-4576-49EC-B34E-683C7C805D91}"/>
              </a:ext>
            </a:extLst>
          </p:cNvPr>
          <p:cNvGrpSpPr/>
          <p:nvPr/>
        </p:nvGrpSpPr>
        <p:grpSpPr>
          <a:xfrm>
            <a:off x="5810774" y="2659943"/>
            <a:ext cx="2049781" cy="409956"/>
            <a:chOff x="3201572" y="3586089"/>
            <a:chExt cx="3048000" cy="609600"/>
          </a:xfrm>
        </p:grpSpPr>
        <p:sp>
          <p:nvSpPr>
            <p:cNvPr id="77" name="Rectangle 5">
              <a:extLst>
                <a:ext uri="{FF2B5EF4-FFF2-40B4-BE49-F238E27FC236}">
                  <a16:creationId xmlns:a16="http://schemas.microsoft.com/office/drawing/2014/main" id="{8CC3BE4D-3823-4AFA-A1B2-D2AB860E6A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015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rgbClr val="FF0000"/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  <p:sp>
          <p:nvSpPr>
            <p:cNvPr id="78" name="Rectangle 6">
              <a:extLst>
                <a:ext uri="{FF2B5EF4-FFF2-40B4-BE49-F238E27FC236}">
                  <a16:creationId xmlns:a16="http://schemas.microsoft.com/office/drawing/2014/main" id="{9980DFA9-A0E8-4D5D-AD83-02E494C8D7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111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rgbClr val="FF0000"/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  <p:sp>
          <p:nvSpPr>
            <p:cNvPr id="79" name="Rectangle 7">
              <a:extLst>
                <a:ext uri="{FF2B5EF4-FFF2-40B4-BE49-F238E27FC236}">
                  <a16:creationId xmlns:a16="http://schemas.microsoft.com/office/drawing/2014/main" id="{300FFE48-200D-477B-9BEA-E27107C2DB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207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rgbClr val="FF0000"/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  <p:sp>
          <p:nvSpPr>
            <p:cNvPr id="80" name="Rectangle 8">
              <a:extLst>
                <a:ext uri="{FF2B5EF4-FFF2-40B4-BE49-F238E27FC236}">
                  <a16:creationId xmlns:a16="http://schemas.microsoft.com/office/drawing/2014/main" id="{543193B7-2733-489E-B3E5-FD4F232755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303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rgbClr val="FF0000"/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  <p:sp>
          <p:nvSpPr>
            <p:cNvPr id="90" name="Rectangle 9">
              <a:extLst>
                <a:ext uri="{FF2B5EF4-FFF2-40B4-BE49-F238E27FC236}">
                  <a16:creationId xmlns:a16="http://schemas.microsoft.com/office/drawing/2014/main" id="{FBB626F8-8CBA-4336-9954-82A69FD576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399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rgbClr val="FF0000"/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</p:grpSp>
      <p:grpSp>
        <p:nvGrpSpPr>
          <p:cNvPr id="91" name="Group 90">
            <a:extLst>
              <a:ext uri="{FF2B5EF4-FFF2-40B4-BE49-F238E27FC236}">
                <a16:creationId xmlns:a16="http://schemas.microsoft.com/office/drawing/2014/main" id="{A2446B53-E926-4DE5-B1E5-F64A934E2463}"/>
              </a:ext>
            </a:extLst>
          </p:cNvPr>
          <p:cNvGrpSpPr/>
          <p:nvPr/>
        </p:nvGrpSpPr>
        <p:grpSpPr>
          <a:xfrm>
            <a:off x="3753374" y="3333043"/>
            <a:ext cx="2869694" cy="409956"/>
            <a:chOff x="3201572" y="3586089"/>
            <a:chExt cx="4267200" cy="609600"/>
          </a:xfrm>
        </p:grpSpPr>
        <p:sp>
          <p:nvSpPr>
            <p:cNvPr id="92" name="Rectangle 5">
              <a:extLst>
                <a:ext uri="{FF2B5EF4-FFF2-40B4-BE49-F238E27FC236}">
                  <a16:creationId xmlns:a16="http://schemas.microsoft.com/office/drawing/2014/main" id="{22B7C58F-7E04-4EDF-A701-6BA7CD14E9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015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chemeClr val="accent5">
                      <a:lumMod val="75000"/>
                    </a:schemeClr>
                  </a:solidFill>
                  <a:latin typeface="Arial Rounded MT Bold" panose="020F0704030504030204" pitchFamily="34" charset="0"/>
                </a:rPr>
                <a:t>7</a:t>
              </a:r>
            </a:p>
          </p:txBody>
        </p:sp>
        <p:sp>
          <p:nvSpPr>
            <p:cNvPr id="93" name="Rectangle 6">
              <a:extLst>
                <a:ext uri="{FF2B5EF4-FFF2-40B4-BE49-F238E27FC236}">
                  <a16:creationId xmlns:a16="http://schemas.microsoft.com/office/drawing/2014/main" id="{7E0D81D6-B7E8-48B0-ADD9-B02ADD36EA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111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chemeClr val="accent5">
                      <a:lumMod val="75000"/>
                    </a:schemeClr>
                  </a:solidFill>
                  <a:latin typeface="Arial Rounded MT Bold" panose="020F0704030504030204" pitchFamily="34" charset="0"/>
                </a:rPr>
                <a:t>5</a:t>
              </a:r>
            </a:p>
          </p:txBody>
        </p:sp>
        <p:sp>
          <p:nvSpPr>
            <p:cNvPr id="99" name="Rectangle 7">
              <a:extLst>
                <a:ext uri="{FF2B5EF4-FFF2-40B4-BE49-F238E27FC236}">
                  <a16:creationId xmlns:a16="http://schemas.microsoft.com/office/drawing/2014/main" id="{035413F3-3302-4D33-A697-18BB9FBFD6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207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chemeClr val="accent5">
                      <a:lumMod val="75000"/>
                    </a:schemeClr>
                  </a:solidFill>
                  <a:latin typeface="Arial Rounded MT Bold" panose="020F0704030504030204" pitchFamily="34" charset="0"/>
                </a:rPr>
                <a:t>1</a:t>
              </a:r>
            </a:p>
          </p:txBody>
        </p:sp>
        <p:sp>
          <p:nvSpPr>
            <p:cNvPr id="100" name="Rectangle 8">
              <a:extLst>
                <a:ext uri="{FF2B5EF4-FFF2-40B4-BE49-F238E27FC236}">
                  <a16:creationId xmlns:a16="http://schemas.microsoft.com/office/drawing/2014/main" id="{56EB0B4D-0DE6-4585-B4CC-312A331AEE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303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chemeClr val="accent5">
                      <a:lumMod val="75000"/>
                    </a:schemeClr>
                  </a:solidFill>
                  <a:latin typeface="Arial Rounded MT Bold" panose="020F0704030504030204" pitchFamily="34" charset="0"/>
                </a:rPr>
                <a:t>9</a:t>
              </a:r>
            </a:p>
          </p:txBody>
        </p:sp>
        <p:sp>
          <p:nvSpPr>
            <p:cNvPr id="113" name="Rectangle 9">
              <a:extLst>
                <a:ext uri="{FF2B5EF4-FFF2-40B4-BE49-F238E27FC236}">
                  <a16:creationId xmlns:a16="http://schemas.microsoft.com/office/drawing/2014/main" id="{517B316A-E0D8-4E3F-AB7A-93837DBEDF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399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chemeClr val="accent5">
                      <a:lumMod val="75000"/>
                    </a:schemeClr>
                  </a:solidFill>
                  <a:latin typeface="Arial Rounded MT Bold" panose="020F0704030504030204" pitchFamily="34" charset="0"/>
                </a:rPr>
                <a:t>8</a:t>
              </a:r>
            </a:p>
          </p:txBody>
        </p:sp>
        <p:sp>
          <p:nvSpPr>
            <p:cNvPr id="114" name="Rectangle 10">
              <a:extLst>
                <a:ext uri="{FF2B5EF4-FFF2-40B4-BE49-F238E27FC236}">
                  <a16:creationId xmlns:a16="http://schemas.microsoft.com/office/drawing/2014/main" id="{D4FC3541-8F84-407D-9582-3572FA394C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495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chemeClr val="accent5">
                      <a:lumMod val="75000"/>
                    </a:schemeClr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  <p:sp>
          <p:nvSpPr>
            <p:cNvPr id="116" name="Rectangle 11">
              <a:extLst>
                <a:ext uri="{FF2B5EF4-FFF2-40B4-BE49-F238E27FC236}">
                  <a16:creationId xmlns:a16="http://schemas.microsoft.com/office/drawing/2014/main" id="{2FACE596-A043-4CB7-9750-48E6C09DB2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591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chemeClr val="accent5">
                      <a:lumMod val="75000"/>
                    </a:schemeClr>
                  </a:solidFill>
                  <a:latin typeface="Arial Rounded MT Bold" panose="020F0704030504030204" pitchFamily="34" charset="0"/>
                </a:rPr>
                <a:t>2</a:t>
              </a:r>
            </a:p>
          </p:txBody>
        </p:sp>
      </p:grpSp>
      <p:grpSp>
        <p:nvGrpSpPr>
          <p:cNvPr id="117" name="Group 116">
            <a:extLst>
              <a:ext uri="{FF2B5EF4-FFF2-40B4-BE49-F238E27FC236}">
                <a16:creationId xmlns:a16="http://schemas.microsoft.com/office/drawing/2014/main" id="{F18B77CD-2132-4798-B9C5-8837A4106A2F}"/>
              </a:ext>
            </a:extLst>
          </p:cNvPr>
          <p:cNvGrpSpPr/>
          <p:nvPr/>
        </p:nvGrpSpPr>
        <p:grpSpPr>
          <a:xfrm>
            <a:off x="6623574" y="3333043"/>
            <a:ext cx="1229869" cy="409956"/>
            <a:chOff x="3201572" y="3586089"/>
            <a:chExt cx="1828800" cy="609600"/>
          </a:xfrm>
        </p:grpSpPr>
        <p:sp>
          <p:nvSpPr>
            <p:cNvPr id="118" name="Rectangle 5">
              <a:extLst>
                <a:ext uri="{FF2B5EF4-FFF2-40B4-BE49-F238E27FC236}">
                  <a16:creationId xmlns:a16="http://schemas.microsoft.com/office/drawing/2014/main" id="{3C3A9D59-B378-40B8-8157-7466E4EEBF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015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rgbClr val="7BA946"/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  <p:sp>
          <p:nvSpPr>
            <p:cNvPr id="119" name="Rectangle 6">
              <a:extLst>
                <a:ext uri="{FF2B5EF4-FFF2-40B4-BE49-F238E27FC236}">
                  <a16:creationId xmlns:a16="http://schemas.microsoft.com/office/drawing/2014/main" id="{9A9AE19B-EC4A-461F-A938-2FAB4967D0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111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rgbClr val="7BA946"/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  <p:sp>
          <p:nvSpPr>
            <p:cNvPr id="144" name="Rectangle 7">
              <a:extLst>
                <a:ext uri="{FF2B5EF4-FFF2-40B4-BE49-F238E27FC236}">
                  <a16:creationId xmlns:a16="http://schemas.microsoft.com/office/drawing/2014/main" id="{43FE2B55-CEA6-43E6-A20F-471D813206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207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rgbClr val="7BA946"/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</p:grpSp>
      <p:grpSp>
        <p:nvGrpSpPr>
          <p:cNvPr id="145" name="Group 144">
            <a:extLst>
              <a:ext uri="{FF2B5EF4-FFF2-40B4-BE49-F238E27FC236}">
                <a16:creationId xmlns:a16="http://schemas.microsoft.com/office/drawing/2014/main" id="{F3498746-5023-49F1-A06E-6704B7A31218}"/>
              </a:ext>
            </a:extLst>
          </p:cNvPr>
          <p:cNvGrpSpPr/>
          <p:nvPr/>
        </p:nvGrpSpPr>
        <p:grpSpPr>
          <a:xfrm>
            <a:off x="2946906" y="5395665"/>
            <a:ext cx="2869694" cy="409956"/>
            <a:chOff x="3201572" y="3586089"/>
            <a:chExt cx="4267200" cy="609600"/>
          </a:xfrm>
        </p:grpSpPr>
        <p:sp>
          <p:nvSpPr>
            <p:cNvPr id="146" name="Rectangle 5">
              <a:extLst>
                <a:ext uri="{FF2B5EF4-FFF2-40B4-BE49-F238E27FC236}">
                  <a16:creationId xmlns:a16="http://schemas.microsoft.com/office/drawing/2014/main" id="{DB7EEA7D-8071-421C-9BAD-0223F0E034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015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rgbClr val="7030A0"/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  <p:sp>
          <p:nvSpPr>
            <p:cNvPr id="147" name="Rectangle 6">
              <a:extLst>
                <a:ext uri="{FF2B5EF4-FFF2-40B4-BE49-F238E27FC236}">
                  <a16:creationId xmlns:a16="http://schemas.microsoft.com/office/drawing/2014/main" id="{031D7A77-943A-4501-AB2A-5F69EAA3A1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111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rgbClr val="7030A0"/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  <p:sp>
          <p:nvSpPr>
            <p:cNvPr id="148" name="Rectangle 7">
              <a:extLst>
                <a:ext uri="{FF2B5EF4-FFF2-40B4-BE49-F238E27FC236}">
                  <a16:creationId xmlns:a16="http://schemas.microsoft.com/office/drawing/2014/main" id="{02BF381D-AA30-4AF8-9449-C1F29F072A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207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rgbClr val="7030A0"/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  <p:sp>
          <p:nvSpPr>
            <p:cNvPr id="149" name="Rectangle 8">
              <a:extLst>
                <a:ext uri="{FF2B5EF4-FFF2-40B4-BE49-F238E27FC236}">
                  <a16:creationId xmlns:a16="http://schemas.microsoft.com/office/drawing/2014/main" id="{8FEFC3DA-9B1C-4B86-A57A-F83E30856B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303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rgbClr val="7030A0"/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  <p:sp>
          <p:nvSpPr>
            <p:cNvPr id="150" name="Rectangle 9">
              <a:extLst>
                <a:ext uri="{FF2B5EF4-FFF2-40B4-BE49-F238E27FC236}">
                  <a16:creationId xmlns:a16="http://schemas.microsoft.com/office/drawing/2014/main" id="{933EF5B0-61BE-4937-B920-6220C54F0E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399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rgbClr val="7030A0"/>
                  </a:solidFill>
                  <a:latin typeface="Arial Rounded MT Bold" panose="020F0704030504030204" pitchFamily="34" charset="0"/>
                </a:rPr>
                <a:t>8</a:t>
              </a:r>
            </a:p>
          </p:txBody>
        </p:sp>
        <p:sp>
          <p:nvSpPr>
            <p:cNvPr id="151" name="Rectangle 10">
              <a:extLst>
                <a:ext uri="{FF2B5EF4-FFF2-40B4-BE49-F238E27FC236}">
                  <a16:creationId xmlns:a16="http://schemas.microsoft.com/office/drawing/2014/main" id="{3CBA7DF7-5CC5-445A-B750-F920CF80FC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495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rgbClr val="7030A0"/>
                  </a:solidFill>
                  <a:latin typeface="Arial Rounded MT Bold" panose="020F0704030504030204" pitchFamily="34" charset="0"/>
                </a:rPr>
                <a:t>7</a:t>
              </a:r>
            </a:p>
          </p:txBody>
        </p:sp>
        <p:sp>
          <p:nvSpPr>
            <p:cNvPr id="152" name="Rectangle 11">
              <a:extLst>
                <a:ext uri="{FF2B5EF4-FFF2-40B4-BE49-F238E27FC236}">
                  <a16:creationId xmlns:a16="http://schemas.microsoft.com/office/drawing/2014/main" id="{36157D0E-6A88-45C7-95B5-C70649BAAB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591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rgbClr val="7030A0"/>
                  </a:solidFill>
                  <a:latin typeface="Arial Rounded MT Bold" panose="020F0704030504030204" pitchFamily="34" charset="0"/>
                </a:rPr>
                <a:t>8</a:t>
              </a:r>
            </a:p>
          </p:txBody>
        </p:sp>
      </p:grpSp>
      <p:grpSp>
        <p:nvGrpSpPr>
          <p:cNvPr id="153" name="Group 152">
            <a:extLst>
              <a:ext uri="{FF2B5EF4-FFF2-40B4-BE49-F238E27FC236}">
                <a16:creationId xmlns:a16="http://schemas.microsoft.com/office/drawing/2014/main" id="{B68CF232-B2CF-405D-BD27-2E282F9CF5B8}"/>
              </a:ext>
            </a:extLst>
          </p:cNvPr>
          <p:cNvGrpSpPr/>
          <p:nvPr/>
        </p:nvGrpSpPr>
        <p:grpSpPr>
          <a:xfrm>
            <a:off x="5817106" y="5395665"/>
            <a:ext cx="2049781" cy="409956"/>
            <a:chOff x="3201572" y="3586089"/>
            <a:chExt cx="3048000" cy="609600"/>
          </a:xfrm>
        </p:grpSpPr>
        <p:sp>
          <p:nvSpPr>
            <p:cNvPr id="154" name="Rectangle 5">
              <a:extLst>
                <a:ext uri="{FF2B5EF4-FFF2-40B4-BE49-F238E27FC236}">
                  <a16:creationId xmlns:a16="http://schemas.microsoft.com/office/drawing/2014/main" id="{7C078977-1D6B-42C0-8EA7-A8C4CB3B64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015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rgbClr val="7030A0"/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  <p:sp>
          <p:nvSpPr>
            <p:cNvPr id="155" name="Rectangle 6">
              <a:extLst>
                <a:ext uri="{FF2B5EF4-FFF2-40B4-BE49-F238E27FC236}">
                  <a16:creationId xmlns:a16="http://schemas.microsoft.com/office/drawing/2014/main" id="{AA4C5B33-2C86-4049-83F7-B62D88B164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111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rgbClr val="7030A0"/>
                  </a:solidFill>
                  <a:latin typeface="Arial Rounded MT Bold" panose="020F0704030504030204" pitchFamily="34" charset="0"/>
                </a:rPr>
                <a:t>2</a:t>
              </a:r>
            </a:p>
          </p:txBody>
        </p:sp>
        <p:sp>
          <p:nvSpPr>
            <p:cNvPr id="156" name="Rectangle 7">
              <a:extLst>
                <a:ext uri="{FF2B5EF4-FFF2-40B4-BE49-F238E27FC236}">
                  <a16:creationId xmlns:a16="http://schemas.microsoft.com/office/drawing/2014/main" id="{02ECEB32-93B8-40DD-8ADF-F7C954F58E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207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rgbClr val="7030A0"/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  <p:sp>
          <p:nvSpPr>
            <p:cNvPr id="157" name="Rectangle 8">
              <a:extLst>
                <a:ext uri="{FF2B5EF4-FFF2-40B4-BE49-F238E27FC236}">
                  <a16:creationId xmlns:a16="http://schemas.microsoft.com/office/drawing/2014/main" id="{CAAE698A-8A8B-4A2B-969B-DF7F22DC3C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303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rgbClr val="7030A0"/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  <p:sp>
          <p:nvSpPr>
            <p:cNvPr id="158" name="Rectangle 9">
              <a:extLst>
                <a:ext uri="{FF2B5EF4-FFF2-40B4-BE49-F238E27FC236}">
                  <a16:creationId xmlns:a16="http://schemas.microsoft.com/office/drawing/2014/main" id="{30691955-348B-4DF2-8995-10449D5915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399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rgbClr val="7030A0"/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</p:grpSp>
      <p:sp>
        <p:nvSpPr>
          <p:cNvPr id="159" name="Rectangle 6">
            <a:extLst>
              <a:ext uri="{FF2B5EF4-FFF2-40B4-BE49-F238E27FC236}">
                <a16:creationId xmlns:a16="http://schemas.microsoft.com/office/drawing/2014/main" id="{D0E46952-9685-401C-A5C7-7A037C906A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31362" y="5395665"/>
            <a:ext cx="409956" cy="40995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en-US" sz="2400" b="1" dirty="0">
                <a:solidFill>
                  <a:srgbClr val="7030A0"/>
                </a:solidFill>
                <a:latin typeface="Arial Rounded MT Bold" panose="020F0704030504030204" pitchFamily="34" charset="0"/>
              </a:rPr>
              <a:t>0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22596318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r>
              <a:rPr lang="en-US" dirty="0"/>
              <a:t>L.I.M: Summation 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C54A2A7-E68E-4DC1-B358-D6AC5775A699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60/92</a:t>
            </a:r>
          </a:p>
        </p:txBody>
      </p:sp>
      <p:cxnSp>
        <p:nvCxnSpPr>
          <p:cNvPr id="6" name="Straight Connector 5"/>
          <p:cNvCxnSpPr/>
          <p:nvPr/>
        </p:nvCxnSpPr>
        <p:spPr>
          <a:xfrm flipH="1">
            <a:off x="1320800" y="4708478"/>
            <a:ext cx="90424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Rectangle 6">
            <a:extLst>
              <a:ext uri="{FF2B5EF4-FFF2-40B4-BE49-F238E27FC236}">
                <a16:creationId xmlns:a16="http://schemas.microsoft.com/office/drawing/2014/main" id="{2E61857A-BF84-44A9-99F1-12F7958D37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89462" y="3338265"/>
            <a:ext cx="409956" cy="409956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en-US" sz="2400" b="1" dirty="0">
                <a:latin typeface="Arial Rounded MT Bold" panose="020F0704030504030204" pitchFamily="34" charset="0"/>
              </a:rPr>
              <a:t>0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50CA9E4C-1296-45D7-AAB7-31C8930054C4}"/>
              </a:ext>
            </a:extLst>
          </p:cNvPr>
          <p:cNvSpPr txBox="1"/>
          <p:nvPr/>
        </p:nvSpPr>
        <p:spPr>
          <a:xfrm>
            <a:off x="10062458" y="2948349"/>
            <a:ext cx="784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0"/>
              </a:rPr>
              <a:t>carry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FEC04263-657F-41E3-80C1-A5087438F02C}"/>
              </a:ext>
            </a:extLst>
          </p:cNvPr>
          <p:cNvSpPr txBox="1"/>
          <p:nvPr/>
        </p:nvSpPr>
        <p:spPr>
          <a:xfrm>
            <a:off x="1702581" y="3467043"/>
            <a:ext cx="47131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/>
              <a:t>+</a:t>
            </a:r>
          </a:p>
        </p:txBody>
      </p:sp>
      <p:grpSp>
        <p:nvGrpSpPr>
          <p:cNvPr id="68" name="Group 67">
            <a:extLst>
              <a:ext uri="{FF2B5EF4-FFF2-40B4-BE49-F238E27FC236}">
                <a16:creationId xmlns:a16="http://schemas.microsoft.com/office/drawing/2014/main" id="{116DC9EF-0044-4B60-9F56-0BA2970CB24C}"/>
              </a:ext>
            </a:extLst>
          </p:cNvPr>
          <p:cNvGrpSpPr/>
          <p:nvPr/>
        </p:nvGrpSpPr>
        <p:grpSpPr>
          <a:xfrm>
            <a:off x="2940574" y="2659943"/>
            <a:ext cx="2869694" cy="409956"/>
            <a:chOff x="3201572" y="3586089"/>
            <a:chExt cx="4267200" cy="609600"/>
          </a:xfrm>
        </p:grpSpPr>
        <p:sp>
          <p:nvSpPr>
            <p:cNvPr id="69" name="Rectangle 5">
              <a:extLst>
                <a:ext uri="{FF2B5EF4-FFF2-40B4-BE49-F238E27FC236}">
                  <a16:creationId xmlns:a16="http://schemas.microsoft.com/office/drawing/2014/main" id="{7766D525-80AB-456D-8351-29D1D90661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015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rgbClr val="FF0000"/>
                  </a:solidFill>
                  <a:latin typeface="Arial Rounded MT Bold" panose="020F0704030504030204" pitchFamily="34" charset="0"/>
                </a:rPr>
                <a:t>8</a:t>
              </a:r>
            </a:p>
          </p:txBody>
        </p:sp>
        <p:sp>
          <p:nvSpPr>
            <p:cNvPr id="70" name="Rectangle 6">
              <a:extLst>
                <a:ext uri="{FF2B5EF4-FFF2-40B4-BE49-F238E27FC236}">
                  <a16:creationId xmlns:a16="http://schemas.microsoft.com/office/drawing/2014/main" id="{60746FE9-180F-4563-A262-A609C883F1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111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rgbClr val="FF0000"/>
                  </a:solidFill>
                  <a:latin typeface="Arial Rounded MT Bold" panose="020F0704030504030204" pitchFamily="34" charset="0"/>
                </a:rPr>
                <a:t>5</a:t>
              </a:r>
            </a:p>
          </p:txBody>
        </p:sp>
        <p:sp>
          <p:nvSpPr>
            <p:cNvPr id="71" name="Rectangle 7">
              <a:extLst>
                <a:ext uri="{FF2B5EF4-FFF2-40B4-BE49-F238E27FC236}">
                  <a16:creationId xmlns:a16="http://schemas.microsoft.com/office/drawing/2014/main" id="{17958A71-F578-4A6A-8581-90A7DD5D82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207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rgbClr val="FF0000"/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  <p:sp>
          <p:nvSpPr>
            <p:cNvPr id="72" name="Rectangle 8">
              <a:extLst>
                <a:ext uri="{FF2B5EF4-FFF2-40B4-BE49-F238E27FC236}">
                  <a16:creationId xmlns:a16="http://schemas.microsoft.com/office/drawing/2014/main" id="{354AC5B0-DF46-4ED7-B142-980DCE0443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303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rgbClr val="FF0000"/>
                  </a:solidFill>
                  <a:latin typeface="Arial Rounded MT Bold" panose="020F0704030504030204" pitchFamily="34" charset="0"/>
                </a:rPr>
                <a:t>3</a:t>
              </a:r>
            </a:p>
          </p:txBody>
        </p:sp>
        <p:sp>
          <p:nvSpPr>
            <p:cNvPr id="73" name="Rectangle 9">
              <a:extLst>
                <a:ext uri="{FF2B5EF4-FFF2-40B4-BE49-F238E27FC236}">
                  <a16:creationId xmlns:a16="http://schemas.microsoft.com/office/drawing/2014/main" id="{F0AD979B-BB0C-409E-80C1-E32767ACAE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399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rgbClr val="FF0000"/>
                  </a:solidFill>
                  <a:latin typeface="Arial Rounded MT Bold" panose="020F0704030504030204" pitchFamily="34" charset="0"/>
                </a:rPr>
                <a:t>6</a:t>
              </a:r>
            </a:p>
          </p:txBody>
        </p:sp>
        <p:sp>
          <p:nvSpPr>
            <p:cNvPr id="74" name="Rectangle 10">
              <a:extLst>
                <a:ext uri="{FF2B5EF4-FFF2-40B4-BE49-F238E27FC236}">
                  <a16:creationId xmlns:a16="http://schemas.microsoft.com/office/drawing/2014/main" id="{4F9EFFC3-31F1-457B-BE06-6756BBA8D4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495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rgbClr val="FF0000"/>
                  </a:solidFill>
                  <a:latin typeface="Arial Rounded MT Bold" panose="020F0704030504030204" pitchFamily="34" charset="0"/>
                </a:rPr>
                <a:t>8</a:t>
              </a:r>
            </a:p>
          </p:txBody>
        </p:sp>
        <p:sp>
          <p:nvSpPr>
            <p:cNvPr id="75" name="Rectangle 11">
              <a:extLst>
                <a:ext uri="{FF2B5EF4-FFF2-40B4-BE49-F238E27FC236}">
                  <a16:creationId xmlns:a16="http://schemas.microsoft.com/office/drawing/2014/main" id="{AC25D356-805E-4298-83CF-267C46155C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591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rgbClr val="FF0000"/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F11FBD64-4576-49EC-B34E-683C7C805D91}"/>
              </a:ext>
            </a:extLst>
          </p:cNvPr>
          <p:cNvGrpSpPr/>
          <p:nvPr/>
        </p:nvGrpSpPr>
        <p:grpSpPr>
          <a:xfrm>
            <a:off x="5810774" y="2659943"/>
            <a:ext cx="2049781" cy="409956"/>
            <a:chOff x="3201572" y="3586089"/>
            <a:chExt cx="3048000" cy="609600"/>
          </a:xfrm>
        </p:grpSpPr>
        <p:sp>
          <p:nvSpPr>
            <p:cNvPr id="77" name="Rectangle 5">
              <a:extLst>
                <a:ext uri="{FF2B5EF4-FFF2-40B4-BE49-F238E27FC236}">
                  <a16:creationId xmlns:a16="http://schemas.microsoft.com/office/drawing/2014/main" id="{8CC3BE4D-3823-4AFA-A1B2-D2AB860E6A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015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rgbClr val="FF0000"/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  <p:sp>
          <p:nvSpPr>
            <p:cNvPr id="78" name="Rectangle 6">
              <a:extLst>
                <a:ext uri="{FF2B5EF4-FFF2-40B4-BE49-F238E27FC236}">
                  <a16:creationId xmlns:a16="http://schemas.microsoft.com/office/drawing/2014/main" id="{9980DFA9-A0E8-4D5D-AD83-02E494C8D7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111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rgbClr val="FF0000"/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  <p:sp>
          <p:nvSpPr>
            <p:cNvPr id="79" name="Rectangle 7">
              <a:extLst>
                <a:ext uri="{FF2B5EF4-FFF2-40B4-BE49-F238E27FC236}">
                  <a16:creationId xmlns:a16="http://schemas.microsoft.com/office/drawing/2014/main" id="{300FFE48-200D-477B-9BEA-E27107C2DB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207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rgbClr val="FF0000"/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  <p:sp>
          <p:nvSpPr>
            <p:cNvPr id="80" name="Rectangle 8">
              <a:extLst>
                <a:ext uri="{FF2B5EF4-FFF2-40B4-BE49-F238E27FC236}">
                  <a16:creationId xmlns:a16="http://schemas.microsoft.com/office/drawing/2014/main" id="{543193B7-2733-489E-B3E5-FD4F232755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303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rgbClr val="FF0000"/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  <p:sp>
          <p:nvSpPr>
            <p:cNvPr id="90" name="Rectangle 9">
              <a:extLst>
                <a:ext uri="{FF2B5EF4-FFF2-40B4-BE49-F238E27FC236}">
                  <a16:creationId xmlns:a16="http://schemas.microsoft.com/office/drawing/2014/main" id="{FBB626F8-8CBA-4336-9954-82A69FD576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399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rgbClr val="FF0000"/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</p:grpSp>
      <p:grpSp>
        <p:nvGrpSpPr>
          <p:cNvPr id="91" name="Group 90">
            <a:extLst>
              <a:ext uri="{FF2B5EF4-FFF2-40B4-BE49-F238E27FC236}">
                <a16:creationId xmlns:a16="http://schemas.microsoft.com/office/drawing/2014/main" id="{A2446B53-E926-4DE5-B1E5-F64A934E2463}"/>
              </a:ext>
            </a:extLst>
          </p:cNvPr>
          <p:cNvGrpSpPr/>
          <p:nvPr/>
        </p:nvGrpSpPr>
        <p:grpSpPr>
          <a:xfrm>
            <a:off x="3753374" y="3333043"/>
            <a:ext cx="2869694" cy="409956"/>
            <a:chOff x="3201572" y="3586089"/>
            <a:chExt cx="4267200" cy="609600"/>
          </a:xfrm>
        </p:grpSpPr>
        <p:sp>
          <p:nvSpPr>
            <p:cNvPr id="92" name="Rectangle 5">
              <a:extLst>
                <a:ext uri="{FF2B5EF4-FFF2-40B4-BE49-F238E27FC236}">
                  <a16:creationId xmlns:a16="http://schemas.microsoft.com/office/drawing/2014/main" id="{22B7C58F-7E04-4EDF-A701-6BA7CD14E9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015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chemeClr val="accent5">
                      <a:lumMod val="75000"/>
                    </a:schemeClr>
                  </a:solidFill>
                  <a:latin typeface="Arial Rounded MT Bold" panose="020F0704030504030204" pitchFamily="34" charset="0"/>
                </a:rPr>
                <a:t>7</a:t>
              </a:r>
            </a:p>
          </p:txBody>
        </p:sp>
        <p:sp>
          <p:nvSpPr>
            <p:cNvPr id="93" name="Rectangle 6">
              <a:extLst>
                <a:ext uri="{FF2B5EF4-FFF2-40B4-BE49-F238E27FC236}">
                  <a16:creationId xmlns:a16="http://schemas.microsoft.com/office/drawing/2014/main" id="{7E0D81D6-B7E8-48B0-ADD9-B02ADD36EA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111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chemeClr val="accent5">
                      <a:lumMod val="75000"/>
                    </a:schemeClr>
                  </a:solidFill>
                  <a:latin typeface="Arial Rounded MT Bold" panose="020F0704030504030204" pitchFamily="34" charset="0"/>
                </a:rPr>
                <a:t>5</a:t>
              </a:r>
            </a:p>
          </p:txBody>
        </p:sp>
        <p:sp>
          <p:nvSpPr>
            <p:cNvPr id="99" name="Rectangle 7">
              <a:extLst>
                <a:ext uri="{FF2B5EF4-FFF2-40B4-BE49-F238E27FC236}">
                  <a16:creationId xmlns:a16="http://schemas.microsoft.com/office/drawing/2014/main" id="{035413F3-3302-4D33-A697-18BB9FBFD6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207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chemeClr val="accent5">
                      <a:lumMod val="75000"/>
                    </a:schemeClr>
                  </a:solidFill>
                  <a:latin typeface="Arial Rounded MT Bold" panose="020F0704030504030204" pitchFamily="34" charset="0"/>
                </a:rPr>
                <a:t>1</a:t>
              </a:r>
            </a:p>
          </p:txBody>
        </p:sp>
        <p:sp>
          <p:nvSpPr>
            <p:cNvPr id="100" name="Rectangle 8">
              <a:extLst>
                <a:ext uri="{FF2B5EF4-FFF2-40B4-BE49-F238E27FC236}">
                  <a16:creationId xmlns:a16="http://schemas.microsoft.com/office/drawing/2014/main" id="{56EB0B4D-0DE6-4585-B4CC-312A331AEE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303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chemeClr val="accent5">
                      <a:lumMod val="75000"/>
                    </a:schemeClr>
                  </a:solidFill>
                  <a:latin typeface="Arial Rounded MT Bold" panose="020F0704030504030204" pitchFamily="34" charset="0"/>
                </a:rPr>
                <a:t>9</a:t>
              </a:r>
            </a:p>
          </p:txBody>
        </p:sp>
        <p:sp>
          <p:nvSpPr>
            <p:cNvPr id="113" name="Rectangle 9">
              <a:extLst>
                <a:ext uri="{FF2B5EF4-FFF2-40B4-BE49-F238E27FC236}">
                  <a16:creationId xmlns:a16="http://schemas.microsoft.com/office/drawing/2014/main" id="{517B316A-E0D8-4E3F-AB7A-93837DBEDF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399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chemeClr val="accent5">
                      <a:lumMod val="75000"/>
                    </a:schemeClr>
                  </a:solidFill>
                  <a:latin typeface="Arial Rounded MT Bold" panose="020F0704030504030204" pitchFamily="34" charset="0"/>
                </a:rPr>
                <a:t>8</a:t>
              </a:r>
            </a:p>
          </p:txBody>
        </p:sp>
        <p:sp>
          <p:nvSpPr>
            <p:cNvPr id="114" name="Rectangle 10">
              <a:extLst>
                <a:ext uri="{FF2B5EF4-FFF2-40B4-BE49-F238E27FC236}">
                  <a16:creationId xmlns:a16="http://schemas.microsoft.com/office/drawing/2014/main" id="{D4FC3541-8F84-407D-9582-3572FA394C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495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chemeClr val="accent5">
                      <a:lumMod val="75000"/>
                    </a:schemeClr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  <p:sp>
          <p:nvSpPr>
            <p:cNvPr id="116" name="Rectangle 11">
              <a:extLst>
                <a:ext uri="{FF2B5EF4-FFF2-40B4-BE49-F238E27FC236}">
                  <a16:creationId xmlns:a16="http://schemas.microsoft.com/office/drawing/2014/main" id="{2FACE596-A043-4CB7-9750-48E6C09DB2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591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chemeClr val="accent5">
                      <a:lumMod val="75000"/>
                    </a:schemeClr>
                  </a:solidFill>
                  <a:latin typeface="Arial Rounded MT Bold" panose="020F0704030504030204" pitchFamily="34" charset="0"/>
                </a:rPr>
                <a:t>2</a:t>
              </a:r>
            </a:p>
          </p:txBody>
        </p:sp>
      </p:grpSp>
      <p:grpSp>
        <p:nvGrpSpPr>
          <p:cNvPr id="117" name="Group 116">
            <a:extLst>
              <a:ext uri="{FF2B5EF4-FFF2-40B4-BE49-F238E27FC236}">
                <a16:creationId xmlns:a16="http://schemas.microsoft.com/office/drawing/2014/main" id="{F18B77CD-2132-4798-B9C5-8837A4106A2F}"/>
              </a:ext>
            </a:extLst>
          </p:cNvPr>
          <p:cNvGrpSpPr/>
          <p:nvPr/>
        </p:nvGrpSpPr>
        <p:grpSpPr>
          <a:xfrm>
            <a:off x="6623574" y="3333043"/>
            <a:ext cx="1229869" cy="409956"/>
            <a:chOff x="3201572" y="3586089"/>
            <a:chExt cx="1828800" cy="609600"/>
          </a:xfrm>
        </p:grpSpPr>
        <p:sp>
          <p:nvSpPr>
            <p:cNvPr id="118" name="Rectangle 5">
              <a:extLst>
                <a:ext uri="{FF2B5EF4-FFF2-40B4-BE49-F238E27FC236}">
                  <a16:creationId xmlns:a16="http://schemas.microsoft.com/office/drawing/2014/main" id="{3C3A9D59-B378-40B8-8157-7466E4EEBF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015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rgbClr val="7BA946"/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  <p:sp>
          <p:nvSpPr>
            <p:cNvPr id="119" name="Rectangle 6">
              <a:extLst>
                <a:ext uri="{FF2B5EF4-FFF2-40B4-BE49-F238E27FC236}">
                  <a16:creationId xmlns:a16="http://schemas.microsoft.com/office/drawing/2014/main" id="{9A9AE19B-EC4A-461F-A938-2FAB4967D0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111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rgbClr val="7BA946"/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  <p:sp>
          <p:nvSpPr>
            <p:cNvPr id="144" name="Rectangle 7">
              <a:extLst>
                <a:ext uri="{FF2B5EF4-FFF2-40B4-BE49-F238E27FC236}">
                  <a16:creationId xmlns:a16="http://schemas.microsoft.com/office/drawing/2014/main" id="{43FE2B55-CEA6-43E6-A20F-471D813206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207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rgbClr val="7BA946"/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</p:grpSp>
      <p:grpSp>
        <p:nvGrpSpPr>
          <p:cNvPr id="145" name="Group 144">
            <a:extLst>
              <a:ext uri="{FF2B5EF4-FFF2-40B4-BE49-F238E27FC236}">
                <a16:creationId xmlns:a16="http://schemas.microsoft.com/office/drawing/2014/main" id="{F3498746-5023-49F1-A06E-6704B7A31218}"/>
              </a:ext>
            </a:extLst>
          </p:cNvPr>
          <p:cNvGrpSpPr/>
          <p:nvPr/>
        </p:nvGrpSpPr>
        <p:grpSpPr>
          <a:xfrm>
            <a:off x="2946906" y="5395665"/>
            <a:ext cx="2869694" cy="409956"/>
            <a:chOff x="3201572" y="3586089"/>
            <a:chExt cx="4267200" cy="609600"/>
          </a:xfrm>
        </p:grpSpPr>
        <p:sp>
          <p:nvSpPr>
            <p:cNvPr id="146" name="Rectangle 5">
              <a:extLst>
                <a:ext uri="{FF2B5EF4-FFF2-40B4-BE49-F238E27FC236}">
                  <a16:creationId xmlns:a16="http://schemas.microsoft.com/office/drawing/2014/main" id="{DB7EEA7D-8071-421C-9BAD-0223F0E034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015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rgbClr val="7030A0"/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  <p:sp>
          <p:nvSpPr>
            <p:cNvPr id="147" name="Rectangle 6">
              <a:extLst>
                <a:ext uri="{FF2B5EF4-FFF2-40B4-BE49-F238E27FC236}">
                  <a16:creationId xmlns:a16="http://schemas.microsoft.com/office/drawing/2014/main" id="{031D7A77-943A-4501-AB2A-5F69EAA3A1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111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rgbClr val="7030A0"/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  <p:sp>
          <p:nvSpPr>
            <p:cNvPr id="148" name="Rectangle 7">
              <a:extLst>
                <a:ext uri="{FF2B5EF4-FFF2-40B4-BE49-F238E27FC236}">
                  <a16:creationId xmlns:a16="http://schemas.microsoft.com/office/drawing/2014/main" id="{02BF381D-AA30-4AF8-9449-C1F29F072A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207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rgbClr val="7030A0"/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  <p:sp>
          <p:nvSpPr>
            <p:cNvPr id="149" name="Rectangle 8">
              <a:extLst>
                <a:ext uri="{FF2B5EF4-FFF2-40B4-BE49-F238E27FC236}">
                  <a16:creationId xmlns:a16="http://schemas.microsoft.com/office/drawing/2014/main" id="{8FEFC3DA-9B1C-4B86-A57A-F83E30856B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303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rgbClr val="7030A0"/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  <p:sp>
          <p:nvSpPr>
            <p:cNvPr id="150" name="Rectangle 9">
              <a:extLst>
                <a:ext uri="{FF2B5EF4-FFF2-40B4-BE49-F238E27FC236}">
                  <a16:creationId xmlns:a16="http://schemas.microsoft.com/office/drawing/2014/main" id="{933EF5B0-61BE-4937-B920-6220C54F0E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399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rgbClr val="7030A0"/>
                  </a:solidFill>
                  <a:latin typeface="Arial Rounded MT Bold" panose="020F0704030504030204" pitchFamily="34" charset="0"/>
                </a:rPr>
                <a:t>8</a:t>
              </a:r>
            </a:p>
          </p:txBody>
        </p:sp>
        <p:sp>
          <p:nvSpPr>
            <p:cNvPr id="151" name="Rectangle 10">
              <a:extLst>
                <a:ext uri="{FF2B5EF4-FFF2-40B4-BE49-F238E27FC236}">
                  <a16:creationId xmlns:a16="http://schemas.microsoft.com/office/drawing/2014/main" id="{3CBA7DF7-5CC5-445A-B750-F920CF80FC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495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rgbClr val="7030A0"/>
                  </a:solidFill>
                  <a:latin typeface="Arial Rounded MT Bold" panose="020F0704030504030204" pitchFamily="34" charset="0"/>
                </a:rPr>
                <a:t>7</a:t>
              </a:r>
            </a:p>
          </p:txBody>
        </p:sp>
        <p:sp>
          <p:nvSpPr>
            <p:cNvPr id="152" name="Rectangle 11">
              <a:extLst>
                <a:ext uri="{FF2B5EF4-FFF2-40B4-BE49-F238E27FC236}">
                  <a16:creationId xmlns:a16="http://schemas.microsoft.com/office/drawing/2014/main" id="{36157D0E-6A88-45C7-95B5-C70649BAAB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591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rgbClr val="7030A0"/>
                  </a:solidFill>
                  <a:latin typeface="Arial Rounded MT Bold" panose="020F0704030504030204" pitchFamily="34" charset="0"/>
                </a:rPr>
                <a:t>8</a:t>
              </a:r>
            </a:p>
          </p:txBody>
        </p:sp>
      </p:grpSp>
      <p:grpSp>
        <p:nvGrpSpPr>
          <p:cNvPr id="153" name="Group 152">
            <a:extLst>
              <a:ext uri="{FF2B5EF4-FFF2-40B4-BE49-F238E27FC236}">
                <a16:creationId xmlns:a16="http://schemas.microsoft.com/office/drawing/2014/main" id="{B68CF232-B2CF-405D-BD27-2E282F9CF5B8}"/>
              </a:ext>
            </a:extLst>
          </p:cNvPr>
          <p:cNvGrpSpPr/>
          <p:nvPr/>
        </p:nvGrpSpPr>
        <p:grpSpPr>
          <a:xfrm>
            <a:off x="5817106" y="5395665"/>
            <a:ext cx="2049781" cy="409956"/>
            <a:chOff x="3201572" y="3586089"/>
            <a:chExt cx="3048000" cy="609600"/>
          </a:xfrm>
        </p:grpSpPr>
        <p:sp>
          <p:nvSpPr>
            <p:cNvPr id="154" name="Rectangle 5">
              <a:extLst>
                <a:ext uri="{FF2B5EF4-FFF2-40B4-BE49-F238E27FC236}">
                  <a16:creationId xmlns:a16="http://schemas.microsoft.com/office/drawing/2014/main" id="{7C078977-1D6B-42C0-8EA7-A8C4CB3B64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015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rgbClr val="7030A0"/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  <p:sp>
          <p:nvSpPr>
            <p:cNvPr id="155" name="Rectangle 6">
              <a:extLst>
                <a:ext uri="{FF2B5EF4-FFF2-40B4-BE49-F238E27FC236}">
                  <a16:creationId xmlns:a16="http://schemas.microsoft.com/office/drawing/2014/main" id="{AA4C5B33-2C86-4049-83F7-B62D88B164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111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rgbClr val="7030A0"/>
                  </a:solidFill>
                  <a:latin typeface="Arial Rounded MT Bold" panose="020F0704030504030204" pitchFamily="34" charset="0"/>
                </a:rPr>
                <a:t>2</a:t>
              </a:r>
            </a:p>
          </p:txBody>
        </p:sp>
        <p:sp>
          <p:nvSpPr>
            <p:cNvPr id="156" name="Rectangle 7">
              <a:extLst>
                <a:ext uri="{FF2B5EF4-FFF2-40B4-BE49-F238E27FC236}">
                  <a16:creationId xmlns:a16="http://schemas.microsoft.com/office/drawing/2014/main" id="{02ECEB32-93B8-40DD-8ADF-F7C954F58E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207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rgbClr val="7030A0"/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  <p:sp>
          <p:nvSpPr>
            <p:cNvPr id="157" name="Rectangle 8">
              <a:extLst>
                <a:ext uri="{FF2B5EF4-FFF2-40B4-BE49-F238E27FC236}">
                  <a16:creationId xmlns:a16="http://schemas.microsoft.com/office/drawing/2014/main" id="{CAAE698A-8A8B-4A2B-969B-DF7F22DC3C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303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rgbClr val="7030A0"/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  <p:sp>
          <p:nvSpPr>
            <p:cNvPr id="158" name="Rectangle 9">
              <a:extLst>
                <a:ext uri="{FF2B5EF4-FFF2-40B4-BE49-F238E27FC236}">
                  <a16:creationId xmlns:a16="http://schemas.microsoft.com/office/drawing/2014/main" id="{30691955-348B-4DF2-8995-10449D5915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399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rgbClr val="7030A0"/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</p:grpSp>
      <p:sp>
        <p:nvSpPr>
          <p:cNvPr id="159" name="Rectangle 6">
            <a:extLst>
              <a:ext uri="{FF2B5EF4-FFF2-40B4-BE49-F238E27FC236}">
                <a16:creationId xmlns:a16="http://schemas.microsoft.com/office/drawing/2014/main" id="{D0E46952-9685-401C-A5C7-7A037C906A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31362" y="5395665"/>
            <a:ext cx="409956" cy="40995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en-US" sz="2400" b="1" dirty="0">
                <a:solidFill>
                  <a:srgbClr val="7030A0"/>
                </a:solidFill>
                <a:latin typeface="Arial Rounded MT Bold" panose="020F0704030504030204" pitchFamily="34" charset="0"/>
              </a:rPr>
              <a:t>0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AE57749E-9283-4519-B686-5E2DD583539D}"/>
              </a:ext>
            </a:extLst>
          </p:cNvPr>
          <p:cNvSpPr/>
          <p:nvPr/>
        </p:nvSpPr>
        <p:spPr>
          <a:xfrm>
            <a:off x="4516299" y="2550941"/>
            <a:ext cx="551182" cy="1866901"/>
          </a:xfrm>
          <a:prstGeom prst="rect">
            <a:avLst/>
          </a:prstGeom>
          <a:solidFill>
            <a:srgbClr val="FFFF00">
              <a:alpha val="40000"/>
            </a:srgbClr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90074269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r>
              <a:rPr lang="en-US" dirty="0"/>
              <a:t>L.I.M: Summation 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C54A2A7-E68E-4DC1-B358-D6AC5775A699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61/92</a:t>
            </a:r>
          </a:p>
        </p:txBody>
      </p:sp>
      <p:cxnSp>
        <p:nvCxnSpPr>
          <p:cNvPr id="6" name="Straight Connector 5"/>
          <p:cNvCxnSpPr/>
          <p:nvPr/>
        </p:nvCxnSpPr>
        <p:spPr>
          <a:xfrm flipH="1">
            <a:off x="1320800" y="4708478"/>
            <a:ext cx="90424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Rectangle 6">
            <a:extLst>
              <a:ext uri="{FF2B5EF4-FFF2-40B4-BE49-F238E27FC236}">
                <a16:creationId xmlns:a16="http://schemas.microsoft.com/office/drawing/2014/main" id="{2E61857A-BF84-44A9-99F1-12F7958D37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89462" y="3338265"/>
            <a:ext cx="409956" cy="409956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en-US" sz="2400" b="1" dirty="0">
                <a:latin typeface="Arial Rounded MT Bold" panose="020F0704030504030204" pitchFamily="34" charset="0"/>
              </a:rPr>
              <a:t>0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50CA9E4C-1296-45D7-AAB7-31C8930054C4}"/>
              </a:ext>
            </a:extLst>
          </p:cNvPr>
          <p:cNvSpPr txBox="1"/>
          <p:nvPr/>
        </p:nvSpPr>
        <p:spPr>
          <a:xfrm>
            <a:off x="10062458" y="2948349"/>
            <a:ext cx="784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0"/>
              </a:rPr>
              <a:t>carry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FEC04263-657F-41E3-80C1-A5087438F02C}"/>
              </a:ext>
            </a:extLst>
          </p:cNvPr>
          <p:cNvSpPr txBox="1"/>
          <p:nvPr/>
        </p:nvSpPr>
        <p:spPr>
          <a:xfrm>
            <a:off x="1702581" y="3467043"/>
            <a:ext cx="47131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/>
              <a:t>+</a:t>
            </a:r>
          </a:p>
        </p:txBody>
      </p:sp>
      <p:grpSp>
        <p:nvGrpSpPr>
          <p:cNvPr id="68" name="Group 67">
            <a:extLst>
              <a:ext uri="{FF2B5EF4-FFF2-40B4-BE49-F238E27FC236}">
                <a16:creationId xmlns:a16="http://schemas.microsoft.com/office/drawing/2014/main" id="{116DC9EF-0044-4B60-9F56-0BA2970CB24C}"/>
              </a:ext>
            </a:extLst>
          </p:cNvPr>
          <p:cNvGrpSpPr/>
          <p:nvPr/>
        </p:nvGrpSpPr>
        <p:grpSpPr>
          <a:xfrm>
            <a:off x="2940574" y="2659943"/>
            <a:ext cx="2869694" cy="409956"/>
            <a:chOff x="3201572" y="3586089"/>
            <a:chExt cx="4267200" cy="609600"/>
          </a:xfrm>
        </p:grpSpPr>
        <p:sp>
          <p:nvSpPr>
            <p:cNvPr id="69" name="Rectangle 5">
              <a:extLst>
                <a:ext uri="{FF2B5EF4-FFF2-40B4-BE49-F238E27FC236}">
                  <a16:creationId xmlns:a16="http://schemas.microsoft.com/office/drawing/2014/main" id="{7766D525-80AB-456D-8351-29D1D90661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015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rgbClr val="FF0000"/>
                  </a:solidFill>
                  <a:latin typeface="Arial Rounded MT Bold" panose="020F0704030504030204" pitchFamily="34" charset="0"/>
                </a:rPr>
                <a:t>8</a:t>
              </a:r>
            </a:p>
          </p:txBody>
        </p:sp>
        <p:sp>
          <p:nvSpPr>
            <p:cNvPr id="70" name="Rectangle 6">
              <a:extLst>
                <a:ext uri="{FF2B5EF4-FFF2-40B4-BE49-F238E27FC236}">
                  <a16:creationId xmlns:a16="http://schemas.microsoft.com/office/drawing/2014/main" id="{60746FE9-180F-4563-A262-A609C883F1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111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rgbClr val="FF0000"/>
                  </a:solidFill>
                  <a:latin typeface="Arial Rounded MT Bold" panose="020F0704030504030204" pitchFamily="34" charset="0"/>
                </a:rPr>
                <a:t>5</a:t>
              </a:r>
            </a:p>
          </p:txBody>
        </p:sp>
        <p:sp>
          <p:nvSpPr>
            <p:cNvPr id="71" name="Rectangle 7">
              <a:extLst>
                <a:ext uri="{FF2B5EF4-FFF2-40B4-BE49-F238E27FC236}">
                  <a16:creationId xmlns:a16="http://schemas.microsoft.com/office/drawing/2014/main" id="{17958A71-F578-4A6A-8581-90A7DD5D82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207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rgbClr val="FF0000"/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  <p:sp>
          <p:nvSpPr>
            <p:cNvPr id="72" name="Rectangle 8">
              <a:extLst>
                <a:ext uri="{FF2B5EF4-FFF2-40B4-BE49-F238E27FC236}">
                  <a16:creationId xmlns:a16="http://schemas.microsoft.com/office/drawing/2014/main" id="{354AC5B0-DF46-4ED7-B142-980DCE0443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303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rgbClr val="FF0000"/>
                  </a:solidFill>
                  <a:latin typeface="Arial Rounded MT Bold" panose="020F0704030504030204" pitchFamily="34" charset="0"/>
                </a:rPr>
                <a:t>3</a:t>
              </a:r>
            </a:p>
          </p:txBody>
        </p:sp>
        <p:sp>
          <p:nvSpPr>
            <p:cNvPr id="73" name="Rectangle 9">
              <a:extLst>
                <a:ext uri="{FF2B5EF4-FFF2-40B4-BE49-F238E27FC236}">
                  <a16:creationId xmlns:a16="http://schemas.microsoft.com/office/drawing/2014/main" id="{F0AD979B-BB0C-409E-80C1-E32767ACAE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399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rgbClr val="FF0000"/>
                  </a:solidFill>
                  <a:latin typeface="Arial Rounded MT Bold" panose="020F0704030504030204" pitchFamily="34" charset="0"/>
                </a:rPr>
                <a:t>6</a:t>
              </a:r>
            </a:p>
          </p:txBody>
        </p:sp>
        <p:sp>
          <p:nvSpPr>
            <p:cNvPr id="74" name="Rectangle 10">
              <a:extLst>
                <a:ext uri="{FF2B5EF4-FFF2-40B4-BE49-F238E27FC236}">
                  <a16:creationId xmlns:a16="http://schemas.microsoft.com/office/drawing/2014/main" id="{4F9EFFC3-31F1-457B-BE06-6756BBA8D4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495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rgbClr val="FF0000"/>
                  </a:solidFill>
                  <a:latin typeface="Arial Rounded MT Bold" panose="020F0704030504030204" pitchFamily="34" charset="0"/>
                </a:rPr>
                <a:t>8</a:t>
              </a:r>
            </a:p>
          </p:txBody>
        </p:sp>
        <p:sp>
          <p:nvSpPr>
            <p:cNvPr id="75" name="Rectangle 11">
              <a:extLst>
                <a:ext uri="{FF2B5EF4-FFF2-40B4-BE49-F238E27FC236}">
                  <a16:creationId xmlns:a16="http://schemas.microsoft.com/office/drawing/2014/main" id="{AC25D356-805E-4298-83CF-267C46155C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591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rgbClr val="FF0000"/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F11FBD64-4576-49EC-B34E-683C7C805D91}"/>
              </a:ext>
            </a:extLst>
          </p:cNvPr>
          <p:cNvGrpSpPr/>
          <p:nvPr/>
        </p:nvGrpSpPr>
        <p:grpSpPr>
          <a:xfrm>
            <a:off x="5810774" y="2659943"/>
            <a:ext cx="2049781" cy="409956"/>
            <a:chOff x="3201572" y="3586089"/>
            <a:chExt cx="3048000" cy="609600"/>
          </a:xfrm>
        </p:grpSpPr>
        <p:sp>
          <p:nvSpPr>
            <p:cNvPr id="77" name="Rectangle 5">
              <a:extLst>
                <a:ext uri="{FF2B5EF4-FFF2-40B4-BE49-F238E27FC236}">
                  <a16:creationId xmlns:a16="http://schemas.microsoft.com/office/drawing/2014/main" id="{8CC3BE4D-3823-4AFA-A1B2-D2AB860E6A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015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rgbClr val="FF0000"/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  <p:sp>
          <p:nvSpPr>
            <p:cNvPr id="78" name="Rectangle 6">
              <a:extLst>
                <a:ext uri="{FF2B5EF4-FFF2-40B4-BE49-F238E27FC236}">
                  <a16:creationId xmlns:a16="http://schemas.microsoft.com/office/drawing/2014/main" id="{9980DFA9-A0E8-4D5D-AD83-02E494C8D7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111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rgbClr val="FF0000"/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  <p:sp>
          <p:nvSpPr>
            <p:cNvPr id="79" name="Rectangle 7">
              <a:extLst>
                <a:ext uri="{FF2B5EF4-FFF2-40B4-BE49-F238E27FC236}">
                  <a16:creationId xmlns:a16="http://schemas.microsoft.com/office/drawing/2014/main" id="{300FFE48-200D-477B-9BEA-E27107C2DB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207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rgbClr val="FF0000"/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  <p:sp>
          <p:nvSpPr>
            <p:cNvPr id="80" name="Rectangle 8">
              <a:extLst>
                <a:ext uri="{FF2B5EF4-FFF2-40B4-BE49-F238E27FC236}">
                  <a16:creationId xmlns:a16="http://schemas.microsoft.com/office/drawing/2014/main" id="{543193B7-2733-489E-B3E5-FD4F232755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303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rgbClr val="FF0000"/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  <p:sp>
          <p:nvSpPr>
            <p:cNvPr id="90" name="Rectangle 9">
              <a:extLst>
                <a:ext uri="{FF2B5EF4-FFF2-40B4-BE49-F238E27FC236}">
                  <a16:creationId xmlns:a16="http://schemas.microsoft.com/office/drawing/2014/main" id="{FBB626F8-8CBA-4336-9954-82A69FD576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399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rgbClr val="FF0000"/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</p:grpSp>
      <p:grpSp>
        <p:nvGrpSpPr>
          <p:cNvPr id="91" name="Group 90">
            <a:extLst>
              <a:ext uri="{FF2B5EF4-FFF2-40B4-BE49-F238E27FC236}">
                <a16:creationId xmlns:a16="http://schemas.microsoft.com/office/drawing/2014/main" id="{A2446B53-E926-4DE5-B1E5-F64A934E2463}"/>
              </a:ext>
            </a:extLst>
          </p:cNvPr>
          <p:cNvGrpSpPr/>
          <p:nvPr/>
        </p:nvGrpSpPr>
        <p:grpSpPr>
          <a:xfrm>
            <a:off x="3753374" y="3333043"/>
            <a:ext cx="2869694" cy="409956"/>
            <a:chOff x="3201572" y="3586089"/>
            <a:chExt cx="4267200" cy="609600"/>
          </a:xfrm>
        </p:grpSpPr>
        <p:sp>
          <p:nvSpPr>
            <p:cNvPr id="92" name="Rectangle 5">
              <a:extLst>
                <a:ext uri="{FF2B5EF4-FFF2-40B4-BE49-F238E27FC236}">
                  <a16:creationId xmlns:a16="http://schemas.microsoft.com/office/drawing/2014/main" id="{22B7C58F-7E04-4EDF-A701-6BA7CD14E9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015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chemeClr val="accent5">
                      <a:lumMod val="75000"/>
                    </a:schemeClr>
                  </a:solidFill>
                  <a:latin typeface="Arial Rounded MT Bold" panose="020F0704030504030204" pitchFamily="34" charset="0"/>
                </a:rPr>
                <a:t>7</a:t>
              </a:r>
            </a:p>
          </p:txBody>
        </p:sp>
        <p:sp>
          <p:nvSpPr>
            <p:cNvPr id="93" name="Rectangle 6">
              <a:extLst>
                <a:ext uri="{FF2B5EF4-FFF2-40B4-BE49-F238E27FC236}">
                  <a16:creationId xmlns:a16="http://schemas.microsoft.com/office/drawing/2014/main" id="{7E0D81D6-B7E8-48B0-ADD9-B02ADD36EA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111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chemeClr val="accent5">
                      <a:lumMod val="75000"/>
                    </a:schemeClr>
                  </a:solidFill>
                  <a:latin typeface="Arial Rounded MT Bold" panose="020F0704030504030204" pitchFamily="34" charset="0"/>
                </a:rPr>
                <a:t>5</a:t>
              </a:r>
            </a:p>
          </p:txBody>
        </p:sp>
        <p:sp>
          <p:nvSpPr>
            <p:cNvPr id="99" name="Rectangle 7">
              <a:extLst>
                <a:ext uri="{FF2B5EF4-FFF2-40B4-BE49-F238E27FC236}">
                  <a16:creationId xmlns:a16="http://schemas.microsoft.com/office/drawing/2014/main" id="{035413F3-3302-4D33-A697-18BB9FBFD6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207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chemeClr val="accent5">
                      <a:lumMod val="75000"/>
                    </a:schemeClr>
                  </a:solidFill>
                  <a:latin typeface="Arial Rounded MT Bold" panose="020F0704030504030204" pitchFamily="34" charset="0"/>
                </a:rPr>
                <a:t>1</a:t>
              </a:r>
            </a:p>
          </p:txBody>
        </p:sp>
        <p:sp>
          <p:nvSpPr>
            <p:cNvPr id="100" name="Rectangle 8">
              <a:extLst>
                <a:ext uri="{FF2B5EF4-FFF2-40B4-BE49-F238E27FC236}">
                  <a16:creationId xmlns:a16="http://schemas.microsoft.com/office/drawing/2014/main" id="{56EB0B4D-0DE6-4585-B4CC-312A331AEE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303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chemeClr val="accent5">
                      <a:lumMod val="75000"/>
                    </a:schemeClr>
                  </a:solidFill>
                  <a:latin typeface="Arial Rounded MT Bold" panose="020F0704030504030204" pitchFamily="34" charset="0"/>
                </a:rPr>
                <a:t>9</a:t>
              </a:r>
            </a:p>
          </p:txBody>
        </p:sp>
        <p:sp>
          <p:nvSpPr>
            <p:cNvPr id="113" name="Rectangle 9">
              <a:extLst>
                <a:ext uri="{FF2B5EF4-FFF2-40B4-BE49-F238E27FC236}">
                  <a16:creationId xmlns:a16="http://schemas.microsoft.com/office/drawing/2014/main" id="{517B316A-E0D8-4E3F-AB7A-93837DBEDF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399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chemeClr val="accent5">
                      <a:lumMod val="75000"/>
                    </a:schemeClr>
                  </a:solidFill>
                  <a:latin typeface="Arial Rounded MT Bold" panose="020F0704030504030204" pitchFamily="34" charset="0"/>
                </a:rPr>
                <a:t>8</a:t>
              </a:r>
            </a:p>
          </p:txBody>
        </p:sp>
        <p:sp>
          <p:nvSpPr>
            <p:cNvPr id="114" name="Rectangle 10">
              <a:extLst>
                <a:ext uri="{FF2B5EF4-FFF2-40B4-BE49-F238E27FC236}">
                  <a16:creationId xmlns:a16="http://schemas.microsoft.com/office/drawing/2014/main" id="{D4FC3541-8F84-407D-9582-3572FA394C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495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chemeClr val="accent5">
                      <a:lumMod val="75000"/>
                    </a:schemeClr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  <p:sp>
          <p:nvSpPr>
            <p:cNvPr id="116" name="Rectangle 11">
              <a:extLst>
                <a:ext uri="{FF2B5EF4-FFF2-40B4-BE49-F238E27FC236}">
                  <a16:creationId xmlns:a16="http://schemas.microsoft.com/office/drawing/2014/main" id="{2FACE596-A043-4CB7-9750-48E6C09DB2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591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chemeClr val="accent5">
                      <a:lumMod val="75000"/>
                    </a:schemeClr>
                  </a:solidFill>
                  <a:latin typeface="Arial Rounded MT Bold" panose="020F0704030504030204" pitchFamily="34" charset="0"/>
                </a:rPr>
                <a:t>2</a:t>
              </a:r>
            </a:p>
          </p:txBody>
        </p:sp>
      </p:grpSp>
      <p:grpSp>
        <p:nvGrpSpPr>
          <p:cNvPr id="117" name="Group 116">
            <a:extLst>
              <a:ext uri="{FF2B5EF4-FFF2-40B4-BE49-F238E27FC236}">
                <a16:creationId xmlns:a16="http://schemas.microsoft.com/office/drawing/2014/main" id="{F18B77CD-2132-4798-B9C5-8837A4106A2F}"/>
              </a:ext>
            </a:extLst>
          </p:cNvPr>
          <p:cNvGrpSpPr/>
          <p:nvPr/>
        </p:nvGrpSpPr>
        <p:grpSpPr>
          <a:xfrm>
            <a:off x="6623574" y="3333043"/>
            <a:ext cx="1229869" cy="409956"/>
            <a:chOff x="3201572" y="3586089"/>
            <a:chExt cx="1828800" cy="609600"/>
          </a:xfrm>
        </p:grpSpPr>
        <p:sp>
          <p:nvSpPr>
            <p:cNvPr id="118" name="Rectangle 5">
              <a:extLst>
                <a:ext uri="{FF2B5EF4-FFF2-40B4-BE49-F238E27FC236}">
                  <a16:creationId xmlns:a16="http://schemas.microsoft.com/office/drawing/2014/main" id="{3C3A9D59-B378-40B8-8157-7466E4EEBF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015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rgbClr val="7BA946"/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  <p:sp>
          <p:nvSpPr>
            <p:cNvPr id="119" name="Rectangle 6">
              <a:extLst>
                <a:ext uri="{FF2B5EF4-FFF2-40B4-BE49-F238E27FC236}">
                  <a16:creationId xmlns:a16="http://schemas.microsoft.com/office/drawing/2014/main" id="{9A9AE19B-EC4A-461F-A938-2FAB4967D0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111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rgbClr val="7BA946"/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  <p:sp>
          <p:nvSpPr>
            <p:cNvPr id="144" name="Rectangle 7">
              <a:extLst>
                <a:ext uri="{FF2B5EF4-FFF2-40B4-BE49-F238E27FC236}">
                  <a16:creationId xmlns:a16="http://schemas.microsoft.com/office/drawing/2014/main" id="{43FE2B55-CEA6-43E6-A20F-471D813206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207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rgbClr val="7BA946"/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</p:grpSp>
      <p:grpSp>
        <p:nvGrpSpPr>
          <p:cNvPr id="145" name="Group 144">
            <a:extLst>
              <a:ext uri="{FF2B5EF4-FFF2-40B4-BE49-F238E27FC236}">
                <a16:creationId xmlns:a16="http://schemas.microsoft.com/office/drawing/2014/main" id="{F3498746-5023-49F1-A06E-6704B7A31218}"/>
              </a:ext>
            </a:extLst>
          </p:cNvPr>
          <p:cNvGrpSpPr/>
          <p:nvPr/>
        </p:nvGrpSpPr>
        <p:grpSpPr>
          <a:xfrm>
            <a:off x="2946906" y="5395665"/>
            <a:ext cx="2869694" cy="409956"/>
            <a:chOff x="3201572" y="3586089"/>
            <a:chExt cx="4267200" cy="609600"/>
          </a:xfrm>
        </p:grpSpPr>
        <p:sp>
          <p:nvSpPr>
            <p:cNvPr id="146" name="Rectangle 5">
              <a:extLst>
                <a:ext uri="{FF2B5EF4-FFF2-40B4-BE49-F238E27FC236}">
                  <a16:creationId xmlns:a16="http://schemas.microsoft.com/office/drawing/2014/main" id="{DB7EEA7D-8071-421C-9BAD-0223F0E034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015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rgbClr val="7030A0"/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  <p:sp>
          <p:nvSpPr>
            <p:cNvPr id="147" name="Rectangle 6">
              <a:extLst>
                <a:ext uri="{FF2B5EF4-FFF2-40B4-BE49-F238E27FC236}">
                  <a16:creationId xmlns:a16="http://schemas.microsoft.com/office/drawing/2014/main" id="{031D7A77-943A-4501-AB2A-5F69EAA3A1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111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rgbClr val="7030A0"/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  <p:sp>
          <p:nvSpPr>
            <p:cNvPr id="148" name="Rectangle 7">
              <a:extLst>
                <a:ext uri="{FF2B5EF4-FFF2-40B4-BE49-F238E27FC236}">
                  <a16:creationId xmlns:a16="http://schemas.microsoft.com/office/drawing/2014/main" id="{02BF381D-AA30-4AF8-9449-C1F29F072A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207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rgbClr val="7030A0"/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  <p:sp>
          <p:nvSpPr>
            <p:cNvPr id="149" name="Rectangle 8">
              <a:extLst>
                <a:ext uri="{FF2B5EF4-FFF2-40B4-BE49-F238E27FC236}">
                  <a16:creationId xmlns:a16="http://schemas.microsoft.com/office/drawing/2014/main" id="{8FEFC3DA-9B1C-4B86-A57A-F83E30856B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303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rgbClr val="7030A0"/>
                  </a:solidFill>
                  <a:latin typeface="Arial Rounded MT Bold" panose="020F0704030504030204" pitchFamily="34" charset="0"/>
                </a:rPr>
                <a:t>8</a:t>
              </a:r>
            </a:p>
          </p:txBody>
        </p:sp>
        <p:sp>
          <p:nvSpPr>
            <p:cNvPr id="150" name="Rectangle 9">
              <a:extLst>
                <a:ext uri="{FF2B5EF4-FFF2-40B4-BE49-F238E27FC236}">
                  <a16:creationId xmlns:a16="http://schemas.microsoft.com/office/drawing/2014/main" id="{933EF5B0-61BE-4937-B920-6220C54F0E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399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rgbClr val="7030A0"/>
                  </a:solidFill>
                  <a:latin typeface="Arial Rounded MT Bold" panose="020F0704030504030204" pitchFamily="34" charset="0"/>
                </a:rPr>
                <a:t>8</a:t>
              </a:r>
            </a:p>
          </p:txBody>
        </p:sp>
        <p:sp>
          <p:nvSpPr>
            <p:cNvPr id="151" name="Rectangle 10">
              <a:extLst>
                <a:ext uri="{FF2B5EF4-FFF2-40B4-BE49-F238E27FC236}">
                  <a16:creationId xmlns:a16="http://schemas.microsoft.com/office/drawing/2014/main" id="{3CBA7DF7-5CC5-445A-B750-F920CF80FC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495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rgbClr val="7030A0"/>
                  </a:solidFill>
                  <a:latin typeface="Arial Rounded MT Bold" panose="020F0704030504030204" pitchFamily="34" charset="0"/>
                </a:rPr>
                <a:t>7</a:t>
              </a:r>
            </a:p>
          </p:txBody>
        </p:sp>
        <p:sp>
          <p:nvSpPr>
            <p:cNvPr id="152" name="Rectangle 11">
              <a:extLst>
                <a:ext uri="{FF2B5EF4-FFF2-40B4-BE49-F238E27FC236}">
                  <a16:creationId xmlns:a16="http://schemas.microsoft.com/office/drawing/2014/main" id="{36157D0E-6A88-45C7-95B5-C70649BAAB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591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rgbClr val="7030A0"/>
                  </a:solidFill>
                  <a:latin typeface="Arial Rounded MT Bold" panose="020F0704030504030204" pitchFamily="34" charset="0"/>
                </a:rPr>
                <a:t>8</a:t>
              </a:r>
            </a:p>
          </p:txBody>
        </p:sp>
      </p:grpSp>
      <p:grpSp>
        <p:nvGrpSpPr>
          <p:cNvPr id="153" name="Group 152">
            <a:extLst>
              <a:ext uri="{FF2B5EF4-FFF2-40B4-BE49-F238E27FC236}">
                <a16:creationId xmlns:a16="http://schemas.microsoft.com/office/drawing/2014/main" id="{B68CF232-B2CF-405D-BD27-2E282F9CF5B8}"/>
              </a:ext>
            </a:extLst>
          </p:cNvPr>
          <p:cNvGrpSpPr/>
          <p:nvPr/>
        </p:nvGrpSpPr>
        <p:grpSpPr>
          <a:xfrm>
            <a:off x="5817106" y="5395665"/>
            <a:ext cx="2049781" cy="409956"/>
            <a:chOff x="3201572" y="3586089"/>
            <a:chExt cx="3048000" cy="609600"/>
          </a:xfrm>
        </p:grpSpPr>
        <p:sp>
          <p:nvSpPr>
            <p:cNvPr id="154" name="Rectangle 5">
              <a:extLst>
                <a:ext uri="{FF2B5EF4-FFF2-40B4-BE49-F238E27FC236}">
                  <a16:creationId xmlns:a16="http://schemas.microsoft.com/office/drawing/2014/main" id="{7C078977-1D6B-42C0-8EA7-A8C4CB3B64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015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rgbClr val="7030A0"/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  <p:sp>
          <p:nvSpPr>
            <p:cNvPr id="155" name="Rectangle 6">
              <a:extLst>
                <a:ext uri="{FF2B5EF4-FFF2-40B4-BE49-F238E27FC236}">
                  <a16:creationId xmlns:a16="http://schemas.microsoft.com/office/drawing/2014/main" id="{AA4C5B33-2C86-4049-83F7-B62D88B164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111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rgbClr val="7030A0"/>
                  </a:solidFill>
                  <a:latin typeface="Arial Rounded MT Bold" panose="020F0704030504030204" pitchFamily="34" charset="0"/>
                </a:rPr>
                <a:t>2</a:t>
              </a:r>
            </a:p>
          </p:txBody>
        </p:sp>
        <p:sp>
          <p:nvSpPr>
            <p:cNvPr id="156" name="Rectangle 7">
              <a:extLst>
                <a:ext uri="{FF2B5EF4-FFF2-40B4-BE49-F238E27FC236}">
                  <a16:creationId xmlns:a16="http://schemas.microsoft.com/office/drawing/2014/main" id="{02ECEB32-93B8-40DD-8ADF-F7C954F58E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207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rgbClr val="7030A0"/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  <p:sp>
          <p:nvSpPr>
            <p:cNvPr id="157" name="Rectangle 8">
              <a:extLst>
                <a:ext uri="{FF2B5EF4-FFF2-40B4-BE49-F238E27FC236}">
                  <a16:creationId xmlns:a16="http://schemas.microsoft.com/office/drawing/2014/main" id="{CAAE698A-8A8B-4A2B-969B-DF7F22DC3C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303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rgbClr val="7030A0"/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  <p:sp>
          <p:nvSpPr>
            <p:cNvPr id="158" name="Rectangle 9">
              <a:extLst>
                <a:ext uri="{FF2B5EF4-FFF2-40B4-BE49-F238E27FC236}">
                  <a16:creationId xmlns:a16="http://schemas.microsoft.com/office/drawing/2014/main" id="{30691955-348B-4DF2-8995-10449D5915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399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rgbClr val="7030A0"/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</p:grpSp>
      <p:sp>
        <p:nvSpPr>
          <p:cNvPr id="159" name="Rectangle 6">
            <a:extLst>
              <a:ext uri="{FF2B5EF4-FFF2-40B4-BE49-F238E27FC236}">
                <a16:creationId xmlns:a16="http://schemas.microsoft.com/office/drawing/2014/main" id="{D0E46952-9685-401C-A5C7-7A037C906A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31362" y="5395665"/>
            <a:ext cx="409956" cy="40995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en-US" sz="2400" b="1" dirty="0">
                <a:solidFill>
                  <a:srgbClr val="7030A0"/>
                </a:solidFill>
                <a:latin typeface="Arial Rounded MT Bold" panose="020F0704030504030204" pitchFamily="34" charset="0"/>
              </a:rPr>
              <a:t>0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505E82F7-903A-457A-B046-87DC4216F82A}"/>
              </a:ext>
            </a:extLst>
          </p:cNvPr>
          <p:cNvSpPr/>
          <p:nvPr/>
        </p:nvSpPr>
        <p:spPr>
          <a:xfrm>
            <a:off x="9987785" y="2976773"/>
            <a:ext cx="792990" cy="972176"/>
          </a:xfrm>
          <a:prstGeom prst="rect">
            <a:avLst/>
          </a:prstGeom>
          <a:solidFill>
            <a:srgbClr val="FFFF00">
              <a:alpha val="40000"/>
            </a:srgbClr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F38DED6A-FC3D-4712-9BDC-3B1892853570}"/>
              </a:ext>
            </a:extLst>
          </p:cNvPr>
          <p:cNvCxnSpPr>
            <a:stCxn id="50" idx="1"/>
          </p:cNvCxnSpPr>
          <p:nvPr/>
        </p:nvCxnSpPr>
        <p:spPr>
          <a:xfrm flipH="1">
            <a:off x="4660900" y="3462861"/>
            <a:ext cx="5326885" cy="29639"/>
          </a:xfrm>
          <a:prstGeom prst="straightConnector1">
            <a:avLst/>
          </a:prstGeom>
          <a:ln w="28575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2" name="Group 51">
            <a:extLst>
              <a:ext uri="{FF2B5EF4-FFF2-40B4-BE49-F238E27FC236}">
                <a16:creationId xmlns:a16="http://schemas.microsoft.com/office/drawing/2014/main" id="{FB751A65-BDF3-4245-B9CC-355E10C813E4}"/>
              </a:ext>
            </a:extLst>
          </p:cNvPr>
          <p:cNvGrpSpPr/>
          <p:nvPr/>
        </p:nvGrpSpPr>
        <p:grpSpPr>
          <a:xfrm>
            <a:off x="4109718" y="2552699"/>
            <a:ext cx="551182" cy="3387679"/>
            <a:chOff x="6560818" y="2552699"/>
            <a:chExt cx="551182" cy="3387679"/>
          </a:xfrm>
        </p:grpSpPr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3CB09E22-6B3C-4AC1-8DC0-5076A349CC8A}"/>
                </a:ext>
              </a:extLst>
            </p:cNvPr>
            <p:cNvSpPr/>
            <p:nvPr/>
          </p:nvSpPr>
          <p:spPr>
            <a:xfrm>
              <a:off x="6560818" y="2552699"/>
              <a:ext cx="551182" cy="1866901"/>
            </a:xfrm>
            <a:prstGeom prst="rect">
              <a:avLst/>
            </a:prstGeom>
            <a:solidFill>
              <a:srgbClr val="FFFF00">
                <a:alpha val="40000"/>
              </a:srgbClr>
            </a:solidFill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321AEE92-AB71-43E9-A320-2A09E61B8F86}"/>
                </a:ext>
              </a:extLst>
            </p:cNvPr>
            <p:cNvSpPr/>
            <p:nvPr/>
          </p:nvSpPr>
          <p:spPr>
            <a:xfrm>
              <a:off x="6560818" y="5331529"/>
              <a:ext cx="551182" cy="608849"/>
            </a:xfrm>
            <a:prstGeom prst="rect">
              <a:avLst/>
            </a:prstGeom>
            <a:solidFill>
              <a:srgbClr val="FFFF00">
                <a:alpha val="40000"/>
              </a:srgbClr>
            </a:solidFill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5" name="Straight Arrow Connector 54">
              <a:extLst>
                <a:ext uri="{FF2B5EF4-FFF2-40B4-BE49-F238E27FC236}">
                  <a16:creationId xmlns:a16="http://schemas.microsoft.com/office/drawing/2014/main" id="{25217070-3563-4971-AFF2-13A645300525}"/>
                </a:ext>
              </a:extLst>
            </p:cNvPr>
            <p:cNvCxnSpPr>
              <a:stCxn id="53" idx="2"/>
              <a:endCxn id="54" idx="0"/>
            </p:cNvCxnSpPr>
            <p:nvPr/>
          </p:nvCxnSpPr>
          <p:spPr>
            <a:xfrm>
              <a:off x="6836409" y="4419600"/>
              <a:ext cx="0" cy="911929"/>
            </a:xfrm>
            <a:prstGeom prst="straightConnector1">
              <a:avLst/>
            </a:prstGeom>
            <a:ln w="28575">
              <a:solidFill>
                <a:schemeClr val="accent1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custDataLst>
      <p:tags r:id="rId1"/>
    </p:custDataLst>
    <p:extLst>
      <p:ext uri="{BB962C8B-B14F-4D97-AF65-F5344CB8AC3E}">
        <p14:creationId xmlns:p14="http://schemas.microsoft.com/office/powerpoint/2010/main" val="33296220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r>
              <a:rPr lang="en-US" dirty="0"/>
              <a:t>L.I.M: Summation 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C54A2A7-E68E-4DC1-B358-D6AC5775A699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62/92</a:t>
            </a:r>
          </a:p>
        </p:txBody>
      </p:sp>
      <p:cxnSp>
        <p:nvCxnSpPr>
          <p:cNvPr id="6" name="Straight Connector 5"/>
          <p:cNvCxnSpPr/>
          <p:nvPr/>
        </p:nvCxnSpPr>
        <p:spPr>
          <a:xfrm flipH="1">
            <a:off x="1320800" y="4708478"/>
            <a:ext cx="90424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Rectangle 6">
            <a:extLst>
              <a:ext uri="{FF2B5EF4-FFF2-40B4-BE49-F238E27FC236}">
                <a16:creationId xmlns:a16="http://schemas.microsoft.com/office/drawing/2014/main" id="{2E61857A-BF84-44A9-99F1-12F7958D37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89462" y="3338265"/>
            <a:ext cx="409956" cy="409956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en-US" sz="2400" b="1" dirty="0">
                <a:latin typeface="Arial Rounded MT Bold" panose="020F0704030504030204" pitchFamily="34" charset="0"/>
              </a:rPr>
              <a:t>0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50CA9E4C-1296-45D7-AAB7-31C8930054C4}"/>
              </a:ext>
            </a:extLst>
          </p:cNvPr>
          <p:cNvSpPr txBox="1"/>
          <p:nvPr/>
        </p:nvSpPr>
        <p:spPr>
          <a:xfrm>
            <a:off x="10062458" y="2948349"/>
            <a:ext cx="784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0"/>
              </a:rPr>
              <a:t>carry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FEC04263-657F-41E3-80C1-A5087438F02C}"/>
              </a:ext>
            </a:extLst>
          </p:cNvPr>
          <p:cNvSpPr txBox="1"/>
          <p:nvPr/>
        </p:nvSpPr>
        <p:spPr>
          <a:xfrm>
            <a:off x="1702581" y="3467043"/>
            <a:ext cx="47131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/>
              <a:t>+</a:t>
            </a:r>
          </a:p>
        </p:txBody>
      </p:sp>
      <p:grpSp>
        <p:nvGrpSpPr>
          <p:cNvPr id="68" name="Group 67">
            <a:extLst>
              <a:ext uri="{FF2B5EF4-FFF2-40B4-BE49-F238E27FC236}">
                <a16:creationId xmlns:a16="http://schemas.microsoft.com/office/drawing/2014/main" id="{116DC9EF-0044-4B60-9F56-0BA2970CB24C}"/>
              </a:ext>
            </a:extLst>
          </p:cNvPr>
          <p:cNvGrpSpPr/>
          <p:nvPr/>
        </p:nvGrpSpPr>
        <p:grpSpPr>
          <a:xfrm>
            <a:off x="2940574" y="2659943"/>
            <a:ext cx="2869694" cy="409956"/>
            <a:chOff x="3201572" y="3586089"/>
            <a:chExt cx="4267200" cy="609600"/>
          </a:xfrm>
        </p:grpSpPr>
        <p:sp>
          <p:nvSpPr>
            <p:cNvPr id="69" name="Rectangle 5">
              <a:extLst>
                <a:ext uri="{FF2B5EF4-FFF2-40B4-BE49-F238E27FC236}">
                  <a16:creationId xmlns:a16="http://schemas.microsoft.com/office/drawing/2014/main" id="{7766D525-80AB-456D-8351-29D1D90661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015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rgbClr val="FF0000"/>
                  </a:solidFill>
                  <a:latin typeface="Arial Rounded MT Bold" panose="020F0704030504030204" pitchFamily="34" charset="0"/>
                </a:rPr>
                <a:t>8</a:t>
              </a:r>
            </a:p>
          </p:txBody>
        </p:sp>
        <p:sp>
          <p:nvSpPr>
            <p:cNvPr id="70" name="Rectangle 6">
              <a:extLst>
                <a:ext uri="{FF2B5EF4-FFF2-40B4-BE49-F238E27FC236}">
                  <a16:creationId xmlns:a16="http://schemas.microsoft.com/office/drawing/2014/main" id="{60746FE9-180F-4563-A262-A609C883F1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111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rgbClr val="FF0000"/>
                  </a:solidFill>
                  <a:latin typeface="Arial Rounded MT Bold" panose="020F0704030504030204" pitchFamily="34" charset="0"/>
                </a:rPr>
                <a:t>5</a:t>
              </a:r>
            </a:p>
          </p:txBody>
        </p:sp>
        <p:sp>
          <p:nvSpPr>
            <p:cNvPr id="71" name="Rectangle 7">
              <a:extLst>
                <a:ext uri="{FF2B5EF4-FFF2-40B4-BE49-F238E27FC236}">
                  <a16:creationId xmlns:a16="http://schemas.microsoft.com/office/drawing/2014/main" id="{17958A71-F578-4A6A-8581-90A7DD5D82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207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rgbClr val="FF0000"/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  <p:sp>
          <p:nvSpPr>
            <p:cNvPr id="72" name="Rectangle 8">
              <a:extLst>
                <a:ext uri="{FF2B5EF4-FFF2-40B4-BE49-F238E27FC236}">
                  <a16:creationId xmlns:a16="http://schemas.microsoft.com/office/drawing/2014/main" id="{354AC5B0-DF46-4ED7-B142-980DCE0443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303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rgbClr val="FF0000"/>
                  </a:solidFill>
                  <a:latin typeface="Arial Rounded MT Bold" panose="020F0704030504030204" pitchFamily="34" charset="0"/>
                </a:rPr>
                <a:t>3</a:t>
              </a:r>
            </a:p>
          </p:txBody>
        </p:sp>
        <p:sp>
          <p:nvSpPr>
            <p:cNvPr id="73" name="Rectangle 9">
              <a:extLst>
                <a:ext uri="{FF2B5EF4-FFF2-40B4-BE49-F238E27FC236}">
                  <a16:creationId xmlns:a16="http://schemas.microsoft.com/office/drawing/2014/main" id="{F0AD979B-BB0C-409E-80C1-E32767ACAE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399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rgbClr val="FF0000"/>
                  </a:solidFill>
                  <a:latin typeface="Arial Rounded MT Bold" panose="020F0704030504030204" pitchFamily="34" charset="0"/>
                </a:rPr>
                <a:t>6</a:t>
              </a:r>
            </a:p>
          </p:txBody>
        </p:sp>
        <p:sp>
          <p:nvSpPr>
            <p:cNvPr id="74" name="Rectangle 10">
              <a:extLst>
                <a:ext uri="{FF2B5EF4-FFF2-40B4-BE49-F238E27FC236}">
                  <a16:creationId xmlns:a16="http://schemas.microsoft.com/office/drawing/2014/main" id="{4F9EFFC3-31F1-457B-BE06-6756BBA8D4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495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rgbClr val="FF0000"/>
                  </a:solidFill>
                  <a:latin typeface="Arial Rounded MT Bold" panose="020F0704030504030204" pitchFamily="34" charset="0"/>
                </a:rPr>
                <a:t>8</a:t>
              </a:r>
            </a:p>
          </p:txBody>
        </p:sp>
        <p:sp>
          <p:nvSpPr>
            <p:cNvPr id="75" name="Rectangle 11">
              <a:extLst>
                <a:ext uri="{FF2B5EF4-FFF2-40B4-BE49-F238E27FC236}">
                  <a16:creationId xmlns:a16="http://schemas.microsoft.com/office/drawing/2014/main" id="{AC25D356-805E-4298-83CF-267C46155C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591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rgbClr val="FF0000"/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F11FBD64-4576-49EC-B34E-683C7C805D91}"/>
              </a:ext>
            </a:extLst>
          </p:cNvPr>
          <p:cNvGrpSpPr/>
          <p:nvPr/>
        </p:nvGrpSpPr>
        <p:grpSpPr>
          <a:xfrm>
            <a:off x="5810774" y="2659943"/>
            <a:ext cx="2049781" cy="409956"/>
            <a:chOff x="3201572" y="3586089"/>
            <a:chExt cx="3048000" cy="609600"/>
          </a:xfrm>
        </p:grpSpPr>
        <p:sp>
          <p:nvSpPr>
            <p:cNvPr id="77" name="Rectangle 5">
              <a:extLst>
                <a:ext uri="{FF2B5EF4-FFF2-40B4-BE49-F238E27FC236}">
                  <a16:creationId xmlns:a16="http://schemas.microsoft.com/office/drawing/2014/main" id="{8CC3BE4D-3823-4AFA-A1B2-D2AB860E6A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015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rgbClr val="FF0000"/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  <p:sp>
          <p:nvSpPr>
            <p:cNvPr id="78" name="Rectangle 6">
              <a:extLst>
                <a:ext uri="{FF2B5EF4-FFF2-40B4-BE49-F238E27FC236}">
                  <a16:creationId xmlns:a16="http://schemas.microsoft.com/office/drawing/2014/main" id="{9980DFA9-A0E8-4D5D-AD83-02E494C8D7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111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rgbClr val="FF0000"/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  <p:sp>
          <p:nvSpPr>
            <p:cNvPr id="79" name="Rectangle 7">
              <a:extLst>
                <a:ext uri="{FF2B5EF4-FFF2-40B4-BE49-F238E27FC236}">
                  <a16:creationId xmlns:a16="http://schemas.microsoft.com/office/drawing/2014/main" id="{300FFE48-200D-477B-9BEA-E27107C2DB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207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rgbClr val="FF0000"/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  <p:sp>
          <p:nvSpPr>
            <p:cNvPr id="80" name="Rectangle 8">
              <a:extLst>
                <a:ext uri="{FF2B5EF4-FFF2-40B4-BE49-F238E27FC236}">
                  <a16:creationId xmlns:a16="http://schemas.microsoft.com/office/drawing/2014/main" id="{543193B7-2733-489E-B3E5-FD4F232755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303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rgbClr val="FF0000"/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  <p:sp>
          <p:nvSpPr>
            <p:cNvPr id="90" name="Rectangle 9">
              <a:extLst>
                <a:ext uri="{FF2B5EF4-FFF2-40B4-BE49-F238E27FC236}">
                  <a16:creationId xmlns:a16="http://schemas.microsoft.com/office/drawing/2014/main" id="{FBB626F8-8CBA-4336-9954-82A69FD576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399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rgbClr val="FF0000"/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</p:grpSp>
      <p:grpSp>
        <p:nvGrpSpPr>
          <p:cNvPr id="91" name="Group 90">
            <a:extLst>
              <a:ext uri="{FF2B5EF4-FFF2-40B4-BE49-F238E27FC236}">
                <a16:creationId xmlns:a16="http://schemas.microsoft.com/office/drawing/2014/main" id="{A2446B53-E926-4DE5-B1E5-F64A934E2463}"/>
              </a:ext>
            </a:extLst>
          </p:cNvPr>
          <p:cNvGrpSpPr/>
          <p:nvPr/>
        </p:nvGrpSpPr>
        <p:grpSpPr>
          <a:xfrm>
            <a:off x="3753374" y="3333043"/>
            <a:ext cx="2869694" cy="409956"/>
            <a:chOff x="3201572" y="3586089"/>
            <a:chExt cx="4267200" cy="609600"/>
          </a:xfrm>
        </p:grpSpPr>
        <p:sp>
          <p:nvSpPr>
            <p:cNvPr id="92" name="Rectangle 5">
              <a:extLst>
                <a:ext uri="{FF2B5EF4-FFF2-40B4-BE49-F238E27FC236}">
                  <a16:creationId xmlns:a16="http://schemas.microsoft.com/office/drawing/2014/main" id="{22B7C58F-7E04-4EDF-A701-6BA7CD14E9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015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chemeClr val="accent5">
                      <a:lumMod val="75000"/>
                    </a:schemeClr>
                  </a:solidFill>
                  <a:latin typeface="Arial Rounded MT Bold" panose="020F0704030504030204" pitchFamily="34" charset="0"/>
                </a:rPr>
                <a:t>7</a:t>
              </a:r>
            </a:p>
          </p:txBody>
        </p:sp>
        <p:sp>
          <p:nvSpPr>
            <p:cNvPr id="93" name="Rectangle 6">
              <a:extLst>
                <a:ext uri="{FF2B5EF4-FFF2-40B4-BE49-F238E27FC236}">
                  <a16:creationId xmlns:a16="http://schemas.microsoft.com/office/drawing/2014/main" id="{7E0D81D6-B7E8-48B0-ADD9-B02ADD36EA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111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chemeClr val="accent5">
                      <a:lumMod val="75000"/>
                    </a:schemeClr>
                  </a:solidFill>
                  <a:latin typeface="Arial Rounded MT Bold" panose="020F0704030504030204" pitchFamily="34" charset="0"/>
                </a:rPr>
                <a:t>5</a:t>
              </a:r>
            </a:p>
          </p:txBody>
        </p:sp>
        <p:sp>
          <p:nvSpPr>
            <p:cNvPr id="99" name="Rectangle 7">
              <a:extLst>
                <a:ext uri="{FF2B5EF4-FFF2-40B4-BE49-F238E27FC236}">
                  <a16:creationId xmlns:a16="http://schemas.microsoft.com/office/drawing/2014/main" id="{035413F3-3302-4D33-A697-18BB9FBFD6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207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chemeClr val="accent5">
                      <a:lumMod val="75000"/>
                    </a:schemeClr>
                  </a:solidFill>
                  <a:latin typeface="Arial Rounded MT Bold" panose="020F0704030504030204" pitchFamily="34" charset="0"/>
                </a:rPr>
                <a:t>1</a:t>
              </a:r>
            </a:p>
          </p:txBody>
        </p:sp>
        <p:sp>
          <p:nvSpPr>
            <p:cNvPr id="100" name="Rectangle 8">
              <a:extLst>
                <a:ext uri="{FF2B5EF4-FFF2-40B4-BE49-F238E27FC236}">
                  <a16:creationId xmlns:a16="http://schemas.microsoft.com/office/drawing/2014/main" id="{56EB0B4D-0DE6-4585-B4CC-312A331AEE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303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chemeClr val="accent5">
                      <a:lumMod val="75000"/>
                    </a:schemeClr>
                  </a:solidFill>
                  <a:latin typeface="Arial Rounded MT Bold" panose="020F0704030504030204" pitchFamily="34" charset="0"/>
                </a:rPr>
                <a:t>9</a:t>
              </a:r>
            </a:p>
          </p:txBody>
        </p:sp>
        <p:sp>
          <p:nvSpPr>
            <p:cNvPr id="113" name="Rectangle 9">
              <a:extLst>
                <a:ext uri="{FF2B5EF4-FFF2-40B4-BE49-F238E27FC236}">
                  <a16:creationId xmlns:a16="http://schemas.microsoft.com/office/drawing/2014/main" id="{517B316A-E0D8-4E3F-AB7A-93837DBEDF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399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chemeClr val="accent5">
                      <a:lumMod val="75000"/>
                    </a:schemeClr>
                  </a:solidFill>
                  <a:latin typeface="Arial Rounded MT Bold" panose="020F0704030504030204" pitchFamily="34" charset="0"/>
                </a:rPr>
                <a:t>8</a:t>
              </a:r>
            </a:p>
          </p:txBody>
        </p:sp>
        <p:sp>
          <p:nvSpPr>
            <p:cNvPr id="114" name="Rectangle 10">
              <a:extLst>
                <a:ext uri="{FF2B5EF4-FFF2-40B4-BE49-F238E27FC236}">
                  <a16:creationId xmlns:a16="http://schemas.microsoft.com/office/drawing/2014/main" id="{D4FC3541-8F84-407D-9582-3572FA394C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495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chemeClr val="accent5">
                      <a:lumMod val="75000"/>
                    </a:schemeClr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  <p:sp>
          <p:nvSpPr>
            <p:cNvPr id="116" name="Rectangle 11">
              <a:extLst>
                <a:ext uri="{FF2B5EF4-FFF2-40B4-BE49-F238E27FC236}">
                  <a16:creationId xmlns:a16="http://schemas.microsoft.com/office/drawing/2014/main" id="{2FACE596-A043-4CB7-9750-48E6C09DB2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591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chemeClr val="accent5">
                      <a:lumMod val="75000"/>
                    </a:schemeClr>
                  </a:solidFill>
                  <a:latin typeface="Arial Rounded MT Bold" panose="020F0704030504030204" pitchFamily="34" charset="0"/>
                </a:rPr>
                <a:t>2</a:t>
              </a:r>
            </a:p>
          </p:txBody>
        </p:sp>
      </p:grpSp>
      <p:grpSp>
        <p:nvGrpSpPr>
          <p:cNvPr id="117" name="Group 116">
            <a:extLst>
              <a:ext uri="{FF2B5EF4-FFF2-40B4-BE49-F238E27FC236}">
                <a16:creationId xmlns:a16="http://schemas.microsoft.com/office/drawing/2014/main" id="{F18B77CD-2132-4798-B9C5-8837A4106A2F}"/>
              </a:ext>
            </a:extLst>
          </p:cNvPr>
          <p:cNvGrpSpPr/>
          <p:nvPr/>
        </p:nvGrpSpPr>
        <p:grpSpPr>
          <a:xfrm>
            <a:off x="6623574" y="3333043"/>
            <a:ext cx="1229869" cy="409956"/>
            <a:chOff x="3201572" y="3586089"/>
            <a:chExt cx="1828800" cy="609600"/>
          </a:xfrm>
        </p:grpSpPr>
        <p:sp>
          <p:nvSpPr>
            <p:cNvPr id="118" name="Rectangle 5">
              <a:extLst>
                <a:ext uri="{FF2B5EF4-FFF2-40B4-BE49-F238E27FC236}">
                  <a16:creationId xmlns:a16="http://schemas.microsoft.com/office/drawing/2014/main" id="{3C3A9D59-B378-40B8-8157-7466E4EEBF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015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rgbClr val="7BA946"/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  <p:sp>
          <p:nvSpPr>
            <p:cNvPr id="119" name="Rectangle 6">
              <a:extLst>
                <a:ext uri="{FF2B5EF4-FFF2-40B4-BE49-F238E27FC236}">
                  <a16:creationId xmlns:a16="http://schemas.microsoft.com/office/drawing/2014/main" id="{9A9AE19B-EC4A-461F-A938-2FAB4967D0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111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rgbClr val="7BA946"/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  <p:sp>
          <p:nvSpPr>
            <p:cNvPr id="144" name="Rectangle 7">
              <a:extLst>
                <a:ext uri="{FF2B5EF4-FFF2-40B4-BE49-F238E27FC236}">
                  <a16:creationId xmlns:a16="http://schemas.microsoft.com/office/drawing/2014/main" id="{43FE2B55-CEA6-43E6-A20F-471D813206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207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rgbClr val="7BA946"/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</p:grpSp>
      <p:grpSp>
        <p:nvGrpSpPr>
          <p:cNvPr id="145" name="Group 144">
            <a:extLst>
              <a:ext uri="{FF2B5EF4-FFF2-40B4-BE49-F238E27FC236}">
                <a16:creationId xmlns:a16="http://schemas.microsoft.com/office/drawing/2014/main" id="{F3498746-5023-49F1-A06E-6704B7A31218}"/>
              </a:ext>
            </a:extLst>
          </p:cNvPr>
          <p:cNvGrpSpPr/>
          <p:nvPr/>
        </p:nvGrpSpPr>
        <p:grpSpPr>
          <a:xfrm>
            <a:off x="2946906" y="5395665"/>
            <a:ext cx="2869694" cy="409956"/>
            <a:chOff x="3201572" y="3586089"/>
            <a:chExt cx="4267200" cy="609600"/>
          </a:xfrm>
        </p:grpSpPr>
        <p:sp>
          <p:nvSpPr>
            <p:cNvPr id="146" name="Rectangle 5">
              <a:extLst>
                <a:ext uri="{FF2B5EF4-FFF2-40B4-BE49-F238E27FC236}">
                  <a16:creationId xmlns:a16="http://schemas.microsoft.com/office/drawing/2014/main" id="{DB7EEA7D-8071-421C-9BAD-0223F0E034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015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rgbClr val="7030A0"/>
                  </a:solidFill>
                  <a:latin typeface="Arial Rounded MT Bold" panose="020F0704030504030204" pitchFamily="34" charset="0"/>
                </a:rPr>
                <a:t>8</a:t>
              </a:r>
            </a:p>
          </p:txBody>
        </p:sp>
        <p:sp>
          <p:nvSpPr>
            <p:cNvPr id="147" name="Rectangle 6">
              <a:extLst>
                <a:ext uri="{FF2B5EF4-FFF2-40B4-BE49-F238E27FC236}">
                  <a16:creationId xmlns:a16="http://schemas.microsoft.com/office/drawing/2014/main" id="{031D7A77-943A-4501-AB2A-5F69EAA3A1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111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rgbClr val="7030A0"/>
                  </a:solidFill>
                  <a:latin typeface="Arial Rounded MT Bold" panose="020F0704030504030204" pitchFamily="34" charset="0"/>
                </a:rPr>
                <a:t>5</a:t>
              </a:r>
            </a:p>
          </p:txBody>
        </p:sp>
        <p:sp>
          <p:nvSpPr>
            <p:cNvPr id="148" name="Rectangle 7">
              <a:extLst>
                <a:ext uri="{FF2B5EF4-FFF2-40B4-BE49-F238E27FC236}">
                  <a16:creationId xmlns:a16="http://schemas.microsoft.com/office/drawing/2014/main" id="{02BF381D-AA30-4AF8-9449-C1F29F072A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207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rgbClr val="7030A0"/>
                  </a:solidFill>
                  <a:latin typeface="Arial Rounded MT Bold" panose="020F0704030504030204" pitchFamily="34" charset="0"/>
                </a:rPr>
                <a:t>7</a:t>
              </a:r>
            </a:p>
          </p:txBody>
        </p:sp>
        <p:sp>
          <p:nvSpPr>
            <p:cNvPr id="149" name="Rectangle 8">
              <a:extLst>
                <a:ext uri="{FF2B5EF4-FFF2-40B4-BE49-F238E27FC236}">
                  <a16:creationId xmlns:a16="http://schemas.microsoft.com/office/drawing/2014/main" id="{8FEFC3DA-9B1C-4B86-A57A-F83E30856B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303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rgbClr val="7030A0"/>
                  </a:solidFill>
                  <a:latin typeface="Arial Rounded MT Bold" panose="020F0704030504030204" pitchFamily="34" charset="0"/>
                </a:rPr>
                <a:t>8</a:t>
              </a:r>
            </a:p>
          </p:txBody>
        </p:sp>
        <p:sp>
          <p:nvSpPr>
            <p:cNvPr id="150" name="Rectangle 9">
              <a:extLst>
                <a:ext uri="{FF2B5EF4-FFF2-40B4-BE49-F238E27FC236}">
                  <a16:creationId xmlns:a16="http://schemas.microsoft.com/office/drawing/2014/main" id="{933EF5B0-61BE-4937-B920-6220C54F0E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399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rgbClr val="7030A0"/>
                  </a:solidFill>
                  <a:latin typeface="Arial Rounded MT Bold" panose="020F0704030504030204" pitchFamily="34" charset="0"/>
                </a:rPr>
                <a:t>8</a:t>
              </a:r>
            </a:p>
          </p:txBody>
        </p:sp>
        <p:sp>
          <p:nvSpPr>
            <p:cNvPr id="151" name="Rectangle 10">
              <a:extLst>
                <a:ext uri="{FF2B5EF4-FFF2-40B4-BE49-F238E27FC236}">
                  <a16:creationId xmlns:a16="http://schemas.microsoft.com/office/drawing/2014/main" id="{3CBA7DF7-5CC5-445A-B750-F920CF80FC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495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rgbClr val="7030A0"/>
                  </a:solidFill>
                  <a:latin typeface="Arial Rounded MT Bold" panose="020F0704030504030204" pitchFamily="34" charset="0"/>
                </a:rPr>
                <a:t>7</a:t>
              </a:r>
            </a:p>
          </p:txBody>
        </p:sp>
        <p:sp>
          <p:nvSpPr>
            <p:cNvPr id="152" name="Rectangle 11">
              <a:extLst>
                <a:ext uri="{FF2B5EF4-FFF2-40B4-BE49-F238E27FC236}">
                  <a16:creationId xmlns:a16="http://schemas.microsoft.com/office/drawing/2014/main" id="{36157D0E-6A88-45C7-95B5-C70649BAAB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591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rgbClr val="7030A0"/>
                  </a:solidFill>
                  <a:latin typeface="Arial Rounded MT Bold" panose="020F0704030504030204" pitchFamily="34" charset="0"/>
                </a:rPr>
                <a:t>8</a:t>
              </a:r>
            </a:p>
          </p:txBody>
        </p:sp>
      </p:grpSp>
      <p:grpSp>
        <p:nvGrpSpPr>
          <p:cNvPr id="153" name="Group 152">
            <a:extLst>
              <a:ext uri="{FF2B5EF4-FFF2-40B4-BE49-F238E27FC236}">
                <a16:creationId xmlns:a16="http://schemas.microsoft.com/office/drawing/2014/main" id="{B68CF232-B2CF-405D-BD27-2E282F9CF5B8}"/>
              </a:ext>
            </a:extLst>
          </p:cNvPr>
          <p:cNvGrpSpPr/>
          <p:nvPr/>
        </p:nvGrpSpPr>
        <p:grpSpPr>
          <a:xfrm>
            <a:off x="5817106" y="5395665"/>
            <a:ext cx="2049781" cy="409956"/>
            <a:chOff x="3201572" y="3586089"/>
            <a:chExt cx="3048000" cy="609600"/>
          </a:xfrm>
        </p:grpSpPr>
        <p:sp>
          <p:nvSpPr>
            <p:cNvPr id="154" name="Rectangle 5">
              <a:extLst>
                <a:ext uri="{FF2B5EF4-FFF2-40B4-BE49-F238E27FC236}">
                  <a16:creationId xmlns:a16="http://schemas.microsoft.com/office/drawing/2014/main" id="{7C078977-1D6B-42C0-8EA7-A8C4CB3B64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015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rgbClr val="7030A0"/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  <p:sp>
          <p:nvSpPr>
            <p:cNvPr id="155" name="Rectangle 6">
              <a:extLst>
                <a:ext uri="{FF2B5EF4-FFF2-40B4-BE49-F238E27FC236}">
                  <a16:creationId xmlns:a16="http://schemas.microsoft.com/office/drawing/2014/main" id="{AA4C5B33-2C86-4049-83F7-B62D88B164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111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rgbClr val="7030A0"/>
                  </a:solidFill>
                  <a:latin typeface="Arial Rounded MT Bold" panose="020F0704030504030204" pitchFamily="34" charset="0"/>
                </a:rPr>
                <a:t>2</a:t>
              </a:r>
            </a:p>
          </p:txBody>
        </p:sp>
        <p:sp>
          <p:nvSpPr>
            <p:cNvPr id="156" name="Rectangle 7">
              <a:extLst>
                <a:ext uri="{FF2B5EF4-FFF2-40B4-BE49-F238E27FC236}">
                  <a16:creationId xmlns:a16="http://schemas.microsoft.com/office/drawing/2014/main" id="{02ECEB32-93B8-40DD-8ADF-F7C954F58E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207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rgbClr val="7030A0"/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  <p:sp>
          <p:nvSpPr>
            <p:cNvPr id="157" name="Rectangle 8">
              <a:extLst>
                <a:ext uri="{FF2B5EF4-FFF2-40B4-BE49-F238E27FC236}">
                  <a16:creationId xmlns:a16="http://schemas.microsoft.com/office/drawing/2014/main" id="{CAAE698A-8A8B-4A2B-969B-DF7F22DC3C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303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rgbClr val="7030A0"/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  <p:sp>
          <p:nvSpPr>
            <p:cNvPr id="158" name="Rectangle 9">
              <a:extLst>
                <a:ext uri="{FF2B5EF4-FFF2-40B4-BE49-F238E27FC236}">
                  <a16:creationId xmlns:a16="http://schemas.microsoft.com/office/drawing/2014/main" id="{30691955-348B-4DF2-8995-10449D5915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39972" y="3586089"/>
              <a:ext cx="6096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rgbClr val="7030A0"/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</p:grpSp>
      <p:sp>
        <p:nvSpPr>
          <p:cNvPr id="159" name="Rectangle 6">
            <a:extLst>
              <a:ext uri="{FF2B5EF4-FFF2-40B4-BE49-F238E27FC236}">
                <a16:creationId xmlns:a16="http://schemas.microsoft.com/office/drawing/2014/main" id="{D0E46952-9685-401C-A5C7-7A037C906A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31362" y="5395665"/>
            <a:ext cx="409956" cy="40995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en-US" sz="2400" b="1" dirty="0">
                <a:solidFill>
                  <a:srgbClr val="7030A0"/>
                </a:solidFill>
                <a:latin typeface="Arial Rounded MT Bold" panose="020F0704030504030204" pitchFamily="34" charset="0"/>
              </a:rPr>
              <a:t>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30E0859-8365-4835-ABCF-CABE85CBE787}"/>
                  </a:ext>
                </a:extLst>
              </p:cNvPr>
              <p:cNvSpPr txBox="1"/>
              <p:nvPr/>
            </p:nvSpPr>
            <p:spPr>
              <a:xfrm>
                <a:off x="9198845" y="5360797"/>
                <a:ext cx="923586" cy="46166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30E0859-8365-4835-ABCF-CABE85CBE7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98845" y="5360797"/>
                <a:ext cx="923586" cy="461665"/>
              </a:xfrm>
              <a:prstGeom prst="rect">
                <a:avLst/>
              </a:prstGeom>
              <a:blipFill>
                <a:blip r:embed="rId4"/>
                <a:stretch>
                  <a:fillRect b="-16667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11591711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r>
              <a:rPr lang="en-US" dirty="0"/>
              <a:t>Example 4: Large Integer Multiplication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3E16E55-BB1F-46F1-B98D-5E2DF6137614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63/92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2CF96462-D505-47C9-A1C4-0FCC1A7B4063}"/>
                  </a:ext>
                </a:extLst>
              </p:cNvPr>
              <p:cNvSpPr/>
              <p:nvPr/>
            </p:nvSpPr>
            <p:spPr>
              <a:xfrm>
                <a:off x="1485900" y="2552446"/>
                <a:ext cx="8964386" cy="241816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2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     </m:t>
                      </m:r>
                      <m:r>
                        <a:rPr lang="en-US" sz="20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𝟖</m:t>
                      </m:r>
                      <m:r>
                        <a:rPr lang="en-US" sz="20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0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𝟐𝟓𝟔</m:t>
                      </m:r>
                      <m:r>
                        <a:rPr lang="en-US" sz="2000" b="1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000" b="1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𝟕𝟑𝟒</m:t>
                      </m:r>
                      <m:r>
                        <a:rPr lang="en-US" sz="2000" b="1" i="1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sz="2000" b="1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𝟏𝟎𝟑</m:t>
                      </m:r>
                      <m:r>
                        <a:rPr lang="en-US" sz="2000" b="1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000" b="1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𝟖𝟕𝟓</m:t>
                      </m:r>
                      <m:r>
                        <a:rPr lang="en-US" sz="2000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US" sz="2000" b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𝟖</m:t>
                      </m:r>
                      <m:r>
                        <a:rPr lang="en-US" sz="20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0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𝟐𝟓𝟔</m:t>
                      </m:r>
                      <m:r>
                        <a:rPr lang="en-US" sz="2000" b="1" i="1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𝟏𝟎𝟎𝟎</m:t>
                      </m:r>
                      <m:r>
                        <a:rPr lang="en-US" sz="2000" b="1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000" b="1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𝟕𝟑𝟒</m:t>
                      </m:r>
                      <m:r>
                        <a:rPr lang="en-US" sz="2000" b="1" i="1">
                          <a:latin typeface="Cambria Math" panose="02040503050406030204" pitchFamily="18" charset="0"/>
                        </a:rPr>
                        <m:t>)∗(</m:t>
                      </m:r>
                      <m:r>
                        <a:rPr lang="en-US" sz="2000" b="1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𝟏𝟎𝟑</m:t>
                      </m:r>
                      <m:r>
                        <a:rPr lang="en-US" sz="2000" b="1" i="1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𝟏𝟎𝟎𝟎</m:t>
                      </m:r>
                      <m:r>
                        <a:rPr lang="en-US" sz="2000" b="1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000" b="1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𝟖𝟕𝟓</m:t>
                      </m:r>
                      <m:r>
                        <a:rPr lang="en-US" sz="2000" b="1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000" b="1" i="1" dirty="0">
                  <a:latin typeface="Cambria Math" panose="02040503050406030204" pitchFamily="18" charset="0"/>
                </a:endParaRPr>
              </a:p>
              <a:p>
                <a:pPr>
                  <a:lnSpc>
                    <a:spcPct val="250000"/>
                  </a:lnSpc>
                </a:pPr>
                <a:endParaRPr lang="en-US" sz="2000" b="1" i="1" dirty="0">
                  <a:latin typeface="Cambria Math" panose="02040503050406030204" pitchFamily="18" charset="0"/>
                </a:endParaRPr>
              </a:p>
              <a:p>
                <a:pPr>
                  <a:lnSpc>
                    <a:spcPct val="2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b="1" i="1">
                          <a:latin typeface="Cambria Math" panose="02040503050406030204" pitchFamily="18" charset="0"/>
                        </a:rPr>
                        <m:t>=(</m:t>
                      </m:r>
                      <m:r>
                        <a:rPr lang="en-US" sz="2000" b="1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𝟖</m:t>
                      </m:r>
                      <m:r>
                        <a:rPr lang="en-US" sz="2000" b="1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000" b="1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𝟐𝟓𝟔</m:t>
                      </m:r>
                      <m:r>
                        <a:rPr lang="en-US" sz="2000" b="1" i="1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sz="2000" b="1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𝟏𝟎𝟑</m:t>
                      </m:r>
                      <m:r>
                        <a:rPr lang="en-US" sz="2000" b="1" i="1">
                          <a:latin typeface="Cambria Math" panose="02040503050406030204" pitchFamily="18" charset="0"/>
                        </a:rPr>
                        <m:t>)∗</m:t>
                      </m:r>
                      <m:sSup>
                        <m:sSupPr>
                          <m:ctrlPr>
                            <a:rPr lang="en-US" sz="20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1" i="1">
                              <a:latin typeface="Cambria Math" panose="02040503050406030204" pitchFamily="18" charset="0"/>
                            </a:rPr>
                            <m:t>𝟏𝟎</m:t>
                          </m:r>
                        </m:e>
                        <m:sup>
                          <m:r>
                            <a:rPr lang="en-US" sz="2000" b="1" i="1">
                              <a:latin typeface="Cambria Math" panose="02040503050406030204" pitchFamily="18" charset="0"/>
                            </a:rPr>
                            <m:t>𝟔</m:t>
                          </m:r>
                        </m:sup>
                      </m:sSup>
                      <m:r>
                        <a:rPr lang="en-US" sz="2000" b="1" i="1">
                          <a:latin typeface="Cambria Math" panose="02040503050406030204" pitchFamily="18" charset="0"/>
                        </a:rPr>
                        <m:t>+(</m:t>
                      </m:r>
                      <m:r>
                        <a:rPr lang="en-US" sz="2000" b="1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𝟖</m:t>
                      </m:r>
                      <m:r>
                        <a:rPr lang="en-US" sz="2000" b="1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000" b="1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𝟐𝟓𝟔</m:t>
                      </m:r>
                      <m:r>
                        <a:rPr lang="en-US" sz="2000" b="1" i="1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sz="2000" b="1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𝟖𝟕𝟓</m:t>
                      </m:r>
                      <m:r>
                        <a:rPr lang="en-US" sz="2000" b="1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000" b="1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𝟕𝟑𝟒</m:t>
                      </m:r>
                      <m:r>
                        <a:rPr lang="en-US" sz="2000" b="1" i="1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sz="2000" b="1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𝟏𝟎𝟑</m:t>
                      </m:r>
                      <m:r>
                        <a:rPr lang="en-US" sz="2000" b="1" i="1">
                          <a:latin typeface="Cambria Math" panose="02040503050406030204" pitchFamily="18" charset="0"/>
                        </a:rPr>
                        <m:t>)∗</m:t>
                      </m:r>
                      <m:sSup>
                        <m:sSupPr>
                          <m:ctrlPr>
                            <a:rPr lang="en-US" sz="20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1" i="1">
                              <a:latin typeface="Cambria Math" panose="02040503050406030204" pitchFamily="18" charset="0"/>
                            </a:rPr>
                            <m:t>𝟏𝟎</m:t>
                          </m:r>
                        </m:e>
                        <m:sup>
                          <m:r>
                            <a:rPr lang="en-US" sz="2000" b="1" i="1">
                              <a:latin typeface="Cambria Math" panose="02040503050406030204" pitchFamily="18" charset="0"/>
                            </a:rPr>
                            <m:t>𝟑</m:t>
                          </m:r>
                        </m:sup>
                      </m:sSup>
                      <m:r>
                        <a:rPr lang="en-US" sz="2000" b="1" i="1">
                          <a:latin typeface="Cambria Math" panose="02040503050406030204" pitchFamily="18" charset="0"/>
                        </a:rPr>
                        <m:t>+(</m:t>
                      </m:r>
                      <m:r>
                        <a:rPr lang="en-US" sz="2000" b="1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𝟕𝟑𝟒</m:t>
                      </m:r>
                      <m:r>
                        <a:rPr lang="en-US" sz="2000" b="1" i="1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sz="2000" b="1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𝟖𝟕𝟓</m:t>
                      </m:r>
                      <m:r>
                        <a:rPr lang="en-US" sz="2000" b="1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000" b="1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2CF96462-D505-47C9-A1C4-0FCC1A7B406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5900" y="2552446"/>
                <a:ext cx="8964386" cy="241816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6003C537-462B-4E08-BC79-40487CB445DC}"/>
              </a:ext>
            </a:extLst>
          </p:cNvPr>
          <p:cNvSpPr/>
          <p:nvPr/>
        </p:nvSpPr>
        <p:spPr>
          <a:xfrm>
            <a:off x="1240971" y="4065814"/>
            <a:ext cx="8964386" cy="1076231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ACD5E27E-A698-4CE5-B4A9-B6F586B9FA71}"/>
              </a:ext>
            </a:extLst>
          </p:cNvPr>
          <p:cNvSpPr/>
          <p:nvPr/>
        </p:nvSpPr>
        <p:spPr>
          <a:xfrm>
            <a:off x="4425042" y="2552446"/>
            <a:ext cx="5265965" cy="1076231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0463018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r>
              <a:rPr lang="en-US" dirty="0"/>
              <a:t>Example 4: Large Integer Multiplication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3E16E55-BB1F-46F1-B98D-5E2DF6137614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64/92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2CF96462-D505-47C9-A1C4-0FCC1A7B4063}"/>
                  </a:ext>
                </a:extLst>
              </p:cNvPr>
              <p:cNvSpPr/>
              <p:nvPr/>
            </p:nvSpPr>
            <p:spPr>
              <a:xfrm>
                <a:off x="1485900" y="2552446"/>
                <a:ext cx="8964386" cy="241816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2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       </m:t>
                      </m:r>
                      <m:r>
                        <a:rPr lang="en-US" sz="20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𝟖</m:t>
                      </m:r>
                      <m:r>
                        <a:rPr lang="en-US" sz="20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0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𝟐𝟓𝟔</m:t>
                      </m:r>
                      <m:r>
                        <a:rPr lang="en-US" sz="2000" b="1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000" b="1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𝟕𝟑𝟒</m:t>
                      </m:r>
                      <m:r>
                        <a:rPr lang="en-US" sz="2000" b="1" i="1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sz="2000" b="1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𝟏𝟎𝟑</m:t>
                      </m:r>
                      <m:r>
                        <a:rPr lang="en-US" sz="2000" b="1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000" b="1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𝟖𝟕𝟓</m:t>
                      </m:r>
                      <m:r>
                        <a:rPr lang="en-US" sz="2000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US" sz="2000" b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𝟖</m:t>
                      </m:r>
                      <m:r>
                        <a:rPr lang="en-US" sz="20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0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𝟐𝟓𝟔</m:t>
                      </m:r>
                      <m:r>
                        <a:rPr lang="en-US" sz="2000" b="1" i="1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𝟏𝟎𝟎𝟎</m:t>
                      </m:r>
                      <m:r>
                        <a:rPr lang="en-US" sz="2000" b="1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000" b="1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𝟕𝟑𝟒</m:t>
                      </m:r>
                      <m:r>
                        <a:rPr lang="en-US" sz="2000" b="1" i="1">
                          <a:latin typeface="Cambria Math" panose="02040503050406030204" pitchFamily="18" charset="0"/>
                        </a:rPr>
                        <m:t>)∗(</m:t>
                      </m:r>
                      <m:r>
                        <a:rPr lang="en-US" sz="2000" b="1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𝟏𝟎𝟑</m:t>
                      </m:r>
                      <m:r>
                        <a:rPr lang="en-US" sz="2000" b="1" i="1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𝟏𝟎𝟎𝟎</m:t>
                      </m:r>
                      <m:r>
                        <a:rPr lang="en-US" sz="2000" b="1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000" b="1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𝟖𝟕𝟓</m:t>
                      </m:r>
                      <m:r>
                        <a:rPr lang="en-US" sz="2000" b="1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000" b="1" i="1" dirty="0">
                  <a:latin typeface="Cambria Math" panose="02040503050406030204" pitchFamily="18" charset="0"/>
                </a:endParaRPr>
              </a:p>
              <a:p>
                <a:pPr>
                  <a:lnSpc>
                    <a:spcPct val="250000"/>
                  </a:lnSpc>
                </a:pPr>
                <a:endParaRPr lang="en-US" sz="2000" b="1" i="1" dirty="0">
                  <a:latin typeface="Cambria Math" panose="02040503050406030204" pitchFamily="18" charset="0"/>
                </a:endParaRPr>
              </a:p>
              <a:p>
                <a:pPr>
                  <a:lnSpc>
                    <a:spcPct val="2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b="1" i="1">
                          <a:latin typeface="Cambria Math" panose="02040503050406030204" pitchFamily="18" charset="0"/>
                        </a:rPr>
                        <m:t>=(</m:t>
                      </m:r>
                      <m:r>
                        <a:rPr lang="en-US" sz="2000" b="1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𝟖</m:t>
                      </m:r>
                      <m:r>
                        <a:rPr lang="en-US" sz="2000" b="1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000" b="1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𝟐𝟓𝟔</m:t>
                      </m:r>
                      <m:r>
                        <a:rPr lang="en-US" sz="2000" b="1" i="1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sz="2000" b="1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𝟏𝟎𝟑</m:t>
                      </m:r>
                      <m:r>
                        <a:rPr lang="en-US" sz="2000" b="1" i="1">
                          <a:latin typeface="Cambria Math" panose="02040503050406030204" pitchFamily="18" charset="0"/>
                        </a:rPr>
                        <m:t>)∗</m:t>
                      </m:r>
                      <m:sSup>
                        <m:sSupPr>
                          <m:ctrlPr>
                            <a:rPr lang="en-US" sz="20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1" i="1">
                              <a:latin typeface="Cambria Math" panose="02040503050406030204" pitchFamily="18" charset="0"/>
                            </a:rPr>
                            <m:t>𝟏𝟎</m:t>
                          </m:r>
                        </m:e>
                        <m:sup>
                          <m:r>
                            <a:rPr lang="en-US" sz="2000" b="1" i="1">
                              <a:latin typeface="Cambria Math" panose="02040503050406030204" pitchFamily="18" charset="0"/>
                            </a:rPr>
                            <m:t>𝟔</m:t>
                          </m:r>
                        </m:sup>
                      </m:sSup>
                      <m:r>
                        <a:rPr lang="en-US" sz="2000" b="1" i="1">
                          <a:latin typeface="Cambria Math" panose="02040503050406030204" pitchFamily="18" charset="0"/>
                        </a:rPr>
                        <m:t>+(</m:t>
                      </m:r>
                      <m:r>
                        <a:rPr lang="en-US" sz="2000" b="1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𝟖</m:t>
                      </m:r>
                      <m:r>
                        <a:rPr lang="en-US" sz="2000" b="1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000" b="1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𝟐𝟓𝟔</m:t>
                      </m:r>
                      <m:r>
                        <a:rPr lang="en-US" sz="2000" b="1" i="1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sz="2000" b="1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𝟖𝟕𝟓</m:t>
                      </m:r>
                      <m:r>
                        <a:rPr lang="en-US" sz="2000" b="1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000" b="1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𝟕𝟑𝟒</m:t>
                      </m:r>
                      <m:r>
                        <a:rPr lang="en-US" sz="2000" b="1" i="1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sz="2000" b="1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𝟏𝟎𝟑</m:t>
                      </m:r>
                      <m:r>
                        <a:rPr lang="en-US" sz="2000" b="1" i="1">
                          <a:latin typeface="Cambria Math" panose="02040503050406030204" pitchFamily="18" charset="0"/>
                        </a:rPr>
                        <m:t>)∗</m:t>
                      </m:r>
                      <m:sSup>
                        <m:sSupPr>
                          <m:ctrlPr>
                            <a:rPr lang="en-US" sz="20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1" i="1">
                              <a:latin typeface="Cambria Math" panose="02040503050406030204" pitchFamily="18" charset="0"/>
                            </a:rPr>
                            <m:t>𝟏𝟎</m:t>
                          </m:r>
                        </m:e>
                        <m:sup>
                          <m:r>
                            <a:rPr lang="en-US" sz="2000" b="1" i="1">
                              <a:latin typeface="Cambria Math" panose="02040503050406030204" pitchFamily="18" charset="0"/>
                            </a:rPr>
                            <m:t>𝟑</m:t>
                          </m:r>
                        </m:sup>
                      </m:sSup>
                      <m:r>
                        <a:rPr lang="en-US" sz="2000" b="1" i="1">
                          <a:latin typeface="Cambria Math" panose="02040503050406030204" pitchFamily="18" charset="0"/>
                        </a:rPr>
                        <m:t>+(</m:t>
                      </m:r>
                      <m:r>
                        <a:rPr lang="en-US" sz="2000" b="1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𝟕𝟑𝟒</m:t>
                      </m:r>
                      <m:r>
                        <a:rPr lang="en-US" sz="2000" b="1" i="1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sz="2000" b="1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𝟖𝟕𝟓</m:t>
                      </m:r>
                      <m:r>
                        <a:rPr lang="en-US" sz="2000" b="1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000" b="1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2CF96462-D505-47C9-A1C4-0FCC1A7B406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5900" y="2552446"/>
                <a:ext cx="8964386" cy="241816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6003C537-462B-4E08-BC79-40487CB445DC}"/>
              </a:ext>
            </a:extLst>
          </p:cNvPr>
          <p:cNvSpPr/>
          <p:nvPr/>
        </p:nvSpPr>
        <p:spPr>
          <a:xfrm>
            <a:off x="1240971" y="4065814"/>
            <a:ext cx="8964386" cy="1076231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Arc 4">
            <a:extLst>
              <a:ext uri="{FF2B5EF4-FFF2-40B4-BE49-F238E27FC236}">
                <a16:creationId xmlns:a16="http://schemas.microsoft.com/office/drawing/2014/main" id="{56BA428E-BC73-453E-96C7-6BFC9C964FE7}"/>
              </a:ext>
            </a:extLst>
          </p:cNvPr>
          <p:cNvSpPr/>
          <p:nvPr/>
        </p:nvSpPr>
        <p:spPr>
          <a:xfrm>
            <a:off x="4867835" y="2284933"/>
            <a:ext cx="2850777" cy="1362636"/>
          </a:xfrm>
          <a:prstGeom prst="arc">
            <a:avLst>
              <a:gd name="adj1" fmla="val 10981719"/>
              <a:gd name="adj2" fmla="val 0"/>
            </a:avLst>
          </a:prstGeom>
          <a:ln w="28575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Arc 7">
            <a:extLst>
              <a:ext uri="{FF2B5EF4-FFF2-40B4-BE49-F238E27FC236}">
                <a16:creationId xmlns:a16="http://schemas.microsoft.com/office/drawing/2014/main" id="{E90094F9-50FC-4FFD-A4EC-28D3A62E356B}"/>
              </a:ext>
            </a:extLst>
          </p:cNvPr>
          <p:cNvSpPr/>
          <p:nvPr/>
        </p:nvSpPr>
        <p:spPr>
          <a:xfrm>
            <a:off x="4876799" y="2010364"/>
            <a:ext cx="4195483" cy="1884013"/>
          </a:xfrm>
          <a:prstGeom prst="arc">
            <a:avLst>
              <a:gd name="adj1" fmla="val 10981719"/>
              <a:gd name="adj2" fmla="val 0"/>
            </a:avLst>
          </a:prstGeom>
          <a:ln w="28575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Arc 8">
            <a:extLst>
              <a:ext uri="{FF2B5EF4-FFF2-40B4-BE49-F238E27FC236}">
                <a16:creationId xmlns:a16="http://schemas.microsoft.com/office/drawing/2014/main" id="{DDEBB420-EC87-45D3-A056-78FE9819692F}"/>
              </a:ext>
            </a:extLst>
          </p:cNvPr>
          <p:cNvSpPr/>
          <p:nvPr/>
        </p:nvSpPr>
        <p:spPr>
          <a:xfrm rot="10800000">
            <a:off x="6606984" y="2818387"/>
            <a:ext cx="1151276" cy="853822"/>
          </a:xfrm>
          <a:prstGeom prst="arc">
            <a:avLst>
              <a:gd name="adj1" fmla="val 10981719"/>
              <a:gd name="adj2" fmla="val 0"/>
            </a:avLst>
          </a:prstGeom>
          <a:ln w="28575">
            <a:solidFill>
              <a:srgbClr val="FF0000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Arc 9">
            <a:extLst>
              <a:ext uri="{FF2B5EF4-FFF2-40B4-BE49-F238E27FC236}">
                <a16:creationId xmlns:a16="http://schemas.microsoft.com/office/drawing/2014/main" id="{B4CA1F4B-FA41-4C5A-BBD0-32F20526DF1F}"/>
              </a:ext>
            </a:extLst>
          </p:cNvPr>
          <p:cNvSpPr/>
          <p:nvPr/>
        </p:nvSpPr>
        <p:spPr>
          <a:xfrm rot="10800000">
            <a:off x="6589054" y="2354398"/>
            <a:ext cx="2474261" cy="1621530"/>
          </a:xfrm>
          <a:prstGeom prst="arc">
            <a:avLst>
              <a:gd name="adj1" fmla="val 10981719"/>
              <a:gd name="adj2" fmla="val 0"/>
            </a:avLst>
          </a:prstGeom>
          <a:ln w="28575">
            <a:solidFill>
              <a:srgbClr val="FF0000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906876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8" grpId="0" animBg="1"/>
      <p:bldP spid="9" grpId="0" animBg="1"/>
      <p:bldP spid="10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r>
              <a:rPr lang="en-US" dirty="0"/>
              <a:t>Example 4: Large Integer Multiplication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3E16E55-BB1F-46F1-B98D-5E2DF6137614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65/92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2CF96462-D505-47C9-A1C4-0FCC1A7B4063}"/>
                  </a:ext>
                </a:extLst>
              </p:cNvPr>
              <p:cNvSpPr/>
              <p:nvPr/>
            </p:nvSpPr>
            <p:spPr>
              <a:xfrm>
                <a:off x="1485900" y="2552446"/>
                <a:ext cx="8964386" cy="241816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250000"/>
                  </a:lnSpc>
                </a:pPr>
                <a:r>
                  <a:rPr lang="en-US" sz="2000" b="1" dirty="0">
                    <a:solidFill>
                      <a:srgbClr val="00B050"/>
                    </a:solidFill>
                  </a:rPr>
                  <a:t>    </a:t>
                </a:r>
                <a14:m>
                  <m:oMath xmlns:m="http://schemas.openxmlformats.org/officeDocument/2006/math">
                    <m:r>
                      <a:rPr lang="en-US" sz="2000" b="1" i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   </m:t>
                    </m:r>
                    <m:r>
                      <a:rPr lang="en-US" sz="2000" b="1" i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𝟖</m:t>
                    </m:r>
                    <m:r>
                      <a:rPr lang="en-US" sz="2000" b="1" i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b="1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𝟐𝟓𝟔</m:t>
                    </m:r>
                    <m:r>
                      <a:rPr lang="en-US" sz="2000" b="1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b="1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𝟕𝟑𝟒</m:t>
                    </m:r>
                    <m:r>
                      <a:rPr lang="en-US" sz="2000" b="1" i="1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sz="2000" b="1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𝟏𝟎𝟑</m:t>
                    </m:r>
                    <m:r>
                      <a:rPr lang="en-US" sz="2000" b="1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b="1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𝟖𝟕𝟓</m:t>
                    </m:r>
                    <m:r>
                      <a:rPr lang="en-US" sz="2000" b="1" i="1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 sz="2000" b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b="1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𝟖𝟐𝟓𝟔</m:t>
                    </m:r>
                    <m:r>
                      <a:rPr lang="en-US" sz="2000" b="1" i="1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sz="2000" b="1" i="1" smtClean="0">
                        <a:latin typeface="Cambria Math" panose="02040503050406030204" pitchFamily="18" charset="0"/>
                      </a:rPr>
                      <m:t>𝟏𝟎𝟎𝟎</m:t>
                    </m:r>
                    <m:r>
                      <a:rPr lang="en-US" sz="2000" b="1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000" b="1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𝟕𝟑𝟒</m:t>
                    </m:r>
                    <m:r>
                      <a:rPr lang="en-US" sz="2000" b="1" i="1">
                        <a:latin typeface="Cambria Math" panose="02040503050406030204" pitchFamily="18" charset="0"/>
                      </a:rPr>
                      <m:t>)∗(</m:t>
                    </m:r>
                    <m:r>
                      <a:rPr lang="en-US" sz="2000" b="1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𝟏𝟎𝟑</m:t>
                    </m:r>
                    <m:r>
                      <a:rPr lang="en-US" sz="2000" b="1" i="1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sz="2000" b="1" i="1" smtClean="0">
                        <a:latin typeface="Cambria Math" panose="02040503050406030204" pitchFamily="18" charset="0"/>
                      </a:rPr>
                      <m:t>𝟏𝟎𝟎𝟎</m:t>
                    </m:r>
                    <m:r>
                      <a:rPr lang="en-US" sz="2000" b="1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000" b="1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𝟖𝟕𝟓</m:t>
                    </m:r>
                    <m:r>
                      <a:rPr lang="en-US" sz="2000" b="1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000" b="1" i="1" dirty="0">
                  <a:latin typeface="Cambria Math" panose="02040503050406030204" pitchFamily="18" charset="0"/>
                </a:endParaRPr>
              </a:p>
              <a:p>
                <a:pPr>
                  <a:lnSpc>
                    <a:spcPct val="250000"/>
                  </a:lnSpc>
                </a:pPr>
                <a:endParaRPr lang="en-US" sz="2000" b="1" i="1" dirty="0">
                  <a:latin typeface="Cambria Math" panose="02040503050406030204" pitchFamily="18" charset="0"/>
                </a:endParaRPr>
              </a:p>
              <a:p>
                <a:pPr>
                  <a:lnSpc>
                    <a:spcPct val="2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b="1" i="1">
                          <a:latin typeface="Cambria Math" panose="02040503050406030204" pitchFamily="18" charset="0"/>
                        </a:rPr>
                        <m:t>=(</m:t>
                      </m:r>
                      <m:r>
                        <a:rPr lang="en-US" sz="20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𝟖𝟐</m:t>
                      </m:r>
                      <m:r>
                        <a:rPr lang="en-US" sz="2000" b="1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𝟓𝟔</m:t>
                      </m:r>
                      <m:r>
                        <a:rPr lang="en-US" sz="2000" b="1" i="1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sz="2000" b="1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𝟏𝟎𝟑</m:t>
                      </m:r>
                      <m:r>
                        <a:rPr lang="en-US" sz="2000" b="1" i="1">
                          <a:latin typeface="Cambria Math" panose="02040503050406030204" pitchFamily="18" charset="0"/>
                        </a:rPr>
                        <m:t>)∗</m:t>
                      </m:r>
                      <m:sSup>
                        <m:sSupPr>
                          <m:ctrlPr>
                            <a:rPr lang="en-US" sz="20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1" i="1">
                              <a:latin typeface="Cambria Math" panose="02040503050406030204" pitchFamily="18" charset="0"/>
                            </a:rPr>
                            <m:t>𝟏𝟎</m:t>
                          </m:r>
                        </m:e>
                        <m:sup>
                          <m:r>
                            <a:rPr lang="en-US" sz="2000" b="1" i="1">
                              <a:latin typeface="Cambria Math" panose="02040503050406030204" pitchFamily="18" charset="0"/>
                            </a:rPr>
                            <m:t>𝟔</m:t>
                          </m:r>
                        </m:sup>
                      </m:sSup>
                      <m:r>
                        <a:rPr lang="en-US" sz="2000" b="1" i="1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US" sz="2000" b="1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2CF96462-D505-47C9-A1C4-0FCC1A7B406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5900" y="2552446"/>
                <a:ext cx="8964386" cy="241816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1" name="Group 20">
            <a:extLst>
              <a:ext uri="{FF2B5EF4-FFF2-40B4-BE49-F238E27FC236}">
                <a16:creationId xmlns:a16="http://schemas.microsoft.com/office/drawing/2014/main" id="{22C23D17-9052-4288-AE6D-43FF29ADA2DE}"/>
              </a:ext>
            </a:extLst>
          </p:cNvPr>
          <p:cNvGrpSpPr/>
          <p:nvPr/>
        </p:nvGrpSpPr>
        <p:grpSpPr>
          <a:xfrm>
            <a:off x="1845129" y="2854779"/>
            <a:ext cx="7064825" cy="1953986"/>
            <a:chOff x="1559381" y="2854779"/>
            <a:chExt cx="7064825" cy="1953986"/>
          </a:xfrm>
        </p:grpSpPr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635F0001-B299-4383-B6BE-2482E92FAE85}"/>
                </a:ext>
              </a:extLst>
            </p:cNvPr>
            <p:cNvSpPr/>
            <p:nvPr/>
          </p:nvSpPr>
          <p:spPr>
            <a:xfrm>
              <a:off x="4571997" y="2873829"/>
              <a:ext cx="1597479" cy="400050"/>
            </a:xfrm>
            <a:prstGeom prst="roundRect">
              <a:avLst/>
            </a:prstGeom>
            <a:solidFill>
              <a:srgbClr val="FFFF00">
                <a:alpha val="20000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6EE9156C-1F59-4A9B-B129-79BA560010DE}"/>
                </a:ext>
              </a:extLst>
            </p:cNvPr>
            <p:cNvSpPr/>
            <p:nvPr/>
          </p:nvSpPr>
          <p:spPr>
            <a:xfrm>
              <a:off x="7241720" y="2854779"/>
              <a:ext cx="1382486" cy="400050"/>
            </a:xfrm>
            <a:prstGeom prst="roundRect">
              <a:avLst/>
            </a:prstGeom>
            <a:solidFill>
              <a:srgbClr val="FFFF00">
                <a:alpha val="20000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C661B997-31D1-4436-8100-281476B16D6D}"/>
                </a:ext>
              </a:extLst>
            </p:cNvPr>
            <p:cNvSpPr/>
            <p:nvPr/>
          </p:nvSpPr>
          <p:spPr>
            <a:xfrm>
              <a:off x="1559381" y="4422323"/>
              <a:ext cx="2204357" cy="386442"/>
            </a:xfrm>
            <a:prstGeom prst="roundRect">
              <a:avLst/>
            </a:prstGeom>
            <a:solidFill>
              <a:srgbClr val="FFFF00">
                <a:alpha val="20000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16" name="Connector: Elbow 15">
              <a:extLst>
                <a:ext uri="{FF2B5EF4-FFF2-40B4-BE49-F238E27FC236}">
                  <a16:creationId xmlns:a16="http://schemas.microsoft.com/office/drawing/2014/main" id="{AC152152-A5DA-4E58-92E2-CD1508F7FE71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4880202" y="1377725"/>
              <a:ext cx="1167493" cy="4921704"/>
            </a:xfrm>
            <a:prstGeom prst="bentConnector3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F33665A1-5624-4B11-89C5-7504F8652E43}"/>
                </a:ext>
              </a:extLst>
            </p:cNvPr>
            <p:cNvCxnSpPr>
              <a:cxnSpLocks/>
            </p:cNvCxnSpPr>
            <p:nvPr/>
          </p:nvCxnSpPr>
          <p:spPr>
            <a:xfrm>
              <a:off x="5289097" y="3273881"/>
              <a:ext cx="0" cy="563335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custDataLst>
      <p:tags r:id="rId1"/>
    </p:custDataLst>
    <p:extLst>
      <p:ext uri="{BB962C8B-B14F-4D97-AF65-F5344CB8AC3E}">
        <p14:creationId xmlns:p14="http://schemas.microsoft.com/office/powerpoint/2010/main" val="90390745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r>
              <a:rPr lang="en-US" dirty="0"/>
              <a:t>Example 4: Large Integer Multiplication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3E16E55-BB1F-46F1-B98D-5E2DF6137614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66/92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2CF96462-D505-47C9-A1C4-0FCC1A7B4063}"/>
                  </a:ext>
                </a:extLst>
              </p:cNvPr>
              <p:cNvSpPr/>
              <p:nvPr/>
            </p:nvSpPr>
            <p:spPr>
              <a:xfrm>
                <a:off x="1485900" y="2552446"/>
                <a:ext cx="8964386" cy="241816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250000"/>
                  </a:lnSpc>
                </a:pPr>
                <a:r>
                  <a:rPr lang="en-US" sz="2000" b="1" dirty="0">
                    <a:solidFill>
                      <a:srgbClr val="00B050"/>
                    </a:solidFill>
                  </a:rPr>
                  <a:t>    </a:t>
                </a:r>
                <a14:m>
                  <m:oMath xmlns:m="http://schemas.openxmlformats.org/officeDocument/2006/math">
                    <m:r>
                      <a:rPr lang="en-US" sz="2000" b="1" i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𝟖</m:t>
                    </m:r>
                    <m:r>
                      <a:rPr lang="en-US" sz="2000" b="1" i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b="1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𝟐𝟓𝟔</m:t>
                    </m:r>
                    <m:r>
                      <a:rPr lang="en-US" sz="2000" b="1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b="1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𝟕𝟑𝟒</m:t>
                    </m:r>
                    <m:r>
                      <a:rPr lang="en-US" sz="2000" b="1" i="1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sz="2000" b="1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𝟏𝟎𝟑</m:t>
                    </m:r>
                    <m:r>
                      <a:rPr lang="en-US" sz="2000" b="1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b="1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𝟖𝟕𝟓</m:t>
                    </m:r>
                    <m:r>
                      <a:rPr lang="en-US" sz="2000" b="1" i="1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 sz="2000" b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b="1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𝟖𝟐𝟓𝟔</m:t>
                    </m:r>
                    <m:r>
                      <a:rPr lang="en-US" sz="2000" b="1" i="1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sz="2000" b="1" i="1" smtClean="0">
                        <a:latin typeface="Cambria Math" panose="02040503050406030204" pitchFamily="18" charset="0"/>
                      </a:rPr>
                      <m:t>𝟏𝟎𝟎𝟎</m:t>
                    </m:r>
                    <m:r>
                      <a:rPr lang="en-US" sz="2000" b="1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000" b="1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𝟕𝟑𝟒</m:t>
                    </m:r>
                    <m:r>
                      <a:rPr lang="en-US" sz="2000" b="1" i="1">
                        <a:latin typeface="Cambria Math" panose="02040503050406030204" pitchFamily="18" charset="0"/>
                      </a:rPr>
                      <m:t>)∗(</m:t>
                    </m:r>
                    <m:r>
                      <a:rPr lang="en-US" sz="2000" b="1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𝟏𝟎𝟑</m:t>
                    </m:r>
                    <m:r>
                      <a:rPr lang="en-US" sz="2000" b="1" i="1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sz="2000" b="1" i="1" smtClean="0">
                        <a:latin typeface="Cambria Math" panose="02040503050406030204" pitchFamily="18" charset="0"/>
                      </a:rPr>
                      <m:t>𝟏𝟎𝟎𝟎</m:t>
                    </m:r>
                    <m:r>
                      <a:rPr lang="en-US" sz="2000" b="1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000" b="1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𝟖𝟕𝟓</m:t>
                    </m:r>
                    <m:r>
                      <a:rPr lang="en-US" sz="2000" b="1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000" b="1" i="1" dirty="0">
                  <a:latin typeface="Cambria Math" panose="02040503050406030204" pitchFamily="18" charset="0"/>
                </a:endParaRPr>
              </a:p>
              <a:p>
                <a:pPr>
                  <a:lnSpc>
                    <a:spcPct val="250000"/>
                  </a:lnSpc>
                </a:pPr>
                <a:endParaRPr lang="en-US" sz="2000" b="1" i="1" dirty="0">
                  <a:latin typeface="Cambria Math" panose="02040503050406030204" pitchFamily="18" charset="0"/>
                </a:endParaRPr>
              </a:p>
              <a:p>
                <a:pPr>
                  <a:lnSpc>
                    <a:spcPct val="2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b="1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000" b="1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𝟖</m:t>
                          </m:r>
                          <m:r>
                            <a:rPr lang="en-US" sz="2000" b="1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𝟐𝟓𝟔</m:t>
                          </m:r>
                          <m:r>
                            <a:rPr lang="en-US" sz="2000" b="1" i="1">
                              <a:latin typeface="Cambria Math" panose="02040503050406030204" pitchFamily="18" charset="0"/>
                            </a:rPr>
                            <m:t>∗</m:t>
                          </m:r>
                          <m:r>
                            <a:rPr lang="en-US" sz="2000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𝟏𝟎𝟑</m:t>
                          </m:r>
                        </m:e>
                      </m:d>
                      <m:r>
                        <a:rPr lang="en-US" sz="2000" b="1" i="1">
                          <a:latin typeface="Cambria Math" panose="02040503050406030204" pitchFamily="18" charset="0"/>
                        </a:rPr>
                        <m:t>∗</m:t>
                      </m:r>
                      <m:sSup>
                        <m:sSupPr>
                          <m:ctrlPr>
                            <a:rPr lang="en-US" sz="20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1" i="1">
                              <a:latin typeface="Cambria Math" panose="02040503050406030204" pitchFamily="18" charset="0"/>
                            </a:rPr>
                            <m:t>𝟏𝟎</m:t>
                          </m:r>
                        </m:e>
                        <m:sup>
                          <m:r>
                            <a:rPr lang="en-US" sz="2000" b="1" i="1">
                              <a:latin typeface="Cambria Math" panose="02040503050406030204" pitchFamily="18" charset="0"/>
                            </a:rPr>
                            <m:t>𝟔</m:t>
                          </m:r>
                        </m:sup>
                      </m:sSup>
                      <m:r>
                        <a:rPr lang="en-US" sz="2000" b="1" i="1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sz="20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𝟖𝟐</m:t>
                          </m:r>
                          <m:r>
                            <a:rPr lang="en-US" sz="2000" b="1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𝟓𝟔</m:t>
                          </m:r>
                          <m:r>
                            <a:rPr lang="en-US" sz="2000" b="1" i="1">
                              <a:latin typeface="Cambria Math" panose="02040503050406030204" pitchFamily="18" charset="0"/>
                            </a:rPr>
                            <m:t>∗</m:t>
                          </m:r>
                          <m:r>
                            <a:rPr lang="en-US" sz="2000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𝟖𝟕𝟓</m:t>
                          </m:r>
                        </m:e>
                      </m:d>
                      <m:r>
                        <a:rPr lang="en-US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sSup>
                        <m:sSupPr>
                          <m:ctrlPr>
                            <a:rPr lang="en-US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e>
                        <m:sup>
                          <m:r>
                            <a:rPr lang="en-US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sup>
                      </m:sSup>
                      <m:r>
                        <a:rPr lang="en-US" sz="2000" b="1" i="1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US" sz="2000" b="1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2CF96462-D505-47C9-A1C4-0FCC1A7B406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5900" y="2552446"/>
                <a:ext cx="8964386" cy="241816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Connector: Elbow 12">
            <a:extLst>
              <a:ext uri="{FF2B5EF4-FFF2-40B4-BE49-F238E27FC236}">
                <a16:creationId xmlns:a16="http://schemas.microsoft.com/office/drawing/2014/main" id="{28F9F6C8-3783-4FAF-875F-3499AE8057AB}"/>
              </a:ext>
            </a:extLst>
          </p:cNvPr>
          <p:cNvCxnSpPr>
            <a:cxnSpLocks/>
          </p:cNvCxnSpPr>
          <p:nvPr/>
        </p:nvCxnSpPr>
        <p:spPr>
          <a:xfrm rot="5400000">
            <a:off x="6787286" y="2056004"/>
            <a:ext cx="1141560" cy="3539217"/>
          </a:xfrm>
          <a:prstGeom prst="bentConnector3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4" name="Group 23">
            <a:extLst>
              <a:ext uri="{FF2B5EF4-FFF2-40B4-BE49-F238E27FC236}">
                <a16:creationId xmlns:a16="http://schemas.microsoft.com/office/drawing/2014/main" id="{E4795DD8-1E19-4E46-A905-99CA9409D532}"/>
              </a:ext>
            </a:extLst>
          </p:cNvPr>
          <p:cNvGrpSpPr/>
          <p:nvPr/>
        </p:nvGrpSpPr>
        <p:grpSpPr>
          <a:xfrm>
            <a:off x="4320950" y="2854780"/>
            <a:ext cx="5191505" cy="1928055"/>
            <a:chOff x="4320950" y="2854780"/>
            <a:chExt cx="5191505" cy="1928055"/>
          </a:xfrm>
          <a:solidFill>
            <a:srgbClr val="FF0000">
              <a:alpha val="20000"/>
            </a:srgbClr>
          </a:solidFill>
        </p:grpSpPr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6EE9156C-1F59-4A9B-B129-79BA560010DE}"/>
                </a:ext>
              </a:extLst>
            </p:cNvPr>
            <p:cNvSpPr/>
            <p:nvPr/>
          </p:nvSpPr>
          <p:spPr>
            <a:xfrm>
              <a:off x="8988876" y="2854780"/>
              <a:ext cx="523579" cy="400050"/>
            </a:xfrm>
            <a:prstGeom prst="round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C661B997-31D1-4436-8100-281476B16D6D}"/>
                </a:ext>
              </a:extLst>
            </p:cNvPr>
            <p:cNvSpPr/>
            <p:nvPr/>
          </p:nvSpPr>
          <p:spPr>
            <a:xfrm>
              <a:off x="4320950" y="4396393"/>
              <a:ext cx="2169657" cy="386442"/>
            </a:xfrm>
            <a:prstGeom prst="round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635F0001-B299-4383-B6BE-2482E92FAE85}"/>
                </a:ext>
              </a:extLst>
            </p:cNvPr>
            <p:cNvSpPr/>
            <p:nvPr/>
          </p:nvSpPr>
          <p:spPr>
            <a:xfrm>
              <a:off x="4751613" y="2880405"/>
              <a:ext cx="1526724" cy="400050"/>
            </a:xfrm>
            <a:prstGeom prst="round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20" name="Connector: Elbow 19">
              <a:extLst>
                <a:ext uri="{FF2B5EF4-FFF2-40B4-BE49-F238E27FC236}">
                  <a16:creationId xmlns:a16="http://schemas.microsoft.com/office/drawing/2014/main" id="{8528617F-C94A-4CD2-A197-8925BB445CE7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5500522" y="3054062"/>
              <a:ext cx="543258" cy="1012372"/>
            </a:xfrm>
            <a:prstGeom prst="bentConnector2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custDataLst>
      <p:tags r:id="rId1"/>
    </p:custDataLst>
    <p:extLst>
      <p:ext uri="{BB962C8B-B14F-4D97-AF65-F5344CB8AC3E}">
        <p14:creationId xmlns:p14="http://schemas.microsoft.com/office/powerpoint/2010/main" val="23285227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r>
              <a:rPr lang="en-US" dirty="0"/>
              <a:t>Example 4: Large Integer Multiplication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3E16E55-BB1F-46F1-B98D-5E2DF6137614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67/92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2CF96462-D505-47C9-A1C4-0FCC1A7B4063}"/>
                  </a:ext>
                </a:extLst>
              </p:cNvPr>
              <p:cNvSpPr/>
              <p:nvPr/>
            </p:nvSpPr>
            <p:spPr>
              <a:xfrm>
                <a:off x="1485900" y="2552446"/>
                <a:ext cx="8964386" cy="241816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250000"/>
                  </a:lnSpc>
                </a:pPr>
                <a:r>
                  <a:rPr lang="en-US" sz="2000" b="1" dirty="0">
                    <a:solidFill>
                      <a:srgbClr val="00B050"/>
                    </a:solidFill>
                  </a:rPr>
                  <a:t>   </a:t>
                </a:r>
                <a14:m>
                  <m:oMath xmlns:m="http://schemas.openxmlformats.org/officeDocument/2006/math">
                    <m:r>
                      <a:rPr lang="en-US" sz="2000" b="1" i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𝟖</m:t>
                    </m:r>
                    <m:r>
                      <a:rPr lang="en-US" sz="2000" b="1" i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b="1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𝟐𝟓𝟔</m:t>
                    </m:r>
                    <m:r>
                      <a:rPr lang="en-US" sz="2000" b="1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b="1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𝟕𝟑𝟒</m:t>
                    </m:r>
                    <m:r>
                      <a:rPr lang="en-US" sz="2000" b="1" i="1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sz="2000" b="1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𝟏𝟎𝟑</m:t>
                    </m:r>
                    <m:r>
                      <a:rPr lang="en-US" sz="2000" b="1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b="1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𝟖𝟕𝟓</m:t>
                    </m:r>
                    <m:r>
                      <a:rPr lang="en-US" sz="2000" b="1" i="1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 sz="2000" b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b="1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𝟖𝟐𝟓𝟔</m:t>
                    </m:r>
                    <m:r>
                      <a:rPr lang="en-US" sz="2000" b="1" i="1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sz="2000" b="1" i="1" smtClean="0">
                        <a:latin typeface="Cambria Math" panose="02040503050406030204" pitchFamily="18" charset="0"/>
                      </a:rPr>
                      <m:t>𝟏𝟎𝟎𝟎</m:t>
                    </m:r>
                    <m:r>
                      <a:rPr lang="en-US" sz="2000" b="1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000" b="1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𝟕𝟑𝟒</m:t>
                    </m:r>
                    <m:r>
                      <a:rPr lang="en-US" sz="2000" b="1" i="1">
                        <a:latin typeface="Cambria Math" panose="02040503050406030204" pitchFamily="18" charset="0"/>
                      </a:rPr>
                      <m:t>)∗(</m:t>
                    </m:r>
                    <m:r>
                      <a:rPr lang="en-US" sz="2000" b="1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𝟏𝟎𝟑</m:t>
                    </m:r>
                    <m:r>
                      <a:rPr lang="en-US" sz="2000" b="1" i="1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sz="2000" b="1" i="1" smtClean="0">
                        <a:latin typeface="Cambria Math" panose="02040503050406030204" pitchFamily="18" charset="0"/>
                      </a:rPr>
                      <m:t>𝟏𝟎𝟎𝟎</m:t>
                    </m:r>
                    <m:r>
                      <a:rPr lang="en-US" sz="2000" b="1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000" b="1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𝟖𝟕𝟓</m:t>
                    </m:r>
                    <m:r>
                      <a:rPr lang="en-US" sz="2000" b="1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000" b="1" i="1" dirty="0">
                  <a:latin typeface="Cambria Math" panose="02040503050406030204" pitchFamily="18" charset="0"/>
                </a:endParaRPr>
              </a:p>
              <a:p>
                <a:pPr>
                  <a:lnSpc>
                    <a:spcPct val="250000"/>
                  </a:lnSpc>
                </a:pPr>
                <a:endParaRPr lang="en-US" sz="2000" b="1" i="1" dirty="0">
                  <a:latin typeface="Cambria Math" panose="02040503050406030204" pitchFamily="18" charset="0"/>
                </a:endParaRPr>
              </a:p>
              <a:p>
                <a:pPr>
                  <a:lnSpc>
                    <a:spcPct val="2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b="1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000" b="1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𝟖</m:t>
                          </m:r>
                          <m:r>
                            <a:rPr lang="en-US" sz="2000" b="1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𝟐𝟓𝟔</m:t>
                          </m:r>
                          <m:r>
                            <a:rPr lang="en-US" sz="2000" b="1" i="1">
                              <a:latin typeface="Cambria Math" panose="02040503050406030204" pitchFamily="18" charset="0"/>
                            </a:rPr>
                            <m:t>∗</m:t>
                          </m:r>
                          <m:r>
                            <a:rPr lang="en-US" sz="2000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𝟏𝟎𝟑</m:t>
                          </m:r>
                        </m:e>
                      </m:d>
                      <m:r>
                        <a:rPr lang="en-US" sz="2000" b="1" i="1">
                          <a:latin typeface="Cambria Math" panose="02040503050406030204" pitchFamily="18" charset="0"/>
                        </a:rPr>
                        <m:t>∗</m:t>
                      </m:r>
                      <m:sSup>
                        <m:sSupPr>
                          <m:ctrlPr>
                            <a:rPr lang="en-US" sz="20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1" i="1">
                              <a:latin typeface="Cambria Math" panose="02040503050406030204" pitchFamily="18" charset="0"/>
                            </a:rPr>
                            <m:t>𝟏𝟎</m:t>
                          </m:r>
                        </m:e>
                        <m:sup>
                          <m:r>
                            <a:rPr lang="en-US" sz="2000" b="1" i="1">
                              <a:latin typeface="Cambria Math" panose="02040503050406030204" pitchFamily="18" charset="0"/>
                            </a:rPr>
                            <m:t>𝟔</m:t>
                          </m:r>
                        </m:sup>
                      </m:sSup>
                      <m:r>
                        <a:rPr lang="en-US" sz="2000" b="1" i="1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sz="20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𝟖</m:t>
                          </m:r>
                          <m:r>
                            <a:rPr lang="en-US" sz="2000" b="1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𝟐𝟓𝟔</m:t>
                          </m:r>
                          <m:r>
                            <a:rPr lang="en-US" sz="2000" b="1" i="1">
                              <a:latin typeface="Cambria Math" panose="02040503050406030204" pitchFamily="18" charset="0"/>
                            </a:rPr>
                            <m:t>∗</m:t>
                          </m:r>
                          <m:r>
                            <a:rPr lang="en-US" sz="2000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𝟖𝟕𝟓</m:t>
                          </m:r>
                        </m:e>
                      </m:d>
                      <m:r>
                        <a:rPr lang="en-US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sSup>
                        <m:sSupPr>
                          <m:ctrlPr>
                            <a:rPr lang="en-US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e>
                        <m:sup>
                          <m:r>
                            <a:rPr lang="en-US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sup>
                      </m:sSup>
                      <m:r>
                        <a:rPr lang="en-US" sz="2000" b="1" i="1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sz="20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1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𝟕𝟑𝟒</m:t>
                          </m:r>
                          <m:r>
                            <a:rPr lang="en-US" sz="2000" b="1" i="1">
                              <a:latin typeface="Cambria Math" panose="02040503050406030204" pitchFamily="18" charset="0"/>
                            </a:rPr>
                            <m:t>∗</m:t>
                          </m:r>
                          <m:r>
                            <a:rPr lang="en-US" sz="2000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𝟏𝟎𝟑</m:t>
                          </m:r>
                        </m:e>
                      </m:d>
                      <m:r>
                        <a:rPr lang="en-US" sz="2000" b="1" i="1">
                          <a:latin typeface="Cambria Math" panose="02040503050406030204" pitchFamily="18" charset="0"/>
                        </a:rPr>
                        <m:t>∗</m:t>
                      </m:r>
                      <m:sSup>
                        <m:sSupPr>
                          <m:ctrlPr>
                            <a:rPr lang="en-US" sz="20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1" i="1">
                              <a:latin typeface="Cambria Math" panose="02040503050406030204" pitchFamily="18" charset="0"/>
                            </a:rPr>
                            <m:t>𝟏𝟎</m:t>
                          </m:r>
                        </m:e>
                        <m:sup>
                          <m:r>
                            <a:rPr lang="en-US" sz="2000" b="1" i="1">
                              <a:latin typeface="Cambria Math" panose="02040503050406030204" pitchFamily="18" charset="0"/>
                            </a:rPr>
                            <m:t>𝟑</m:t>
                          </m:r>
                        </m:sup>
                      </m:sSup>
                      <m:r>
                        <a:rPr lang="en-US" sz="2000" b="1" i="1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US" sz="2000" b="1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2CF96462-D505-47C9-A1C4-0FCC1A7B406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5900" y="2552446"/>
                <a:ext cx="8964386" cy="241816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EE9156C-1F59-4A9B-B129-79BA560010DE}"/>
              </a:ext>
            </a:extLst>
          </p:cNvPr>
          <p:cNvSpPr/>
          <p:nvPr/>
        </p:nvSpPr>
        <p:spPr>
          <a:xfrm>
            <a:off x="6439539" y="2854780"/>
            <a:ext cx="523579" cy="400050"/>
          </a:xfrm>
          <a:prstGeom prst="roundRect">
            <a:avLst/>
          </a:prstGeom>
          <a:solidFill>
            <a:srgbClr val="FF0000">
              <a:alpha val="2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C661B997-31D1-4436-8100-281476B16D6D}"/>
              </a:ext>
            </a:extLst>
          </p:cNvPr>
          <p:cNvSpPr/>
          <p:nvPr/>
        </p:nvSpPr>
        <p:spPr>
          <a:xfrm>
            <a:off x="6766915" y="4396390"/>
            <a:ext cx="2108625" cy="386442"/>
          </a:xfrm>
          <a:prstGeom prst="roundRect">
            <a:avLst/>
          </a:prstGeom>
          <a:solidFill>
            <a:srgbClr val="FF0000">
              <a:alpha val="2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635F0001-B299-4383-B6BE-2482E92FAE85}"/>
              </a:ext>
            </a:extLst>
          </p:cNvPr>
          <p:cNvSpPr/>
          <p:nvPr/>
        </p:nvSpPr>
        <p:spPr>
          <a:xfrm>
            <a:off x="7364891" y="2855422"/>
            <a:ext cx="1329432" cy="400050"/>
          </a:xfrm>
          <a:prstGeom prst="roundRect">
            <a:avLst/>
          </a:prstGeom>
          <a:solidFill>
            <a:srgbClr val="FF0000">
              <a:alpha val="2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Connector: Elbow 5">
            <a:extLst>
              <a:ext uri="{FF2B5EF4-FFF2-40B4-BE49-F238E27FC236}">
                <a16:creationId xmlns:a16="http://schemas.microsoft.com/office/drawing/2014/main" id="{16A0C49F-0AAE-42BC-B0D0-475FF13C1BE1}"/>
              </a:ext>
            </a:extLst>
          </p:cNvPr>
          <p:cNvCxnSpPr>
            <a:stCxn id="10" idx="2"/>
            <a:endCxn id="14" idx="0"/>
          </p:cNvCxnSpPr>
          <p:nvPr/>
        </p:nvCxnSpPr>
        <p:spPr>
          <a:xfrm rot="16200000" flipH="1">
            <a:off x="6690498" y="3265660"/>
            <a:ext cx="1141560" cy="1119899"/>
          </a:xfrm>
          <a:prstGeom prst="bentConnector3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C23CB12C-2054-4799-9698-82BA7372AC28}"/>
              </a:ext>
            </a:extLst>
          </p:cNvPr>
          <p:cNvSpPr/>
          <p:nvPr/>
        </p:nvSpPr>
        <p:spPr>
          <a:xfrm>
            <a:off x="7649935" y="3273878"/>
            <a:ext cx="375558" cy="555172"/>
          </a:xfrm>
          <a:custGeom>
            <a:avLst/>
            <a:gdLst>
              <a:gd name="connsiteX0" fmla="*/ 375558 w 375558"/>
              <a:gd name="connsiteY0" fmla="*/ 0 h 555172"/>
              <a:gd name="connsiteX1" fmla="*/ 375558 w 375558"/>
              <a:gd name="connsiteY1" fmla="*/ 555172 h 555172"/>
              <a:gd name="connsiteX2" fmla="*/ 0 w 375558"/>
              <a:gd name="connsiteY2" fmla="*/ 555172 h 555172"/>
              <a:gd name="connsiteX3" fmla="*/ 0 w 375558"/>
              <a:gd name="connsiteY3" fmla="*/ 555172 h 555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75558" h="555172">
                <a:moveTo>
                  <a:pt x="375558" y="0"/>
                </a:moveTo>
                <a:lnTo>
                  <a:pt x="375558" y="555172"/>
                </a:lnTo>
                <a:lnTo>
                  <a:pt x="0" y="555172"/>
                </a:lnTo>
                <a:lnTo>
                  <a:pt x="0" y="555172"/>
                </a:lnTo>
              </a:path>
            </a:pathLst>
          </a:cu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24538774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r>
              <a:rPr lang="en-US" dirty="0"/>
              <a:t>Example 4: Large Integer Multiplication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3E16E55-BB1F-46F1-B98D-5E2DF6137614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68/92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2CF96462-D505-47C9-A1C4-0FCC1A7B4063}"/>
                  </a:ext>
                </a:extLst>
              </p:cNvPr>
              <p:cNvSpPr/>
              <p:nvPr/>
            </p:nvSpPr>
            <p:spPr>
              <a:xfrm>
                <a:off x="1485899" y="2552446"/>
                <a:ext cx="9702053" cy="241816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250000"/>
                  </a:lnSpc>
                </a:pPr>
                <a:r>
                  <a:rPr lang="en-US" sz="2000" b="1" dirty="0">
                    <a:solidFill>
                      <a:srgbClr val="00B05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1" i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𝟖</m:t>
                    </m:r>
                    <m:r>
                      <a:rPr lang="en-US" sz="2000" b="1" i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b="1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𝟐𝟓𝟔</m:t>
                    </m:r>
                    <m:r>
                      <a:rPr lang="en-US" sz="2000" b="1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b="1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𝟕𝟑𝟒</m:t>
                    </m:r>
                    <m:r>
                      <a:rPr lang="en-US" sz="2000" b="1" i="1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sz="2000" b="1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𝟏𝟎𝟑</m:t>
                    </m:r>
                    <m:r>
                      <a:rPr lang="en-US" sz="2000" b="1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b="1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𝟖𝟕𝟓</m:t>
                    </m:r>
                    <m:r>
                      <a:rPr lang="en-US" sz="2000" b="1" i="1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 sz="2000" b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b="1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𝟖𝟐𝟓𝟔</m:t>
                    </m:r>
                    <m:r>
                      <a:rPr lang="en-US" sz="2000" b="1" i="1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sz="2000" b="1" i="1" smtClean="0">
                        <a:latin typeface="Cambria Math" panose="02040503050406030204" pitchFamily="18" charset="0"/>
                      </a:rPr>
                      <m:t>𝟏𝟎𝟎𝟎</m:t>
                    </m:r>
                    <m:r>
                      <a:rPr lang="en-US" sz="2000" b="1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000" b="1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𝟕𝟑𝟒</m:t>
                    </m:r>
                    <m:r>
                      <a:rPr lang="en-US" sz="2000" b="1" i="1">
                        <a:latin typeface="Cambria Math" panose="02040503050406030204" pitchFamily="18" charset="0"/>
                      </a:rPr>
                      <m:t>)∗(</m:t>
                    </m:r>
                    <m:r>
                      <a:rPr lang="en-US" sz="2000" b="1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𝟏𝟎𝟑</m:t>
                    </m:r>
                    <m:r>
                      <a:rPr lang="en-US" sz="2000" b="1" i="1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sz="2000" b="1" i="1" smtClean="0">
                        <a:latin typeface="Cambria Math" panose="02040503050406030204" pitchFamily="18" charset="0"/>
                      </a:rPr>
                      <m:t>𝟏𝟎𝟎𝟎</m:t>
                    </m:r>
                    <m:r>
                      <a:rPr lang="en-US" sz="2000" b="1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000" b="1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𝟖𝟕𝟓</m:t>
                    </m:r>
                    <m:r>
                      <a:rPr lang="en-US" sz="2000" b="1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000" b="1" i="1" dirty="0">
                  <a:latin typeface="Cambria Math" panose="02040503050406030204" pitchFamily="18" charset="0"/>
                </a:endParaRPr>
              </a:p>
              <a:p>
                <a:pPr>
                  <a:lnSpc>
                    <a:spcPct val="250000"/>
                  </a:lnSpc>
                </a:pPr>
                <a:endParaRPr lang="en-US" sz="2000" b="1" i="1" dirty="0">
                  <a:latin typeface="Cambria Math" panose="02040503050406030204" pitchFamily="18" charset="0"/>
                </a:endParaRPr>
              </a:p>
              <a:p>
                <a:pPr>
                  <a:lnSpc>
                    <a:spcPct val="2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b="1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000" b="1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𝟖</m:t>
                          </m:r>
                          <m:r>
                            <a:rPr lang="en-US" sz="2000" b="1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𝟐𝟓𝟔</m:t>
                          </m:r>
                          <m:r>
                            <a:rPr lang="en-US" sz="2000" b="1" i="1">
                              <a:latin typeface="Cambria Math" panose="02040503050406030204" pitchFamily="18" charset="0"/>
                            </a:rPr>
                            <m:t>∗</m:t>
                          </m:r>
                          <m:r>
                            <a:rPr lang="en-US" sz="2000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𝟏𝟎𝟑</m:t>
                          </m:r>
                        </m:e>
                      </m:d>
                      <m:r>
                        <a:rPr lang="en-US" sz="2000" b="1" i="1">
                          <a:latin typeface="Cambria Math" panose="02040503050406030204" pitchFamily="18" charset="0"/>
                        </a:rPr>
                        <m:t>∗</m:t>
                      </m:r>
                      <m:sSup>
                        <m:sSupPr>
                          <m:ctrlPr>
                            <a:rPr lang="en-US" sz="20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1" i="1">
                              <a:latin typeface="Cambria Math" panose="02040503050406030204" pitchFamily="18" charset="0"/>
                            </a:rPr>
                            <m:t>𝟏𝟎</m:t>
                          </m:r>
                        </m:e>
                        <m:sup>
                          <m:r>
                            <a:rPr lang="en-US" sz="2000" b="1" i="1">
                              <a:latin typeface="Cambria Math" panose="02040503050406030204" pitchFamily="18" charset="0"/>
                            </a:rPr>
                            <m:t>𝟔</m:t>
                          </m:r>
                        </m:sup>
                      </m:sSup>
                      <m:r>
                        <a:rPr lang="en-US" sz="2000" b="1" i="1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sz="20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𝟖</m:t>
                          </m:r>
                          <m:r>
                            <a:rPr lang="en-US" sz="2000" b="1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𝟐𝟓𝟔</m:t>
                          </m:r>
                          <m:r>
                            <a:rPr lang="en-US" sz="2000" b="1" i="1">
                              <a:latin typeface="Cambria Math" panose="02040503050406030204" pitchFamily="18" charset="0"/>
                            </a:rPr>
                            <m:t>∗</m:t>
                          </m:r>
                          <m:r>
                            <a:rPr lang="en-US" sz="2000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𝟖𝟕𝟓</m:t>
                          </m:r>
                        </m:e>
                      </m:d>
                      <m:r>
                        <a:rPr lang="en-US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sSup>
                        <m:sSupPr>
                          <m:ctrlPr>
                            <a:rPr lang="en-US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e>
                        <m:sup>
                          <m:r>
                            <a:rPr lang="en-US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sup>
                      </m:sSup>
                      <m:r>
                        <a:rPr lang="en-US" sz="2000" b="1" i="1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𝟕</m:t>
                          </m:r>
                          <m:r>
                            <a:rPr lang="en-US" sz="2000" b="1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𝟑𝟒</m:t>
                          </m:r>
                          <m:r>
                            <a:rPr lang="en-US" sz="2000" b="1" i="1">
                              <a:latin typeface="Cambria Math" panose="02040503050406030204" pitchFamily="18" charset="0"/>
                            </a:rPr>
                            <m:t>∗</m:t>
                          </m:r>
                          <m:r>
                            <a:rPr lang="en-US" sz="2000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𝟏𝟎𝟑</m:t>
                          </m:r>
                        </m:e>
                      </m:d>
                      <m:r>
                        <a:rPr lang="en-US" sz="2000" b="1" i="1">
                          <a:latin typeface="Cambria Math" panose="02040503050406030204" pitchFamily="18" charset="0"/>
                        </a:rPr>
                        <m:t>∗</m:t>
                      </m:r>
                      <m:sSup>
                        <m:sSupPr>
                          <m:ctrlPr>
                            <a:rPr lang="en-US" sz="20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1" i="1">
                              <a:latin typeface="Cambria Math" panose="02040503050406030204" pitchFamily="18" charset="0"/>
                            </a:rPr>
                            <m:t>𝟏𝟎</m:t>
                          </m:r>
                        </m:e>
                        <m:sup>
                          <m:r>
                            <a:rPr lang="en-US" sz="2000" b="1" i="1">
                              <a:latin typeface="Cambria Math" panose="02040503050406030204" pitchFamily="18" charset="0"/>
                            </a:rPr>
                            <m:t>𝟑</m:t>
                          </m:r>
                        </m:sup>
                      </m:sSup>
                      <m:r>
                        <a:rPr lang="en-US" sz="2000" b="1" i="1">
                          <a:latin typeface="Cambria Math" panose="02040503050406030204" pitchFamily="18" charset="0"/>
                        </a:rPr>
                        <m:t>+(</m:t>
                      </m:r>
                      <m:r>
                        <a:rPr lang="en-US" sz="2000" b="1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𝟕𝟑𝟒</m:t>
                      </m:r>
                      <m:r>
                        <a:rPr lang="en-US" sz="2000" b="1" i="1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sz="2000" b="1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𝟖𝟕𝟓</m:t>
                      </m:r>
                      <m:r>
                        <a:rPr lang="en-US" sz="2000" b="1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000" b="1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2CF96462-D505-47C9-A1C4-0FCC1A7B406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5899" y="2552446"/>
                <a:ext cx="9702053" cy="241816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EE9156C-1F59-4A9B-B129-79BA560010DE}"/>
              </a:ext>
            </a:extLst>
          </p:cNvPr>
          <p:cNvSpPr/>
          <p:nvPr/>
        </p:nvSpPr>
        <p:spPr>
          <a:xfrm>
            <a:off x="6286020" y="2854780"/>
            <a:ext cx="523579" cy="400050"/>
          </a:xfrm>
          <a:prstGeom prst="roundRect">
            <a:avLst/>
          </a:prstGeom>
          <a:solidFill>
            <a:srgbClr val="0070C0">
              <a:alpha val="2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C661B997-31D1-4436-8100-281476B16D6D}"/>
              </a:ext>
            </a:extLst>
          </p:cNvPr>
          <p:cNvSpPr/>
          <p:nvPr/>
        </p:nvSpPr>
        <p:spPr>
          <a:xfrm>
            <a:off x="9087174" y="4450178"/>
            <a:ext cx="1447475" cy="386442"/>
          </a:xfrm>
          <a:prstGeom prst="roundRect">
            <a:avLst/>
          </a:prstGeom>
          <a:solidFill>
            <a:srgbClr val="0070C0">
              <a:alpha val="2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635F0001-B299-4383-B6BE-2482E92FAE85}"/>
              </a:ext>
            </a:extLst>
          </p:cNvPr>
          <p:cNvSpPr/>
          <p:nvPr/>
        </p:nvSpPr>
        <p:spPr>
          <a:xfrm>
            <a:off x="8808681" y="2904890"/>
            <a:ext cx="523579" cy="400050"/>
          </a:xfrm>
          <a:prstGeom prst="roundRect">
            <a:avLst/>
          </a:prstGeom>
          <a:solidFill>
            <a:srgbClr val="0070C0">
              <a:alpha val="2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Connector: Elbow 11">
            <a:extLst>
              <a:ext uri="{FF2B5EF4-FFF2-40B4-BE49-F238E27FC236}">
                <a16:creationId xmlns:a16="http://schemas.microsoft.com/office/drawing/2014/main" id="{3E292C3B-609C-4398-A8AF-FA22CBA3229E}"/>
              </a:ext>
            </a:extLst>
          </p:cNvPr>
          <p:cNvCxnSpPr>
            <a:stCxn id="10" idx="2"/>
            <a:endCxn id="14" idx="0"/>
          </p:cNvCxnSpPr>
          <p:nvPr/>
        </p:nvCxnSpPr>
        <p:spPr>
          <a:xfrm rot="16200000" flipH="1">
            <a:off x="7581687" y="2220953"/>
            <a:ext cx="1195348" cy="3263102"/>
          </a:xfrm>
          <a:prstGeom prst="bentConnector3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5E31EB5-DAD1-4C41-984C-4F6753C5A464}"/>
              </a:ext>
            </a:extLst>
          </p:cNvPr>
          <p:cNvCxnSpPr>
            <a:stCxn id="9" idx="2"/>
          </p:cNvCxnSpPr>
          <p:nvPr/>
        </p:nvCxnSpPr>
        <p:spPr>
          <a:xfrm>
            <a:off x="9070471" y="3304940"/>
            <a:ext cx="1810" cy="54091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2191312505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r>
              <a:rPr lang="en-US" dirty="0"/>
              <a:t>Example 4: Large Integer Multiplication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3E16E55-BB1F-46F1-B98D-5E2DF6137614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69/92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2CF96462-D505-47C9-A1C4-0FCC1A7B4063}"/>
                  </a:ext>
                </a:extLst>
              </p:cNvPr>
              <p:cNvSpPr/>
              <p:nvPr/>
            </p:nvSpPr>
            <p:spPr>
              <a:xfrm>
                <a:off x="1485899" y="2552446"/>
                <a:ext cx="9702053" cy="241816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250000"/>
                  </a:lnSpc>
                </a:pPr>
                <a:r>
                  <a:rPr lang="en-US" sz="2000" b="1" dirty="0">
                    <a:solidFill>
                      <a:srgbClr val="00B050"/>
                    </a:solidFill>
                  </a:rPr>
                  <a:t>   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𝟖</m:t>
                    </m:r>
                    <m:r>
                      <a:rPr lang="en-US" sz="2000" b="1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b="1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𝟐𝟓𝟔</m:t>
                    </m:r>
                    <m:r>
                      <a:rPr lang="en-US" sz="2000" b="1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b="1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𝟕𝟑𝟒</m:t>
                    </m:r>
                    <m:r>
                      <a:rPr lang="en-US" sz="2000" b="1" i="1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sz="2000" b="1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𝟏𝟎𝟑</m:t>
                    </m:r>
                    <m:r>
                      <a:rPr lang="en-US" sz="2000" b="1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b="1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𝟖𝟕𝟓</m:t>
                    </m:r>
                    <m:r>
                      <a:rPr lang="en-US" sz="2000" b="1" i="1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 sz="2000" b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b="1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𝟖𝟐𝟓𝟔</m:t>
                    </m:r>
                    <m:r>
                      <a:rPr lang="en-US" sz="2000" b="1" i="1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sz="2000" b="1" i="1" smtClean="0">
                        <a:latin typeface="Cambria Math" panose="02040503050406030204" pitchFamily="18" charset="0"/>
                      </a:rPr>
                      <m:t>𝟏𝟎𝟎𝟎</m:t>
                    </m:r>
                    <m:r>
                      <a:rPr lang="en-US" sz="2000" b="1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000" b="1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𝟕𝟑𝟒</m:t>
                    </m:r>
                    <m:r>
                      <a:rPr lang="en-US" sz="2000" b="1" i="1">
                        <a:latin typeface="Cambria Math" panose="02040503050406030204" pitchFamily="18" charset="0"/>
                      </a:rPr>
                      <m:t>)∗(</m:t>
                    </m:r>
                    <m:r>
                      <a:rPr lang="en-US" sz="2000" b="1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𝟏𝟎𝟑</m:t>
                    </m:r>
                    <m:r>
                      <a:rPr lang="en-US" sz="2000" b="1" i="1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sz="2000" b="1" i="1" smtClean="0">
                        <a:latin typeface="Cambria Math" panose="02040503050406030204" pitchFamily="18" charset="0"/>
                      </a:rPr>
                      <m:t>𝟏𝟎𝟎𝟎</m:t>
                    </m:r>
                    <m:r>
                      <a:rPr lang="en-US" sz="2000" b="1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000" b="1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𝟖𝟕𝟓</m:t>
                    </m:r>
                    <m:r>
                      <a:rPr lang="en-US" sz="2000" b="1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000" b="1" i="1" dirty="0">
                  <a:latin typeface="Cambria Math" panose="02040503050406030204" pitchFamily="18" charset="0"/>
                </a:endParaRPr>
              </a:p>
              <a:p>
                <a:pPr>
                  <a:lnSpc>
                    <a:spcPct val="250000"/>
                  </a:lnSpc>
                </a:pPr>
                <a:endParaRPr lang="en-US" sz="2000" b="1" i="1" dirty="0">
                  <a:latin typeface="Cambria Math" panose="02040503050406030204" pitchFamily="18" charset="0"/>
                </a:endParaRPr>
              </a:p>
              <a:p>
                <a:pPr>
                  <a:lnSpc>
                    <a:spcPct val="2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b="1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000" b="1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𝟖</m:t>
                          </m:r>
                          <m:r>
                            <a:rPr lang="en-US" sz="2000" b="1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𝟐𝟓𝟔</m:t>
                          </m:r>
                          <m:r>
                            <a:rPr lang="en-US" sz="2000" b="1" i="1">
                              <a:latin typeface="Cambria Math" panose="02040503050406030204" pitchFamily="18" charset="0"/>
                            </a:rPr>
                            <m:t>∗</m:t>
                          </m:r>
                          <m:r>
                            <a:rPr lang="en-US" sz="2000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𝟏𝟎𝟑</m:t>
                          </m:r>
                        </m:e>
                      </m:d>
                      <m:r>
                        <a:rPr lang="en-US" sz="2000" b="1" i="1">
                          <a:latin typeface="Cambria Math" panose="02040503050406030204" pitchFamily="18" charset="0"/>
                        </a:rPr>
                        <m:t>∗</m:t>
                      </m:r>
                      <m:sSup>
                        <m:sSupPr>
                          <m:ctrlPr>
                            <a:rPr lang="en-US" sz="20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1" i="1">
                              <a:latin typeface="Cambria Math" panose="02040503050406030204" pitchFamily="18" charset="0"/>
                            </a:rPr>
                            <m:t>𝟏𝟎</m:t>
                          </m:r>
                        </m:e>
                        <m:sup>
                          <m:r>
                            <a:rPr lang="en-US" sz="2000" b="1" i="1">
                              <a:latin typeface="Cambria Math" panose="02040503050406030204" pitchFamily="18" charset="0"/>
                            </a:rPr>
                            <m:t>𝟔</m:t>
                          </m:r>
                        </m:sup>
                      </m:sSup>
                      <m:r>
                        <a:rPr lang="en-US" sz="2000" b="1" i="1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sz="20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𝟖𝟐</m:t>
                          </m:r>
                          <m:r>
                            <a:rPr lang="en-US" sz="2000" b="1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𝟓𝟔</m:t>
                          </m:r>
                          <m:r>
                            <a:rPr lang="en-US" sz="2000" b="1" i="1">
                              <a:latin typeface="Cambria Math" panose="02040503050406030204" pitchFamily="18" charset="0"/>
                            </a:rPr>
                            <m:t>∗</m:t>
                          </m:r>
                          <m:r>
                            <a:rPr lang="en-US" sz="2000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𝟖𝟕𝟓</m:t>
                          </m:r>
                        </m:e>
                      </m:d>
                      <m:r>
                        <a:rPr lang="en-US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sSup>
                        <m:sSupPr>
                          <m:ctrlPr>
                            <a:rPr lang="en-US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e>
                        <m:sup>
                          <m:r>
                            <a:rPr lang="en-US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sup>
                      </m:sSup>
                      <m:r>
                        <a:rPr lang="en-US" sz="2000" b="1" i="1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𝟕</m:t>
                          </m:r>
                          <m:r>
                            <a:rPr lang="en-US" sz="2000" b="1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𝟑𝟒</m:t>
                          </m:r>
                          <m:r>
                            <a:rPr lang="en-US" sz="2000" b="1" i="1">
                              <a:latin typeface="Cambria Math" panose="02040503050406030204" pitchFamily="18" charset="0"/>
                            </a:rPr>
                            <m:t>∗</m:t>
                          </m:r>
                          <m:r>
                            <a:rPr lang="en-US" sz="2000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𝟏𝟎𝟑</m:t>
                          </m:r>
                        </m:e>
                      </m:d>
                      <m:r>
                        <a:rPr lang="en-US" sz="2000" b="1" i="1">
                          <a:latin typeface="Cambria Math" panose="02040503050406030204" pitchFamily="18" charset="0"/>
                        </a:rPr>
                        <m:t>∗</m:t>
                      </m:r>
                      <m:sSup>
                        <m:sSupPr>
                          <m:ctrlPr>
                            <a:rPr lang="en-US" sz="20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1" i="1">
                              <a:latin typeface="Cambria Math" panose="02040503050406030204" pitchFamily="18" charset="0"/>
                            </a:rPr>
                            <m:t>𝟏𝟎</m:t>
                          </m:r>
                        </m:e>
                        <m:sup>
                          <m:r>
                            <a:rPr lang="en-US" sz="2000" b="1" i="1">
                              <a:latin typeface="Cambria Math" panose="02040503050406030204" pitchFamily="18" charset="0"/>
                            </a:rPr>
                            <m:t>𝟑</m:t>
                          </m:r>
                        </m:sup>
                      </m:sSup>
                      <m:r>
                        <a:rPr lang="en-US" sz="2000" b="1" i="1">
                          <a:latin typeface="Cambria Math" panose="02040503050406030204" pitchFamily="18" charset="0"/>
                        </a:rPr>
                        <m:t>+(</m:t>
                      </m:r>
                      <m:r>
                        <a:rPr lang="en-US" sz="2000" b="1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𝟕𝟑𝟒</m:t>
                      </m:r>
                      <m:r>
                        <a:rPr lang="en-US" sz="2000" b="1" i="1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sz="2000" b="1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𝟖𝟕𝟓</m:t>
                      </m:r>
                      <m:r>
                        <a:rPr lang="en-US" sz="2000" b="1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000" b="1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2CF96462-D505-47C9-A1C4-0FCC1A7B406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5899" y="2552446"/>
                <a:ext cx="9702053" cy="241816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4">
            <a:extLst>
              <a:ext uri="{FF2B5EF4-FFF2-40B4-BE49-F238E27FC236}">
                <a16:creationId xmlns:a16="http://schemas.microsoft.com/office/drawing/2014/main" id="{F369D062-8297-4FAA-A553-CB6A261ED888}"/>
              </a:ext>
            </a:extLst>
          </p:cNvPr>
          <p:cNvSpPr/>
          <p:nvPr/>
        </p:nvSpPr>
        <p:spPr>
          <a:xfrm>
            <a:off x="4296334" y="4347882"/>
            <a:ext cx="4607859" cy="52891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9909490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r>
              <a:rPr lang="en-US" dirty="0"/>
              <a:t>Example 4: Large Integer Multiplication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3E16E55-BB1F-46F1-B98D-5E2DF6137614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70/92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2CF96462-D505-47C9-A1C4-0FCC1A7B4063}"/>
                  </a:ext>
                </a:extLst>
              </p:cNvPr>
              <p:cNvSpPr/>
              <p:nvPr/>
            </p:nvSpPr>
            <p:spPr>
              <a:xfrm>
                <a:off x="1485899" y="2552446"/>
                <a:ext cx="9702053" cy="241816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250000"/>
                  </a:lnSpc>
                </a:pPr>
                <a:r>
                  <a:rPr lang="en-US" sz="2000" b="1" dirty="0">
                    <a:solidFill>
                      <a:srgbClr val="00B050"/>
                    </a:solidFill>
                  </a:rPr>
                  <a:t>   </a:t>
                </a:r>
                <a14:m>
                  <m:oMath xmlns:m="http://schemas.openxmlformats.org/officeDocument/2006/math">
                    <m:r>
                      <a:rPr lang="en-US" sz="2000" b="1" i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𝟖</m:t>
                    </m:r>
                    <m:r>
                      <a:rPr lang="en-US" sz="2000" b="1" i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b="1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𝟐𝟓𝟔</m:t>
                    </m:r>
                    <m:r>
                      <a:rPr lang="en-US" sz="2000" b="1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b="1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𝟕𝟑𝟒</m:t>
                    </m:r>
                    <m:r>
                      <a:rPr lang="en-US" sz="2000" b="1" i="1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sz="2000" b="1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𝟏𝟎𝟑</m:t>
                    </m:r>
                    <m:r>
                      <a:rPr lang="en-US" sz="2000" b="1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b="1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𝟖𝟕𝟓</m:t>
                    </m:r>
                    <m:r>
                      <a:rPr lang="en-US" sz="2000" b="1" i="1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 sz="2000" b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b="1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𝟖𝟐𝟓𝟔</m:t>
                    </m:r>
                    <m:r>
                      <a:rPr lang="en-US" sz="2000" b="1" i="1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sz="2000" b="1" i="1" smtClean="0">
                        <a:latin typeface="Cambria Math" panose="02040503050406030204" pitchFamily="18" charset="0"/>
                      </a:rPr>
                      <m:t>𝟏𝟎𝟎𝟎</m:t>
                    </m:r>
                    <m:r>
                      <a:rPr lang="en-US" sz="2000" b="1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000" b="1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𝟕𝟑𝟒</m:t>
                    </m:r>
                    <m:r>
                      <a:rPr lang="en-US" sz="2000" b="1" i="1">
                        <a:latin typeface="Cambria Math" panose="02040503050406030204" pitchFamily="18" charset="0"/>
                      </a:rPr>
                      <m:t>)∗(</m:t>
                    </m:r>
                    <m:r>
                      <a:rPr lang="en-US" sz="2000" b="1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𝟏𝟎𝟑</m:t>
                    </m:r>
                    <m:r>
                      <a:rPr lang="en-US" sz="2000" b="1" i="1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sz="2000" b="1" i="1" smtClean="0">
                        <a:latin typeface="Cambria Math" panose="02040503050406030204" pitchFamily="18" charset="0"/>
                      </a:rPr>
                      <m:t>𝟏𝟎𝟎𝟎</m:t>
                    </m:r>
                    <m:r>
                      <a:rPr lang="en-US" sz="2000" b="1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000" b="1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𝟖𝟕𝟓</m:t>
                    </m:r>
                    <m:r>
                      <a:rPr lang="en-US" sz="2000" b="1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000" b="1" i="1" dirty="0">
                  <a:latin typeface="Cambria Math" panose="02040503050406030204" pitchFamily="18" charset="0"/>
                </a:endParaRPr>
              </a:p>
              <a:p>
                <a:pPr>
                  <a:lnSpc>
                    <a:spcPct val="250000"/>
                  </a:lnSpc>
                </a:pPr>
                <a:endParaRPr lang="en-US" sz="2000" b="1" i="1" dirty="0">
                  <a:latin typeface="Cambria Math" panose="02040503050406030204" pitchFamily="18" charset="0"/>
                </a:endParaRPr>
              </a:p>
              <a:p>
                <a:pPr>
                  <a:lnSpc>
                    <a:spcPct val="2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b="1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000" b="1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𝟖</m:t>
                          </m:r>
                          <m:r>
                            <a:rPr lang="en-US" sz="2000" b="1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𝟐𝟓𝟔</m:t>
                          </m:r>
                          <m:r>
                            <a:rPr lang="en-US" sz="2000" b="1" i="1">
                              <a:latin typeface="Cambria Math" panose="02040503050406030204" pitchFamily="18" charset="0"/>
                            </a:rPr>
                            <m:t>∗</m:t>
                          </m:r>
                          <m:r>
                            <a:rPr lang="en-US" sz="2000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𝟏𝟎𝟑</m:t>
                          </m:r>
                        </m:e>
                      </m:d>
                      <m:r>
                        <a:rPr lang="en-US" sz="2000" b="1" i="1">
                          <a:latin typeface="Cambria Math" panose="02040503050406030204" pitchFamily="18" charset="0"/>
                        </a:rPr>
                        <m:t>∗</m:t>
                      </m:r>
                      <m:sSup>
                        <m:sSupPr>
                          <m:ctrlPr>
                            <a:rPr lang="en-US" sz="20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1" i="1">
                              <a:latin typeface="Cambria Math" panose="02040503050406030204" pitchFamily="18" charset="0"/>
                            </a:rPr>
                            <m:t>𝟏𝟎</m:t>
                          </m:r>
                        </m:e>
                        <m:sup>
                          <m:r>
                            <a:rPr lang="en-US" sz="2000" b="1" i="1">
                              <a:latin typeface="Cambria Math" panose="02040503050406030204" pitchFamily="18" charset="0"/>
                            </a:rPr>
                            <m:t>𝟔</m:t>
                          </m:r>
                        </m:sup>
                      </m:sSup>
                      <m:r>
                        <a:rPr lang="en-US" sz="2000" b="1" i="1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𝟖</m:t>
                          </m:r>
                          <m:r>
                            <a:rPr lang="en-US" sz="2000" b="1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𝟐𝟓𝟔</m:t>
                          </m:r>
                          <m:r>
                            <a:rPr lang="en-US" sz="2000" b="1" i="1">
                              <a:latin typeface="Cambria Math" panose="02040503050406030204" pitchFamily="18" charset="0"/>
                            </a:rPr>
                            <m:t>∗</m:t>
                          </m:r>
                          <m:r>
                            <a:rPr lang="en-US" sz="2000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𝟖𝟕𝟓</m:t>
                          </m:r>
                          <m:r>
                            <a:rPr lang="en-US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000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𝟕</m:t>
                          </m:r>
                          <m:r>
                            <a:rPr lang="en-US" sz="2000" b="1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𝟑𝟒</m:t>
                          </m:r>
                          <m:r>
                            <a:rPr lang="en-US" sz="2000" b="1" i="1">
                              <a:latin typeface="Cambria Math" panose="02040503050406030204" pitchFamily="18" charset="0"/>
                            </a:rPr>
                            <m:t>∗</m:t>
                          </m:r>
                          <m:r>
                            <a:rPr lang="en-US" sz="2000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𝟏𝟎𝟑</m:t>
                          </m:r>
                        </m:e>
                      </m:d>
                      <m:r>
                        <a:rPr lang="en-US" sz="2000" b="1" i="1">
                          <a:latin typeface="Cambria Math" panose="02040503050406030204" pitchFamily="18" charset="0"/>
                        </a:rPr>
                        <m:t>∗</m:t>
                      </m:r>
                      <m:sSup>
                        <m:sSupPr>
                          <m:ctrlPr>
                            <a:rPr lang="en-US" sz="20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1" i="1">
                              <a:latin typeface="Cambria Math" panose="02040503050406030204" pitchFamily="18" charset="0"/>
                            </a:rPr>
                            <m:t>𝟏𝟎</m:t>
                          </m:r>
                        </m:e>
                        <m:sup>
                          <m:r>
                            <a:rPr lang="en-US" sz="2000" b="1" i="1">
                              <a:latin typeface="Cambria Math" panose="02040503050406030204" pitchFamily="18" charset="0"/>
                            </a:rPr>
                            <m:t>𝟑</m:t>
                          </m:r>
                        </m:sup>
                      </m:sSup>
                      <m:r>
                        <a:rPr lang="en-US" sz="2000" b="1" i="1">
                          <a:latin typeface="Cambria Math" panose="02040503050406030204" pitchFamily="18" charset="0"/>
                        </a:rPr>
                        <m:t>+(</m:t>
                      </m:r>
                      <m:r>
                        <a:rPr lang="en-US" sz="2000" b="1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𝟕𝟑𝟒</m:t>
                      </m:r>
                      <m:r>
                        <a:rPr lang="en-US" sz="2000" b="1" i="1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sz="2000" b="1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𝟖𝟕𝟓</m:t>
                      </m:r>
                      <m:r>
                        <a:rPr lang="en-US" sz="2000" b="1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000" b="1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2CF96462-D505-47C9-A1C4-0FCC1A7B406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5899" y="2552446"/>
                <a:ext cx="9702053" cy="241816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4">
            <a:extLst>
              <a:ext uri="{FF2B5EF4-FFF2-40B4-BE49-F238E27FC236}">
                <a16:creationId xmlns:a16="http://schemas.microsoft.com/office/drawing/2014/main" id="{DE44E32C-0A16-4149-A17B-602FD10D98E7}"/>
              </a:ext>
            </a:extLst>
          </p:cNvPr>
          <p:cNvSpPr/>
          <p:nvPr/>
        </p:nvSpPr>
        <p:spPr>
          <a:xfrm>
            <a:off x="4133047" y="4347882"/>
            <a:ext cx="3738283" cy="52891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78744042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r>
              <a:rPr lang="en-US" dirty="0"/>
              <a:t>Example 4: Large Integer Multiplication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3E16E55-BB1F-46F1-B98D-5E2DF6137614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71/92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2CF96462-D505-47C9-A1C4-0FCC1A7B4063}"/>
                  </a:ext>
                </a:extLst>
              </p:cNvPr>
              <p:cNvSpPr/>
              <p:nvPr/>
            </p:nvSpPr>
            <p:spPr>
              <a:xfrm>
                <a:off x="1485899" y="2552446"/>
                <a:ext cx="9702053" cy="241816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2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𝟖</m:t>
                      </m:r>
                      <m:r>
                        <a:rPr lang="en-US" sz="20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0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𝟐𝟓𝟔</m:t>
                      </m:r>
                      <m:r>
                        <a:rPr lang="en-US" sz="2000" b="1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000" b="1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𝟕𝟑𝟒</m:t>
                      </m:r>
                      <m:r>
                        <a:rPr lang="en-US" sz="2000" b="1" i="1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sz="2000" b="1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𝟏𝟎𝟑</m:t>
                      </m:r>
                      <m:r>
                        <a:rPr lang="en-US" sz="2000" b="1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000" b="1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𝟖𝟕𝟓</m:t>
                      </m:r>
                      <m:r>
                        <a:rPr lang="en-US" sz="2000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US" sz="2000" b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𝟖𝟐𝟓𝟔</m:t>
                      </m:r>
                      <m:r>
                        <a:rPr lang="en-US" sz="2000" b="1" i="1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𝟏𝟎𝟎𝟎</m:t>
                      </m:r>
                      <m:r>
                        <a:rPr lang="en-US" sz="2000" b="1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000" b="1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𝟕𝟑𝟒</m:t>
                      </m:r>
                      <m:r>
                        <a:rPr lang="en-US" sz="2000" b="1" i="1">
                          <a:latin typeface="Cambria Math" panose="02040503050406030204" pitchFamily="18" charset="0"/>
                        </a:rPr>
                        <m:t>)∗(</m:t>
                      </m:r>
                      <m:r>
                        <a:rPr lang="en-US" sz="2000" b="1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𝟏𝟎𝟑</m:t>
                      </m:r>
                      <m:r>
                        <a:rPr lang="en-US" sz="2000" b="1" i="1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𝟏𝟎𝟎𝟎</m:t>
                      </m:r>
                      <m:r>
                        <a:rPr lang="en-US" sz="2000" b="1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000" b="1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𝟖𝟕𝟓</m:t>
                      </m:r>
                      <m:r>
                        <a:rPr lang="en-US" sz="2000" b="1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000" b="1" i="1" dirty="0">
                  <a:latin typeface="Cambria Math" panose="02040503050406030204" pitchFamily="18" charset="0"/>
                </a:endParaRPr>
              </a:p>
              <a:p>
                <a:pPr>
                  <a:lnSpc>
                    <a:spcPct val="250000"/>
                  </a:lnSpc>
                </a:pPr>
                <a:endParaRPr lang="en-US" sz="2000" b="1" i="1" dirty="0">
                  <a:latin typeface="Cambria Math" panose="02040503050406030204" pitchFamily="18" charset="0"/>
                </a:endParaRPr>
              </a:p>
              <a:p>
                <a:pPr>
                  <a:lnSpc>
                    <a:spcPct val="2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     </m:t>
                      </m:r>
                      <m:r>
                        <a:rPr lang="en-US" sz="2000" b="1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000" b="1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𝟖</m:t>
                          </m:r>
                          <m:r>
                            <a:rPr lang="en-US" sz="2000" b="1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𝟐𝟓𝟔</m:t>
                          </m:r>
                          <m:r>
                            <a:rPr lang="en-US" sz="2000" b="1" i="1">
                              <a:latin typeface="Cambria Math" panose="02040503050406030204" pitchFamily="18" charset="0"/>
                            </a:rPr>
                            <m:t>∗</m:t>
                          </m:r>
                          <m:r>
                            <a:rPr lang="en-US" sz="2000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𝟏𝟎𝟑</m:t>
                          </m:r>
                        </m:e>
                      </m:d>
                      <m:r>
                        <a:rPr lang="en-US" sz="2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sSup>
                        <m:sSupPr>
                          <m:ctrlPr>
                            <a:rPr lang="en-US" sz="20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1" i="1">
                              <a:latin typeface="Cambria Math" panose="02040503050406030204" pitchFamily="18" charset="0"/>
                            </a:rPr>
                            <m:t>𝟏𝟎</m:t>
                          </m:r>
                        </m:e>
                        <m:sup>
                          <m:r>
                            <a:rPr lang="en-US" sz="2000" b="1" i="1">
                              <a:latin typeface="Cambria Math" panose="02040503050406030204" pitchFamily="18" charset="0"/>
                            </a:rPr>
                            <m:t>𝟔</m:t>
                          </m:r>
                        </m:sup>
                      </m:sSup>
                      <m:r>
                        <a:rPr lang="en-US" sz="2000" b="1" i="1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𝟖</m:t>
                          </m:r>
                          <m:r>
                            <a:rPr lang="en-US" sz="2000" b="1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𝟐𝟓𝟔</m:t>
                          </m:r>
                          <m:r>
                            <a:rPr lang="en-US" sz="2000" b="1" i="1">
                              <a:latin typeface="Cambria Math" panose="02040503050406030204" pitchFamily="18" charset="0"/>
                            </a:rPr>
                            <m:t>∗</m:t>
                          </m:r>
                          <m:r>
                            <a:rPr lang="en-US" sz="2000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𝟖𝟕𝟓</m:t>
                          </m:r>
                          <m:r>
                            <a:rPr lang="en-US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000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𝟕</m:t>
                          </m:r>
                          <m:r>
                            <a:rPr lang="en-US" sz="2000" b="1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𝟑𝟒</m:t>
                          </m:r>
                          <m:r>
                            <a:rPr lang="en-US" sz="2000" b="1" i="1">
                              <a:latin typeface="Cambria Math" panose="02040503050406030204" pitchFamily="18" charset="0"/>
                            </a:rPr>
                            <m:t>∗</m:t>
                          </m:r>
                          <m:r>
                            <a:rPr lang="en-US" sz="2000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𝟏𝟎𝟑</m:t>
                          </m:r>
                        </m:e>
                      </m:d>
                      <m:r>
                        <a:rPr lang="en-US" sz="2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sSup>
                        <m:sSupPr>
                          <m:ctrlPr>
                            <a:rPr lang="en-US" sz="20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1" i="1">
                              <a:latin typeface="Cambria Math" panose="02040503050406030204" pitchFamily="18" charset="0"/>
                            </a:rPr>
                            <m:t>𝟏𝟎</m:t>
                          </m:r>
                        </m:e>
                        <m:sup>
                          <m:r>
                            <a:rPr lang="en-US" sz="2000" b="1" i="1">
                              <a:latin typeface="Cambria Math" panose="02040503050406030204" pitchFamily="18" charset="0"/>
                            </a:rPr>
                            <m:t>𝟑</m:t>
                          </m:r>
                        </m:sup>
                      </m:sSup>
                      <m:r>
                        <a:rPr lang="en-US" sz="2000" b="1" i="1">
                          <a:latin typeface="Cambria Math" panose="02040503050406030204" pitchFamily="18" charset="0"/>
                        </a:rPr>
                        <m:t>+(</m:t>
                      </m:r>
                      <m:r>
                        <a:rPr lang="en-US" sz="2000" b="1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𝟕𝟑𝟒</m:t>
                      </m:r>
                      <m:r>
                        <a:rPr lang="en-US" sz="2000" b="1" i="1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sz="2000" b="1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𝟖𝟕𝟓</m:t>
                      </m:r>
                      <m:r>
                        <a:rPr lang="en-US" sz="2000" b="1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000" b="1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2CF96462-D505-47C9-A1C4-0FCC1A7B406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5899" y="2552446"/>
                <a:ext cx="9702053" cy="241816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0F058A5F-CCC1-4426-B814-976A801944E4}"/>
              </a:ext>
            </a:extLst>
          </p:cNvPr>
          <p:cNvCxnSpPr>
            <a:cxnSpLocks/>
            <a:endCxn id="15" idx="1"/>
          </p:cNvCxnSpPr>
          <p:nvPr/>
        </p:nvCxnSpPr>
        <p:spPr>
          <a:xfrm>
            <a:off x="2761129" y="4742329"/>
            <a:ext cx="2467653" cy="110803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9C42B1DF-81FE-4D42-8815-7D9D39D1420B}"/>
              </a:ext>
            </a:extLst>
          </p:cNvPr>
          <p:cNvCxnSpPr>
            <a:cxnSpLocks/>
          </p:cNvCxnSpPr>
          <p:nvPr/>
        </p:nvCxnSpPr>
        <p:spPr>
          <a:xfrm>
            <a:off x="5109882" y="4742329"/>
            <a:ext cx="259977" cy="923365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66801669-6BF2-447A-A373-A3E0910EEBEE}"/>
              </a:ext>
            </a:extLst>
          </p:cNvPr>
          <p:cNvCxnSpPr>
            <a:cxnSpLocks/>
          </p:cNvCxnSpPr>
          <p:nvPr/>
        </p:nvCxnSpPr>
        <p:spPr>
          <a:xfrm flipH="1">
            <a:off x="5551306" y="4757536"/>
            <a:ext cx="1012780" cy="908158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035309CB-87F7-4E79-88FE-02377B6E6C7C}"/>
              </a:ext>
            </a:extLst>
          </p:cNvPr>
          <p:cNvCxnSpPr/>
          <p:nvPr/>
        </p:nvCxnSpPr>
        <p:spPr>
          <a:xfrm flipH="1">
            <a:off x="5576047" y="4742329"/>
            <a:ext cx="3541059" cy="1013012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65CEB023-985B-438D-88C2-277449E0B97F}"/>
              </a:ext>
            </a:extLst>
          </p:cNvPr>
          <p:cNvSpPr txBox="1"/>
          <p:nvPr/>
        </p:nvSpPr>
        <p:spPr>
          <a:xfrm>
            <a:off x="5228782" y="5665694"/>
            <a:ext cx="322524" cy="369332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0"/>
              </a:rPr>
              <a:t>4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A9C6C0C2-44CB-4477-8444-7905A5FF83F8}"/>
              </a:ext>
            </a:extLst>
          </p:cNvPr>
          <p:cNvCxnSpPr>
            <a:cxnSpLocks/>
          </p:cNvCxnSpPr>
          <p:nvPr/>
        </p:nvCxnSpPr>
        <p:spPr>
          <a:xfrm flipV="1">
            <a:off x="3731079" y="3899648"/>
            <a:ext cx="1378803" cy="564776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75F5C174-6212-4DF6-8181-2706164598BF}"/>
              </a:ext>
            </a:extLst>
          </p:cNvPr>
          <p:cNvCxnSpPr>
            <a:cxnSpLocks/>
          </p:cNvCxnSpPr>
          <p:nvPr/>
        </p:nvCxnSpPr>
        <p:spPr>
          <a:xfrm flipH="1" flipV="1">
            <a:off x="5228784" y="3862579"/>
            <a:ext cx="2429529" cy="601845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417BC0B3-8243-4547-9908-D875B10CD77B}"/>
              </a:ext>
            </a:extLst>
          </p:cNvPr>
          <p:cNvSpPr txBox="1"/>
          <p:nvPr/>
        </p:nvSpPr>
        <p:spPr>
          <a:xfrm>
            <a:off x="4356847" y="3493245"/>
            <a:ext cx="18896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Not multiplication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601181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22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r>
              <a:rPr lang="en-US" dirty="0"/>
              <a:t>Example 4: Large Integer Multiplication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3E16E55-BB1F-46F1-B98D-5E2DF6137614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72/92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581193" y="1761568"/>
                <a:ext cx="9423420" cy="437651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b="0" dirty="0"/>
                  <a:t>  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342900" indent="-342900">
                  <a:lnSpc>
                    <a:spcPct val="150000"/>
                  </a:lnSpc>
                  <a:buClr>
                    <a:schemeClr val="accent1"/>
                  </a:buClr>
                  <a:buFont typeface="Wingdings" panose="05000000000000000000" pitchFamily="2" charset="2"/>
                  <a:buChar char="§"/>
                </a:pPr>
                <a:r>
                  <a:rPr lang="en-US" altLang="en-US" sz="2400" dirty="0"/>
                  <a:t>u and v are two n-digit large integer: </a:t>
                </a:r>
              </a:p>
              <a:p>
                <a:pPr>
                  <a:lnSpc>
                    <a:spcPct val="150000"/>
                  </a:lnSpc>
                  <a:buClr>
                    <a:schemeClr val="accent1"/>
                  </a:buCl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solidFill>
                            <a:srgbClr val="FF00FF"/>
                          </a:solidFill>
                          <a:latin typeface="Cambria Math" panose="02040503050406030204" pitchFamily="18" charset="0"/>
                        </a:rPr>
                        <m:t>𝒖</m:t>
                      </m:r>
                      <m:r>
                        <a:rPr lang="en-US" sz="2000" b="1" i="1" smtClean="0">
                          <a:solidFill>
                            <a:srgbClr val="FF00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1" i="1" smtClean="0">
                          <a:solidFill>
                            <a:srgbClr val="FF00FF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sz="2000" b="1" i="1" smtClean="0">
                          <a:solidFill>
                            <a:srgbClr val="FF00FF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sSup>
                        <m:sSupPr>
                          <m:ctrlPr>
                            <a:rPr lang="en-US" sz="2000" b="1" i="1" smtClean="0">
                              <a:solidFill>
                                <a:srgbClr val="FF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1" i="1" smtClean="0">
                              <a:solidFill>
                                <a:srgbClr val="FF00FF"/>
                              </a:solidFill>
                              <a:latin typeface="Cambria Math" panose="02040503050406030204" pitchFamily="18" charset="0"/>
                            </a:rPr>
                            <m:t>𝟏𝟎</m:t>
                          </m:r>
                        </m:e>
                        <m:sup>
                          <m:r>
                            <a:rPr lang="en-US" sz="2000" b="1" i="1" smtClean="0">
                              <a:solidFill>
                                <a:srgbClr val="FF00FF"/>
                              </a:solidFill>
                              <a:latin typeface="Cambria Math" panose="02040503050406030204" pitchFamily="18" charset="0"/>
                            </a:rPr>
                            <m:t>𝒎</m:t>
                          </m:r>
                        </m:sup>
                      </m:sSup>
                      <m:r>
                        <a:rPr lang="en-US" sz="2000" b="1" i="1" smtClean="0">
                          <a:solidFill>
                            <a:srgbClr val="FF00FF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000" b="1" i="1" smtClean="0">
                          <a:solidFill>
                            <a:srgbClr val="FF00FF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US" sz="2000" b="1" i="1" smtClean="0">
                          <a:solidFill>
                            <a:srgbClr val="FF00FF"/>
                          </a:solidFill>
                          <a:latin typeface="Cambria Math" panose="02040503050406030204" pitchFamily="18" charset="0"/>
                        </a:rPr>
                        <m:t>    ,  </m:t>
                      </m:r>
                      <m:r>
                        <a:rPr lang="en-US" sz="2000" b="1" i="1" smtClean="0">
                          <a:solidFill>
                            <a:srgbClr val="FF00FF"/>
                          </a:solidFill>
                          <a:latin typeface="Cambria Math" panose="02040503050406030204" pitchFamily="18" charset="0"/>
                        </a:rPr>
                        <m:t>𝒗</m:t>
                      </m:r>
                      <m:r>
                        <a:rPr lang="en-US" sz="2000" b="1" i="1" smtClean="0">
                          <a:solidFill>
                            <a:srgbClr val="FF00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1" i="1" smtClean="0">
                          <a:solidFill>
                            <a:srgbClr val="FF00FF"/>
                          </a:solidFill>
                          <a:latin typeface="Cambria Math" panose="02040503050406030204" pitchFamily="18" charset="0"/>
                        </a:rPr>
                        <m:t>𝒘</m:t>
                      </m:r>
                      <m:r>
                        <a:rPr lang="en-US" sz="2000" b="1" i="1" smtClean="0">
                          <a:solidFill>
                            <a:srgbClr val="FF00FF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sSup>
                        <m:sSupPr>
                          <m:ctrlPr>
                            <a:rPr lang="en-US" sz="2000" b="1" i="1" smtClean="0">
                              <a:solidFill>
                                <a:srgbClr val="FF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1" i="1" smtClean="0">
                              <a:solidFill>
                                <a:srgbClr val="FF00FF"/>
                              </a:solidFill>
                              <a:latin typeface="Cambria Math" panose="02040503050406030204" pitchFamily="18" charset="0"/>
                            </a:rPr>
                            <m:t>𝟏𝟎</m:t>
                          </m:r>
                        </m:e>
                        <m:sup>
                          <m:r>
                            <a:rPr lang="en-US" sz="2000" b="1" i="1" smtClean="0">
                              <a:solidFill>
                                <a:srgbClr val="FF00FF"/>
                              </a:solidFill>
                              <a:latin typeface="Cambria Math" panose="02040503050406030204" pitchFamily="18" charset="0"/>
                            </a:rPr>
                            <m:t>𝒎</m:t>
                          </m:r>
                        </m:sup>
                      </m:sSup>
                      <m:r>
                        <a:rPr lang="en-US" sz="2000" b="1" i="1" smtClean="0">
                          <a:solidFill>
                            <a:srgbClr val="FF00FF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000" b="1" i="1" smtClean="0">
                          <a:solidFill>
                            <a:srgbClr val="FF00FF"/>
                          </a:solidFill>
                          <a:latin typeface="Cambria Math" panose="02040503050406030204" pitchFamily="18" charset="0"/>
                        </a:rPr>
                        <m:t>𝒛</m:t>
                      </m:r>
                      <m:r>
                        <a:rPr lang="en-US" sz="2000" b="1" i="1" smtClean="0">
                          <a:solidFill>
                            <a:srgbClr val="FF00FF"/>
                          </a:solidFill>
                          <a:latin typeface="Cambria Math" panose="02040503050406030204" pitchFamily="18" charset="0"/>
                        </a:rPr>
                        <m:t>           </m:t>
                      </m:r>
                      <m:r>
                        <a:rPr lang="en-US" sz="2000" b="1" i="1" smtClean="0">
                          <a:solidFill>
                            <a:srgbClr val="FF00FF"/>
                          </a:solidFill>
                          <a:latin typeface="Cambria Math" panose="02040503050406030204" pitchFamily="18" charset="0"/>
                        </a:rPr>
                        <m:t>𝒎</m:t>
                      </m:r>
                      <m:r>
                        <a:rPr lang="en-US" sz="2000" b="1" i="1" smtClean="0">
                          <a:solidFill>
                            <a:srgbClr val="FF00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⌈"/>
                          <m:endChr m:val="⌉"/>
                          <m:ctrlPr>
                            <a:rPr lang="en-US" sz="2000" b="1" i="1" smtClean="0">
                              <a:solidFill>
                                <a:srgbClr val="FF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1" i="1" smtClean="0">
                              <a:solidFill>
                                <a:srgbClr val="FF00FF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f>
                            <m:fPr>
                              <m:ctrlPr>
                                <a:rPr lang="en-US" sz="2000" b="1" i="1" smtClean="0">
                                  <a:solidFill>
                                    <a:srgbClr val="FF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000" b="1" i="1" smtClean="0">
                                  <a:solidFill>
                                    <a:srgbClr val="FF00FF"/>
                                  </a:solidFill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num>
                            <m:den>
                              <m:r>
                                <a:rPr lang="en-US" sz="2000" b="1" i="1" smtClean="0">
                                  <a:solidFill>
                                    <a:srgbClr val="FF00FF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den>
                          </m:f>
                          <m:r>
                            <a:rPr lang="en-US" sz="2000" b="1" i="1" smtClean="0">
                              <a:solidFill>
                                <a:srgbClr val="FF00FF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</m:oMath>
                  </m:oMathPara>
                </a14:m>
                <a:endParaRPr lang="en-US" b="0" i="1" dirty="0">
                  <a:solidFill>
                    <a:srgbClr val="FF0000"/>
                  </a:solidFill>
                  <a:latin typeface="Cambria Math" panose="02040503050406030204" pitchFamily="18" charset="0"/>
                </a:endParaRPr>
              </a:p>
              <a:p>
                <a:pPr lvl="1">
                  <a:lnSpc>
                    <a:spcPct val="2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80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800" b="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  <m:r>
                            <a:rPr lang="en-US" sz="2800" b="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</m:d>
                      <m:r>
                        <a:rPr lang="en-US" sz="2800" b="0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sSup>
                        <m:sSupPr>
                          <m:ctrlPr>
                            <a:rPr lang="en-US" sz="280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r>
                            <a:rPr lang="en-US" sz="28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8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sup>
                      </m:sSup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sz="28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  <m:r>
                            <a:rPr lang="en-US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en-US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  <m:r>
                            <a:rPr lang="en-US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</m:d>
                      <m:r>
                        <a:rPr lang="en-US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sSup>
                        <m:sSupPr>
                          <m:ctrlPr>
                            <a:rPr lang="en-US" sz="28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r>
                            <a:rPr lang="en-US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sup>
                      </m:sSup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800" b="0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800" b="0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sz="2800" b="0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en-US" sz="2800" b="0" dirty="0">
                  <a:solidFill>
                    <a:srgbClr val="00B0F0"/>
                  </a:solidFill>
                </a:endParaRPr>
              </a:p>
              <a:p>
                <a:pPr lvl="1">
                  <a:lnSpc>
                    <a:spcPct val="200000"/>
                  </a:lnSpc>
                </a:pPr>
                <a:r>
                  <a:rPr lang="en-US" sz="2800" dirty="0"/>
                  <a:t>Example:</a:t>
                </a:r>
              </a:p>
              <a:p>
                <a:pPr lvl="1">
                  <a:lnSpc>
                    <a:spcPct val="2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dirty="0" smtClean="0">
                          <a:latin typeface="Cambria Math" panose="02040503050406030204" pitchFamily="18" charset="0"/>
                        </a:rPr>
                        <m:t>7,824,657</m:t>
                      </m:r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US" sz="2800" i="1" dirty="0" smtClean="0">
                          <a:latin typeface="Cambria Math" panose="02040503050406030204" pitchFamily="18" charset="0"/>
                        </a:rPr>
                        <m:t>64,528→</m:t>
                      </m:r>
                      <m:r>
                        <a:rPr lang="en-US" sz="2800" i="1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80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782</m:t>
                      </m:r>
                      <m:r>
                        <a:rPr lang="en-US" sz="2800" i="1" dirty="0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4657</m:t>
                      </m:r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US" sz="2800" b="0" i="1" dirty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00</m:t>
                      </m:r>
                      <m:r>
                        <a:rPr lang="en-US" sz="2800" i="1" dirty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6</m:t>
                      </m:r>
                      <m:r>
                        <a:rPr lang="en-US" sz="2800" i="1" dirty="0" smtClean="0">
                          <a:solidFill>
                            <a:srgbClr val="FF00FF"/>
                          </a:solidFill>
                          <a:latin typeface="Cambria Math" panose="02040503050406030204" pitchFamily="18" charset="0"/>
                        </a:rPr>
                        <m:t>4528</m:t>
                      </m:r>
                      <m:r>
                        <a:rPr lang="en-US" sz="2800" i="1" dirty="0" smtClean="0">
                          <a:latin typeface="Cambria Math" panose="02040503050406030204" pitchFamily="18" charset="0"/>
                        </a:rPr>
                        <m:t>            </m:t>
                      </m:r>
                      <m:r>
                        <a:rPr lang="en-US" sz="2800" i="1" dirty="0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sz="2800" i="1" dirty="0" smtClean="0">
                          <a:latin typeface="Cambria Math" panose="02040503050406030204" pitchFamily="18" charset="0"/>
                        </a:rPr>
                        <m:t>=4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1193" y="1761568"/>
                <a:ext cx="9423420" cy="4376519"/>
              </a:xfrm>
              <a:prstGeom prst="rect">
                <a:avLst/>
              </a:prstGeom>
              <a:blipFill>
                <a:blip r:embed="rId4"/>
                <a:stretch>
                  <a:fillRect l="-18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4285823706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r>
              <a:rPr lang="en-US" dirty="0"/>
              <a:t>L.I.M: Algorithm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A61EDA6-5390-4204-80A1-558D3961A065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73/92</a:t>
            </a:r>
          </a:p>
        </p:txBody>
      </p:sp>
      <p:sp>
        <p:nvSpPr>
          <p:cNvPr id="5" name="Text Box 17"/>
          <p:cNvSpPr txBox="1">
            <a:spLocks noChangeArrowheads="1"/>
          </p:cNvSpPr>
          <p:nvPr/>
        </p:nvSpPr>
        <p:spPr bwMode="auto">
          <a:xfrm>
            <a:off x="761929" y="1934065"/>
            <a:ext cx="8871927" cy="48013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4572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9144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3716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8288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2860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7432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2004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6576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41148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indent="0"/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multiply(</a:t>
            </a:r>
            <a:r>
              <a:rPr lang="en-US" sz="18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u,v</a:t>
            </a: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/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if(u==‘0’ or v==‘0’) return ‘0’</a:t>
            </a:r>
          </a:p>
          <a:p>
            <a:pPr marL="0" indent="0"/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n1=</a:t>
            </a:r>
            <a:r>
              <a:rPr lang="en-US" altLang="en-US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u.size</a:t>
            </a:r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marL="0" indent="0"/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n2=</a:t>
            </a:r>
            <a:r>
              <a:rPr lang="en-US" altLang="en-US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v.size</a:t>
            </a:r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marL="0" indent="0"/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n=max(n1,n2)</a:t>
            </a:r>
          </a:p>
          <a:p>
            <a:pPr marL="0" indent="0"/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if(n&lt;threshold) return str(int(u)*int(v))</a:t>
            </a:r>
          </a:p>
          <a:p>
            <a:pPr marL="0" indent="0"/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m=n/2</a:t>
            </a:r>
          </a:p>
          <a:p>
            <a:pPr marL="0" indent="0"/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altLang="en-US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x,y</a:t>
            </a:r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=split(u)</a:t>
            </a:r>
          </a:p>
          <a:p>
            <a:pPr marL="0" indent="0"/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altLang="en-US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w,z</a:t>
            </a:r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=split(v) </a:t>
            </a:r>
            <a:endParaRPr lang="en-US" altLang="en-US" sz="1800" b="1" i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/>
            <a:r>
              <a:rPr lang="en-US" altLang="en-US" sz="1800" b="1" i="1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p=multiply(</a:t>
            </a:r>
            <a:r>
              <a:rPr lang="en-US" altLang="en-US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x,w</a:t>
            </a:r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/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for(</a:t>
            </a:r>
            <a:r>
              <a:rPr lang="en-US" altLang="en-US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=0;i&lt;2*</a:t>
            </a:r>
            <a:r>
              <a:rPr lang="en-US" altLang="en-US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m;i</a:t>
            </a:r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++) p=p+’0’ </a:t>
            </a:r>
          </a:p>
          <a:p>
            <a:pPr marL="0" indent="0"/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t1=multiply(</a:t>
            </a:r>
            <a:r>
              <a:rPr lang="en-US" altLang="en-US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x,z</a:t>
            </a:r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/>
            <a:r>
              <a:rPr lang="en-US" altLang="en-US" sz="1800" b="1" i="1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t2=multiply(</a:t>
            </a:r>
            <a:r>
              <a:rPr lang="en-US" altLang="en-US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y,w</a:t>
            </a:r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/>
            <a:r>
              <a:rPr lang="en-US" altLang="en-US" sz="1800" b="1" i="1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s=sum(t1,t2)</a:t>
            </a:r>
          </a:p>
          <a:p>
            <a:pPr marL="0" indent="0"/>
            <a:r>
              <a:rPr lang="en-US" altLang="en-US" sz="1800" b="1" i="1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for(</a:t>
            </a:r>
            <a:r>
              <a:rPr lang="en-US" altLang="en-US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=0;i&lt;</a:t>
            </a:r>
            <a:r>
              <a:rPr lang="en-US" altLang="en-US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m;i</a:t>
            </a:r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++) s=s+’0’</a:t>
            </a:r>
          </a:p>
          <a:p>
            <a:pPr marL="0" indent="0"/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q=multiply(</a:t>
            </a:r>
            <a:r>
              <a:rPr lang="en-US" altLang="en-US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y,z</a:t>
            </a:r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/>
            <a:r>
              <a:rPr lang="en-US" altLang="en-US" sz="1800" b="1" i="1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return sum(sum(</a:t>
            </a:r>
            <a:r>
              <a:rPr lang="en-US" altLang="en-US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p,s</a:t>
            </a:r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),q)</a:t>
            </a:r>
            <a:endParaRPr lang="en-US" altLang="en-US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080376734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r>
              <a:rPr lang="en-US" dirty="0"/>
              <a:t>L.I.M: Algorithm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A61EDA6-5390-4204-80A1-558D3961A065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74/92</a:t>
            </a:r>
          </a:p>
        </p:txBody>
      </p:sp>
      <p:sp>
        <p:nvSpPr>
          <p:cNvPr id="5" name="Text Box 17"/>
          <p:cNvSpPr txBox="1">
            <a:spLocks noChangeArrowheads="1"/>
          </p:cNvSpPr>
          <p:nvPr/>
        </p:nvSpPr>
        <p:spPr bwMode="auto">
          <a:xfrm>
            <a:off x="761929" y="1934065"/>
            <a:ext cx="8871927" cy="48013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4572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9144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3716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8288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2860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7432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2004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6576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41148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indent="0"/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multiply(</a:t>
            </a:r>
            <a:r>
              <a:rPr lang="en-US" sz="18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u,v</a:t>
            </a: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/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altLang="en-US" sz="1800" b="1" dirty="0">
                <a:solidFill>
                  <a:srgbClr val="7E37D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if(u==‘0’ or v==‘0’) return ‘0’</a:t>
            </a:r>
          </a:p>
          <a:p>
            <a:pPr marL="0" indent="0"/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n1=</a:t>
            </a:r>
            <a:r>
              <a:rPr lang="en-US" altLang="en-US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u.size</a:t>
            </a:r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marL="0" indent="0"/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n2=</a:t>
            </a:r>
            <a:r>
              <a:rPr lang="en-US" altLang="en-US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v.size</a:t>
            </a:r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marL="0" indent="0"/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n=max(n1,n2)</a:t>
            </a:r>
          </a:p>
          <a:p>
            <a:pPr marL="0" indent="0"/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if(n&lt;threshold) return str(int(u)*int(v))</a:t>
            </a:r>
          </a:p>
          <a:p>
            <a:pPr marL="0" indent="0"/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m=n/2</a:t>
            </a:r>
          </a:p>
          <a:p>
            <a:pPr marL="0" indent="0"/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altLang="en-US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x,y</a:t>
            </a:r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=split(u)</a:t>
            </a:r>
          </a:p>
          <a:p>
            <a:pPr marL="0" indent="0"/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altLang="en-US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w,z</a:t>
            </a:r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=split(v) </a:t>
            </a:r>
            <a:endParaRPr lang="en-US" altLang="en-US" sz="1800" b="1" i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/>
            <a:r>
              <a:rPr lang="en-US" altLang="en-US" sz="1800" b="1" i="1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p=multiply(</a:t>
            </a:r>
            <a:r>
              <a:rPr lang="en-US" altLang="en-US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x,w</a:t>
            </a:r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/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for(</a:t>
            </a:r>
            <a:r>
              <a:rPr lang="en-US" altLang="en-US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=0;i&lt;2*</a:t>
            </a:r>
            <a:r>
              <a:rPr lang="en-US" altLang="en-US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m;i</a:t>
            </a:r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++) p=p+’0’ </a:t>
            </a:r>
          </a:p>
          <a:p>
            <a:pPr marL="0" indent="0"/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t1=multiply(</a:t>
            </a:r>
            <a:r>
              <a:rPr lang="en-US" altLang="en-US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x,z</a:t>
            </a:r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/>
            <a:r>
              <a:rPr lang="en-US" altLang="en-US" sz="1800" b="1" i="1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t2=multiply(</a:t>
            </a:r>
            <a:r>
              <a:rPr lang="en-US" altLang="en-US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y,w</a:t>
            </a:r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/>
            <a:r>
              <a:rPr lang="en-US" altLang="en-US" sz="1800" b="1" i="1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s=sum(t1,t2)</a:t>
            </a:r>
          </a:p>
          <a:p>
            <a:pPr marL="0" indent="0"/>
            <a:r>
              <a:rPr lang="en-US" altLang="en-US" sz="1800" b="1" i="1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for(</a:t>
            </a:r>
            <a:r>
              <a:rPr lang="en-US" altLang="en-US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=0;i&lt;</a:t>
            </a:r>
            <a:r>
              <a:rPr lang="en-US" altLang="en-US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m;i</a:t>
            </a:r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++) s=s+’0’</a:t>
            </a:r>
          </a:p>
          <a:p>
            <a:pPr marL="0" indent="0"/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q=multiply(</a:t>
            </a:r>
            <a:r>
              <a:rPr lang="en-US" altLang="en-US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y,z</a:t>
            </a:r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/>
            <a:r>
              <a:rPr lang="en-US" altLang="en-US" sz="1800" b="1" i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return sum(sum(</a:t>
            </a:r>
            <a:r>
              <a:rPr lang="en-US" altLang="en-US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p,s</a:t>
            </a:r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),q)</a:t>
            </a:r>
            <a:endParaRPr lang="en-US" altLang="en-US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661861466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r>
              <a:rPr lang="en-US" dirty="0"/>
              <a:t>L.I.M: Algorithm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A61EDA6-5390-4204-80A1-558D3961A065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75/92</a:t>
            </a:r>
          </a:p>
        </p:txBody>
      </p:sp>
      <p:sp>
        <p:nvSpPr>
          <p:cNvPr id="5" name="Text Box 17"/>
          <p:cNvSpPr txBox="1">
            <a:spLocks noChangeArrowheads="1"/>
          </p:cNvSpPr>
          <p:nvPr/>
        </p:nvSpPr>
        <p:spPr bwMode="auto">
          <a:xfrm>
            <a:off x="761929" y="1934065"/>
            <a:ext cx="8871927" cy="48013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4572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9144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3716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8288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2860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7432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2004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6576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41148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indent="0"/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multiply(</a:t>
            </a:r>
            <a:r>
              <a:rPr lang="en-US" sz="18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u,v</a:t>
            </a: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/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altLang="en-US" sz="1800" b="1" dirty="0">
                <a:solidFill>
                  <a:srgbClr val="7E37D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if(u==‘0’ or v==‘0’) return ‘0’</a:t>
            </a:r>
          </a:p>
          <a:p>
            <a:pPr marL="0" indent="0"/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altLang="en-US" sz="1800" b="1" dirty="0">
                <a:solidFill>
                  <a:srgbClr val="FF99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n1=</a:t>
            </a:r>
            <a:r>
              <a:rPr lang="en-US" altLang="en-US" sz="1800" b="1" dirty="0" err="1">
                <a:solidFill>
                  <a:srgbClr val="FF99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u.size</a:t>
            </a:r>
            <a:r>
              <a:rPr lang="en-US" altLang="en-US" sz="1800" b="1" dirty="0">
                <a:solidFill>
                  <a:srgbClr val="FF99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marL="0" indent="0"/>
            <a:r>
              <a:rPr lang="en-US" altLang="en-US" sz="1800" b="1" dirty="0">
                <a:solidFill>
                  <a:srgbClr val="FF99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n2=</a:t>
            </a:r>
            <a:r>
              <a:rPr lang="en-US" altLang="en-US" sz="1800" b="1" dirty="0" err="1">
                <a:solidFill>
                  <a:srgbClr val="FF99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v.size</a:t>
            </a:r>
            <a:r>
              <a:rPr lang="en-US" altLang="en-US" sz="1800" b="1" dirty="0">
                <a:solidFill>
                  <a:srgbClr val="FF99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marL="0" indent="0"/>
            <a:r>
              <a:rPr lang="en-US" altLang="en-US" sz="1800" b="1" dirty="0">
                <a:solidFill>
                  <a:srgbClr val="FF99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n=max(n1,n2)</a:t>
            </a:r>
          </a:p>
          <a:p>
            <a:pPr marL="0" indent="0"/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if(n&lt;threshold) return str(int(u)*int(v))</a:t>
            </a:r>
          </a:p>
          <a:p>
            <a:pPr marL="0" indent="0"/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m=n/2</a:t>
            </a:r>
          </a:p>
          <a:p>
            <a:pPr marL="0" indent="0"/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altLang="en-US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x,y</a:t>
            </a:r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=split(u)</a:t>
            </a:r>
          </a:p>
          <a:p>
            <a:pPr marL="0" indent="0"/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altLang="en-US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w,z</a:t>
            </a:r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=split(v) </a:t>
            </a:r>
            <a:endParaRPr lang="en-US" altLang="en-US" sz="1800" b="1" i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/>
            <a:r>
              <a:rPr lang="en-US" altLang="en-US" sz="1800" b="1" i="1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p=multiply(</a:t>
            </a:r>
            <a:r>
              <a:rPr lang="en-US" altLang="en-US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x,w</a:t>
            </a:r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/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for(</a:t>
            </a:r>
            <a:r>
              <a:rPr lang="en-US" altLang="en-US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=0;i&lt;2*</a:t>
            </a:r>
            <a:r>
              <a:rPr lang="en-US" altLang="en-US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m;i</a:t>
            </a:r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++) p=p+’0’ </a:t>
            </a:r>
          </a:p>
          <a:p>
            <a:pPr marL="0" indent="0"/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t1=multiply(</a:t>
            </a:r>
            <a:r>
              <a:rPr lang="en-US" altLang="en-US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x,z</a:t>
            </a:r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/>
            <a:r>
              <a:rPr lang="en-US" altLang="en-US" sz="1800" b="1" i="1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t2=multiply(</a:t>
            </a:r>
            <a:r>
              <a:rPr lang="en-US" altLang="en-US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y,w</a:t>
            </a:r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/>
            <a:r>
              <a:rPr lang="en-US" altLang="en-US" sz="1800" b="1" i="1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s=sum(t1,t2)</a:t>
            </a:r>
          </a:p>
          <a:p>
            <a:pPr marL="0" indent="0"/>
            <a:r>
              <a:rPr lang="en-US" altLang="en-US" sz="1800" b="1" i="1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for(</a:t>
            </a:r>
            <a:r>
              <a:rPr lang="en-US" altLang="en-US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=0;i&lt;</a:t>
            </a:r>
            <a:r>
              <a:rPr lang="en-US" altLang="en-US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m;i</a:t>
            </a:r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++) s=s+’0’</a:t>
            </a:r>
          </a:p>
          <a:p>
            <a:pPr marL="0" indent="0"/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q=multiply(</a:t>
            </a:r>
            <a:r>
              <a:rPr lang="en-US" altLang="en-US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y,z</a:t>
            </a:r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/>
            <a:r>
              <a:rPr lang="en-US" altLang="en-US" sz="1800" b="1" i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return sum(sum(</a:t>
            </a:r>
            <a:r>
              <a:rPr lang="en-US" altLang="en-US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p,s</a:t>
            </a:r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),q)</a:t>
            </a:r>
            <a:endParaRPr lang="en-US" altLang="en-US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169354769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r>
              <a:rPr lang="en-US" dirty="0"/>
              <a:t>L.I.M: Algorithm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A61EDA6-5390-4204-80A1-558D3961A065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76/92</a:t>
            </a:r>
          </a:p>
        </p:txBody>
      </p:sp>
      <p:sp>
        <p:nvSpPr>
          <p:cNvPr id="5" name="Text Box 17"/>
          <p:cNvSpPr txBox="1">
            <a:spLocks noChangeArrowheads="1"/>
          </p:cNvSpPr>
          <p:nvPr/>
        </p:nvSpPr>
        <p:spPr bwMode="auto">
          <a:xfrm>
            <a:off x="761929" y="1934065"/>
            <a:ext cx="8871927" cy="48013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4572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9144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3716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8288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2860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7432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2004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6576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41148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indent="0"/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multiply(</a:t>
            </a:r>
            <a:r>
              <a:rPr lang="en-US" sz="18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u,v</a:t>
            </a: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/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altLang="en-US" sz="1800" b="1" dirty="0">
                <a:solidFill>
                  <a:srgbClr val="7E37D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if(u==‘0’ or v==‘0’) return ‘0’</a:t>
            </a:r>
          </a:p>
          <a:p>
            <a:pPr marL="0" indent="0"/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altLang="en-US" sz="1800" b="1" dirty="0">
                <a:solidFill>
                  <a:srgbClr val="FF99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n1=</a:t>
            </a:r>
            <a:r>
              <a:rPr lang="en-US" altLang="en-US" sz="1800" b="1" dirty="0" err="1">
                <a:solidFill>
                  <a:srgbClr val="FF99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u.size</a:t>
            </a:r>
            <a:r>
              <a:rPr lang="en-US" altLang="en-US" sz="1800" b="1" dirty="0">
                <a:solidFill>
                  <a:srgbClr val="FF99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marL="0" indent="0"/>
            <a:r>
              <a:rPr lang="en-US" altLang="en-US" sz="1800" b="1" dirty="0">
                <a:solidFill>
                  <a:srgbClr val="FF99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n2=</a:t>
            </a:r>
            <a:r>
              <a:rPr lang="en-US" altLang="en-US" sz="1800" b="1" dirty="0" err="1">
                <a:solidFill>
                  <a:srgbClr val="FF99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v.size</a:t>
            </a:r>
            <a:r>
              <a:rPr lang="en-US" altLang="en-US" sz="1800" b="1" dirty="0">
                <a:solidFill>
                  <a:srgbClr val="FF99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marL="0" indent="0"/>
            <a:r>
              <a:rPr lang="en-US" altLang="en-US" sz="1800" b="1" dirty="0">
                <a:solidFill>
                  <a:srgbClr val="FF99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n=max(n1,n2)</a:t>
            </a:r>
          </a:p>
          <a:p>
            <a:pPr marL="0" indent="0"/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altLang="en-US" sz="18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if(n&lt;threshold) return str(int(u)*int(v))</a:t>
            </a:r>
          </a:p>
          <a:p>
            <a:pPr marL="0" indent="0"/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m=n/2</a:t>
            </a:r>
          </a:p>
          <a:p>
            <a:pPr marL="0" indent="0"/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altLang="en-US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x,y</a:t>
            </a:r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=split(u)</a:t>
            </a:r>
          </a:p>
          <a:p>
            <a:pPr marL="0" indent="0"/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altLang="en-US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w,z</a:t>
            </a:r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=split(v) </a:t>
            </a:r>
            <a:endParaRPr lang="en-US" altLang="en-US" sz="1800" b="1" i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/>
            <a:r>
              <a:rPr lang="en-US" altLang="en-US" sz="1800" b="1" i="1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p=multiply(</a:t>
            </a:r>
            <a:r>
              <a:rPr lang="en-US" altLang="en-US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x,w</a:t>
            </a:r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/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for(</a:t>
            </a:r>
            <a:r>
              <a:rPr lang="en-US" altLang="en-US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=0;i&lt;2*</a:t>
            </a:r>
            <a:r>
              <a:rPr lang="en-US" altLang="en-US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m;i</a:t>
            </a:r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++) p=p+’0’ </a:t>
            </a:r>
          </a:p>
          <a:p>
            <a:pPr marL="0" indent="0"/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t1=multiply(</a:t>
            </a:r>
            <a:r>
              <a:rPr lang="en-US" altLang="en-US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x,z</a:t>
            </a:r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/>
            <a:r>
              <a:rPr lang="en-US" altLang="en-US" sz="1800" b="1" i="1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t2=multiply(</a:t>
            </a:r>
            <a:r>
              <a:rPr lang="en-US" altLang="en-US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y,w</a:t>
            </a:r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/>
            <a:r>
              <a:rPr lang="en-US" altLang="en-US" sz="1800" b="1" i="1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s=sum(t1,t2)</a:t>
            </a:r>
          </a:p>
          <a:p>
            <a:pPr marL="0" indent="0"/>
            <a:r>
              <a:rPr lang="en-US" altLang="en-US" sz="1800" b="1" i="1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for(</a:t>
            </a:r>
            <a:r>
              <a:rPr lang="en-US" altLang="en-US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=0;i&lt;</a:t>
            </a:r>
            <a:r>
              <a:rPr lang="en-US" altLang="en-US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m;i</a:t>
            </a:r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++) s=s+’0’</a:t>
            </a:r>
          </a:p>
          <a:p>
            <a:pPr marL="0" indent="0"/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q=multiply(</a:t>
            </a:r>
            <a:r>
              <a:rPr lang="en-US" altLang="en-US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y,z</a:t>
            </a:r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/>
            <a:r>
              <a:rPr lang="en-US" altLang="en-US" sz="1800" b="1" i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return sum(sum(</a:t>
            </a:r>
            <a:r>
              <a:rPr lang="en-US" altLang="en-US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p,s</a:t>
            </a:r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),q)</a:t>
            </a:r>
            <a:endParaRPr lang="en-US" altLang="en-US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384700182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r>
              <a:rPr lang="en-US" dirty="0"/>
              <a:t>L.I.M: Algorithm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A61EDA6-5390-4204-80A1-558D3961A065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77/92</a:t>
            </a:r>
          </a:p>
        </p:txBody>
      </p:sp>
      <p:sp>
        <p:nvSpPr>
          <p:cNvPr id="5" name="Text Box 17"/>
          <p:cNvSpPr txBox="1">
            <a:spLocks noChangeArrowheads="1"/>
          </p:cNvSpPr>
          <p:nvPr/>
        </p:nvSpPr>
        <p:spPr bwMode="auto">
          <a:xfrm>
            <a:off x="761929" y="1934065"/>
            <a:ext cx="8871927" cy="48013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4572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9144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3716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8288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2860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7432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2004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6576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41148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indent="0"/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multiply(</a:t>
            </a:r>
            <a:r>
              <a:rPr lang="en-US" sz="18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u,v</a:t>
            </a: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/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altLang="en-US" sz="1800" b="1" dirty="0">
                <a:solidFill>
                  <a:srgbClr val="7E37D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if(u==‘0’ or v==‘0’) return ‘0’</a:t>
            </a:r>
          </a:p>
          <a:p>
            <a:pPr marL="0" indent="0"/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altLang="en-US" sz="1800" b="1" dirty="0">
                <a:solidFill>
                  <a:srgbClr val="FF99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n1=</a:t>
            </a:r>
            <a:r>
              <a:rPr lang="en-US" altLang="en-US" sz="1800" b="1" dirty="0" err="1">
                <a:solidFill>
                  <a:srgbClr val="FF99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u.size</a:t>
            </a:r>
            <a:r>
              <a:rPr lang="en-US" altLang="en-US" sz="1800" b="1" dirty="0">
                <a:solidFill>
                  <a:srgbClr val="FF99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marL="0" indent="0"/>
            <a:r>
              <a:rPr lang="en-US" altLang="en-US" sz="1800" b="1" dirty="0">
                <a:solidFill>
                  <a:srgbClr val="FF99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n2=</a:t>
            </a:r>
            <a:r>
              <a:rPr lang="en-US" altLang="en-US" sz="1800" b="1" dirty="0" err="1">
                <a:solidFill>
                  <a:srgbClr val="FF99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v.size</a:t>
            </a:r>
            <a:r>
              <a:rPr lang="en-US" altLang="en-US" sz="1800" b="1" dirty="0">
                <a:solidFill>
                  <a:srgbClr val="FF99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marL="0" indent="0"/>
            <a:r>
              <a:rPr lang="en-US" altLang="en-US" sz="1800" b="1" dirty="0">
                <a:solidFill>
                  <a:srgbClr val="FF99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n=max(n1,n2)</a:t>
            </a:r>
          </a:p>
          <a:p>
            <a:pPr marL="0" indent="0"/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altLang="en-US" sz="18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if(n&lt;threshold) return str(int(u)*int(v))</a:t>
            </a:r>
          </a:p>
          <a:p>
            <a:pPr marL="0" indent="0"/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altLang="en-US" sz="1800" b="1" dirty="0">
                <a:solidFill>
                  <a:srgbClr val="FF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m=n/2</a:t>
            </a:r>
          </a:p>
          <a:p>
            <a:pPr marL="0" indent="0"/>
            <a:r>
              <a:rPr lang="en-US" altLang="en-US" sz="1800" b="1" dirty="0">
                <a:solidFill>
                  <a:srgbClr val="FF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altLang="en-US" sz="1800" b="1" dirty="0" err="1">
                <a:solidFill>
                  <a:srgbClr val="FF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x,y</a:t>
            </a:r>
            <a:r>
              <a:rPr lang="en-US" altLang="en-US" sz="1800" b="1" dirty="0">
                <a:solidFill>
                  <a:srgbClr val="FF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=split(u)</a:t>
            </a:r>
          </a:p>
          <a:p>
            <a:pPr marL="0" indent="0"/>
            <a:r>
              <a:rPr lang="en-US" altLang="en-US" sz="1800" b="1" dirty="0">
                <a:solidFill>
                  <a:srgbClr val="FF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altLang="en-US" sz="1800" b="1" dirty="0" err="1">
                <a:solidFill>
                  <a:srgbClr val="FF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w,z</a:t>
            </a:r>
            <a:r>
              <a:rPr lang="en-US" altLang="en-US" sz="1800" b="1" dirty="0">
                <a:solidFill>
                  <a:srgbClr val="FF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=split(v) </a:t>
            </a:r>
            <a:endParaRPr lang="en-US" altLang="en-US" sz="1800" b="1" i="1" dirty="0">
              <a:solidFill>
                <a:srgbClr val="FF00FF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/>
            <a:r>
              <a:rPr lang="en-US" altLang="en-US" sz="1800" b="1" i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p=multiply(</a:t>
            </a:r>
            <a:r>
              <a:rPr lang="en-US" altLang="en-US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x,w</a:t>
            </a:r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/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for(</a:t>
            </a:r>
            <a:r>
              <a:rPr lang="en-US" altLang="en-US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=0;i&lt;2*</a:t>
            </a:r>
            <a:r>
              <a:rPr lang="en-US" altLang="en-US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m;i</a:t>
            </a:r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++) p=p+’0’ </a:t>
            </a:r>
          </a:p>
          <a:p>
            <a:pPr marL="0" indent="0"/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t1=multiply(</a:t>
            </a:r>
            <a:r>
              <a:rPr lang="en-US" altLang="en-US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x,z</a:t>
            </a:r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/>
            <a:r>
              <a:rPr lang="en-US" altLang="en-US" sz="1800" b="1" i="1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t2=multiply(</a:t>
            </a:r>
            <a:r>
              <a:rPr lang="en-US" altLang="en-US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y,w</a:t>
            </a:r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/>
            <a:r>
              <a:rPr lang="en-US" altLang="en-US" sz="1800" b="1" i="1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s=sum(t1,t2)</a:t>
            </a:r>
          </a:p>
          <a:p>
            <a:pPr marL="0" indent="0"/>
            <a:r>
              <a:rPr lang="en-US" altLang="en-US" sz="1800" b="1" i="1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for(</a:t>
            </a:r>
            <a:r>
              <a:rPr lang="en-US" altLang="en-US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=0;i&lt;</a:t>
            </a:r>
            <a:r>
              <a:rPr lang="en-US" altLang="en-US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m;i</a:t>
            </a:r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++) s=s+’0’</a:t>
            </a:r>
          </a:p>
          <a:p>
            <a:pPr marL="0" indent="0"/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q=multiply(</a:t>
            </a:r>
            <a:r>
              <a:rPr lang="en-US" altLang="en-US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y,z</a:t>
            </a:r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/>
            <a:r>
              <a:rPr lang="en-US" altLang="en-US" sz="1800" b="1" i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return sum(sum(</a:t>
            </a:r>
            <a:r>
              <a:rPr lang="en-US" altLang="en-US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p,s</a:t>
            </a:r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),q)</a:t>
            </a:r>
            <a:endParaRPr lang="en-US" altLang="en-US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30782339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r>
              <a:rPr lang="en-US" dirty="0"/>
              <a:t>L.I.M: Algorithm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A61EDA6-5390-4204-80A1-558D3961A065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78/92</a:t>
            </a:r>
          </a:p>
        </p:txBody>
      </p:sp>
      <p:sp>
        <p:nvSpPr>
          <p:cNvPr id="5" name="Text Box 17"/>
          <p:cNvSpPr txBox="1">
            <a:spLocks noChangeArrowheads="1"/>
          </p:cNvSpPr>
          <p:nvPr/>
        </p:nvSpPr>
        <p:spPr bwMode="auto">
          <a:xfrm>
            <a:off x="761929" y="1934065"/>
            <a:ext cx="8871927" cy="48013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4572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9144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3716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8288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2860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7432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2004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6576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41148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indent="0"/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multiply(</a:t>
            </a:r>
            <a:r>
              <a:rPr lang="en-US" sz="18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u,v</a:t>
            </a: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/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altLang="en-US" sz="1800" b="1" dirty="0">
                <a:solidFill>
                  <a:srgbClr val="7E37D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if(u==‘0’ or v==‘0’) return ‘0’</a:t>
            </a:r>
          </a:p>
          <a:p>
            <a:pPr marL="0" indent="0"/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altLang="en-US" sz="1800" b="1" dirty="0">
                <a:solidFill>
                  <a:srgbClr val="FF99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n1=</a:t>
            </a:r>
            <a:r>
              <a:rPr lang="en-US" altLang="en-US" sz="1800" b="1" dirty="0" err="1">
                <a:solidFill>
                  <a:srgbClr val="FF99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u.size</a:t>
            </a:r>
            <a:r>
              <a:rPr lang="en-US" altLang="en-US" sz="1800" b="1" dirty="0">
                <a:solidFill>
                  <a:srgbClr val="FF99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marL="0" indent="0"/>
            <a:r>
              <a:rPr lang="en-US" altLang="en-US" sz="1800" b="1" dirty="0">
                <a:solidFill>
                  <a:srgbClr val="FF99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n2=</a:t>
            </a:r>
            <a:r>
              <a:rPr lang="en-US" altLang="en-US" sz="1800" b="1" dirty="0" err="1">
                <a:solidFill>
                  <a:srgbClr val="FF99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v.size</a:t>
            </a:r>
            <a:r>
              <a:rPr lang="en-US" altLang="en-US" sz="1800" b="1" dirty="0">
                <a:solidFill>
                  <a:srgbClr val="FF99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marL="0" indent="0"/>
            <a:r>
              <a:rPr lang="en-US" altLang="en-US" sz="1800" b="1" dirty="0">
                <a:solidFill>
                  <a:srgbClr val="FF99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n=max(n1,n2)</a:t>
            </a:r>
          </a:p>
          <a:p>
            <a:pPr marL="0" indent="0"/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altLang="en-US" sz="18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if(n&lt;threshold) return str(int(u)*int(v))</a:t>
            </a:r>
          </a:p>
          <a:p>
            <a:pPr marL="0" indent="0"/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altLang="en-US" sz="1800" b="1" dirty="0">
                <a:solidFill>
                  <a:srgbClr val="FF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m=n/2</a:t>
            </a:r>
          </a:p>
          <a:p>
            <a:pPr marL="0" indent="0"/>
            <a:r>
              <a:rPr lang="en-US" altLang="en-US" sz="1800" b="1" dirty="0">
                <a:solidFill>
                  <a:srgbClr val="FF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altLang="en-US" sz="1800" b="1" dirty="0" err="1">
                <a:solidFill>
                  <a:srgbClr val="FF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x,y</a:t>
            </a:r>
            <a:r>
              <a:rPr lang="en-US" altLang="en-US" sz="1800" b="1" dirty="0">
                <a:solidFill>
                  <a:srgbClr val="FF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=split(u)</a:t>
            </a:r>
          </a:p>
          <a:p>
            <a:pPr marL="0" indent="0"/>
            <a:r>
              <a:rPr lang="en-US" altLang="en-US" sz="1800" b="1" dirty="0">
                <a:solidFill>
                  <a:srgbClr val="FF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altLang="en-US" sz="1800" b="1" dirty="0" err="1">
                <a:solidFill>
                  <a:srgbClr val="FF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w,z</a:t>
            </a:r>
            <a:r>
              <a:rPr lang="en-US" altLang="en-US" sz="1800" b="1" dirty="0">
                <a:solidFill>
                  <a:srgbClr val="FF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=split(v) </a:t>
            </a:r>
            <a:endParaRPr lang="en-US" altLang="en-US" sz="1800" b="1" i="1" dirty="0">
              <a:solidFill>
                <a:srgbClr val="FF00FF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/>
            <a:r>
              <a:rPr lang="en-US" altLang="en-US" sz="1800" b="1" i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altLang="en-US" sz="18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p=multiply(</a:t>
            </a:r>
            <a:r>
              <a:rPr lang="en-US" altLang="en-US" sz="1800" b="1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x,w</a:t>
            </a:r>
            <a:r>
              <a:rPr lang="en-US" altLang="en-US" sz="18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/>
            <a:r>
              <a:rPr lang="en-US" altLang="en-US" sz="18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for(</a:t>
            </a:r>
            <a:r>
              <a:rPr lang="en-US" altLang="en-US" sz="1800" b="1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en-US" sz="18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=0;i&lt;2*</a:t>
            </a:r>
            <a:r>
              <a:rPr lang="en-US" altLang="en-US" sz="1800" b="1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m;i</a:t>
            </a:r>
            <a:r>
              <a:rPr lang="en-US" altLang="en-US" sz="18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++) p=p+’0’ </a:t>
            </a:r>
          </a:p>
          <a:p>
            <a:pPr marL="0" indent="0"/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t1=multiply(</a:t>
            </a:r>
            <a:r>
              <a:rPr lang="en-US" altLang="en-US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x,z</a:t>
            </a:r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/>
            <a:r>
              <a:rPr lang="en-US" altLang="en-US" sz="1800" b="1" i="1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t2=multiply(</a:t>
            </a:r>
            <a:r>
              <a:rPr lang="en-US" altLang="en-US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y,w</a:t>
            </a:r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/>
            <a:r>
              <a:rPr lang="en-US" altLang="en-US" sz="1800" b="1" i="1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s=sum(t1,t2)</a:t>
            </a:r>
          </a:p>
          <a:p>
            <a:pPr marL="0" indent="0"/>
            <a:r>
              <a:rPr lang="en-US" altLang="en-US" sz="1800" b="1" i="1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for(</a:t>
            </a:r>
            <a:r>
              <a:rPr lang="en-US" altLang="en-US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=0;i&lt;</a:t>
            </a:r>
            <a:r>
              <a:rPr lang="en-US" altLang="en-US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m;i</a:t>
            </a:r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++) s=s+’0’</a:t>
            </a:r>
          </a:p>
          <a:p>
            <a:pPr marL="0" indent="0"/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q=multiply(</a:t>
            </a:r>
            <a:r>
              <a:rPr lang="en-US" altLang="en-US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y,z</a:t>
            </a:r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/>
            <a:r>
              <a:rPr lang="en-US" altLang="en-US" sz="1800" b="1" i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return sum(sum(</a:t>
            </a:r>
            <a:r>
              <a:rPr lang="en-US" altLang="en-US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p,s</a:t>
            </a:r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),q)</a:t>
            </a:r>
            <a:endParaRPr lang="en-US" altLang="en-US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925294257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r>
              <a:rPr lang="en-US" dirty="0"/>
              <a:t>L.I.M: Algorithm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A61EDA6-5390-4204-80A1-558D3961A065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79/92</a:t>
            </a:r>
          </a:p>
        </p:txBody>
      </p:sp>
      <p:sp>
        <p:nvSpPr>
          <p:cNvPr id="5" name="Text Box 17"/>
          <p:cNvSpPr txBox="1">
            <a:spLocks noChangeArrowheads="1"/>
          </p:cNvSpPr>
          <p:nvPr/>
        </p:nvSpPr>
        <p:spPr bwMode="auto">
          <a:xfrm>
            <a:off x="761929" y="1934065"/>
            <a:ext cx="8871927" cy="48013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4572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9144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3716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8288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2860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7432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2004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6576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41148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indent="0"/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multiply(</a:t>
            </a:r>
            <a:r>
              <a:rPr lang="en-US" sz="18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u,v</a:t>
            </a: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/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altLang="en-US" sz="1800" b="1" dirty="0">
                <a:solidFill>
                  <a:srgbClr val="7E37D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if(u==‘0’ or v==‘0’) return ‘0’</a:t>
            </a:r>
          </a:p>
          <a:p>
            <a:pPr marL="0" indent="0"/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altLang="en-US" sz="1800" b="1" dirty="0">
                <a:solidFill>
                  <a:srgbClr val="FF99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n1=</a:t>
            </a:r>
            <a:r>
              <a:rPr lang="en-US" altLang="en-US" sz="1800" b="1" dirty="0" err="1">
                <a:solidFill>
                  <a:srgbClr val="FF99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u.size</a:t>
            </a:r>
            <a:r>
              <a:rPr lang="en-US" altLang="en-US" sz="1800" b="1" dirty="0">
                <a:solidFill>
                  <a:srgbClr val="FF99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marL="0" indent="0"/>
            <a:r>
              <a:rPr lang="en-US" altLang="en-US" sz="1800" b="1" dirty="0">
                <a:solidFill>
                  <a:srgbClr val="FF99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n2=</a:t>
            </a:r>
            <a:r>
              <a:rPr lang="en-US" altLang="en-US" sz="1800" b="1" dirty="0" err="1">
                <a:solidFill>
                  <a:srgbClr val="FF99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v.size</a:t>
            </a:r>
            <a:r>
              <a:rPr lang="en-US" altLang="en-US" sz="1800" b="1" dirty="0">
                <a:solidFill>
                  <a:srgbClr val="FF99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marL="0" indent="0"/>
            <a:r>
              <a:rPr lang="en-US" altLang="en-US" sz="1800" b="1" dirty="0">
                <a:solidFill>
                  <a:srgbClr val="FF99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n=max(n1,n2)</a:t>
            </a:r>
          </a:p>
          <a:p>
            <a:pPr marL="0" indent="0"/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altLang="en-US" sz="18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if(n&lt;threshold) return str(int(u)*int(v))</a:t>
            </a:r>
          </a:p>
          <a:p>
            <a:pPr marL="0" indent="0"/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altLang="en-US" sz="1800" b="1" dirty="0">
                <a:solidFill>
                  <a:srgbClr val="FF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m=n/2</a:t>
            </a:r>
          </a:p>
          <a:p>
            <a:pPr marL="0" indent="0"/>
            <a:r>
              <a:rPr lang="en-US" altLang="en-US" sz="1800" b="1" dirty="0">
                <a:solidFill>
                  <a:srgbClr val="FF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altLang="en-US" sz="1800" b="1" dirty="0" err="1">
                <a:solidFill>
                  <a:srgbClr val="FF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x,y</a:t>
            </a:r>
            <a:r>
              <a:rPr lang="en-US" altLang="en-US" sz="1800" b="1" dirty="0">
                <a:solidFill>
                  <a:srgbClr val="FF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=split(u)</a:t>
            </a:r>
          </a:p>
          <a:p>
            <a:pPr marL="0" indent="0"/>
            <a:r>
              <a:rPr lang="en-US" altLang="en-US" sz="1800" b="1" dirty="0">
                <a:solidFill>
                  <a:srgbClr val="FF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altLang="en-US" sz="1800" b="1" dirty="0" err="1">
                <a:solidFill>
                  <a:srgbClr val="FF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w,z</a:t>
            </a:r>
            <a:r>
              <a:rPr lang="en-US" altLang="en-US" sz="1800" b="1" dirty="0">
                <a:solidFill>
                  <a:srgbClr val="FF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=split(v) </a:t>
            </a:r>
            <a:endParaRPr lang="en-US" altLang="en-US" sz="1800" b="1" i="1" dirty="0">
              <a:solidFill>
                <a:srgbClr val="FF00FF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/>
            <a:r>
              <a:rPr lang="en-US" altLang="en-US" sz="1800" b="1" i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altLang="en-US" sz="18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p=multiply(</a:t>
            </a:r>
            <a:r>
              <a:rPr lang="en-US" altLang="en-US" sz="1800" b="1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x,w</a:t>
            </a:r>
            <a:r>
              <a:rPr lang="en-US" altLang="en-US" sz="18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/>
            <a:r>
              <a:rPr lang="en-US" altLang="en-US" sz="18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for(</a:t>
            </a:r>
            <a:r>
              <a:rPr lang="en-US" altLang="en-US" sz="1800" b="1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en-US" sz="18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=0;i&lt;2*</a:t>
            </a:r>
            <a:r>
              <a:rPr lang="en-US" altLang="en-US" sz="1800" b="1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m;i</a:t>
            </a:r>
            <a:r>
              <a:rPr lang="en-US" altLang="en-US" sz="18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++) p=p+’0’ </a:t>
            </a:r>
          </a:p>
          <a:p>
            <a:pPr marL="0" indent="0"/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altLang="en-US" sz="18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t1=multiply(</a:t>
            </a:r>
            <a:r>
              <a:rPr lang="en-US" altLang="en-US" sz="18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x,z</a:t>
            </a:r>
            <a:r>
              <a:rPr lang="en-US" altLang="en-US" sz="18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/>
            <a:r>
              <a:rPr lang="en-US" altLang="en-US" sz="1800" b="1" i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altLang="en-US" sz="18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t2=multiply(</a:t>
            </a:r>
            <a:r>
              <a:rPr lang="en-US" altLang="en-US" sz="18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y,w</a:t>
            </a:r>
            <a:r>
              <a:rPr lang="en-US" altLang="en-US" sz="18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/>
            <a:r>
              <a:rPr lang="en-US" altLang="en-US" sz="1800" b="1" i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altLang="en-US" sz="18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s=sum(t1,t2)</a:t>
            </a:r>
          </a:p>
          <a:p>
            <a:pPr marL="0" indent="0"/>
            <a:r>
              <a:rPr lang="en-US" altLang="en-US" sz="1800" b="1" i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altLang="en-US" sz="18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for(</a:t>
            </a:r>
            <a:r>
              <a:rPr lang="en-US" altLang="en-US" sz="18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en-US" sz="18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=0;i&lt;</a:t>
            </a:r>
            <a:r>
              <a:rPr lang="en-US" altLang="en-US" sz="18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m;i</a:t>
            </a:r>
            <a:r>
              <a:rPr lang="en-US" altLang="en-US" sz="18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++) s=s+’0’</a:t>
            </a:r>
          </a:p>
          <a:p>
            <a:pPr marL="0" indent="0"/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q=multiply(</a:t>
            </a:r>
            <a:r>
              <a:rPr lang="en-US" altLang="en-US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y,z</a:t>
            </a:r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/>
            <a:r>
              <a:rPr lang="en-US" altLang="en-US" sz="1800" b="1" i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return sum(sum(</a:t>
            </a:r>
            <a:r>
              <a:rPr lang="en-US" altLang="en-US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p,s</a:t>
            </a:r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),q)</a:t>
            </a:r>
            <a:endParaRPr lang="en-US" altLang="en-US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98254574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r>
              <a:rPr lang="en-US" dirty="0"/>
              <a:t>L.I.M: Algorithm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A61EDA6-5390-4204-80A1-558D3961A065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80/92</a:t>
            </a:r>
          </a:p>
        </p:txBody>
      </p:sp>
      <p:sp>
        <p:nvSpPr>
          <p:cNvPr id="5" name="Text Box 17"/>
          <p:cNvSpPr txBox="1">
            <a:spLocks noChangeArrowheads="1"/>
          </p:cNvSpPr>
          <p:nvPr/>
        </p:nvSpPr>
        <p:spPr bwMode="auto">
          <a:xfrm>
            <a:off x="761929" y="1934065"/>
            <a:ext cx="8871927" cy="48013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4572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9144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3716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8288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2860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7432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2004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6576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41148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indent="0"/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multiply(</a:t>
            </a:r>
            <a:r>
              <a:rPr lang="en-US" sz="18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u,v</a:t>
            </a: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/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altLang="en-US" sz="1800" b="1" dirty="0">
                <a:solidFill>
                  <a:srgbClr val="7E37D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if(u==‘0’ or v==‘0’) return ‘0’</a:t>
            </a:r>
          </a:p>
          <a:p>
            <a:pPr marL="0" indent="0"/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altLang="en-US" sz="1800" b="1" dirty="0">
                <a:solidFill>
                  <a:srgbClr val="FF99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n1=</a:t>
            </a:r>
            <a:r>
              <a:rPr lang="en-US" altLang="en-US" sz="1800" b="1" dirty="0" err="1">
                <a:solidFill>
                  <a:srgbClr val="FF99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u.size</a:t>
            </a:r>
            <a:r>
              <a:rPr lang="en-US" altLang="en-US" sz="1800" b="1" dirty="0">
                <a:solidFill>
                  <a:srgbClr val="FF99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marL="0" indent="0"/>
            <a:r>
              <a:rPr lang="en-US" altLang="en-US" sz="1800" b="1" dirty="0">
                <a:solidFill>
                  <a:srgbClr val="FF99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n2=</a:t>
            </a:r>
            <a:r>
              <a:rPr lang="en-US" altLang="en-US" sz="1800" b="1" dirty="0" err="1">
                <a:solidFill>
                  <a:srgbClr val="FF99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v.size</a:t>
            </a:r>
            <a:r>
              <a:rPr lang="en-US" altLang="en-US" sz="1800" b="1" dirty="0">
                <a:solidFill>
                  <a:srgbClr val="FF99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marL="0" indent="0"/>
            <a:r>
              <a:rPr lang="en-US" altLang="en-US" sz="1800" b="1" dirty="0">
                <a:solidFill>
                  <a:srgbClr val="FF99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n=max(n1,n2)</a:t>
            </a:r>
          </a:p>
          <a:p>
            <a:pPr marL="0" indent="0"/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altLang="en-US" sz="18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if(n&lt;threshold) return str(int(u)*int(v))</a:t>
            </a:r>
          </a:p>
          <a:p>
            <a:pPr marL="0" indent="0"/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altLang="en-US" sz="1800" b="1" dirty="0">
                <a:solidFill>
                  <a:srgbClr val="FF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m=n/2</a:t>
            </a:r>
          </a:p>
          <a:p>
            <a:pPr marL="0" indent="0"/>
            <a:r>
              <a:rPr lang="en-US" altLang="en-US" sz="1800" b="1" dirty="0">
                <a:solidFill>
                  <a:srgbClr val="FF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altLang="en-US" sz="1800" b="1" dirty="0" err="1">
                <a:solidFill>
                  <a:srgbClr val="FF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x,y</a:t>
            </a:r>
            <a:r>
              <a:rPr lang="en-US" altLang="en-US" sz="1800" b="1" dirty="0">
                <a:solidFill>
                  <a:srgbClr val="FF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=split(u)</a:t>
            </a:r>
          </a:p>
          <a:p>
            <a:pPr marL="0" indent="0"/>
            <a:r>
              <a:rPr lang="en-US" altLang="en-US" sz="1800" b="1" dirty="0">
                <a:solidFill>
                  <a:srgbClr val="FF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altLang="en-US" sz="1800" b="1" dirty="0" err="1">
                <a:solidFill>
                  <a:srgbClr val="FF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w,z</a:t>
            </a:r>
            <a:r>
              <a:rPr lang="en-US" altLang="en-US" sz="1800" b="1" dirty="0">
                <a:solidFill>
                  <a:srgbClr val="FF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=split(v) </a:t>
            </a:r>
            <a:endParaRPr lang="en-US" altLang="en-US" sz="1800" b="1" i="1" dirty="0">
              <a:solidFill>
                <a:srgbClr val="FF00FF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/>
            <a:r>
              <a:rPr lang="en-US" altLang="en-US" sz="1800" b="1" i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altLang="en-US" sz="18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p=multiply(</a:t>
            </a:r>
            <a:r>
              <a:rPr lang="en-US" altLang="en-US" sz="1800" b="1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x,w</a:t>
            </a:r>
            <a:r>
              <a:rPr lang="en-US" altLang="en-US" sz="18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/>
            <a:r>
              <a:rPr lang="en-US" altLang="en-US" sz="18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for(</a:t>
            </a:r>
            <a:r>
              <a:rPr lang="en-US" altLang="en-US" sz="1800" b="1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en-US" sz="18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=0;i&lt;2*</a:t>
            </a:r>
            <a:r>
              <a:rPr lang="en-US" altLang="en-US" sz="1800" b="1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m;i</a:t>
            </a:r>
            <a:r>
              <a:rPr lang="en-US" altLang="en-US" sz="18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++) p=p+’0’ </a:t>
            </a:r>
          </a:p>
          <a:p>
            <a:pPr marL="0" indent="0"/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altLang="en-US" sz="18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t1=multiply(</a:t>
            </a:r>
            <a:r>
              <a:rPr lang="en-US" altLang="en-US" sz="18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x,z</a:t>
            </a:r>
            <a:r>
              <a:rPr lang="en-US" altLang="en-US" sz="18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/>
            <a:r>
              <a:rPr lang="en-US" altLang="en-US" sz="1800" b="1" i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altLang="en-US" sz="18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t2=multiply(</a:t>
            </a:r>
            <a:r>
              <a:rPr lang="en-US" altLang="en-US" sz="18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y,w</a:t>
            </a:r>
            <a:r>
              <a:rPr lang="en-US" altLang="en-US" sz="18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/>
            <a:r>
              <a:rPr lang="en-US" altLang="en-US" sz="1800" b="1" i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altLang="en-US" sz="18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s=sum(t1,t2)</a:t>
            </a:r>
          </a:p>
          <a:p>
            <a:pPr marL="0" indent="0"/>
            <a:r>
              <a:rPr lang="en-US" altLang="en-US" sz="1800" b="1" i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altLang="en-US" sz="18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for(</a:t>
            </a:r>
            <a:r>
              <a:rPr lang="en-US" altLang="en-US" sz="18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en-US" sz="18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=0;i&lt;</a:t>
            </a:r>
            <a:r>
              <a:rPr lang="en-US" altLang="en-US" sz="18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m;i</a:t>
            </a:r>
            <a:r>
              <a:rPr lang="en-US" altLang="en-US" sz="18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++) s=s+’0’</a:t>
            </a:r>
          </a:p>
          <a:p>
            <a:pPr marL="0" indent="0"/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altLang="en-US" sz="1800" b="1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q=multiply(</a:t>
            </a:r>
            <a:r>
              <a:rPr lang="en-US" altLang="en-US" sz="1800" b="1" dirty="0" err="1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y,z</a:t>
            </a:r>
            <a:r>
              <a:rPr lang="en-US" altLang="en-US" sz="1800" b="1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/>
            <a:r>
              <a:rPr lang="en-US" altLang="en-US" sz="1800" b="1" i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return sum(sum(</a:t>
            </a:r>
            <a:r>
              <a:rPr lang="en-US" altLang="en-US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p,s</a:t>
            </a:r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),q)</a:t>
            </a:r>
            <a:endParaRPr lang="en-US" altLang="en-US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847635058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B83E572-B1E8-4871-A797-EE5B258CAAB7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81/92</a:t>
            </a:r>
          </a:p>
        </p:txBody>
      </p:sp>
      <p:sp>
        <p:nvSpPr>
          <p:cNvPr id="5" name="Text Box 17"/>
          <p:cNvSpPr txBox="1">
            <a:spLocks noChangeArrowheads="1"/>
          </p:cNvSpPr>
          <p:nvPr/>
        </p:nvSpPr>
        <p:spPr bwMode="auto">
          <a:xfrm>
            <a:off x="226129" y="0"/>
            <a:ext cx="9996393" cy="67306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4572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9144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3716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8288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2860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7432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2004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6576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41148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indent="0">
              <a:lnSpc>
                <a:spcPct val="150000"/>
              </a:lnSpc>
            </a:pPr>
            <a:r>
              <a:rPr lang="en-US" sz="17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multiply(array </a:t>
            </a:r>
            <a:r>
              <a:rPr lang="en-US" sz="17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u,v</a:t>
            </a:r>
            <a:r>
              <a:rPr lang="en-US" sz="17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lnSpc>
                <a:spcPct val="150000"/>
              </a:lnSpc>
            </a:pPr>
            <a:r>
              <a:rPr lang="en-US" altLang="en-US" sz="17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altLang="en-US" sz="1700" b="1" dirty="0">
                <a:solidFill>
                  <a:srgbClr val="7E37D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if(u==‘0’ or v==‘0’) return ‘0’</a:t>
            </a:r>
          </a:p>
          <a:p>
            <a:pPr marL="0" indent="0">
              <a:lnSpc>
                <a:spcPct val="150000"/>
              </a:lnSpc>
            </a:pPr>
            <a:r>
              <a:rPr lang="en-US" altLang="en-US" sz="17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altLang="en-US" sz="1700" b="1" dirty="0">
                <a:solidFill>
                  <a:srgbClr val="FF99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n1=</a:t>
            </a:r>
            <a:r>
              <a:rPr lang="en-US" altLang="en-US" sz="1700" b="1" dirty="0" err="1">
                <a:solidFill>
                  <a:srgbClr val="FF99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u.size</a:t>
            </a:r>
            <a:r>
              <a:rPr lang="en-US" altLang="en-US" sz="1700" b="1" dirty="0">
                <a:solidFill>
                  <a:srgbClr val="FF99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marL="0" indent="0">
              <a:lnSpc>
                <a:spcPct val="150000"/>
              </a:lnSpc>
            </a:pPr>
            <a:r>
              <a:rPr lang="en-US" altLang="en-US" sz="1700" b="1" dirty="0">
                <a:solidFill>
                  <a:srgbClr val="FF99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n2=</a:t>
            </a:r>
            <a:r>
              <a:rPr lang="en-US" altLang="en-US" sz="1700" b="1" dirty="0" err="1">
                <a:solidFill>
                  <a:srgbClr val="FF99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v.size</a:t>
            </a:r>
            <a:r>
              <a:rPr lang="en-US" altLang="en-US" sz="1700" b="1" dirty="0">
                <a:solidFill>
                  <a:srgbClr val="FF99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marL="0" indent="0">
              <a:lnSpc>
                <a:spcPct val="150000"/>
              </a:lnSpc>
            </a:pPr>
            <a:r>
              <a:rPr lang="en-US" altLang="en-US" sz="1700" b="1" dirty="0">
                <a:solidFill>
                  <a:srgbClr val="FF99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n=max(n1,n2)</a:t>
            </a:r>
          </a:p>
          <a:p>
            <a:pPr marL="0" indent="0">
              <a:lnSpc>
                <a:spcPct val="150000"/>
              </a:lnSpc>
            </a:pPr>
            <a:r>
              <a:rPr lang="en-US" altLang="en-US" sz="17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altLang="en-US" sz="17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if(n&lt;threshold) return str(int(u)*int(v))</a:t>
            </a:r>
          </a:p>
          <a:p>
            <a:pPr marL="0" indent="0">
              <a:lnSpc>
                <a:spcPct val="150000"/>
              </a:lnSpc>
            </a:pPr>
            <a:r>
              <a:rPr lang="en-US" altLang="en-US" sz="17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altLang="en-US" sz="1700" b="1" dirty="0">
                <a:solidFill>
                  <a:srgbClr val="FF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m=n/2</a:t>
            </a:r>
          </a:p>
          <a:p>
            <a:pPr marL="0" indent="0">
              <a:lnSpc>
                <a:spcPct val="150000"/>
              </a:lnSpc>
            </a:pPr>
            <a:r>
              <a:rPr lang="en-US" altLang="en-US" sz="1700" b="1" dirty="0">
                <a:solidFill>
                  <a:srgbClr val="FF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altLang="en-US" sz="1700" b="1" dirty="0" err="1">
                <a:solidFill>
                  <a:srgbClr val="FF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x,y</a:t>
            </a:r>
            <a:r>
              <a:rPr lang="en-US" altLang="en-US" sz="1700" b="1" dirty="0">
                <a:solidFill>
                  <a:srgbClr val="FF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=split(u)</a:t>
            </a:r>
          </a:p>
          <a:p>
            <a:pPr marL="0" indent="0">
              <a:lnSpc>
                <a:spcPct val="150000"/>
              </a:lnSpc>
            </a:pPr>
            <a:r>
              <a:rPr lang="en-US" altLang="en-US" sz="1700" b="1" dirty="0">
                <a:solidFill>
                  <a:srgbClr val="FF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altLang="en-US" sz="1700" b="1" dirty="0" err="1">
                <a:solidFill>
                  <a:srgbClr val="FF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w,z</a:t>
            </a:r>
            <a:r>
              <a:rPr lang="en-US" altLang="en-US" sz="1700" b="1" dirty="0">
                <a:solidFill>
                  <a:srgbClr val="FF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=split(v) </a:t>
            </a:r>
            <a:endParaRPr lang="en-US" altLang="en-US" sz="1700" b="1" i="1" dirty="0">
              <a:solidFill>
                <a:srgbClr val="FF00FF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50000"/>
              </a:lnSpc>
            </a:pPr>
            <a:r>
              <a:rPr lang="en-US" altLang="en-US" sz="1700" b="1" i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altLang="en-US" sz="17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p=multiply(</a:t>
            </a:r>
            <a:r>
              <a:rPr lang="en-US" altLang="en-US" sz="1700" b="1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x,w</a:t>
            </a:r>
            <a:r>
              <a:rPr lang="en-US" altLang="en-US" sz="17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lnSpc>
                <a:spcPct val="150000"/>
              </a:lnSpc>
            </a:pPr>
            <a:r>
              <a:rPr lang="en-US" altLang="en-US" sz="17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for(</a:t>
            </a:r>
            <a:r>
              <a:rPr lang="en-US" altLang="en-US" sz="1700" b="1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en-US" sz="17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=0;i&lt;2*</a:t>
            </a:r>
            <a:r>
              <a:rPr lang="en-US" altLang="en-US" sz="1700" b="1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m;i</a:t>
            </a:r>
            <a:r>
              <a:rPr lang="en-US" altLang="en-US" sz="17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++) p=p+’0’ </a:t>
            </a:r>
          </a:p>
          <a:p>
            <a:pPr marL="0" indent="0">
              <a:lnSpc>
                <a:spcPct val="150000"/>
              </a:lnSpc>
            </a:pPr>
            <a:r>
              <a:rPr lang="en-US" altLang="en-US" sz="17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altLang="en-US" sz="17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t1=multiply(</a:t>
            </a:r>
            <a:r>
              <a:rPr lang="en-US" altLang="en-US" sz="17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x,z</a:t>
            </a:r>
            <a:r>
              <a:rPr lang="en-US" altLang="en-US" sz="17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lnSpc>
                <a:spcPct val="150000"/>
              </a:lnSpc>
            </a:pPr>
            <a:r>
              <a:rPr lang="en-US" altLang="en-US" sz="1700" b="1" i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altLang="en-US" sz="17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t2=multiply(</a:t>
            </a:r>
            <a:r>
              <a:rPr lang="en-US" altLang="en-US" sz="17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y,w</a:t>
            </a:r>
            <a:r>
              <a:rPr lang="en-US" altLang="en-US" sz="17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lnSpc>
                <a:spcPct val="150000"/>
              </a:lnSpc>
            </a:pPr>
            <a:r>
              <a:rPr lang="en-US" altLang="en-US" sz="1700" b="1" i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altLang="en-US" sz="17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s=sum(t1,t2)</a:t>
            </a:r>
          </a:p>
          <a:p>
            <a:pPr marL="0" indent="0">
              <a:lnSpc>
                <a:spcPct val="150000"/>
              </a:lnSpc>
            </a:pPr>
            <a:r>
              <a:rPr lang="en-US" altLang="en-US" sz="1700" b="1" i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altLang="en-US" sz="17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for(</a:t>
            </a:r>
            <a:r>
              <a:rPr lang="en-US" altLang="en-US" sz="17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en-US" sz="17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=0;i&lt;</a:t>
            </a:r>
            <a:r>
              <a:rPr lang="en-US" altLang="en-US" sz="17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m;i</a:t>
            </a:r>
            <a:r>
              <a:rPr lang="en-US" altLang="en-US" sz="17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++) s=s+’0’</a:t>
            </a:r>
          </a:p>
          <a:p>
            <a:pPr marL="0" indent="0">
              <a:lnSpc>
                <a:spcPct val="150000"/>
              </a:lnSpc>
            </a:pPr>
            <a:r>
              <a:rPr lang="en-US" altLang="en-US" sz="17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altLang="en-US" sz="1700" b="1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q=multiply(</a:t>
            </a:r>
            <a:r>
              <a:rPr lang="en-US" altLang="en-US" sz="1700" b="1" dirty="0" err="1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y,z</a:t>
            </a:r>
            <a:r>
              <a:rPr lang="en-US" altLang="en-US" sz="1700" b="1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lnSpc>
                <a:spcPct val="150000"/>
              </a:lnSpc>
            </a:pPr>
            <a:r>
              <a:rPr lang="en-US" altLang="en-US" sz="1700" b="1" i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altLang="en-US" sz="1700" b="1" dirty="0">
                <a:latin typeface="Courier New" panose="02070309020205020404" pitchFamily="49" charset="0"/>
                <a:cs typeface="Courier New" panose="02070309020205020404" pitchFamily="49" charset="0"/>
              </a:rPr>
              <a:t>return sum(sum(</a:t>
            </a:r>
            <a:r>
              <a:rPr lang="en-US" altLang="en-US" sz="17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p,s</a:t>
            </a:r>
            <a:r>
              <a:rPr lang="en-US" altLang="en-US" sz="1700" b="1" dirty="0">
                <a:latin typeface="Courier New" panose="02070309020205020404" pitchFamily="49" charset="0"/>
                <a:cs typeface="Courier New" panose="02070309020205020404" pitchFamily="49" charset="0"/>
              </a:rPr>
              <a:t>),q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34E951AF-889A-4E31-9A01-5257CC4ECFA4}"/>
              </a:ext>
            </a:extLst>
          </p:cNvPr>
          <p:cNvCxnSpPr>
            <a:cxnSpLocks/>
          </p:cNvCxnSpPr>
          <p:nvPr/>
        </p:nvCxnSpPr>
        <p:spPr>
          <a:xfrm>
            <a:off x="4008408" y="6504284"/>
            <a:ext cx="4610647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065D1DA-F844-475D-9D41-E7C05D5A77F8}"/>
                  </a:ext>
                </a:extLst>
              </p:cNvPr>
              <p:cNvSpPr txBox="1"/>
              <p:nvPr/>
            </p:nvSpPr>
            <p:spPr>
              <a:xfrm>
                <a:off x="7470064" y="172811"/>
                <a:ext cx="107768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065D1DA-F844-475D-9D41-E7C05D5A77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70064" y="172811"/>
                <a:ext cx="1077686" cy="369332"/>
              </a:xfrm>
              <a:prstGeom prst="rect">
                <a:avLst/>
              </a:prstGeom>
              <a:blipFill>
                <a:blip r:embed="rId4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AFA01710-1D13-4579-855B-CED797771531}"/>
              </a:ext>
            </a:extLst>
          </p:cNvPr>
          <p:cNvCxnSpPr>
            <a:cxnSpLocks/>
          </p:cNvCxnSpPr>
          <p:nvPr/>
        </p:nvCxnSpPr>
        <p:spPr>
          <a:xfrm>
            <a:off x="6349094" y="2219725"/>
            <a:ext cx="2217963" cy="0"/>
          </a:xfrm>
          <a:prstGeom prst="straightConnector1">
            <a:avLst/>
          </a:prstGeom>
          <a:ln w="571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A8A696E-2032-4A84-BDA7-8838BAF18637}"/>
                  </a:ext>
                </a:extLst>
              </p:cNvPr>
              <p:cNvSpPr txBox="1"/>
              <p:nvPr/>
            </p:nvSpPr>
            <p:spPr>
              <a:xfrm>
                <a:off x="8114119" y="2062710"/>
                <a:ext cx="244954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sz="16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sz="16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sz="12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A8A696E-2032-4A84-BDA7-8838BAF186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14119" y="2062710"/>
                <a:ext cx="2449544" cy="33855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8928DD55-EC94-4AEE-9E02-768091137523}"/>
              </a:ext>
            </a:extLst>
          </p:cNvPr>
          <p:cNvCxnSpPr>
            <a:cxnSpLocks/>
          </p:cNvCxnSpPr>
          <p:nvPr/>
        </p:nvCxnSpPr>
        <p:spPr>
          <a:xfrm flipV="1">
            <a:off x="2868706" y="1255373"/>
            <a:ext cx="4762179" cy="15388"/>
          </a:xfrm>
          <a:prstGeom prst="straightConnector1">
            <a:avLst/>
          </a:prstGeom>
          <a:ln w="57150">
            <a:solidFill>
              <a:srgbClr val="FF99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96C42A0-FEC8-49DF-A17C-DEF4FB182968}"/>
                  </a:ext>
                </a:extLst>
              </p:cNvPr>
              <p:cNvSpPr txBox="1"/>
              <p:nvPr/>
            </p:nvSpPr>
            <p:spPr>
              <a:xfrm>
                <a:off x="7519050" y="1101484"/>
                <a:ext cx="107768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lang="en-US" sz="16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(1)</m:t>
                      </m:r>
                    </m:oMath>
                  </m:oMathPara>
                </a14:m>
                <a:endParaRPr lang="en-US" sz="1600" dirty="0">
                  <a:solidFill>
                    <a:schemeClr val="accent2"/>
                  </a:solidFill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96C42A0-FEC8-49DF-A17C-DEF4FB1829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19050" y="1101484"/>
                <a:ext cx="1077686" cy="338554"/>
              </a:xfrm>
              <a:prstGeom prst="rect">
                <a:avLst/>
              </a:prstGeom>
              <a:blipFill>
                <a:blip r:embed="rId6"/>
                <a:stretch>
                  <a:fillRect b="-109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092DF824-FF34-487A-A7C3-CD1862CC850A}"/>
              </a:ext>
            </a:extLst>
          </p:cNvPr>
          <p:cNvCxnSpPr>
            <a:cxnSpLocks/>
          </p:cNvCxnSpPr>
          <p:nvPr/>
        </p:nvCxnSpPr>
        <p:spPr>
          <a:xfrm>
            <a:off x="2994212" y="3738282"/>
            <a:ext cx="5553538" cy="74042"/>
          </a:xfrm>
          <a:prstGeom prst="straightConnector1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59A63481-0CED-44A4-99FB-A76988A87C18}"/>
                  </a:ext>
                </a:extLst>
              </p:cNvPr>
              <p:cNvSpPr txBox="1"/>
              <p:nvPr/>
            </p:nvSpPr>
            <p:spPr>
              <a:xfrm>
                <a:off x="8201394" y="3600847"/>
                <a:ext cx="2449544" cy="52777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sz="16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16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6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en-US" sz="16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sz="12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59A63481-0CED-44A4-99FB-A76988A87C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01394" y="3600847"/>
                <a:ext cx="2449544" cy="527773"/>
              </a:xfrm>
              <a:prstGeom prst="rect">
                <a:avLst/>
              </a:prstGeom>
              <a:blipFill>
                <a:blip r:embed="rId7"/>
                <a:stretch>
                  <a:fillRect b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5A6B0E5A-40AB-4E9C-A1D9-C2596F4E0808}"/>
              </a:ext>
            </a:extLst>
          </p:cNvPr>
          <p:cNvCxnSpPr>
            <a:cxnSpLocks/>
          </p:cNvCxnSpPr>
          <p:nvPr/>
        </p:nvCxnSpPr>
        <p:spPr>
          <a:xfrm>
            <a:off x="2931459" y="3060055"/>
            <a:ext cx="5616291" cy="0"/>
          </a:xfrm>
          <a:prstGeom prst="straightConnector1">
            <a:avLst/>
          </a:prstGeom>
          <a:ln w="57150">
            <a:solidFill>
              <a:srgbClr val="FF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E5808B13-7C36-49DF-B851-51456217EE08}"/>
                  </a:ext>
                </a:extLst>
              </p:cNvPr>
              <p:cNvSpPr txBox="1"/>
              <p:nvPr/>
            </p:nvSpPr>
            <p:spPr>
              <a:xfrm>
                <a:off x="7837584" y="2860115"/>
                <a:ext cx="244954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solidFill>
                            <a:srgbClr val="FF00FF"/>
                          </a:solidFill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lang="en-US" sz="1600" b="0" i="1" smtClean="0">
                          <a:solidFill>
                            <a:srgbClr val="FF00FF"/>
                          </a:solidFill>
                          <a:latin typeface="Cambria Math" panose="02040503050406030204" pitchFamily="18" charset="0"/>
                        </a:rPr>
                        <m:t>(1)</m:t>
                      </m:r>
                    </m:oMath>
                  </m:oMathPara>
                </a14:m>
                <a:endParaRPr lang="en-US" sz="12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E5808B13-7C36-49DF-B851-51456217EE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37584" y="2860115"/>
                <a:ext cx="2449544" cy="338554"/>
              </a:xfrm>
              <a:prstGeom prst="rect">
                <a:avLst/>
              </a:prstGeom>
              <a:blipFill>
                <a:blip r:embed="rId8"/>
                <a:stretch>
                  <a:fillRect b="-89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B8EBC115-E001-4D5D-80B8-AA58E9B23BAA}"/>
              </a:ext>
            </a:extLst>
          </p:cNvPr>
          <p:cNvCxnSpPr/>
          <p:nvPr/>
        </p:nvCxnSpPr>
        <p:spPr>
          <a:xfrm>
            <a:off x="3102170" y="4632877"/>
            <a:ext cx="3510642" cy="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B89973BD-21B4-4B5E-B997-8C57F92B2F0C}"/>
                  </a:ext>
                </a:extLst>
              </p:cNvPr>
              <p:cNvSpPr txBox="1"/>
              <p:nvPr/>
            </p:nvSpPr>
            <p:spPr>
              <a:xfrm>
                <a:off x="5917922" y="4384508"/>
                <a:ext cx="2449544" cy="52777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16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6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en-US" sz="16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sz="16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B89973BD-21B4-4B5E-B997-8C57F92B2F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17922" y="4384508"/>
                <a:ext cx="2449544" cy="527773"/>
              </a:xfrm>
              <a:prstGeom prst="rect">
                <a:avLst/>
              </a:prstGeom>
              <a:blipFill>
                <a:blip r:embed="rId9"/>
                <a:stretch>
                  <a:fillRect b="-11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13EB48C5-4ED9-4EC0-89DD-59D8BA3DFB14}"/>
              </a:ext>
            </a:extLst>
          </p:cNvPr>
          <p:cNvCxnSpPr/>
          <p:nvPr/>
        </p:nvCxnSpPr>
        <p:spPr>
          <a:xfrm>
            <a:off x="3102170" y="5000843"/>
            <a:ext cx="3510642" cy="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283A3B57-42B0-47E8-BEC3-0C38255F1D8C}"/>
                  </a:ext>
                </a:extLst>
              </p:cNvPr>
              <p:cNvSpPr txBox="1"/>
              <p:nvPr/>
            </p:nvSpPr>
            <p:spPr>
              <a:xfrm>
                <a:off x="6444214" y="4755646"/>
                <a:ext cx="2449544" cy="52777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sz="1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16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6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en-US" sz="16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sz="16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283A3B57-42B0-47E8-BEC3-0C38255F1D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44214" y="4755646"/>
                <a:ext cx="2449544" cy="527773"/>
              </a:xfrm>
              <a:prstGeom prst="rect">
                <a:avLst/>
              </a:prstGeom>
              <a:blipFill>
                <a:blip r:embed="rId10"/>
                <a:stretch>
                  <a:fillRect b="-11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B0EFD7E6-5724-4E76-8C2D-838BA3CA2864}"/>
              </a:ext>
            </a:extLst>
          </p:cNvPr>
          <p:cNvCxnSpPr/>
          <p:nvPr/>
        </p:nvCxnSpPr>
        <p:spPr>
          <a:xfrm>
            <a:off x="2585358" y="5325735"/>
            <a:ext cx="3510642" cy="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466FB47E-77E8-4954-A0D7-3C933D8D9819}"/>
                  </a:ext>
                </a:extLst>
              </p:cNvPr>
              <p:cNvSpPr txBox="1"/>
              <p:nvPr/>
            </p:nvSpPr>
            <p:spPr>
              <a:xfrm>
                <a:off x="5388040" y="5154969"/>
                <a:ext cx="244954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lang="en-US" sz="16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6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16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6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466FB47E-77E8-4954-A0D7-3C933D8D98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88040" y="5154969"/>
                <a:ext cx="2449544" cy="338554"/>
              </a:xfrm>
              <a:prstGeom prst="rect">
                <a:avLst/>
              </a:prstGeom>
              <a:blipFill>
                <a:blip r:embed="rId11"/>
                <a:stretch>
                  <a:fillRect b="-109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CAF2E020-5E78-4E97-BA3B-0D1CA7C431E0}"/>
              </a:ext>
            </a:extLst>
          </p:cNvPr>
          <p:cNvCxnSpPr/>
          <p:nvPr/>
        </p:nvCxnSpPr>
        <p:spPr>
          <a:xfrm>
            <a:off x="4274978" y="5774244"/>
            <a:ext cx="3510642" cy="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68E9D0FE-148A-439A-83C8-4540418CA6E6}"/>
                  </a:ext>
                </a:extLst>
              </p:cNvPr>
              <p:cNvSpPr txBox="1"/>
              <p:nvPr/>
            </p:nvSpPr>
            <p:spPr>
              <a:xfrm>
                <a:off x="7233171" y="5596673"/>
                <a:ext cx="244954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lang="en-US" sz="16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6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16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6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68E9D0FE-148A-439A-83C8-4540418CA6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3171" y="5596673"/>
                <a:ext cx="2449544" cy="338554"/>
              </a:xfrm>
              <a:prstGeom prst="rect">
                <a:avLst/>
              </a:prstGeom>
              <a:blipFill>
                <a:blip r:embed="rId12"/>
                <a:stretch>
                  <a:fillRect b="-89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CF28F1B4-35BC-428A-9DAC-2F89FD61B2B8}"/>
                  </a:ext>
                </a:extLst>
              </p:cNvPr>
              <p:cNvSpPr/>
              <p:nvPr/>
            </p:nvSpPr>
            <p:spPr>
              <a:xfrm>
                <a:off x="9162873" y="572243"/>
                <a:ext cx="2450736" cy="582147"/>
              </a:xfrm>
              <a:prstGeom prst="rect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pt-BR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𝑂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CF28F1B4-35BC-428A-9DAC-2F89FD61B2B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62873" y="572243"/>
                <a:ext cx="2450736" cy="582147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6D99988C-8888-46DC-8F19-DBB4B2491AEB}"/>
              </a:ext>
            </a:extLst>
          </p:cNvPr>
          <p:cNvCxnSpPr>
            <a:cxnSpLocks/>
          </p:cNvCxnSpPr>
          <p:nvPr/>
        </p:nvCxnSpPr>
        <p:spPr>
          <a:xfrm>
            <a:off x="5529429" y="679835"/>
            <a:ext cx="1989621" cy="0"/>
          </a:xfrm>
          <a:prstGeom prst="straightConnector1">
            <a:avLst/>
          </a:prstGeom>
          <a:ln w="57150">
            <a:solidFill>
              <a:srgbClr val="9C65E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71FA7878-46CD-402E-A636-172C7C0E594B}"/>
                  </a:ext>
                </a:extLst>
              </p:cNvPr>
              <p:cNvSpPr txBox="1"/>
              <p:nvPr/>
            </p:nvSpPr>
            <p:spPr>
              <a:xfrm>
                <a:off x="7541369" y="495169"/>
                <a:ext cx="107768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9C65E5"/>
                          </a:solidFill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lang="en-US" b="0" i="1" smtClean="0">
                          <a:solidFill>
                            <a:srgbClr val="9C65E5"/>
                          </a:solidFill>
                          <a:latin typeface="Cambria Math" panose="02040503050406030204" pitchFamily="18" charset="0"/>
                        </a:rPr>
                        <m:t>(1)</m:t>
                      </m:r>
                    </m:oMath>
                  </m:oMathPara>
                </a14:m>
                <a:endParaRPr lang="en-US" dirty="0">
                  <a:solidFill>
                    <a:srgbClr val="9C65E5"/>
                  </a:solidFill>
                </a:endParaRPr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71FA7878-46CD-402E-A636-172C7C0E59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41369" y="495169"/>
                <a:ext cx="1077686" cy="369332"/>
              </a:xfrm>
              <a:prstGeom prst="rect">
                <a:avLst/>
              </a:prstGeom>
              <a:blipFill>
                <a:blip r:embed="rId14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87D13D13-CE19-4F44-8979-6C64E3E8F24F}"/>
              </a:ext>
            </a:extLst>
          </p:cNvPr>
          <p:cNvCxnSpPr>
            <a:cxnSpLocks/>
          </p:cNvCxnSpPr>
          <p:nvPr/>
        </p:nvCxnSpPr>
        <p:spPr>
          <a:xfrm>
            <a:off x="4331714" y="4153128"/>
            <a:ext cx="4225001" cy="53809"/>
          </a:xfrm>
          <a:prstGeom prst="straightConnector1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20A5A0E9-8BA3-4AA6-9DE5-376C0C3690CE}"/>
                  </a:ext>
                </a:extLst>
              </p:cNvPr>
              <p:cNvSpPr txBox="1"/>
              <p:nvPr/>
            </p:nvSpPr>
            <p:spPr>
              <a:xfrm>
                <a:off x="7730716" y="4059910"/>
                <a:ext cx="244954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lang="en-US" sz="16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6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16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4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20A5A0E9-8BA3-4AA6-9DE5-376C0C3690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30716" y="4059910"/>
                <a:ext cx="2449544" cy="338554"/>
              </a:xfrm>
              <a:prstGeom prst="rect">
                <a:avLst/>
              </a:prstGeom>
              <a:blipFill>
                <a:blip r:embed="rId15"/>
                <a:stretch>
                  <a:fillRect b="-89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12AD91B4-33C2-4A71-9684-9552A56618C6}"/>
              </a:ext>
            </a:extLst>
          </p:cNvPr>
          <p:cNvCxnSpPr>
            <a:cxnSpLocks/>
          </p:cNvCxnSpPr>
          <p:nvPr/>
        </p:nvCxnSpPr>
        <p:spPr>
          <a:xfrm>
            <a:off x="2841652" y="6114696"/>
            <a:ext cx="4168748" cy="0"/>
          </a:xfrm>
          <a:prstGeom prst="straightConnector1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BA2BBC68-B956-445D-94FF-DB4F4442FEB3}"/>
                  </a:ext>
                </a:extLst>
              </p:cNvPr>
              <p:cNvSpPr txBox="1"/>
              <p:nvPr/>
            </p:nvSpPr>
            <p:spPr>
              <a:xfrm>
                <a:off x="6316597" y="5976511"/>
                <a:ext cx="2449544" cy="52777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sz="16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1600" b="0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600" b="0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en-US" sz="1600" b="0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sz="1200" dirty="0"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BA2BBC68-B956-445D-94FF-DB4F4442FE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16597" y="5976511"/>
                <a:ext cx="2449544" cy="527773"/>
              </a:xfrm>
              <a:prstGeom prst="rect">
                <a:avLst/>
              </a:prstGeom>
              <a:blipFill>
                <a:blip r:embed="rId16"/>
                <a:stretch>
                  <a:fillRect b="-11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352D96CF-80BB-471D-87EA-BCE9D1844335}"/>
              </a:ext>
            </a:extLst>
          </p:cNvPr>
          <p:cNvCxnSpPr/>
          <p:nvPr/>
        </p:nvCxnSpPr>
        <p:spPr>
          <a:xfrm>
            <a:off x="4161066" y="392527"/>
            <a:ext cx="3510642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47B9AD1A-1F48-46F4-B8B5-47A9A7BC7291}"/>
                  </a:ext>
                </a:extLst>
              </p:cNvPr>
              <p:cNvSpPr txBox="1"/>
              <p:nvPr/>
            </p:nvSpPr>
            <p:spPr>
              <a:xfrm>
                <a:off x="8416645" y="6295183"/>
                <a:ext cx="107768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47B9AD1A-1F48-46F4-B8B5-47A9A7BC72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16645" y="6295183"/>
                <a:ext cx="1077686" cy="369332"/>
              </a:xfrm>
              <a:prstGeom prst="rect">
                <a:avLst/>
              </a:prstGeom>
              <a:blipFill>
                <a:blip r:embed="rId17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23244038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r>
              <a:rPr lang="en-US" dirty="0"/>
              <a:t>Time Complexity-Master theorem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C04CAE4-AB89-4303-B6E0-D6DDC6BC39B7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82/92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1267820" y="2158331"/>
                <a:ext cx="3259356" cy="63337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sz="2000" b="0" dirty="0"/>
                  <a:t>   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pt-BR" sz="200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+4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endParaRPr lang="en-US" sz="2000" b="0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7820" y="2158331"/>
                <a:ext cx="3259356" cy="63337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" name="Group 8">
            <a:extLst>
              <a:ext uri="{FF2B5EF4-FFF2-40B4-BE49-F238E27FC236}">
                <a16:creationId xmlns:a16="http://schemas.microsoft.com/office/drawing/2014/main" id="{FE665FBD-4C5C-4744-9CB5-33EECF72F166}"/>
              </a:ext>
            </a:extLst>
          </p:cNvPr>
          <p:cNvGrpSpPr/>
          <p:nvPr/>
        </p:nvGrpSpPr>
        <p:grpSpPr>
          <a:xfrm>
            <a:off x="6770168" y="2456434"/>
            <a:ext cx="4314386" cy="1497304"/>
            <a:chOff x="581192" y="3131846"/>
            <a:chExt cx="4314386" cy="1497304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BA417CF-4712-46A8-AD0A-C26AF4C25FB5}"/>
                </a:ext>
              </a:extLst>
            </p:cNvPr>
            <p:cNvSpPr/>
            <p:nvPr/>
          </p:nvSpPr>
          <p:spPr>
            <a:xfrm>
              <a:off x="581192" y="3131846"/>
              <a:ext cx="4314386" cy="1497304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Rectangle 4">
                  <a:extLst>
                    <a:ext uri="{FF2B5EF4-FFF2-40B4-BE49-F238E27FC236}">
                      <a16:creationId xmlns:a16="http://schemas.microsoft.com/office/drawing/2014/main" id="{54D68D0C-B430-47E7-BBA6-1FC353EB85E4}"/>
                    </a:ext>
                  </a:extLst>
                </p:cNvPr>
                <p:cNvSpPr/>
                <p:nvPr/>
              </p:nvSpPr>
              <p:spPr>
                <a:xfrm>
                  <a:off x="581192" y="3131846"/>
                  <a:ext cx="4314386" cy="74546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  <m:d>
                          <m:dPr>
                            <m:ctrlPr>
                              <a:rPr lang="en-US" sz="2400" b="0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  <m:r>
                          <a:rPr lang="en-US" sz="24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4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sz="24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  <m:d>
                          <m:dPr>
                            <m:ctrlPr>
                              <a:rPr lang="en-US" sz="2400" b="0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2400" b="0" i="1" dirty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400" b="0" i="1" dirty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num>
                              <m:den>
                                <m:r>
                                  <a:rPr lang="en-US" sz="2400" b="0" i="1" dirty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den>
                            </m:f>
                          </m:e>
                        </m:d>
                        <m:r>
                          <a:rPr lang="en-US" sz="24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4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  <m:r>
                          <a:rPr lang="en-US" sz="24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en-US" sz="2400" b="0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sz="2400" b="0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  <m:func>
                          <m:funcPr>
                            <m:ctrlPr>
                              <a:rPr lang="en-US" sz="2400" b="0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sSup>
                              <m:sSupPr>
                                <m:ctrlPr>
                                  <a:rPr lang="en-US" sz="2400" b="0" i="1" dirty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lang="en-US" sz="2400" b="0" i="0" dirty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</m:e>
                              <m:sup>
                                <m:r>
                                  <a:rPr lang="en-US" sz="2400" b="0" i="1" dirty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sup>
                            </m:sSup>
                          </m:fName>
                          <m:e>
                            <m:r>
                              <a:rPr lang="en-US" sz="2400" b="0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sz="2400" b="0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) </m:t>
                            </m:r>
                          </m:e>
                        </m:func>
                      </m:oMath>
                    </m:oMathPara>
                  </a14:m>
                  <a:endParaRPr lang="en-US" sz="14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5" name="Rectangle 4">
                  <a:extLst>
                    <a:ext uri="{FF2B5EF4-FFF2-40B4-BE49-F238E27FC236}">
                      <a16:creationId xmlns:a16="http://schemas.microsoft.com/office/drawing/2014/main" id="{54D68D0C-B430-47E7-BBA6-1FC353EB85E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1192" y="3131846"/>
                  <a:ext cx="4314386" cy="745460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Rectangle 5">
                  <a:extLst>
                    <a:ext uri="{FF2B5EF4-FFF2-40B4-BE49-F238E27FC236}">
                      <a16:creationId xmlns:a16="http://schemas.microsoft.com/office/drawing/2014/main" id="{5BD86318-6FE6-46B3-8AFB-3F1635FDB1CA}"/>
                    </a:ext>
                  </a:extLst>
                </p:cNvPr>
                <p:cNvSpPr/>
                <p:nvPr/>
              </p:nvSpPr>
              <p:spPr>
                <a:xfrm>
                  <a:off x="657461" y="4025318"/>
                  <a:ext cx="3853363" cy="404983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𝑖𝑓</m:t>
                        </m:r>
                        <m:r>
                          <a:rPr lang="en-US" i="1" dirty="0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i="1" dirty="0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i="1" dirty="0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 &gt; </m:t>
                        </m:r>
                        <m:sSup>
                          <m:sSupPr>
                            <m:ctrlPr>
                              <a:rPr lang="en-US" b="0" i="1" dirty="0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 dirty="0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US" i="1" dirty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  <m:r>
                          <a:rPr lang="en-US" i="1" dirty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i="1" dirty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𝑡h𝑒𝑛</m:t>
                        </m:r>
                        <m:r>
                          <a:rPr lang="en-US" i="1" dirty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i="1" dirty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  <m:d>
                          <m:dPr>
                            <m:ctrlPr>
                              <a:rPr lang="en-US" i="1" dirty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 dirty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  <m:r>
                          <a:rPr lang="en-US" i="1" dirty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= </m:t>
                        </m:r>
                        <m:r>
                          <a:rPr lang="el-GR" i="1" dirty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  <m:d>
                          <m:dPr>
                            <m:ctrlPr>
                              <a:rPr lang="el-GR" i="1" dirty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i="1" dirty="0">
                                    <a:solidFill>
                                      <a:srgbClr val="00B0F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 dirty="0" err="1">
                                    <a:solidFill>
                                      <a:srgbClr val="00B0F0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p>
                                <m:func>
                                  <m:funcPr>
                                    <m:ctrlPr>
                                      <a:rPr lang="en-US" i="1" dirty="0">
                                        <a:solidFill>
                                          <a:srgbClr val="00B0F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sSub>
                                      <m:sSubPr>
                                        <m:ctrlPr>
                                          <a:rPr lang="en-US" i="1" dirty="0">
                                            <a:solidFill>
                                              <a:srgbClr val="00B0F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dirty="0">
                                            <a:solidFill>
                                              <a:srgbClr val="00B0F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log</m:t>
                                        </m:r>
                                      </m:e>
                                      <m:sub>
                                        <m:r>
                                          <a:rPr lang="en-US" i="1" dirty="0">
                                            <a:solidFill>
                                              <a:srgbClr val="00B0F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𝑏</m:t>
                                        </m:r>
                                      </m:sub>
                                    </m:sSub>
                                  </m:fName>
                                  <m:e>
                                    <m:r>
                                      <a:rPr lang="en-US" i="1" dirty="0">
                                        <a:solidFill>
                                          <a:srgbClr val="00B0F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</m:func>
                              </m:sup>
                            </m:sSup>
                          </m:e>
                        </m:d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" name="Rectangle 5">
                  <a:extLst>
                    <a:ext uri="{FF2B5EF4-FFF2-40B4-BE49-F238E27FC236}">
                      <a16:creationId xmlns:a16="http://schemas.microsoft.com/office/drawing/2014/main" id="{5BD86318-6FE6-46B3-8AFB-3F1635FDB1C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7461" y="4025318"/>
                  <a:ext cx="3853363" cy="404983"/>
                </a:xfrm>
                <a:prstGeom prst="rect">
                  <a:avLst/>
                </a:prstGeom>
                <a:blipFill>
                  <a:blip r:embed="rId6"/>
                  <a:stretch>
                    <a:fillRect b="-909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F377D1F-1712-4408-8908-CA03E4B07972}"/>
                  </a:ext>
                </a:extLst>
              </p:cNvPr>
              <p:cNvSpPr txBox="1"/>
              <p:nvPr/>
            </p:nvSpPr>
            <p:spPr>
              <a:xfrm>
                <a:off x="835297" y="3242769"/>
                <a:ext cx="3837581" cy="1390189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sz="2000" b="0" dirty="0"/>
                  <a:t>   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=4,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=2,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=1,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sz="2000" b="0" dirty="0"/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pt-BR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𝑂</m:t>
                      </m:r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p>
                              <m:func>
                                <m:func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sSub>
                                    <m:sSubPr>
                                      <m:ctrlP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2000" b="0" i="0" smtClean="0">
                                          <a:latin typeface="Cambria Math" panose="02040503050406030204" pitchFamily="18" charset="0"/>
                                        </a:rPr>
                                        <m:t>log</m:t>
                                      </m:r>
                                    </m:e>
                                    <m:sub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fName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e>
                              </m:func>
                            </m:sup>
                          </m:sSup>
                        </m:e>
                      </m:d>
                      <m:sSup>
                        <m:s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𝑂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0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000" dirty="0"/>
              </a:p>
              <a:p>
                <a:pPr>
                  <a:lnSpc>
                    <a:spcPct val="150000"/>
                  </a:lnSpc>
                </a:pPr>
                <a:endParaRPr lang="en-US" sz="2000" b="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F377D1F-1712-4408-8908-CA03E4B079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5297" y="3242769"/>
                <a:ext cx="3837581" cy="139018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2571918857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r>
              <a:rPr lang="en-US" dirty="0"/>
              <a:t>LIM: Modification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3E16E55-BB1F-46F1-B98D-5E2DF6137614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84/92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1134880" y="2353238"/>
                <a:ext cx="9423420" cy="64293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b="0" dirty="0"/>
                  <a:t>  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280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800" b="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  <m:r>
                          <a:rPr lang="en-US" sz="2800" b="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d>
                    <m:r>
                      <a:rPr lang="en-US" sz="2800" b="0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∗</m:t>
                    </m:r>
                    <m:sSup>
                      <m:sSupPr>
                        <m:ctrlPr>
                          <a:rPr lang="en-US" sz="280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sz="28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28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sz="28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  <m:r>
                          <a:rPr lang="en-US" sz="2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n-US" sz="2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sz="2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  <m:r>
                          <a:rPr lang="en-US" sz="2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d>
                    <m:r>
                      <a:rPr lang="en-US" sz="28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∗</m:t>
                    </m:r>
                    <m:sSup>
                      <m:sSupPr>
                        <m:ctrlPr>
                          <a:rPr lang="en-US" sz="28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sz="2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800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800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sz="2800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en-US" sz="2800" dirty="0">
                    <a:solidFill>
                      <a:srgbClr val="00B0F0"/>
                    </a:solidFill>
                  </a:rPr>
                  <a:t> </a:t>
                </a:r>
                <a:endParaRPr lang="en-US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4880" y="2353238"/>
                <a:ext cx="9423420" cy="642933"/>
              </a:xfrm>
              <a:prstGeom prst="rect">
                <a:avLst/>
              </a:prstGeom>
              <a:blipFill>
                <a:blip r:embed="rId4"/>
                <a:stretch>
                  <a:fillRect b="-9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79F8E046-D9FB-447B-A3CD-A51048BCD7EE}"/>
              </a:ext>
            </a:extLst>
          </p:cNvPr>
          <p:cNvSpPr/>
          <p:nvPr/>
        </p:nvSpPr>
        <p:spPr>
          <a:xfrm>
            <a:off x="5405718" y="2474259"/>
            <a:ext cx="1990164" cy="52191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213816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r>
              <a:rPr lang="en-US" dirty="0"/>
              <a:t>LIM: Modification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3E16E55-BB1F-46F1-B98D-5E2DF6137614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85/92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1134880" y="2353238"/>
                <a:ext cx="9423420" cy="64293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b="0" dirty="0"/>
                  <a:t>  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280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800" b="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  <m:r>
                          <a:rPr lang="en-US" sz="2800" b="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d>
                    <m:r>
                      <a:rPr lang="en-US" sz="2800" b="0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∗</m:t>
                    </m:r>
                    <m:sSup>
                      <m:sSupPr>
                        <m:ctrlPr>
                          <a:rPr lang="en-US" sz="280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sz="28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28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sz="28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  <m:r>
                          <a:rPr lang="en-US" sz="2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n-US" sz="2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sz="2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  <m:r>
                          <a:rPr lang="en-US" sz="2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d>
                    <m:r>
                      <a:rPr lang="en-US" sz="28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∗</m:t>
                    </m:r>
                    <m:sSup>
                      <m:sSupPr>
                        <m:ctrlPr>
                          <a:rPr lang="en-US" sz="28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sz="2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800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800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sz="2800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en-US" sz="2800" dirty="0">
                    <a:solidFill>
                      <a:srgbClr val="00B0F0"/>
                    </a:solidFill>
                  </a:rPr>
                  <a:t> </a:t>
                </a:r>
                <a:endParaRPr lang="en-US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4880" y="2353238"/>
                <a:ext cx="9423420" cy="642933"/>
              </a:xfrm>
              <a:prstGeom prst="rect">
                <a:avLst/>
              </a:prstGeom>
              <a:blipFill>
                <a:blip r:embed="rId4"/>
                <a:stretch>
                  <a:fillRect b="-9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77F3F38-D5DD-4D30-A844-9AE53F17AC4D}"/>
                  </a:ext>
                </a:extLst>
              </p:cNvPr>
              <p:cNvSpPr txBox="1"/>
              <p:nvPr/>
            </p:nvSpPr>
            <p:spPr>
              <a:xfrm>
                <a:off x="1134880" y="3429000"/>
                <a:ext cx="9423420" cy="64633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8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sz="28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sz="28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8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8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sz="28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n-US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800" b="0" i="1" smtClean="0">
                              <a:solidFill>
                                <a:srgbClr val="7E37DD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solidFill>
                                <a:srgbClr val="7E37DD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800" b="0" i="1" smtClean="0">
                              <a:solidFill>
                                <a:srgbClr val="7E37DD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800" b="0" i="1" smtClean="0">
                              <a:solidFill>
                                <a:srgbClr val="7E37DD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sz="2800" b="0" i="1" smtClean="0">
                          <a:solidFill>
                            <a:srgbClr val="7E37DD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d>
                        <m:dPr>
                          <m:ctrlPr>
                            <a:rPr lang="en-US" sz="2800" b="0" i="1" smtClean="0">
                              <a:solidFill>
                                <a:srgbClr val="7E37DD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solidFill>
                                <a:srgbClr val="7E37DD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en-US" sz="2800" b="0" i="1" smtClean="0">
                              <a:solidFill>
                                <a:srgbClr val="7E37DD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800" b="0" i="1" smtClean="0">
                              <a:solidFill>
                                <a:srgbClr val="7E37DD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</m:d>
                      <m:r>
                        <a:rPr lang="en-US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ctrlP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8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  <m:r>
                            <a:rPr lang="en-US" sz="28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</m:d>
                      <m:r>
                        <a:rPr lang="en-US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−(</m:t>
                      </m:r>
                      <m:r>
                        <a:rPr lang="en-US" sz="2800" i="1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800" i="1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sz="2800" i="1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77F3F38-D5DD-4D30-A844-9AE53F17AC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4880" y="3429000"/>
                <a:ext cx="9423420" cy="64633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peech Bubble: Rectangle with Corners Rounded 3">
            <a:extLst>
              <a:ext uri="{FF2B5EF4-FFF2-40B4-BE49-F238E27FC236}">
                <a16:creationId xmlns:a16="http://schemas.microsoft.com/office/drawing/2014/main" id="{DF72658D-2837-4930-A2F9-EF6DE7650C87}"/>
              </a:ext>
            </a:extLst>
          </p:cNvPr>
          <p:cNvSpPr/>
          <p:nvPr/>
        </p:nvSpPr>
        <p:spPr>
          <a:xfrm rot="10800000">
            <a:off x="4473388" y="4508160"/>
            <a:ext cx="3352800" cy="1647684"/>
          </a:xfrm>
          <a:prstGeom prst="wedgeRoundRectCallout">
            <a:avLst>
              <a:gd name="adj1" fmla="val 62240"/>
              <a:gd name="adj2" fmla="val 80082"/>
              <a:gd name="adj3" fmla="val 16667"/>
            </a:avLst>
          </a:prstGeom>
          <a:solidFill>
            <a:srgbClr val="FFFF9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D2E1D1C-D224-42A6-9EA8-A55E7F70482A}"/>
                  </a:ext>
                </a:extLst>
              </p:cNvPr>
              <p:cNvSpPr txBox="1"/>
              <p:nvPr/>
            </p:nvSpPr>
            <p:spPr>
              <a:xfrm>
                <a:off x="4513727" y="4508160"/>
                <a:ext cx="3272119" cy="14773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sz="20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0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</m:d>
                      <m:d>
                        <m:dPr>
                          <m:ctrlPr>
                            <a:rPr lang="en-US" sz="20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𝒛</m:t>
                          </m:r>
                          <m:r>
                            <a:rPr lang="en-US" sz="20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0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</m:d>
                      <m:r>
                        <a:rPr lang="en-US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sz="2000" b="1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algn="ctr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𝒙𝒛</m:t>
                      </m:r>
                      <m:r>
                        <a:rPr lang="en-US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0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𝒙𝒘</m:t>
                      </m:r>
                      <m:r>
                        <a:rPr lang="en-US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000" b="1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𝒚𝒛</m:t>
                      </m:r>
                      <m:r>
                        <a:rPr lang="en-US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𝒚𝒘</m:t>
                      </m:r>
                      <m:r>
                        <a:rPr lang="en-US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sz="2000" b="1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algn="ctr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𝒙𝒛</m:t>
                          </m:r>
                          <m:r>
                            <a:rPr lang="en-US" sz="20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0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𝒚𝒘</m:t>
                          </m:r>
                        </m:e>
                      </m:d>
                      <m:r>
                        <a:rPr lang="en-US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𝒙𝒘</m:t>
                          </m:r>
                        </m:e>
                      </m:d>
                      <m:r>
                        <a:rPr lang="en-US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+(</m:t>
                      </m:r>
                      <m:r>
                        <a:rPr lang="en-US" sz="2000" b="1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𝒚𝒛</m:t>
                      </m:r>
                      <m:r>
                        <a:rPr lang="en-US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0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D2E1D1C-D224-42A6-9EA8-A55E7F7048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13727" y="4508160"/>
                <a:ext cx="3272119" cy="147732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22957461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r>
              <a:rPr lang="en-US" dirty="0"/>
              <a:t>LIM: Modification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3E16E55-BB1F-46F1-B98D-5E2DF6137614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86/92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1134880" y="2353238"/>
                <a:ext cx="9423420" cy="64293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b="0" dirty="0"/>
                  <a:t>  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280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800" b="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  <m:r>
                          <a:rPr lang="en-US" sz="2800" b="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d>
                    <m:r>
                      <a:rPr lang="en-US" sz="2800" b="0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∗</m:t>
                    </m:r>
                    <m:sSup>
                      <m:sSupPr>
                        <m:ctrlPr>
                          <a:rPr lang="en-US" sz="280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sz="28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28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sz="28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  <m:r>
                          <a:rPr lang="en-US" sz="2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n-US" sz="2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sz="2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  <m:r>
                          <a:rPr lang="en-US" sz="2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d>
                    <m:r>
                      <a:rPr lang="en-US" sz="28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∗</m:t>
                    </m:r>
                    <m:sSup>
                      <m:sSupPr>
                        <m:ctrlPr>
                          <a:rPr lang="en-US" sz="28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sz="2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800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800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sz="2800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en-US" sz="2800" dirty="0">
                    <a:solidFill>
                      <a:srgbClr val="00B0F0"/>
                    </a:solidFill>
                  </a:rPr>
                  <a:t> </a:t>
                </a:r>
                <a:endParaRPr lang="en-US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4880" y="2353238"/>
                <a:ext cx="9423420" cy="642933"/>
              </a:xfrm>
              <a:prstGeom prst="rect">
                <a:avLst/>
              </a:prstGeom>
              <a:blipFill>
                <a:blip r:embed="rId4"/>
                <a:stretch>
                  <a:fillRect b="-9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77F3F38-D5DD-4D30-A844-9AE53F17AC4D}"/>
                  </a:ext>
                </a:extLst>
              </p:cNvPr>
              <p:cNvSpPr txBox="1"/>
              <p:nvPr/>
            </p:nvSpPr>
            <p:spPr>
              <a:xfrm>
                <a:off x="1134880" y="3429000"/>
                <a:ext cx="9423420" cy="64633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8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sz="28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sz="28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8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8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sz="28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n-US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800" b="0" i="1" smtClean="0">
                              <a:solidFill>
                                <a:srgbClr val="7E37DD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solidFill>
                                <a:srgbClr val="7E37DD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800" b="0" i="1" smtClean="0">
                              <a:solidFill>
                                <a:srgbClr val="7E37DD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800" b="0" i="1" smtClean="0">
                              <a:solidFill>
                                <a:srgbClr val="7E37DD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sz="2800" b="0" i="1" smtClean="0">
                          <a:solidFill>
                            <a:srgbClr val="7E37DD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d>
                        <m:dPr>
                          <m:ctrlPr>
                            <a:rPr lang="en-US" sz="2800" b="0" i="1" smtClean="0">
                              <a:solidFill>
                                <a:srgbClr val="7E37DD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solidFill>
                                <a:srgbClr val="7E37DD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en-US" sz="2800" b="0" i="1" smtClean="0">
                              <a:solidFill>
                                <a:srgbClr val="7E37DD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800" b="0" i="1" smtClean="0">
                              <a:solidFill>
                                <a:srgbClr val="7E37DD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</m:d>
                      <m:r>
                        <a:rPr lang="en-US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ctrlP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8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  <m:r>
                            <a:rPr lang="en-US" sz="28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</m:d>
                      <m:r>
                        <a:rPr lang="en-US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−(</m:t>
                      </m:r>
                      <m:r>
                        <a:rPr lang="en-US" sz="2800" i="1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800" i="1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sz="2800" i="1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77F3F38-D5DD-4D30-A844-9AE53F17AC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4880" y="3429000"/>
                <a:ext cx="9423420" cy="64633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553F9F6-EBF5-4132-B981-A6787A347C57}"/>
                  </a:ext>
                </a:extLst>
              </p:cNvPr>
              <p:cNvSpPr txBox="1"/>
              <p:nvPr/>
            </p:nvSpPr>
            <p:spPr>
              <a:xfrm>
                <a:off x="2553122" y="4293399"/>
                <a:ext cx="7085756" cy="56964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rgbClr val="7E37DD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2800" b="0" i="1" smtClean="0">
                            <a:solidFill>
                              <a:srgbClr val="7E37DD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solidFill>
                              <a:srgbClr val="7E37DD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800" b="0" i="1" smtClean="0">
                            <a:solidFill>
                              <a:srgbClr val="7E37DD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800" b="0" i="1" smtClean="0">
                            <a:solidFill>
                              <a:srgbClr val="7E37DD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sz="2800" b="0" i="1" smtClean="0">
                        <a:solidFill>
                          <a:srgbClr val="7E37DD"/>
                        </a:solidFill>
                        <a:latin typeface="Cambria Math" panose="02040503050406030204" pitchFamily="18" charset="0"/>
                      </a:rPr>
                      <m:t>∗</m:t>
                    </m:r>
                    <m:d>
                      <m:dPr>
                        <m:ctrlPr>
                          <a:rPr lang="en-US" sz="2800" b="0" i="1" smtClean="0">
                            <a:solidFill>
                              <a:srgbClr val="7E37DD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solidFill>
                              <a:srgbClr val="7E37DD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n-US" sz="2800" b="0" i="1" smtClean="0">
                            <a:solidFill>
                              <a:srgbClr val="7E37DD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800" b="0" i="1" smtClean="0">
                            <a:solidFill>
                              <a:srgbClr val="7E37DD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d>
                  </m:oMath>
                </a14:m>
                <a:r>
                  <a:rPr lang="en-US" sz="2800" b="0" i="1" dirty="0">
                    <a:solidFill>
                      <a:srgbClr val="7E37DD"/>
                    </a:solidFill>
                    <a:latin typeface="Cambria Math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   </m:t>
                    </m:r>
                    <m:r>
                      <a:rPr lang="en-US" sz="28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sz="28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800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sz="2800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sz="28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,  </m:t>
                    </m:r>
                    <m:r>
                      <a:rPr lang="en-US" sz="2800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sz="2800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i="1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800" i="1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sz="2800" i="1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553F9F6-EBF5-4132-B981-A6787A347C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53122" y="4293399"/>
                <a:ext cx="7085756" cy="569643"/>
              </a:xfrm>
              <a:prstGeom prst="rect">
                <a:avLst/>
              </a:prstGeom>
              <a:blipFill>
                <a:blip r:embed="rId6"/>
                <a:stretch>
                  <a:fillRect b="-361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E828E86-68DA-4596-890A-6E0797082FD8}"/>
                  </a:ext>
                </a:extLst>
              </p:cNvPr>
              <p:cNvSpPr txBox="1"/>
              <p:nvPr/>
            </p:nvSpPr>
            <p:spPr>
              <a:xfrm>
                <a:off x="2553122" y="5289748"/>
                <a:ext cx="6906461" cy="64293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b="0" dirty="0"/>
                  <a:t>  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sz="2800" b="0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∗</m:t>
                    </m:r>
                    <m:sSup>
                      <m:sSupPr>
                        <m:ctrlPr>
                          <a:rPr lang="en-US" sz="280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sz="28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28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sz="28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US" sz="2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sz="2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</m:d>
                    <m:r>
                      <a:rPr lang="en-US" sz="28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∗</m:t>
                    </m:r>
                    <m:sSup>
                      <m:sSupPr>
                        <m:ctrlPr>
                          <a:rPr lang="en-US" sz="28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sz="2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800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US" sz="2800" dirty="0">
                    <a:solidFill>
                      <a:srgbClr val="00B0F0"/>
                    </a:solidFill>
                  </a:rPr>
                  <a:t> </a:t>
                </a:r>
                <a:endParaRPr lang="en-US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E828E86-68DA-4596-890A-6E0797082F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53122" y="5289748"/>
                <a:ext cx="6906461" cy="642933"/>
              </a:xfrm>
              <a:prstGeom prst="rect">
                <a:avLst/>
              </a:prstGeom>
              <a:blipFill>
                <a:blip r:embed="rId7"/>
                <a:stretch>
                  <a:fillRect b="-9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3BDA892-A2DC-4F89-9620-FBBD37CCADE1}"/>
              </a:ext>
            </a:extLst>
          </p:cNvPr>
          <p:cNvCxnSpPr/>
          <p:nvPr/>
        </p:nvCxnSpPr>
        <p:spPr>
          <a:xfrm>
            <a:off x="1416424" y="2796988"/>
            <a:ext cx="8615082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4217413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0" grpId="0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r>
              <a:rPr lang="en-US" dirty="0"/>
              <a:t>L.I.M: Algorithm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A61EDA6-5390-4204-80A1-558D3961A065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87/92</a:t>
            </a:r>
          </a:p>
        </p:txBody>
      </p:sp>
      <p:sp>
        <p:nvSpPr>
          <p:cNvPr id="5" name="Text Box 17"/>
          <p:cNvSpPr txBox="1">
            <a:spLocks noChangeArrowheads="1"/>
          </p:cNvSpPr>
          <p:nvPr/>
        </p:nvSpPr>
        <p:spPr bwMode="auto">
          <a:xfrm>
            <a:off x="581192" y="1779687"/>
            <a:ext cx="8871927" cy="5078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4572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9144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3716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8288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2860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7432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2004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6576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41148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indent="0"/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multiply(array </a:t>
            </a:r>
            <a:r>
              <a:rPr lang="en-US" sz="18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u,v</a:t>
            </a: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/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if(u==‘0’ or v==‘0’) return ‘0’</a:t>
            </a:r>
          </a:p>
          <a:p>
            <a:pPr marL="0" indent="0"/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n1=</a:t>
            </a:r>
            <a:r>
              <a:rPr lang="en-US" altLang="en-US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u.size</a:t>
            </a:r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marL="0" indent="0"/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n2=</a:t>
            </a:r>
            <a:r>
              <a:rPr lang="en-US" altLang="en-US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v.size</a:t>
            </a:r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marL="0" indent="0"/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n=max(n1,n2)</a:t>
            </a:r>
          </a:p>
          <a:p>
            <a:pPr marL="0" indent="0"/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if(n&lt;threshold) return str(int(u)*int(v))</a:t>
            </a:r>
          </a:p>
          <a:p>
            <a:pPr marL="0" indent="0"/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m=n/2</a:t>
            </a:r>
          </a:p>
          <a:p>
            <a:pPr marL="0" indent="0"/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altLang="en-US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x,y</a:t>
            </a:r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=split(u)</a:t>
            </a:r>
          </a:p>
          <a:p>
            <a:pPr marL="0" indent="0"/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altLang="en-US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w,z</a:t>
            </a:r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=split(v) </a:t>
            </a:r>
            <a:endParaRPr lang="en-US" altLang="en-US" sz="1800" b="1" i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/>
            <a:r>
              <a:rPr lang="en-US" altLang="en-US" sz="1800" b="1" i="1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p=multiply(</a:t>
            </a:r>
            <a:r>
              <a:rPr lang="en-US" altLang="en-US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x,w</a:t>
            </a:r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/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for(</a:t>
            </a:r>
            <a:r>
              <a:rPr lang="en-US" altLang="en-US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=0;i&lt;2*</a:t>
            </a:r>
            <a:r>
              <a:rPr lang="en-US" altLang="en-US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m;i</a:t>
            </a:r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++) p=p+’0’ </a:t>
            </a:r>
          </a:p>
          <a:p>
            <a:pPr marL="0" indent="0"/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q=multiply(</a:t>
            </a:r>
            <a:r>
              <a:rPr lang="en-US" altLang="en-US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y,z</a:t>
            </a:r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/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s1=sum(</a:t>
            </a:r>
            <a:r>
              <a:rPr lang="en-US" altLang="en-US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x,y</a:t>
            </a:r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/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s2=sum(</a:t>
            </a:r>
            <a:r>
              <a:rPr lang="en-US" altLang="en-US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w,z</a:t>
            </a:r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/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r=multiply(s1,s2)</a:t>
            </a:r>
          </a:p>
          <a:p>
            <a:pPr marL="0" indent="0"/>
            <a:r>
              <a:rPr lang="pt-BR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s=sum(r,-sum(p,q))</a:t>
            </a:r>
            <a:endParaRPr lang="en-US" altLang="en-US" sz="1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/>
            <a:r>
              <a:rPr lang="en-US" altLang="en-US" sz="1800" b="1" i="1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for(</a:t>
            </a:r>
            <a:r>
              <a:rPr lang="en-US" altLang="en-US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=0;i&lt;</a:t>
            </a:r>
            <a:r>
              <a:rPr lang="en-US" altLang="en-US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m;i</a:t>
            </a:r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++) s=s+’0’</a:t>
            </a:r>
          </a:p>
          <a:p>
            <a:pPr marL="0" indent="0"/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	return sum(sum(</a:t>
            </a:r>
            <a:r>
              <a:rPr lang="en-US" altLang="en-US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p,s</a:t>
            </a:r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),q)</a:t>
            </a:r>
            <a:endParaRPr lang="en-US" altLang="en-US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76797D3-FEB7-49B9-AA28-7708C130EB3C}"/>
              </a:ext>
            </a:extLst>
          </p:cNvPr>
          <p:cNvSpPr/>
          <p:nvPr/>
        </p:nvSpPr>
        <p:spPr>
          <a:xfrm>
            <a:off x="968188" y="5154706"/>
            <a:ext cx="2967318" cy="107576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6338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B83E572-B1E8-4871-A797-EE5B258CAAB7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88/92</a:t>
            </a:r>
          </a:p>
        </p:txBody>
      </p:sp>
      <p:sp>
        <p:nvSpPr>
          <p:cNvPr id="5" name="Text Box 17"/>
          <p:cNvSpPr txBox="1">
            <a:spLocks noChangeArrowheads="1"/>
          </p:cNvSpPr>
          <p:nvPr/>
        </p:nvSpPr>
        <p:spPr bwMode="auto">
          <a:xfrm>
            <a:off x="226129" y="0"/>
            <a:ext cx="9996393" cy="67095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4572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9144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3716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8288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2860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7432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2004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6576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41148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indent="0">
              <a:lnSpc>
                <a:spcPct val="150000"/>
              </a:lnSpc>
            </a:pPr>
            <a:r>
              <a:rPr lang="en-US" sz="16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multiply(array </a:t>
            </a:r>
            <a:r>
              <a:rPr lang="en-US" sz="16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u,v</a:t>
            </a:r>
            <a:r>
              <a:rPr lang="en-US" sz="16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lnSpc>
                <a:spcPct val="150000"/>
              </a:lnSpc>
            </a:pPr>
            <a:r>
              <a:rPr lang="en-US" alt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altLang="en-US" sz="1600" b="1">
                <a:solidFill>
                  <a:srgbClr val="7E37D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if(u</a:t>
            </a:r>
            <a:r>
              <a:rPr lang="en-US" altLang="en-US" sz="1600" b="1" dirty="0">
                <a:solidFill>
                  <a:srgbClr val="7E37D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==‘0’ or v==‘0’) return ‘0’</a:t>
            </a:r>
          </a:p>
          <a:p>
            <a:pPr marL="0" indent="0">
              <a:lnSpc>
                <a:spcPct val="150000"/>
              </a:lnSpc>
            </a:pPr>
            <a:r>
              <a:rPr lang="en-US" alt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altLang="en-US" sz="1600" b="1" dirty="0">
                <a:solidFill>
                  <a:srgbClr val="FF99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n1=</a:t>
            </a:r>
            <a:r>
              <a:rPr lang="en-US" altLang="en-US" sz="1600" b="1" dirty="0" err="1">
                <a:solidFill>
                  <a:srgbClr val="FF99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u.size</a:t>
            </a:r>
            <a:r>
              <a:rPr lang="en-US" altLang="en-US" sz="1600" b="1" dirty="0">
                <a:solidFill>
                  <a:srgbClr val="FF99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marL="0" indent="0">
              <a:lnSpc>
                <a:spcPct val="150000"/>
              </a:lnSpc>
            </a:pPr>
            <a:r>
              <a:rPr lang="en-US" altLang="en-US" sz="1600" b="1" dirty="0">
                <a:solidFill>
                  <a:srgbClr val="FF99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n2=</a:t>
            </a:r>
            <a:r>
              <a:rPr lang="en-US" altLang="en-US" sz="1600" b="1" dirty="0" err="1">
                <a:solidFill>
                  <a:srgbClr val="FF99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v.size</a:t>
            </a:r>
            <a:r>
              <a:rPr lang="en-US" altLang="en-US" sz="1600" b="1" dirty="0">
                <a:solidFill>
                  <a:srgbClr val="FF99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marL="0" indent="0">
              <a:lnSpc>
                <a:spcPct val="150000"/>
              </a:lnSpc>
            </a:pPr>
            <a:r>
              <a:rPr lang="en-US" altLang="en-US" sz="1600" b="1" dirty="0">
                <a:solidFill>
                  <a:srgbClr val="FF99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n=max(n1,n2)</a:t>
            </a:r>
          </a:p>
          <a:p>
            <a:pPr marL="0" indent="0">
              <a:lnSpc>
                <a:spcPct val="150000"/>
              </a:lnSpc>
            </a:pPr>
            <a:r>
              <a:rPr lang="en-US" alt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altLang="en-US" sz="16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if(n&lt;threshold) return str(int(u)*int(v))</a:t>
            </a:r>
          </a:p>
          <a:p>
            <a:pPr marL="0" indent="0">
              <a:lnSpc>
                <a:spcPct val="150000"/>
              </a:lnSpc>
            </a:pPr>
            <a:r>
              <a:rPr lang="en-US" alt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altLang="en-US" sz="1600" b="1" dirty="0">
                <a:solidFill>
                  <a:srgbClr val="FF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m=n/2</a:t>
            </a:r>
          </a:p>
          <a:p>
            <a:pPr marL="0" indent="0">
              <a:lnSpc>
                <a:spcPct val="150000"/>
              </a:lnSpc>
            </a:pPr>
            <a:r>
              <a:rPr lang="en-US" altLang="en-US" sz="1600" b="1" dirty="0">
                <a:solidFill>
                  <a:srgbClr val="FF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altLang="en-US" sz="1600" b="1" dirty="0" err="1">
                <a:solidFill>
                  <a:srgbClr val="FF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x,y</a:t>
            </a:r>
            <a:r>
              <a:rPr lang="en-US" altLang="en-US" sz="1600" b="1" dirty="0">
                <a:solidFill>
                  <a:srgbClr val="FF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=split(u)</a:t>
            </a:r>
          </a:p>
          <a:p>
            <a:pPr marL="0" indent="0">
              <a:lnSpc>
                <a:spcPct val="150000"/>
              </a:lnSpc>
            </a:pPr>
            <a:r>
              <a:rPr lang="en-US" altLang="en-US" sz="1600" b="1" dirty="0">
                <a:solidFill>
                  <a:srgbClr val="FF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altLang="en-US" sz="1600" b="1" dirty="0" err="1">
                <a:solidFill>
                  <a:srgbClr val="FF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w,z</a:t>
            </a:r>
            <a:r>
              <a:rPr lang="en-US" altLang="en-US" sz="1600" b="1" dirty="0">
                <a:solidFill>
                  <a:srgbClr val="FF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=split(v) </a:t>
            </a:r>
            <a:endParaRPr lang="en-US" altLang="en-US" sz="1600" b="1" i="1" dirty="0">
              <a:solidFill>
                <a:srgbClr val="FF00FF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50000"/>
              </a:lnSpc>
            </a:pPr>
            <a:r>
              <a:rPr lang="en-US" altLang="en-US" sz="1600" b="1" i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altLang="en-US" sz="16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p=multiply(</a:t>
            </a:r>
            <a:r>
              <a:rPr lang="en-US" altLang="en-US" sz="1600" b="1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x,w</a:t>
            </a:r>
            <a:r>
              <a:rPr lang="en-US" altLang="en-US" sz="16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lnSpc>
                <a:spcPct val="150000"/>
              </a:lnSpc>
            </a:pPr>
            <a:r>
              <a:rPr lang="en-US" altLang="en-US" sz="16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for(</a:t>
            </a:r>
            <a:r>
              <a:rPr lang="en-US" altLang="en-US" sz="1600" b="1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en-US" sz="16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=0;i&lt;2*</a:t>
            </a:r>
            <a:r>
              <a:rPr lang="en-US" altLang="en-US" sz="1600" b="1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m;i</a:t>
            </a:r>
            <a:r>
              <a:rPr lang="en-US" altLang="en-US" sz="16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++) p=p+’0’ </a:t>
            </a:r>
          </a:p>
          <a:p>
            <a:pPr marL="0" indent="0">
              <a:lnSpc>
                <a:spcPct val="150000"/>
              </a:lnSpc>
            </a:pPr>
            <a:r>
              <a:rPr lang="en-US" alt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altLang="en-US" sz="1600" b="1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q=multiply(</a:t>
            </a:r>
            <a:r>
              <a:rPr lang="en-US" altLang="en-US" sz="1600" b="1" dirty="0" err="1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y,z</a:t>
            </a:r>
            <a:r>
              <a:rPr lang="en-US" altLang="en-US" sz="1600" b="1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lnSpc>
                <a:spcPct val="150000"/>
              </a:lnSpc>
            </a:pPr>
            <a:r>
              <a:rPr lang="en-US" alt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pt-BR" altLang="en-US" sz="16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s1=sum(x,y)</a:t>
            </a:r>
          </a:p>
          <a:p>
            <a:pPr marL="0" indent="0">
              <a:lnSpc>
                <a:spcPct val="150000"/>
              </a:lnSpc>
            </a:pPr>
            <a:r>
              <a:rPr lang="pt-BR" altLang="en-US" sz="16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s2=sum(w,z)</a:t>
            </a:r>
          </a:p>
          <a:p>
            <a:pPr marL="0" indent="0">
              <a:lnSpc>
                <a:spcPct val="150000"/>
              </a:lnSpc>
            </a:pPr>
            <a:r>
              <a:rPr lang="pt-BR" altLang="en-US" sz="16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r=multiply(s1,s2)</a:t>
            </a:r>
          </a:p>
          <a:p>
            <a:pPr marL="0" indent="0">
              <a:lnSpc>
                <a:spcPct val="150000"/>
              </a:lnSpc>
            </a:pPr>
            <a:r>
              <a:rPr lang="pt-BR" altLang="en-US" sz="16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s=sum(r,-sum(p,q))</a:t>
            </a:r>
          </a:p>
          <a:p>
            <a:pPr marL="0" indent="0">
              <a:lnSpc>
                <a:spcPct val="150000"/>
              </a:lnSpc>
            </a:pPr>
            <a:r>
              <a:rPr lang="en-US" altLang="en-US" sz="1600" b="1" i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altLang="en-US" sz="16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for(</a:t>
            </a:r>
            <a:r>
              <a:rPr lang="en-US" altLang="en-US" sz="16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en-US" sz="16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=0;i&lt;</a:t>
            </a:r>
            <a:r>
              <a:rPr lang="en-US" altLang="en-US" sz="16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m;i</a:t>
            </a:r>
            <a:r>
              <a:rPr lang="en-US" altLang="en-US" sz="16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++) s=s+’0’</a:t>
            </a:r>
          </a:p>
          <a:p>
            <a:pPr marL="0" indent="0">
              <a:lnSpc>
                <a:spcPct val="150000"/>
              </a:lnSpc>
            </a:pPr>
            <a:r>
              <a:rPr lang="en-US" alt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return sum(sum(</a:t>
            </a:r>
            <a:r>
              <a:rPr lang="en-US" alt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p,s</a:t>
            </a:r>
            <a:r>
              <a:rPr lang="en-US" alt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),q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34E951AF-889A-4E31-9A01-5257CC4ECFA4}"/>
              </a:ext>
            </a:extLst>
          </p:cNvPr>
          <p:cNvCxnSpPr>
            <a:cxnSpLocks/>
          </p:cNvCxnSpPr>
          <p:nvPr/>
        </p:nvCxnSpPr>
        <p:spPr>
          <a:xfrm>
            <a:off x="4008408" y="6504284"/>
            <a:ext cx="4610647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065D1DA-F844-475D-9D41-E7C05D5A77F8}"/>
                  </a:ext>
                </a:extLst>
              </p:cNvPr>
              <p:cNvSpPr txBox="1"/>
              <p:nvPr/>
            </p:nvSpPr>
            <p:spPr>
              <a:xfrm>
                <a:off x="7470064" y="64629"/>
                <a:ext cx="107768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065D1DA-F844-475D-9D41-E7C05D5A77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70064" y="64629"/>
                <a:ext cx="1077686" cy="369332"/>
              </a:xfrm>
              <a:prstGeom prst="rect">
                <a:avLst/>
              </a:prstGeom>
              <a:blipFill>
                <a:blip r:embed="rId4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AFA01710-1D13-4579-855B-CED797771531}"/>
              </a:ext>
            </a:extLst>
          </p:cNvPr>
          <p:cNvCxnSpPr>
            <a:cxnSpLocks/>
          </p:cNvCxnSpPr>
          <p:nvPr/>
        </p:nvCxnSpPr>
        <p:spPr>
          <a:xfrm>
            <a:off x="6338752" y="2068153"/>
            <a:ext cx="2217963" cy="0"/>
          </a:xfrm>
          <a:prstGeom prst="straightConnector1">
            <a:avLst/>
          </a:prstGeom>
          <a:ln w="571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A8A696E-2032-4A84-BDA7-8838BAF18637}"/>
                  </a:ext>
                </a:extLst>
              </p:cNvPr>
              <p:cNvSpPr txBox="1"/>
              <p:nvPr/>
            </p:nvSpPr>
            <p:spPr>
              <a:xfrm>
                <a:off x="7987186" y="1911150"/>
                <a:ext cx="244954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sz="16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sz="16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sz="12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A8A696E-2032-4A84-BDA7-8838BAF186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87186" y="1911150"/>
                <a:ext cx="2449544" cy="33855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8928DD55-EC94-4AEE-9E02-768091137523}"/>
              </a:ext>
            </a:extLst>
          </p:cNvPr>
          <p:cNvCxnSpPr>
            <a:cxnSpLocks/>
          </p:cNvCxnSpPr>
          <p:nvPr/>
        </p:nvCxnSpPr>
        <p:spPr>
          <a:xfrm flipV="1">
            <a:off x="2868706" y="1255373"/>
            <a:ext cx="4762179" cy="15388"/>
          </a:xfrm>
          <a:prstGeom prst="straightConnector1">
            <a:avLst/>
          </a:prstGeom>
          <a:ln w="57150">
            <a:solidFill>
              <a:srgbClr val="FF99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96C42A0-FEC8-49DF-A17C-DEF4FB182968}"/>
                  </a:ext>
                </a:extLst>
              </p:cNvPr>
              <p:cNvSpPr txBox="1"/>
              <p:nvPr/>
            </p:nvSpPr>
            <p:spPr>
              <a:xfrm>
                <a:off x="7519050" y="1101484"/>
                <a:ext cx="107768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lang="en-US" sz="16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(1)</m:t>
                      </m:r>
                    </m:oMath>
                  </m:oMathPara>
                </a14:m>
                <a:endParaRPr lang="en-US" sz="1600" dirty="0">
                  <a:solidFill>
                    <a:schemeClr val="accent2"/>
                  </a:solidFill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96C42A0-FEC8-49DF-A17C-DEF4FB1829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19050" y="1101484"/>
                <a:ext cx="1077686" cy="338554"/>
              </a:xfrm>
              <a:prstGeom prst="rect">
                <a:avLst/>
              </a:prstGeom>
              <a:blipFill>
                <a:blip r:embed="rId6"/>
                <a:stretch>
                  <a:fillRect b="-109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092DF824-FF34-487A-A7C3-CD1862CC850A}"/>
              </a:ext>
            </a:extLst>
          </p:cNvPr>
          <p:cNvCxnSpPr>
            <a:cxnSpLocks/>
          </p:cNvCxnSpPr>
          <p:nvPr/>
        </p:nvCxnSpPr>
        <p:spPr>
          <a:xfrm>
            <a:off x="2994212" y="3523125"/>
            <a:ext cx="5553538" cy="74042"/>
          </a:xfrm>
          <a:prstGeom prst="straightConnector1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59A63481-0CED-44A4-99FB-A76988A87C18}"/>
                  </a:ext>
                </a:extLst>
              </p:cNvPr>
              <p:cNvSpPr txBox="1"/>
              <p:nvPr/>
            </p:nvSpPr>
            <p:spPr>
              <a:xfrm>
                <a:off x="8201394" y="3385690"/>
                <a:ext cx="2449544" cy="52777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sz="16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16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6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en-US" sz="16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sz="12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59A63481-0CED-44A4-99FB-A76988A87C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01394" y="3385690"/>
                <a:ext cx="2449544" cy="527773"/>
              </a:xfrm>
              <a:prstGeom prst="rect">
                <a:avLst/>
              </a:prstGeom>
              <a:blipFill>
                <a:blip r:embed="rId7"/>
                <a:stretch>
                  <a:fillRect b="-11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5A6B0E5A-40AB-4E9C-A1D9-C2596F4E0808}"/>
              </a:ext>
            </a:extLst>
          </p:cNvPr>
          <p:cNvCxnSpPr>
            <a:cxnSpLocks/>
          </p:cNvCxnSpPr>
          <p:nvPr/>
        </p:nvCxnSpPr>
        <p:spPr>
          <a:xfrm>
            <a:off x="2931459" y="3060055"/>
            <a:ext cx="5616291" cy="0"/>
          </a:xfrm>
          <a:prstGeom prst="straightConnector1">
            <a:avLst/>
          </a:prstGeom>
          <a:ln w="57150">
            <a:solidFill>
              <a:srgbClr val="FF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E5808B13-7C36-49DF-B851-51456217EE08}"/>
                  </a:ext>
                </a:extLst>
              </p:cNvPr>
              <p:cNvSpPr txBox="1"/>
              <p:nvPr/>
            </p:nvSpPr>
            <p:spPr>
              <a:xfrm>
                <a:off x="7837584" y="2860115"/>
                <a:ext cx="244954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solidFill>
                            <a:srgbClr val="FF00FF"/>
                          </a:solidFill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lang="en-US" sz="1600" b="0" i="1" smtClean="0">
                          <a:solidFill>
                            <a:srgbClr val="FF00FF"/>
                          </a:solidFill>
                          <a:latin typeface="Cambria Math" panose="02040503050406030204" pitchFamily="18" charset="0"/>
                        </a:rPr>
                        <m:t>(1)</m:t>
                      </m:r>
                    </m:oMath>
                  </m:oMathPara>
                </a14:m>
                <a:endParaRPr lang="en-US" sz="12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E5808B13-7C36-49DF-B851-51456217EE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37584" y="2860115"/>
                <a:ext cx="2449544" cy="338554"/>
              </a:xfrm>
              <a:prstGeom prst="rect">
                <a:avLst/>
              </a:prstGeom>
              <a:blipFill>
                <a:blip r:embed="rId8"/>
                <a:stretch>
                  <a:fillRect b="-89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B0EFD7E6-5724-4E76-8C2D-838BA3CA2864}"/>
              </a:ext>
            </a:extLst>
          </p:cNvPr>
          <p:cNvCxnSpPr/>
          <p:nvPr/>
        </p:nvCxnSpPr>
        <p:spPr>
          <a:xfrm>
            <a:off x="2405745" y="4868535"/>
            <a:ext cx="3510642" cy="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466FB47E-77E8-4954-A0D7-3C933D8D9819}"/>
                  </a:ext>
                </a:extLst>
              </p:cNvPr>
              <p:cNvSpPr txBox="1"/>
              <p:nvPr/>
            </p:nvSpPr>
            <p:spPr>
              <a:xfrm>
                <a:off x="4990172" y="4688961"/>
                <a:ext cx="244954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lang="en-US" sz="16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6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16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6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466FB47E-77E8-4954-A0D7-3C933D8D98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90172" y="4688961"/>
                <a:ext cx="2449544" cy="338554"/>
              </a:xfrm>
              <a:prstGeom prst="rect">
                <a:avLst/>
              </a:prstGeom>
              <a:blipFill>
                <a:blip r:embed="rId9"/>
                <a:stretch>
                  <a:fillRect b="-89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CAF2E020-5E78-4E97-BA3B-0D1CA7C431E0}"/>
              </a:ext>
            </a:extLst>
          </p:cNvPr>
          <p:cNvCxnSpPr/>
          <p:nvPr/>
        </p:nvCxnSpPr>
        <p:spPr>
          <a:xfrm>
            <a:off x="4124770" y="6132832"/>
            <a:ext cx="3510642" cy="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68E9D0FE-148A-439A-83C8-4540418CA6E6}"/>
                  </a:ext>
                </a:extLst>
              </p:cNvPr>
              <p:cNvSpPr txBox="1"/>
              <p:nvPr/>
            </p:nvSpPr>
            <p:spPr>
              <a:xfrm>
                <a:off x="6762414" y="5930597"/>
                <a:ext cx="244954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lang="en-US" sz="16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6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16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6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68E9D0FE-148A-439A-83C8-4540418CA6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62414" y="5930597"/>
                <a:ext cx="2449544" cy="338554"/>
              </a:xfrm>
              <a:prstGeom prst="rect">
                <a:avLst/>
              </a:prstGeom>
              <a:blipFill>
                <a:blip r:embed="rId10"/>
                <a:stretch>
                  <a:fillRect b="-109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CF28F1B4-35BC-428A-9DAC-2F89FD61B2B8}"/>
                  </a:ext>
                </a:extLst>
              </p:cNvPr>
              <p:cNvSpPr/>
              <p:nvPr/>
            </p:nvSpPr>
            <p:spPr>
              <a:xfrm>
                <a:off x="9162873" y="572243"/>
                <a:ext cx="2450736" cy="582147"/>
              </a:xfrm>
              <a:prstGeom prst="rect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pt-BR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𝑂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CF28F1B4-35BC-428A-9DAC-2F89FD61B2B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62873" y="572243"/>
                <a:ext cx="2450736" cy="582147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6D99988C-8888-46DC-8F19-DBB4B2491AEB}"/>
              </a:ext>
            </a:extLst>
          </p:cNvPr>
          <p:cNvCxnSpPr>
            <a:cxnSpLocks/>
          </p:cNvCxnSpPr>
          <p:nvPr/>
        </p:nvCxnSpPr>
        <p:spPr>
          <a:xfrm>
            <a:off x="5529429" y="679835"/>
            <a:ext cx="1989621" cy="0"/>
          </a:xfrm>
          <a:prstGeom prst="straightConnector1">
            <a:avLst/>
          </a:prstGeom>
          <a:ln w="57150">
            <a:solidFill>
              <a:srgbClr val="9C65E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71FA7878-46CD-402E-A636-172C7C0E594B}"/>
                  </a:ext>
                </a:extLst>
              </p:cNvPr>
              <p:cNvSpPr txBox="1"/>
              <p:nvPr/>
            </p:nvSpPr>
            <p:spPr>
              <a:xfrm>
                <a:off x="7541369" y="495169"/>
                <a:ext cx="107768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9C65E5"/>
                          </a:solidFill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lang="en-US" b="0" i="1" smtClean="0">
                          <a:solidFill>
                            <a:srgbClr val="9C65E5"/>
                          </a:solidFill>
                          <a:latin typeface="Cambria Math" panose="02040503050406030204" pitchFamily="18" charset="0"/>
                        </a:rPr>
                        <m:t>(1)</m:t>
                      </m:r>
                    </m:oMath>
                  </m:oMathPara>
                </a14:m>
                <a:endParaRPr lang="en-US" dirty="0">
                  <a:solidFill>
                    <a:srgbClr val="9C65E5"/>
                  </a:solidFill>
                </a:endParaRPr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71FA7878-46CD-402E-A636-172C7C0E59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41369" y="495169"/>
                <a:ext cx="1077686" cy="369332"/>
              </a:xfrm>
              <a:prstGeom prst="rect">
                <a:avLst/>
              </a:prstGeom>
              <a:blipFill>
                <a:blip r:embed="rId12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87D13D13-CE19-4F44-8979-6C64E3E8F24F}"/>
              </a:ext>
            </a:extLst>
          </p:cNvPr>
          <p:cNvCxnSpPr>
            <a:cxnSpLocks/>
          </p:cNvCxnSpPr>
          <p:nvPr/>
        </p:nvCxnSpPr>
        <p:spPr>
          <a:xfrm>
            <a:off x="4331714" y="3893146"/>
            <a:ext cx="4225001" cy="53809"/>
          </a:xfrm>
          <a:prstGeom prst="straightConnector1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20A5A0E9-8BA3-4AA6-9DE5-376C0C3690CE}"/>
                  </a:ext>
                </a:extLst>
              </p:cNvPr>
              <p:cNvSpPr txBox="1"/>
              <p:nvPr/>
            </p:nvSpPr>
            <p:spPr>
              <a:xfrm>
                <a:off x="7730716" y="3799928"/>
                <a:ext cx="244954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lang="en-US" sz="16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6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16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4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20A5A0E9-8BA3-4AA6-9DE5-376C0C3690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30716" y="3799928"/>
                <a:ext cx="2449544" cy="338554"/>
              </a:xfrm>
              <a:prstGeom prst="rect">
                <a:avLst/>
              </a:prstGeom>
              <a:blipFill>
                <a:blip r:embed="rId13"/>
                <a:stretch>
                  <a:fillRect b="-89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352D96CF-80BB-471D-87EA-BCE9D1844335}"/>
              </a:ext>
            </a:extLst>
          </p:cNvPr>
          <p:cNvCxnSpPr/>
          <p:nvPr/>
        </p:nvCxnSpPr>
        <p:spPr>
          <a:xfrm>
            <a:off x="4161066" y="284345"/>
            <a:ext cx="3510642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47B9AD1A-1F48-46F4-B8B5-47A9A7BC7291}"/>
                  </a:ext>
                </a:extLst>
              </p:cNvPr>
              <p:cNvSpPr txBox="1"/>
              <p:nvPr/>
            </p:nvSpPr>
            <p:spPr>
              <a:xfrm>
                <a:off x="8416645" y="6295183"/>
                <a:ext cx="107768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47B9AD1A-1F48-46F4-B8B5-47A9A7BC72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16645" y="6295183"/>
                <a:ext cx="1077686" cy="369332"/>
              </a:xfrm>
              <a:prstGeom prst="rect">
                <a:avLst/>
              </a:prstGeom>
              <a:blipFill>
                <a:blip r:embed="rId14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0AD39BCF-7FC2-479D-9157-15F645D20AC1}"/>
              </a:ext>
            </a:extLst>
          </p:cNvPr>
          <p:cNvCxnSpPr>
            <a:cxnSpLocks/>
          </p:cNvCxnSpPr>
          <p:nvPr/>
        </p:nvCxnSpPr>
        <p:spPr>
          <a:xfrm>
            <a:off x="2804605" y="4341243"/>
            <a:ext cx="4168748" cy="0"/>
          </a:xfrm>
          <a:prstGeom prst="straightConnector1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B4E66963-3F63-44C6-B769-00BC01E300A7}"/>
                  </a:ext>
                </a:extLst>
              </p:cNvPr>
              <p:cNvSpPr txBox="1"/>
              <p:nvPr/>
            </p:nvSpPr>
            <p:spPr>
              <a:xfrm>
                <a:off x="6279550" y="4203058"/>
                <a:ext cx="2449544" cy="52777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sz="16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1600" b="0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600" b="0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en-US" sz="1600" b="0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sz="1200" dirty="0"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B4E66963-3F63-44C6-B769-00BC01E300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79550" y="4203058"/>
                <a:ext cx="2449544" cy="527773"/>
              </a:xfrm>
              <a:prstGeom prst="rect">
                <a:avLst/>
              </a:prstGeom>
              <a:blipFill>
                <a:blip r:embed="rId15"/>
                <a:stretch>
                  <a:fillRect b="-11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C1851593-AA70-4427-A438-ABE63A95AB61}"/>
              </a:ext>
            </a:extLst>
          </p:cNvPr>
          <p:cNvCxnSpPr>
            <a:cxnSpLocks/>
          </p:cNvCxnSpPr>
          <p:nvPr/>
        </p:nvCxnSpPr>
        <p:spPr>
          <a:xfrm>
            <a:off x="2931459" y="5368385"/>
            <a:ext cx="4132729" cy="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E7BAC787-2B3A-449E-9183-17FE0F019691}"/>
                  </a:ext>
                </a:extLst>
              </p:cNvPr>
              <p:cNvSpPr txBox="1"/>
              <p:nvPr/>
            </p:nvSpPr>
            <p:spPr>
              <a:xfrm>
                <a:off x="6169511" y="5056299"/>
                <a:ext cx="2449544" cy="52777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16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6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en-US" sz="16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sz="16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E7BAC787-2B3A-449E-9183-17FE0F0196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69511" y="5056299"/>
                <a:ext cx="2449544" cy="527773"/>
              </a:xfrm>
              <a:prstGeom prst="rect">
                <a:avLst/>
              </a:prstGeom>
              <a:blipFill>
                <a:blip r:embed="rId16"/>
                <a:stretch>
                  <a:fillRect b="-11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B3E735B1-D61E-4D6D-9EA1-C7F3BAA7CF59}"/>
              </a:ext>
            </a:extLst>
          </p:cNvPr>
          <p:cNvCxnSpPr/>
          <p:nvPr/>
        </p:nvCxnSpPr>
        <p:spPr>
          <a:xfrm>
            <a:off x="2994212" y="5720977"/>
            <a:ext cx="3510642" cy="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DA101157-22EB-4281-8EF4-418C02FA8A03}"/>
                  </a:ext>
                </a:extLst>
              </p:cNvPr>
              <p:cNvSpPr txBox="1"/>
              <p:nvPr/>
            </p:nvSpPr>
            <p:spPr>
              <a:xfrm>
                <a:off x="5578639" y="5541403"/>
                <a:ext cx="244954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lang="en-US" sz="16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6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16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6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DA101157-22EB-4281-8EF4-418C02FA8A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78639" y="5541403"/>
                <a:ext cx="2449544" cy="338554"/>
              </a:xfrm>
              <a:prstGeom prst="rect">
                <a:avLst/>
              </a:prstGeom>
              <a:blipFill>
                <a:blip r:embed="rId17"/>
                <a:stretch>
                  <a:fillRect b="-89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1420196614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r>
              <a:rPr lang="en-US" dirty="0"/>
              <a:t>Time Complexity-Master theorem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C04CAE4-AB89-4303-B6E0-D6DDC6BC39B7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89/92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1267820" y="2158331"/>
                <a:ext cx="3259356" cy="63337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sz="2000" b="0" dirty="0"/>
                  <a:t>   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pt-BR" sz="200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+3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endParaRPr lang="en-US" sz="2000" b="0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7820" y="2158331"/>
                <a:ext cx="3259356" cy="63337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" name="Group 8">
            <a:extLst>
              <a:ext uri="{FF2B5EF4-FFF2-40B4-BE49-F238E27FC236}">
                <a16:creationId xmlns:a16="http://schemas.microsoft.com/office/drawing/2014/main" id="{FE665FBD-4C5C-4744-9CB5-33EECF72F166}"/>
              </a:ext>
            </a:extLst>
          </p:cNvPr>
          <p:cNvGrpSpPr/>
          <p:nvPr/>
        </p:nvGrpSpPr>
        <p:grpSpPr>
          <a:xfrm>
            <a:off x="6770168" y="2456434"/>
            <a:ext cx="4314386" cy="1497304"/>
            <a:chOff x="581192" y="3131846"/>
            <a:chExt cx="4314386" cy="1497304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BA417CF-4712-46A8-AD0A-C26AF4C25FB5}"/>
                </a:ext>
              </a:extLst>
            </p:cNvPr>
            <p:cNvSpPr/>
            <p:nvPr/>
          </p:nvSpPr>
          <p:spPr>
            <a:xfrm>
              <a:off x="581192" y="3131846"/>
              <a:ext cx="4314386" cy="1497304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Rectangle 4">
                  <a:extLst>
                    <a:ext uri="{FF2B5EF4-FFF2-40B4-BE49-F238E27FC236}">
                      <a16:creationId xmlns:a16="http://schemas.microsoft.com/office/drawing/2014/main" id="{54D68D0C-B430-47E7-BBA6-1FC353EB85E4}"/>
                    </a:ext>
                  </a:extLst>
                </p:cNvPr>
                <p:cNvSpPr/>
                <p:nvPr/>
              </p:nvSpPr>
              <p:spPr>
                <a:xfrm>
                  <a:off x="581192" y="3131846"/>
                  <a:ext cx="4314386" cy="74546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  <m:d>
                          <m:dPr>
                            <m:ctrlPr>
                              <a:rPr lang="en-US" sz="2400" b="0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  <m:r>
                          <a:rPr lang="en-US" sz="24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4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sz="24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  <m:d>
                          <m:dPr>
                            <m:ctrlPr>
                              <a:rPr lang="en-US" sz="2400" b="0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2400" b="0" i="1" dirty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400" b="0" i="1" dirty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num>
                              <m:den>
                                <m:r>
                                  <a:rPr lang="en-US" sz="2400" b="0" i="1" dirty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den>
                            </m:f>
                          </m:e>
                        </m:d>
                        <m:r>
                          <a:rPr lang="en-US" sz="24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4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  <m:r>
                          <a:rPr lang="en-US" sz="24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en-US" sz="2400" b="0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sz="2400" b="0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  <m:func>
                          <m:funcPr>
                            <m:ctrlPr>
                              <a:rPr lang="en-US" sz="2400" b="0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sSup>
                              <m:sSupPr>
                                <m:ctrlPr>
                                  <a:rPr lang="en-US" sz="2400" b="0" i="1" dirty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lang="en-US" sz="2400" b="0" i="0" dirty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</m:e>
                              <m:sup>
                                <m:r>
                                  <a:rPr lang="en-US" sz="2400" b="0" i="1" dirty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sup>
                            </m:sSup>
                          </m:fName>
                          <m:e>
                            <m:r>
                              <a:rPr lang="en-US" sz="2400" b="0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sz="2400" b="0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) </m:t>
                            </m:r>
                          </m:e>
                        </m:func>
                      </m:oMath>
                    </m:oMathPara>
                  </a14:m>
                  <a:endParaRPr lang="en-US" sz="14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5" name="Rectangle 4">
                  <a:extLst>
                    <a:ext uri="{FF2B5EF4-FFF2-40B4-BE49-F238E27FC236}">
                      <a16:creationId xmlns:a16="http://schemas.microsoft.com/office/drawing/2014/main" id="{54D68D0C-B430-47E7-BBA6-1FC353EB85E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1192" y="3131846"/>
                  <a:ext cx="4314386" cy="745460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Rectangle 5">
                  <a:extLst>
                    <a:ext uri="{FF2B5EF4-FFF2-40B4-BE49-F238E27FC236}">
                      <a16:creationId xmlns:a16="http://schemas.microsoft.com/office/drawing/2014/main" id="{5BD86318-6FE6-46B3-8AFB-3F1635FDB1CA}"/>
                    </a:ext>
                  </a:extLst>
                </p:cNvPr>
                <p:cNvSpPr/>
                <p:nvPr/>
              </p:nvSpPr>
              <p:spPr>
                <a:xfrm>
                  <a:off x="657461" y="4025318"/>
                  <a:ext cx="3853363" cy="404983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𝑖𝑓</m:t>
                        </m:r>
                        <m:r>
                          <a:rPr lang="en-US" i="1" dirty="0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i="1" dirty="0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i="1" dirty="0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 &gt; </m:t>
                        </m:r>
                        <m:sSup>
                          <m:sSupPr>
                            <m:ctrlPr>
                              <a:rPr lang="en-US" b="0" i="1" dirty="0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 dirty="0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US" i="1" dirty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  <m:r>
                          <a:rPr lang="en-US" i="1" dirty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i="1" dirty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𝑡h𝑒𝑛</m:t>
                        </m:r>
                        <m:r>
                          <a:rPr lang="en-US" i="1" dirty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i="1" dirty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  <m:d>
                          <m:dPr>
                            <m:ctrlPr>
                              <a:rPr lang="en-US" i="1" dirty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 dirty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  <m:r>
                          <a:rPr lang="en-US" i="1" dirty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= </m:t>
                        </m:r>
                        <m:r>
                          <a:rPr lang="el-GR" i="1" dirty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  <m:d>
                          <m:dPr>
                            <m:ctrlPr>
                              <a:rPr lang="el-GR" i="1" dirty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i="1" dirty="0">
                                    <a:solidFill>
                                      <a:srgbClr val="00B0F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 dirty="0" err="1">
                                    <a:solidFill>
                                      <a:srgbClr val="00B0F0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p>
                                <m:func>
                                  <m:funcPr>
                                    <m:ctrlPr>
                                      <a:rPr lang="en-US" i="1" dirty="0">
                                        <a:solidFill>
                                          <a:srgbClr val="00B0F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sSub>
                                      <m:sSubPr>
                                        <m:ctrlPr>
                                          <a:rPr lang="en-US" i="1" dirty="0">
                                            <a:solidFill>
                                              <a:srgbClr val="00B0F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dirty="0">
                                            <a:solidFill>
                                              <a:srgbClr val="00B0F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log</m:t>
                                        </m:r>
                                      </m:e>
                                      <m:sub>
                                        <m:r>
                                          <a:rPr lang="en-US" i="1" dirty="0">
                                            <a:solidFill>
                                              <a:srgbClr val="00B0F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𝑏</m:t>
                                        </m:r>
                                      </m:sub>
                                    </m:sSub>
                                  </m:fName>
                                  <m:e>
                                    <m:r>
                                      <a:rPr lang="en-US" i="1" dirty="0">
                                        <a:solidFill>
                                          <a:srgbClr val="00B0F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</m:func>
                              </m:sup>
                            </m:sSup>
                          </m:e>
                        </m:d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" name="Rectangle 5">
                  <a:extLst>
                    <a:ext uri="{FF2B5EF4-FFF2-40B4-BE49-F238E27FC236}">
                      <a16:creationId xmlns:a16="http://schemas.microsoft.com/office/drawing/2014/main" id="{5BD86318-6FE6-46B3-8AFB-3F1635FDB1C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7461" y="4025318"/>
                  <a:ext cx="3853363" cy="404983"/>
                </a:xfrm>
                <a:prstGeom prst="rect">
                  <a:avLst/>
                </a:prstGeom>
                <a:blipFill>
                  <a:blip r:embed="rId6"/>
                  <a:stretch>
                    <a:fillRect b="-909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F377D1F-1712-4408-8908-CA03E4B07972}"/>
                  </a:ext>
                </a:extLst>
              </p:cNvPr>
              <p:cNvSpPr txBox="1"/>
              <p:nvPr/>
            </p:nvSpPr>
            <p:spPr>
              <a:xfrm>
                <a:off x="835297" y="3242769"/>
                <a:ext cx="3837581" cy="1390189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sz="2000" b="0" dirty="0"/>
                  <a:t>   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=3,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=2,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=1,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sz="2000" b="0" dirty="0"/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pt-BR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𝑂</m:t>
                      </m:r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p>
                              <m:func>
                                <m:func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sSub>
                                    <m:sSubPr>
                                      <m:ctrlP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2000" b="0" i="0" smtClean="0">
                                          <a:latin typeface="Cambria Math" panose="02040503050406030204" pitchFamily="18" charset="0"/>
                                        </a:rPr>
                                        <m:t>log</m:t>
                                      </m:r>
                                    </m:e>
                                    <m:sub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fName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e>
                              </m:func>
                            </m:sup>
                          </m:sSup>
                        </m:e>
                      </m:d>
                      <m:sSup>
                        <m:s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𝑂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1.58</m:t>
                          </m:r>
                        </m:sup>
                      </m:sSup>
                      <m:r>
                        <a:rPr lang="en-US" sz="20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000" dirty="0"/>
              </a:p>
              <a:p>
                <a:pPr>
                  <a:lnSpc>
                    <a:spcPct val="150000"/>
                  </a:lnSpc>
                </a:pPr>
                <a:endParaRPr lang="en-US" sz="2000" b="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F377D1F-1712-4408-8908-CA03E4B079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5297" y="3242769"/>
                <a:ext cx="3837581" cy="139018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1328397681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effectLst>
            <a:glow rad="228600">
              <a:schemeClr val="accent1">
                <a:satMod val="175000"/>
                <a:alpha val="40000"/>
              </a:schemeClr>
            </a:glow>
          </a:effectLst>
        </p:spPr>
        <p:txBody>
          <a:bodyPr>
            <a:normAutofit/>
          </a:bodyPr>
          <a:lstStyle/>
          <a:p>
            <a:r>
              <a:rPr lang="en-US" dirty="0"/>
              <a:t>Any Question??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5257800"/>
            <a:ext cx="9144000" cy="533400"/>
          </a:xfrm>
        </p:spPr>
        <p:txBody>
          <a:bodyPr>
            <a:noAutofit/>
          </a:bodyPr>
          <a:lstStyle/>
          <a:p>
            <a:pPr algn="ctr"/>
            <a:r>
              <a:rPr lang="en-US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Have a nice day!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CE1AB4-7224-4A4F-8380-DEAD3A16D405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92/92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26619414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AUTOUPDATE" val="True"/>
  <p:tag name="PPTPRODUCTIVITY_SLIDE_NUMBERS_FORMAT" val="#/##"/>
  <p:tag name="PPTPRODUCTIVITY_SLIDE_NUMBERS_SKIP_HIDDEN" val="True"/>
  <p:tag name="PPTPRODUCTIVITY_SLIDE_NUMBERS_AUTOUPDATE_APPLY_ALL" val="Tru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Dividend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1A3260"/>
      </a:accent1>
      <a:accent2>
        <a:srgbClr val="4590B8"/>
      </a:accent2>
      <a:accent3>
        <a:srgbClr val="45CBE8"/>
      </a:accent3>
      <a:accent4>
        <a:srgbClr val="969FA7"/>
      </a:accent4>
      <a:accent5>
        <a:srgbClr val="A2C777"/>
      </a:accent5>
      <a:accent6>
        <a:srgbClr val="42955F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66F1C100-1D2B-4BEA-AD01-C4F230B3B965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13648</TotalTime>
  <Words>6853</Words>
  <Application>Microsoft Office PowerPoint</Application>
  <PresentationFormat>Widescreen</PresentationFormat>
  <Paragraphs>3119</Paragraphs>
  <Slides>75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75</vt:i4>
      </vt:variant>
    </vt:vector>
  </HeadingPairs>
  <TitlesOfParts>
    <vt:vector size="87" baseType="lpstr">
      <vt:lpstr>Arial</vt:lpstr>
      <vt:lpstr>Arial Rounded MT Bold</vt:lpstr>
      <vt:lpstr>Calibri</vt:lpstr>
      <vt:lpstr>Calibri Light</vt:lpstr>
      <vt:lpstr>Cambria Math</vt:lpstr>
      <vt:lpstr>Corbel</vt:lpstr>
      <vt:lpstr>Courier New</vt:lpstr>
      <vt:lpstr>Gill Sans MT</vt:lpstr>
      <vt:lpstr>Wingdings</vt:lpstr>
      <vt:lpstr>Wingdings 2</vt:lpstr>
      <vt:lpstr>Office Theme</vt:lpstr>
      <vt:lpstr>Dividend</vt:lpstr>
      <vt:lpstr>Divide and Conquer</vt:lpstr>
      <vt:lpstr>Guess a number!</vt:lpstr>
      <vt:lpstr>Guess a number!</vt:lpstr>
      <vt:lpstr>Introduction</vt:lpstr>
      <vt:lpstr>Definition</vt:lpstr>
      <vt:lpstr>Example 1: Quicksort</vt:lpstr>
      <vt:lpstr>Quicksort: Divide</vt:lpstr>
      <vt:lpstr>Example 2: Mergesort</vt:lpstr>
      <vt:lpstr>Mergesort</vt:lpstr>
      <vt:lpstr>Example 3: Strassen’s Matrix Multiplication</vt:lpstr>
      <vt:lpstr>Example 3: Strassen’s Matrix Multiplication</vt:lpstr>
      <vt:lpstr>Example 3: Strassen’s Matrix Multiplication</vt:lpstr>
      <vt:lpstr>Example 3: Strassen’s Matrix Multiplication</vt:lpstr>
      <vt:lpstr>Example 3: Strassen’s Matrix Multiplication</vt:lpstr>
      <vt:lpstr>Example 3: Strassen’s Matrix Multiplication</vt:lpstr>
      <vt:lpstr>Example 3: Strassen’s Matrix Multiplication</vt:lpstr>
      <vt:lpstr>Example 3: Strassen’s Matrix Multiplication</vt:lpstr>
      <vt:lpstr>Example 3: Matrix Multiplication</vt:lpstr>
      <vt:lpstr>Example 3: Strassen’s Matrix Multiplication</vt:lpstr>
      <vt:lpstr>Example 3: Strassen’s Matrix Multiplication</vt:lpstr>
      <vt:lpstr>Example 3: Strassen’s Matrix Multiplication</vt:lpstr>
      <vt:lpstr>Example 3: Strassen’s Matrix Multiplication</vt:lpstr>
      <vt:lpstr>Example 3: Strassen’s Matrix Multiplication</vt:lpstr>
      <vt:lpstr>Example 3: Strassen’s Matrix Multiplication</vt:lpstr>
      <vt:lpstr>Example 3: Strassen’s Matrix Multiplication</vt:lpstr>
      <vt:lpstr>Example 3: Strassen’s Matrix Multiplication</vt:lpstr>
      <vt:lpstr>Example 3: Strassen’s Matrix Multiplication</vt:lpstr>
      <vt:lpstr>Example 3: Strassen’s Matrix Multiplication</vt:lpstr>
      <vt:lpstr>Example 3: Strassen’s Matrix Multiplication</vt:lpstr>
      <vt:lpstr>PowerPoint Presentation</vt:lpstr>
      <vt:lpstr>Strassen: Time Complexity-Master theorem</vt:lpstr>
      <vt:lpstr>Example 4: Large Integer Multiplication</vt:lpstr>
      <vt:lpstr>Example 4: Large Integer Multiplication</vt:lpstr>
      <vt:lpstr>Example 4: Large Integer Multiplication</vt:lpstr>
      <vt:lpstr>L.I.M: Summation </vt:lpstr>
      <vt:lpstr>L.I.M: Summation </vt:lpstr>
      <vt:lpstr>L.I.M: Summation </vt:lpstr>
      <vt:lpstr>L.I.M: Summation </vt:lpstr>
      <vt:lpstr>L.I.M: Summation </vt:lpstr>
      <vt:lpstr>PowerPoint Presentation</vt:lpstr>
      <vt:lpstr>L.I.M: Summation </vt:lpstr>
      <vt:lpstr>L.I.M: Summation </vt:lpstr>
      <vt:lpstr>L.I.M: Summation </vt:lpstr>
      <vt:lpstr>L.I.M: Summation </vt:lpstr>
      <vt:lpstr>L.I.M: Summation </vt:lpstr>
      <vt:lpstr>L.I.M: Summation </vt:lpstr>
      <vt:lpstr>L.I.M: Summation </vt:lpstr>
      <vt:lpstr>L.I.M: Summation </vt:lpstr>
      <vt:lpstr>Example 4: Large Integer Multiplication</vt:lpstr>
      <vt:lpstr>Example 4: Large Integer Multiplication</vt:lpstr>
      <vt:lpstr>Example 4: Large Integer Multiplication</vt:lpstr>
      <vt:lpstr>Example 4: Large Integer Multiplication</vt:lpstr>
      <vt:lpstr>Example 4: Large Integer Multiplication</vt:lpstr>
      <vt:lpstr>Example 4: Large Integer Multiplication</vt:lpstr>
      <vt:lpstr>Example 4: Large Integer Multiplication</vt:lpstr>
      <vt:lpstr>Example 4: Large Integer Multiplication</vt:lpstr>
      <vt:lpstr>Example 4: Large Integer Multiplication</vt:lpstr>
      <vt:lpstr>Example 4: Large Integer Multiplication</vt:lpstr>
      <vt:lpstr>L.I.M: Algorithm</vt:lpstr>
      <vt:lpstr>L.I.M: Algorithm</vt:lpstr>
      <vt:lpstr>L.I.M: Algorithm</vt:lpstr>
      <vt:lpstr>L.I.M: Algorithm</vt:lpstr>
      <vt:lpstr>L.I.M: Algorithm</vt:lpstr>
      <vt:lpstr>L.I.M: Algorithm</vt:lpstr>
      <vt:lpstr>L.I.M: Algorithm</vt:lpstr>
      <vt:lpstr>L.I.M: Algorithm</vt:lpstr>
      <vt:lpstr>PowerPoint Presentation</vt:lpstr>
      <vt:lpstr>Time Complexity-Master theorem</vt:lpstr>
      <vt:lpstr>LIM: Modification</vt:lpstr>
      <vt:lpstr>LIM: Modification</vt:lpstr>
      <vt:lpstr>LIM: Modification</vt:lpstr>
      <vt:lpstr>L.I.M: Algorithm</vt:lpstr>
      <vt:lpstr>PowerPoint Presentation</vt:lpstr>
      <vt:lpstr>Time Complexity-Master theorem</vt:lpstr>
      <vt:lpstr>Any Question??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Computational Models</dc:title>
  <dc:creator>Windows User</dc:creator>
  <cp:lastModifiedBy>Eskandari, Marzieh</cp:lastModifiedBy>
  <cp:revision>561</cp:revision>
  <dcterms:created xsi:type="dcterms:W3CDTF">2020-09-14T20:12:04Z</dcterms:created>
  <dcterms:modified xsi:type="dcterms:W3CDTF">2026-04-11T23:11:06Z</dcterms:modified>
</cp:coreProperties>
</file>