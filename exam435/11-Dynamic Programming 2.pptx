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30"/>
  </p:notesMasterIdLst>
  <p:sldIdLst>
    <p:sldId id="262" r:id="rId2"/>
    <p:sldId id="410" r:id="rId3"/>
    <p:sldId id="672" r:id="rId4"/>
    <p:sldId id="712" r:id="rId5"/>
    <p:sldId id="711" r:id="rId6"/>
    <p:sldId id="673" r:id="rId7"/>
    <p:sldId id="674" r:id="rId8"/>
    <p:sldId id="676" r:id="rId9"/>
    <p:sldId id="714" r:id="rId10"/>
    <p:sldId id="701" r:id="rId11"/>
    <p:sldId id="702" r:id="rId12"/>
    <p:sldId id="716" r:id="rId13"/>
    <p:sldId id="508" r:id="rId14"/>
    <p:sldId id="509" r:id="rId15"/>
    <p:sldId id="703" r:id="rId16"/>
    <p:sldId id="704" r:id="rId17"/>
    <p:sldId id="705" r:id="rId18"/>
    <p:sldId id="706" r:id="rId19"/>
    <p:sldId id="538" r:id="rId20"/>
    <p:sldId id="510" r:id="rId21"/>
    <p:sldId id="490" r:id="rId22"/>
    <p:sldId id="707" r:id="rId23"/>
    <p:sldId id="708" r:id="rId24"/>
    <p:sldId id="709" r:id="rId25"/>
    <p:sldId id="715" r:id="rId26"/>
    <p:sldId id="710" r:id="rId27"/>
    <p:sldId id="523" r:id="rId28"/>
    <p:sldId id="259" r:id="rId29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0000"/>
    <a:srgbClr val="FF00FF"/>
    <a:srgbClr val="00B0F0"/>
    <a:srgbClr val="FFF7FA"/>
    <a:srgbClr val="DAF5FA"/>
    <a:srgbClr val="D012C2"/>
    <a:srgbClr val="EBEBEB"/>
    <a:srgbClr val="B0B0B0"/>
    <a:srgbClr val="FEF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9B7AED-331C-4494-A9ED-6767C42A0CCA}" v="554" dt="2026-04-21T00:38:09.280"/>
    <p1510:client id="{AFB33078-9A1C-4F08-A588-AC8E43028AEA}" v="5" dt="2026-04-20T22:26:01.636"/>
  </p1510:revLst>
</p1510:revInfo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40" autoAdjust="0"/>
    <p:restoredTop sz="94026" autoAdjust="0"/>
  </p:normalViewPr>
  <p:slideViewPr>
    <p:cSldViewPr snapToGrid="0">
      <p:cViewPr varScale="1">
        <p:scale>
          <a:sx n="66" d="100"/>
          <a:sy n="66" d="100"/>
        </p:scale>
        <p:origin x="7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kandari, Marzieh" userId="6f7e8ab1-ced9-4cd8-8d9c-9e0f76df628a" providerId="ADAL" clId="{5F4653E6-588C-449F-882E-1257AC0BE145}"/>
    <pc:docChg chg="undo custSel addSld delSld modSld">
      <pc:chgData name="Eskandari, Marzieh" userId="6f7e8ab1-ced9-4cd8-8d9c-9e0f76df628a" providerId="ADAL" clId="{5F4653E6-588C-449F-882E-1257AC0BE145}" dt="2026-04-21T00:41:35.151" v="1196" actId="20577"/>
      <pc:docMkLst>
        <pc:docMk/>
      </pc:docMkLst>
      <pc:sldChg chg="delSp modSp mod">
        <pc:chgData name="Eskandari, Marzieh" userId="6f7e8ab1-ced9-4cd8-8d9c-9e0f76df628a" providerId="ADAL" clId="{5F4653E6-588C-449F-882E-1257AC0BE145}" dt="2026-04-21T00:39:12.750" v="1170" actId="478"/>
        <pc:sldMkLst>
          <pc:docMk/>
          <pc:sldMk cId="3266194149" sldId="259"/>
        </pc:sldMkLst>
        <pc:spChg chg="del mod">
          <ac:chgData name="Eskandari, Marzieh" userId="6f7e8ab1-ced9-4cd8-8d9c-9e0f76df628a" providerId="ADAL" clId="{5F4653E6-588C-449F-882E-1257AC0BE145}" dt="2026-04-21T00:39:12.750" v="1170" actId="478"/>
          <ac:spMkLst>
            <pc:docMk/>
            <pc:sldMk cId="3266194149" sldId="259"/>
            <ac:spMk id="4" creationId="{B80479C0-F485-4A01-A84E-55DFFE1F6150}"/>
          </ac:spMkLst>
        </pc:spChg>
      </pc:sldChg>
      <pc:sldChg chg="delSp modSp mod">
        <pc:chgData name="Eskandari, Marzieh" userId="6f7e8ab1-ced9-4cd8-8d9c-9e0f76df628a" providerId="ADAL" clId="{5F4653E6-588C-449F-882E-1257AC0BE145}" dt="2026-04-21T00:41:35.151" v="1196" actId="20577"/>
        <pc:sldMkLst>
          <pc:docMk/>
          <pc:sldMk cId="958540703" sldId="262"/>
        </pc:sldMkLst>
        <pc:spChg chg="mod">
          <ac:chgData name="Eskandari, Marzieh" userId="6f7e8ab1-ced9-4cd8-8d9c-9e0f76df628a" providerId="ADAL" clId="{5F4653E6-588C-449F-882E-1257AC0BE145}" dt="2026-04-21T00:41:35.151" v="1196" actId="20577"/>
          <ac:spMkLst>
            <pc:docMk/>
            <pc:sldMk cId="958540703" sldId="262"/>
            <ac:spMk id="2" creationId="{00000000-0000-0000-0000-000000000000}"/>
          </ac:spMkLst>
        </pc:spChg>
        <pc:spChg chg="del">
          <ac:chgData name="Eskandari, Marzieh" userId="6f7e8ab1-ced9-4cd8-8d9c-9e0f76df628a" providerId="ADAL" clId="{5F4653E6-588C-449F-882E-1257AC0BE145}" dt="2026-04-20T22:24:27.673" v="4" actId="478"/>
          <ac:spMkLst>
            <pc:docMk/>
            <pc:sldMk cId="958540703" sldId="262"/>
            <ac:spMk id="4" creationId="{2446A163-72B0-44D2-B763-1D1C00A22424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862139024" sldId="263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862139024" sldId="263"/>
            <ac:spMk id="3" creationId="{B597C868-7FEC-4887-8FB6-F9D1386190DB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2183656012" sldId="315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2183656012" sldId="315"/>
            <ac:spMk id="3" creationId="{AADC323B-2124-4A6B-B8CC-610DC1D92EFE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4071220516" sldId="349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4071220516" sldId="349"/>
            <ac:spMk id="3" creationId="{FC3ED79B-6FD4-488A-BF67-23043EE087E2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068122062" sldId="368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068122062" sldId="368"/>
            <ac:spMk id="3" creationId="{D77DB15D-6CC1-4FCD-984E-A5DB0C185B46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866618695" sldId="369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866618695" sldId="369"/>
            <ac:spMk id="3" creationId="{FCEA73F8-9DA9-46AD-9B16-45C8F360FD0A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544005483" sldId="370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544005483" sldId="370"/>
            <ac:spMk id="3" creationId="{24B1E7FE-82CC-4756-A92B-C19E54D150B6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4134065407" sldId="371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4134065407" sldId="371"/>
            <ac:spMk id="3" creationId="{B741FFE8-CADA-4EEF-915C-F1DA0D2D38EA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242174397" sldId="372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242174397" sldId="372"/>
            <ac:spMk id="6" creationId="{DDB5D1D0-8AF5-4FCC-B829-73246195B6CB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973877889" sldId="373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973877889" sldId="373"/>
            <ac:spMk id="23" creationId="{F6BC41B1-EB89-494D-8F05-9922E28BBC9A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421984518" sldId="374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421984518" sldId="374"/>
            <ac:spMk id="4" creationId="{3168D93C-B5E0-41A3-9342-5EB557ADABE4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4107579337" sldId="375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4107579337" sldId="375"/>
            <ac:spMk id="5" creationId="{F6A8E271-8A04-4E1E-BDAE-3607BB9F130F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458376033" sldId="376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458376033" sldId="376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670431562" sldId="387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670431562" sldId="387"/>
            <ac:spMk id="4" creationId="{A5701F01-D1D7-4982-9009-53B9ECF1B855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964495993" sldId="388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964495993" sldId="388"/>
            <ac:spMk id="3" creationId="{EF7077C1-9F2C-480D-9DBA-B57B97F32239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2498311486" sldId="390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2498311486" sldId="390"/>
            <ac:spMk id="3" creationId="{72BB1C64-E224-4FB8-B777-C738B6A6189C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2497537026" sldId="391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2497537026" sldId="391"/>
            <ac:spMk id="3" creationId="{B9AB4BFB-B679-46B5-8AA3-58F269B3F175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718001582" sldId="392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718001582" sldId="392"/>
            <ac:spMk id="3" creationId="{AFBAE4FB-253A-434D-A56C-BCBD75A90A0D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10826587" sldId="393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10826587" sldId="393"/>
            <ac:spMk id="3" creationId="{563C74BA-27B2-49AB-83C9-33E37F2444C0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884219265" sldId="394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884219265" sldId="394"/>
            <ac:spMk id="3" creationId="{36001F97-F478-41FB-B25C-84F3232D55BB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715727512" sldId="397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715727512" sldId="397"/>
            <ac:spMk id="4" creationId="{FDC07482-8249-4357-883E-F5D1BC0D183A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534645249" sldId="398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534645249" sldId="398"/>
            <ac:spMk id="5" creationId="{80C99AA4-A1C8-4999-A35C-CB498E779B25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343472200" sldId="407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343472200" sldId="407"/>
            <ac:spMk id="3" creationId="{DD394BC3-1573-4181-9424-B7134022802B}"/>
          </ac:spMkLst>
        </pc:spChg>
      </pc:sldChg>
      <pc:sldChg chg="addSp delSp modSp add mod">
        <pc:chgData name="Eskandari, Marzieh" userId="6f7e8ab1-ced9-4cd8-8d9c-9e0f76df628a" providerId="ADAL" clId="{5F4653E6-588C-449F-882E-1257AC0BE145}" dt="2026-04-21T00:41:18.340" v="1193" actId="478"/>
        <pc:sldMkLst>
          <pc:docMk/>
          <pc:sldMk cId="2267639101" sldId="410"/>
        </pc:sldMkLst>
        <pc:spChg chg="del mod">
          <ac:chgData name="Eskandari, Marzieh" userId="6f7e8ab1-ced9-4cd8-8d9c-9e0f76df628a" providerId="ADAL" clId="{5F4653E6-588C-449F-882E-1257AC0BE145}" dt="2026-04-20T22:43:26.417" v="30" actId="478"/>
          <ac:spMkLst>
            <pc:docMk/>
            <pc:sldMk cId="2267639101" sldId="410"/>
            <ac:spMk id="2" creationId="{00000000-0000-0000-0000-000000000000}"/>
          </ac:spMkLst>
        </pc:spChg>
        <pc:spChg chg="add del mod">
          <ac:chgData name="Eskandari, Marzieh" userId="6f7e8ab1-ced9-4cd8-8d9c-9e0f76df628a" providerId="ADAL" clId="{5F4653E6-588C-449F-882E-1257AC0BE145}" dt="2026-04-20T22:43:29.366" v="31" actId="478"/>
          <ac:spMkLst>
            <pc:docMk/>
            <pc:sldMk cId="2267639101" sldId="410"/>
            <ac:spMk id="5" creationId="{464FE89A-AD9C-B57B-B632-8D1DCED23B2A}"/>
          </ac:spMkLst>
        </pc:spChg>
        <pc:spChg chg="add mod">
          <ac:chgData name="Eskandari, Marzieh" userId="6f7e8ab1-ced9-4cd8-8d9c-9e0f76df628a" providerId="ADAL" clId="{5F4653E6-588C-449F-882E-1257AC0BE145}" dt="2026-04-20T22:43:30.289" v="32"/>
          <ac:spMkLst>
            <pc:docMk/>
            <pc:sldMk cId="2267639101" sldId="410"/>
            <ac:spMk id="6" creationId="{7E199C5D-9852-729B-2F39-84CFC7F61434}"/>
          </ac:spMkLst>
        </pc:spChg>
        <pc:spChg chg="del mod">
          <ac:chgData name="Eskandari, Marzieh" userId="6f7e8ab1-ced9-4cd8-8d9c-9e0f76df628a" providerId="ADAL" clId="{5F4653E6-588C-449F-882E-1257AC0BE145}" dt="2026-04-21T00:41:18.340" v="1193" actId="478"/>
          <ac:spMkLst>
            <pc:docMk/>
            <pc:sldMk cId="2267639101" sldId="410"/>
            <ac:spMk id="11" creationId="{F3F63F88-C7FA-4928-A2C4-3C1062A5BF24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755129217" sldId="464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755129217" sldId="464"/>
            <ac:spMk id="3" creationId="{D77DB15D-6CC1-4FCD-984E-A5DB0C185B46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76246450" sldId="465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76246450" sldId="465"/>
            <ac:spMk id="3" creationId="{D77DB15D-6CC1-4FCD-984E-A5DB0C185B46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363125133" sldId="466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363125133" sldId="466"/>
            <ac:spMk id="19" creationId="{D42F3761-78EE-4C90-B6A3-2AF82BB4534F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966445678" sldId="467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966445678" sldId="467"/>
            <ac:spMk id="19" creationId="{D42F3761-78EE-4C90-B6A3-2AF82BB4534F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2955147534" sldId="468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2955147534" sldId="468"/>
            <ac:spMk id="3" creationId="{6AB0DD93-2810-4032-9869-E84F9E6237C6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261618638" sldId="483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261618638" sldId="483"/>
            <ac:spMk id="5" creationId="{C9723778-C696-44E8-B96E-AB70E3236F0C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243983329" sldId="484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243983329" sldId="484"/>
            <ac:spMk id="3" creationId="{D77DB15D-6CC1-4FCD-984E-A5DB0C185B46}"/>
          </ac:spMkLst>
        </pc:spChg>
      </pc:sldChg>
      <pc:sldChg chg="delSp modSp add mod">
        <pc:chgData name="Eskandari, Marzieh" userId="6f7e8ab1-ced9-4cd8-8d9c-9e0f76df628a" providerId="ADAL" clId="{5F4653E6-588C-449F-882E-1257AC0BE145}" dt="2026-04-21T00:40:03.827" v="1177" actId="478"/>
        <pc:sldMkLst>
          <pc:docMk/>
          <pc:sldMk cId="4008983530" sldId="490"/>
        </pc:sldMkLst>
        <pc:spChg chg="del mod">
          <ac:chgData name="Eskandari, Marzieh" userId="6f7e8ab1-ced9-4cd8-8d9c-9e0f76df628a" providerId="ADAL" clId="{5F4653E6-588C-449F-882E-1257AC0BE145}" dt="2026-04-21T00:40:03.827" v="1177" actId="478"/>
          <ac:spMkLst>
            <pc:docMk/>
            <pc:sldMk cId="4008983530" sldId="490"/>
            <ac:spMk id="3" creationId="{D77DB15D-6CC1-4FCD-984E-A5DB0C185B46}"/>
          </ac:spMkLst>
        </pc:spChg>
      </pc:sldChg>
      <pc:sldChg chg="delSp modSp add mod">
        <pc:chgData name="Eskandari, Marzieh" userId="6f7e8ab1-ced9-4cd8-8d9c-9e0f76df628a" providerId="ADAL" clId="{5F4653E6-588C-449F-882E-1257AC0BE145}" dt="2026-04-21T00:40:47.665" v="1185" actId="478"/>
        <pc:sldMkLst>
          <pc:docMk/>
          <pc:sldMk cId="3465550090" sldId="508"/>
        </pc:sldMkLst>
        <pc:spChg chg="mod">
          <ac:chgData name="Eskandari, Marzieh" userId="6f7e8ab1-ced9-4cd8-8d9c-9e0f76df628a" providerId="ADAL" clId="{5F4653E6-588C-449F-882E-1257AC0BE145}" dt="2026-04-21T00:33:35.961" v="1156" actId="115"/>
          <ac:spMkLst>
            <pc:docMk/>
            <pc:sldMk cId="3465550090" sldId="508"/>
            <ac:spMk id="2" creationId="{00000000-0000-0000-0000-000000000000}"/>
          </ac:spMkLst>
        </pc:spChg>
        <pc:spChg chg="del mod">
          <ac:chgData name="Eskandari, Marzieh" userId="6f7e8ab1-ced9-4cd8-8d9c-9e0f76df628a" providerId="ADAL" clId="{5F4653E6-588C-449F-882E-1257AC0BE145}" dt="2026-04-21T00:40:47.665" v="1185" actId="478"/>
          <ac:spMkLst>
            <pc:docMk/>
            <pc:sldMk cId="3465550090" sldId="508"/>
            <ac:spMk id="3" creationId="{D77DB15D-6CC1-4FCD-984E-A5DB0C185B46}"/>
          </ac:spMkLst>
        </pc:spChg>
      </pc:sldChg>
      <pc:sldChg chg="delSp modSp add mod">
        <pc:chgData name="Eskandari, Marzieh" userId="6f7e8ab1-ced9-4cd8-8d9c-9e0f76df628a" providerId="ADAL" clId="{5F4653E6-588C-449F-882E-1257AC0BE145}" dt="2026-04-21T00:40:44.052" v="1184" actId="478"/>
        <pc:sldMkLst>
          <pc:docMk/>
          <pc:sldMk cId="4164934936" sldId="509"/>
        </pc:sldMkLst>
        <pc:spChg chg="mod">
          <ac:chgData name="Eskandari, Marzieh" userId="6f7e8ab1-ced9-4cd8-8d9c-9e0f76df628a" providerId="ADAL" clId="{5F4653E6-588C-449F-882E-1257AC0BE145}" dt="2026-04-21T00:34:13.981" v="1157" actId="20577"/>
          <ac:spMkLst>
            <pc:docMk/>
            <pc:sldMk cId="4164934936" sldId="509"/>
            <ac:spMk id="2" creationId="{00000000-0000-0000-0000-000000000000}"/>
          </ac:spMkLst>
        </pc:spChg>
        <pc:spChg chg="del mod">
          <ac:chgData name="Eskandari, Marzieh" userId="6f7e8ab1-ced9-4cd8-8d9c-9e0f76df628a" providerId="ADAL" clId="{5F4653E6-588C-449F-882E-1257AC0BE145}" dt="2026-04-21T00:40:44.052" v="1184" actId="478"/>
          <ac:spMkLst>
            <pc:docMk/>
            <pc:sldMk cId="4164934936" sldId="509"/>
            <ac:spMk id="3" creationId="{D77DB15D-6CC1-4FCD-984E-A5DB0C185B46}"/>
          </ac:spMkLst>
        </pc:spChg>
      </pc:sldChg>
      <pc:sldChg chg="delSp modSp add mod">
        <pc:chgData name="Eskandari, Marzieh" userId="6f7e8ab1-ced9-4cd8-8d9c-9e0f76df628a" providerId="ADAL" clId="{5F4653E6-588C-449F-882E-1257AC0BE145}" dt="2026-04-21T00:40:11.452" v="1178" actId="478"/>
        <pc:sldMkLst>
          <pc:docMk/>
          <pc:sldMk cId="346998479" sldId="510"/>
        </pc:sldMkLst>
        <pc:spChg chg="del mod">
          <ac:chgData name="Eskandari, Marzieh" userId="6f7e8ab1-ced9-4cd8-8d9c-9e0f76df628a" providerId="ADAL" clId="{5F4653E6-588C-449F-882E-1257AC0BE145}" dt="2026-04-21T00:40:11.452" v="1178" actId="478"/>
          <ac:spMkLst>
            <pc:docMk/>
            <pc:sldMk cId="346998479" sldId="510"/>
            <ac:spMk id="3" creationId="{D77DB15D-6CC1-4FCD-984E-A5DB0C185B46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403149998" sldId="512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403149998" sldId="512"/>
            <ac:spMk id="3" creationId="{B741FFE8-CADA-4EEF-915C-F1DA0D2D38EA}"/>
          </ac:spMkLst>
        </pc:spChg>
      </pc:sldChg>
      <pc:sldChg chg="delSp modSp add mod">
        <pc:chgData name="Eskandari, Marzieh" userId="6f7e8ab1-ced9-4cd8-8d9c-9e0f76df628a" providerId="ADAL" clId="{5F4653E6-588C-449F-882E-1257AC0BE145}" dt="2026-04-21T00:39:18.819" v="1171" actId="478"/>
        <pc:sldMkLst>
          <pc:docMk/>
          <pc:sldMk cId="977757084" sldId="523"/>
        </pc:sldMkLst>
        <pc:spChg chg="del mod">
          <ac:chgData name="Eskandari, Marzieh" userId="6f7e8ab1-ced9-4cd8-8d9c-9e0f76df628a" providerId="ADAL" clId="{5F4653E6-588C-449F-882E-1257AC0BE145}" dt="2026-04-21T00:39:18.819" v="1171" actId="478"/>
          <ac:spMkLst>
            <pc:docMk/>
            <pc:sldMk cId="977757084" sldId="523"/>
            <ac:spMk id="3" creationId="{D77DB15D-6CC1-4FCD-984E-A5DB0C185B46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860397840" sldId="525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860397840" sldId="525"/>
            <ac:spMk id="5" creationId="{832DBB0A-DB9B-4A68-AD9E-8B65AF12AFA2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4275647312" sldId="526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4275647312" sldId="526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4092754020" sldId="527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4092754020" sldId="527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682157921" sldId="528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682157921" sldId="528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280625826" sldId="529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280625826" sldId="529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829469991" sldId="530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829469991" sldId="530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746973576" sldId="531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746973576" sldId="531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2933374101" sldId="532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2933374101" sldId="532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168182427" sldId="533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168182427" sldId="533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4145704568" sldId="534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4145704568" sldId="534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913838748" sldId="535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913838748" sldId="535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2713800131" sldId="536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2713800131" sldId="536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384307414" sldId="537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384307414" sldId="537"/>
            <ac:spMk id="4" creationId="{E211E51E-1DEA-4C92-AB2B-95ED0229E403}"/>
          </ac:spMkLst>
        </pc:spChg>
      </pc:sldChg>
      <pc:sldChg chg="delSp modSp add mod">
        <pc:chgData name="Eskandari, Marzieh" userId="6f7e8ab1-ced9-4cd8-8d9c-9e0f76df628a" providerId="ADAL" clId="{5F4653E6-588C-449F-882E-1257AC0BE145}" dt="2026-04-21T00:40:16.987" v="1179" actId="478"/>
        <pc:sldMkLst>
          <pc:docMk/>
          <pc:sldMk cId="378984107" sldId="538"/>
        </pc:sldMkLst>
        <pc:spChg chg="del mod">
          <ac:chgData name="Eskandari, Marzieh" userId="6f7e8ab1-ced9-4cd8-8d9c-9e0f76df628a" providerId="ADAL" clId="{5F4653E6-588C-449F-882E-1257AC0BE145}" dt="2026-04-21T00:40:16.987" v="1179" actId="478"/>
          <ac:spMkLst>
            <pc:docMk/>
            <pc:sldMk cId="378984107" sldId="538"/>
            <ac:spMk id="3" creationId="{D77DB15D-6CC1-4FCD-984E-A5DB0C185B46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107442963" sldId="539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107442963" sldId="539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091601328" sldId="540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091601328" sldId="540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247073165" sldId="541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247073165" sldId="541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4547854" sldId="542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4547854" sldId="542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4069301611" sldId="543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4069301611" sldId="543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383222026" sldId="544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383222026" sldId="544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707587705" sldId="545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707587705" sldId="545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2106172723" sldId="546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2106172723" sldId="546"/>
            <ac:spMk id="4" creationId="{E211E51E-1DEA-4C92-AB2B-95ED0229E403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882648369" sldId="547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882648369" sldId="547"/>
            <ac:spMk id="19" creationId="{D42F3761-78EE-4C90-B6A3-2AF82BB4534F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037490109" sldId="548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037490109" sldId="548"/>
            <ac:spMk id="19" creationId="{D42F3761-78EE-4C90-B6A3-2AF82BB4534F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680946571" sldId="549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680946571" sldId="549"/>
            <ac:spMk id="3" creationId="{36001F97-F478-41FB-B25C-84F3232D55BB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118413728" sldId="550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118413728" sldId="550"/>
            <ac:spMk id="19" creationId="{D42F3761-78EE-4C90-B6A3-2AF82BB4534F}"/>
          </ac:spMkLst>
        </pc:spChg>
      </pc:sldChg>
      <pc:sldChg chg="addSp delSp modSp add mod addAnim delAnim modAnim">
        <pc:chgData name="Eskandari, Marzieh" userId="6f7e8ab1-ced9-4cd8-8d9c-9e0f76df628a" providerId="ADAL" clId="{5F4653E6-588C-449F-882E-1257AC0BE145}" dt="2026-04-21T00:41:15.848" v="1192" actId="478"/>
        <pc:sldMkLst>
          <pc:docMk/>
          <pc:sldMk cId="1562349631" sldId="672"/>
        </pc:sldMkLst>
        <pc:spChg chg="del mod">
          <ac:chgData name="Eskandari, Marzieh" userId="6f7e8ab1-ced9-4cd8-8d9c-9e0f76df628a" providerId="ADAL" clId="{5F4653E6-588C-449F-882E-1257AC0BE145}" dt="2026-04-20T22:43:18.012" v="27" actId="478"/>
          <ac:spMkLst>
            <pc:docMk/>
            <pc:sldMk cId="1562349631" sldId="672"/>
            <ac:spMk id="2" creationId="{CE542B3B-8955-4821-9EFF-0C9E9C357DA8}"/>
          </ac:spMkLst>
        </pc:spChg>
        <pc:spChg chg="mod">
          <ac:chgData name="Eskandari, Marzieh" userId="6f7e8ab1-ced9-4cd8-8d9c-9e0f76df628a" providerId="ADAL" clId="{5F4653E6-588C-449F-882E-1257AC0BE145}" dt="2026-04-20T23:06:20.886" v="320" actId="20577"/>
          <ac:spMkLst>
            <pc:docMk/>
            <pc:sldMk cId="1562349631" sldId="672"/>
            <ac:spMk id="3" creationId="{5C28A924-3FDD-41DB-840B-9DAC27D4C9C5}"/>
          </ac:spMkLst>
        </pc:spChg>
        <pc:spChg chg="del mod">
          <ac:chgData name="Eskandari, Marzieh" userId="6f7e8ab1-ced9-4cd8-8d9c-9e0f76df628a" providerId="ADAL" clId="{5F4653E6-588C-449F-882E-1257AC0BE145}" dt="2026-04-21T00:41:15.848" v="1192" actId="478"/>
          <ac:spMkLst>
            <pc:docMk/>
            <pc:sldMk cId="1562349631" sldId="672"/>
            <ac:spMk id="5" creationId="{1B51B9CF-69BE-4153-9ACC-B777CF599CCF}"/>
          </ac:spMkLst>
        </pc:spChg>
        <pc:spChg chg="add del mod">
          <ac:chgData name="Eskandari, Marzieh" userId="6f7e8ab1-ced9-4cd8-8d9c-9e0f76df628a" providerId="ADAL" clId="{5F4653E6-588C-449F-882E-1257AC0BE145}" dt="2026-04-20T22:43:20.447" v="28" actId="478"/>
          <ac:spMkLst>
            <pc:docMk/>
            <pc:sldMk cId="1562349631" sldId="672"/>
            <ac:spMk id="6" creationId="{9890CE8E-BA4B-3138-6050-83B5F12FA856}"/>
          </ac:spMkLst>
        </pc:spChg>
        <pc:spChg chg="add mod">
          <ac:chgData name="Eskandari, Marzieh" userId="6f7e8ab1-ced9-4cd8-8d9c-9e0f76df628a" providerId="ADAL" clId="{5F4653E6-588C-449F-882E-1257AC0BE145}" dt="2026-04-20T22:43:21.236" v="29"/>
          <ac:spMkLst>
            <pc:docMk/>
            <pc:sldMk cId="1562349631" sldId="672"/>
            <ac:spMk id="7" creationId="{122266B9-AE6C-F6D1-6846-54184274CAC1}"/>
          </ac:spMkLst>
        </pc:spChg>
        <pc:spChg chg="add mod">
          <ac:chgData name="Eskandari, Marzieh" userId="6f7e8ab1-ced9-4cd8-8d9c-9e0f76df628a" providerId="ADAL" clId="{5F4653E6-588C-449F-882E-1257AC0BE145}" dt="2026-04-20T23:06:15.567" v="308" actId="20577"/>
          <ac:spMkLst>
            <pc:docMk/>
            <pc:sldMk cId="1562349631" sldId="672"/>
            <ac:spMk id="8" creationId="{3319786F-A7D2-EFFB-6DEA-122D1132A76F}"/>
          </ac:spMkLst>
        </pc:spChg>
        <pc:spChg chg="add mod">
          <ac:chgData name="Eskandari, Marzieh" userId="6f7e8ab1-ced9-4cd8-8d9c-9e0f76df628a" providerId="ADAL" clId="{5F4653E6-588C-449F-882E-1257AC0BE145}" dt="2026-04-20T22:50:53.174" v="104" actId="1035"/>
          <ac:spMkLst>
            <pc:docMk/>
            <pc:sldMk cId="1562349631" sldId="672"/>
            <ac:spMk id="9" creationId="{15A7B6A4-07E9-BBE6-8C6D-453C4F458E7F}"/>
          </ac:spMkLst>
        </pc:spChg>
      </pc:sldChg>
      <pc:sldChg chg="addSp delSp modSp add mod">
        <pc:chgData name="Eskandari, Marzieh" userId="6f7e8ab1-ced9-4cd8-8d9c-9e0f76df628a" providerId="ADAL" clId="{5F4653E6-588C-449F-882E-1257AC0BE145}" dt="2026-04-21T00:41:07.689" v="1189" actId="478"/>
        <pc:sldMkLst>
          <pc:docMk/>
          <pc:sldMk cId="3501893125" sldId="673"/>
        </pc:sldMkLst>
        <pc:spChg chg="del mod">
          <ac:chgData name="Eskandari, Marzieh" userId="6f7e8ab1-ced9-4cd8-8d9c-9e0f76df628a" providerId="ADAL" clId="{5F4653E6-588C-449F-882E-1257AC0BE145}" dt="2026-04-20T22:43:49.359" v="35" actId="478"/>
          <ac:spMkLst>
            <pc:docMk/>
            <pc:sldMk cId="3501893125" sldId="673"/>
            <ac:spMk id="2" creationId="{CE542B3B-8955-4821-9EFF-0C9E9C357DA8}"/>
          </ac:spMkLst>
        </pc:spChg>
        <pc:spChg chg="mod">
          <ac:chgData name="Eskandari, Marzieh" userId="6f7e8ab1-ced9-4cd8-8d9c-9e0f76df628a" providerId="ADAL" clId="{5F4653E6-588C-449F-882E-1257AC0BE145}" dt="2026-04-20T23:09:05.504" v="389" actId="20577"/>
          <ac:spMkLst>
            <pc:docMk/>
            <pc:sldMk cId="3501893125" sldId="673"/>
            <ac:spMk id="3" creationId="{5C28A924-3FDD-41DB-840B-9DAC27D4C9C5}"/>
          </ac:spMkLst>
        </pc:spChg>
        <pc:spChg chg="add mod">
          <ac:chgData name="Eskandari, Marzieh" userId="6f7e8ab1-ced9-4cd8-8d9c-9e0f76df628a" providerId="ADAL" clId="{5F4653E6-588C-449F-882E-1257AC0BE145}" dt="2026-04-20T23:11:49.867" v="473" actId="20577"/>
          <ac:spMkLst>
            <pc:docMk/>
            <pc:sldMk cId="3501893125" sldId="673"/>
            <ac:spMk id="4" creationId="{E40A9827-9F93-A49C-08B2-F3788D8FB4F6}"/>
          </ac:spMkLst>
        </pc:spChg>
        <pc:spChg chg="del mod">
          <ac:chgData name="Eskandari, Marzieh" userId="6f7e8ab1-ced9-4cd8-8d9c-9e0f76df628a" providerId="ADAL" clId="{5F4653E6-588C-449F-882E-1257AC0BE145}" dt="2026-04-21T00:41:07.689" v="1189" actId="478"/>
          <ac:spMkLst>
            <pc:docMk/>
            <pc:sldMk cId="3501893125" sldId="673"/>
            <ac:spMk id="5" creationId="{1B51B9CF-69BE-4153-9ACC-B777CF599CCF}"/>
          </ac:spMkLst>
        </pc:spChg>
        <pc:spChg chg="del mod">
          <ac:chgData name="Eskandari, Marzieh" userId="6f7e8ab1-ced9-4cd8-8d9c-9e0f76df628a" providerId="ADAL" clId="{5F4653E6-588C-449F-882E-1257AC0BE145}" dt="2026-04-20T23:50:16.144" v="474" actId="21"/>
          <ac:spMkLst>
            <pc:docMk/>
            <pc:sldMk cId="3501893125" sldId="673"/>
            <ac:spMk id="6" creationId="{4F924E02-78B5-4D2A-B60E-3B5AD8D7A85B}"/>
          </ac:spMkLst>
        </pc:spChg>
        <pc:spChg chg="add mod">
          <ac:chgData name="Eskandari, Marzieh" userId="6f7e8ab1-ced9-4cd8-8d9c-9e0f76df628a" providerId="ADAL" clId="{5F4653E6-588C-449F-882E-1257AC0BE145}" dt="2026-04-20T23:50:40.073" v="477" actId="1076"/>
          <ac:spMkLst>
            <pc:docMk/>
            <pc:sldMk cId="3501893125" sldId="673"/>
            <ac:spMk id="7" creationId="{585794CE-44BD-D6D0-E216-25D74D6596D4}"/>
          </ac:spMkLst>
        </pc:spChg>
      </pc:sldChg>
      <pc:sldChg chg="addSp delSp modSp add mod modAnim">
        <pc:chgData name="Eskandari, Marzieh" userId="6f7e8ab1-ced9-4cd8-8d9c-9e0f76df628a" providerId="ADAL" clId="{5F4653E6-588C-449F-882E-1257AC0BE145}" dt="2026-04-21T00:41:00.764" v="1188" actId="478"/>
        <pc:sldMkLst>
          <pc:docMk/>
          <pc:sldMk cId="2692772325" sldId="674"/>
        </pc:sldMkLst>
        <pc:spChg chg="del mod">
          <ac:chgData name="Eskandari, Marzieh" userId="6f7e8ab1-ced9-4cd8-8d9c-9e0f76df628a" providerId="ADAL" clId="{5F4653E6-588C-449F-882E-1257AC0BE145}" dt="2026-04-20T22:44:55.986" v="56" actId="478"/>
          <ac:spMkLst>
            <pc:docMk/>
            <pc:sldMk cId="2692772325" sldId="674"/>
            <ac:spMk id="2" creationId="{CE542B3B-8955-4821-9EFF-0C9E9C357DA8}"/>
          </ac:spMkLst>
        </pc:spChg>
        <pc:spChg chg="add mod">
          <ac:chgData name="Eskandari, Marzieh" userId="6f7e8ab1-ced9-4cd8-8d9c-9e0f76df628a" providerId="ADAL" clId="{5F4653E6-588C-449F-882E-1257AC0BE145}" dt="2026-04-20T23:10:52.004" v="445" actId="20577"/>
          <ac:spMkLst>
            <pc:docMk/>
            <pc:sldMk cId="2692772325" sldId="674"/>
            <ac:spMk id="4" creationId="{C78300B3-EC78-4A07-6E28-2C3CF4230966}"/>
          </ac:spMkLst>
        </pc:spChg>
        <pc:spChg chg="del mod">
          <ac:chgData name="Eskandari, Marzieh" userId="6f7e8ab1-ced9-4cd8-8d9c-9e0f76df628a" providerId="ADAL" clId="{5F4653E6-588C-449F-882E-1257AC0BE145}" dt="2026-04-21T00:41:00.764" v="1188" actId="478"/>
          <ac:spMkLst>
            <pc:docMk/>
            <pc:sldMk cId="2692772325" sldId="674"/>
            <ac:spMk id="5" creationId="{1B51B9CF-69BE-4153-9ACC-B777CF599CCF}"/>
          </ac:spMkLst>
        </pc:spChg>
        <pc:spChg chg="mod">
          <ac:chgData name="Eskandari, Marzieh" userId="6f7e8ab1-ced9-4cd8-8d9c-9e0f76df628a" providerId="ADAL" clId="{5F4653E6-588C-449F-882E-1257AC0BE145}" dt="2026-04-20T23:52:23.525" v="619" actId="20577"/>
          <ac:spMkLst>
            <pc:docMk/>
            <pc:sldMk cId="2692772325" sldId="674"/>
            <ac:spMk id="7" creationId="{96077383-6D95-4F7E-BF7C-563E7B69E15F}"/>
          </ac:spMkLst>
        </pc:spChg>
        <pc:spChg chg="add mod">
          <ac:chgData name="Eskandari, Marzieh" userId="6f7e8ab1-ced9-4cd8-8d9c-9e0f76df628a" providerId="ADAL" clId="{5F4653E6-588C-449F-882E-1257AC0BE145}" dt="2026-04-20T23:53:23.810" v="650" actId="20577"/>
          <ac:spMkLst>
            <pc:docMk/>
            <pc:sldMk cId="2692772325" sldId="674"/>
            <ac:spMk id="8" creationId="{9A84F4A5-F61D-492F-AD4A-5F1810B53E8C}"/>
          </ac:spMkLst>
        </pc:spChg>
      </pc:sldChg>
      <pc:sldChg chg="addSp delSp modSp add del mod">
        <pc:chgData name="Eskandari, Marzieh" userId="6f7e8ab1-ced9-4cd8-8d9c-9e0f76df628a" providerId="ADAL" clId="{5F4653E6-588C-449F-882E-1257AC0BE145}" dt="2026-04-20T23:54:10.257" v="653" actId="47"/>
        <pc:sldMkLst>
          <pc:docMk/>
          <pc:sldMk cId="3306457192" sldId="675"/>
        </pc:sldMkLst>
        <pc:spChg chg="del mod">
          <ac:chgData name="Eskandari, Marzieh" userId="6f7e8ab1-ced9-4cd8-8d9c-9e0f76df628a" providerId="ADAL" clId="{5F4653E6-588C-449F-882E-1257AC0BE145}" dt="2026-04-20T22:45:21.604" v="60" actId="478"/>
          <ac:spMkLst>
            <pc:docMk/>
            <pc:sldMk cId="3306457192" sldId="675"/>
            <ac:spMk id="2" creationId="{CE542B3B-8955-4821-9EFF-0C9E9C357DA8}"/>
          </ac:spMkLst>
        </pc:spChg>
        <pc:spChg chg="mod">
          <ac:chgData name="Eskandari, Marzieh" userId="6f7e8ab1-ced9-4cd8-8d9c-9e0f76df628a" providerId="ADAL" clId="{5F4653E6-588C-449F-882E-1257AC0BE145}" dt="2026-04-20T22:26:01.636" v="7"/>
          <ac:spMkLst>
            <pc:docMk/>
            <pc:sldMk cId="3306457192" sldId="675"/>
            <ac:spMk id="5" creationId="{1B51B9CF-69BE-4153-9ACC-B777CF599CCF}"/>
          </ac:spMkLst>
        </pc:spChg>
        <pc:spChg chg="add del mod">
          <ac:chgData name="Eskandari, Marzieh" userId="6f7e8ab1-ced9-4cd8-8d9c-9e0f76df628a" providerId="ADAL" clId="{5F4653E6-588C-449F-882E-1257AC0BE145}" dt="2026-04-20T22:45:24.020" v="61"/>
          <ac:spMkLst>
            <pc:docMk/>
            <pc:sldMk cId="3306457192" sldId="675"/>
            <ac:spMk id="7" creationId="{1B7FE4B9-840E-6D51-99C8-99BAE1885306}"/>
          </ac:spMkLst>
        </pc:spChg>
        <pc:spChg chg="del">
          <ac:chgData name="Eskandari, Marzieh" userId="6f7e8ab1-ced9-4cd8-8d9c-9e0f76df628a" providerId="ADAL" clId="{5F4653E6-588C-449F-882E-1257AC0BE145}" dt="2026-04-20T23:53:09.515" v="622" actId="21"/>
          <ac:spMkLst>
            <pc:docMk/>
            <pc:sldMk cId="3306457192" sldId="675"/>
            <ac:spMk id="8" creationId="{9A84F4A5-F61D-492F-AD4A-5F1810B53E8C}"/>
          </ac:spMkLst>
        </pc:spChg>
        <pc:spChg chg="add mod">
          <ac:chgData name="Eskandari, Marzieh" userId="6f7e8ab1-ced9-4cd8-8d9c-9e0f76df628a" providerId="ADAL" clId="{5F4653E6-588C-449F-882E-1257AC0BE145}" dt="2026-04-20T22:45:24.020" v="61"/>
          <ac:spMkLst>
            <pc:docMk/>
            <pc:sldMk cId="3306457192" sldId="675"/>
            <ac:spMk id="9" creationId="{B46E2285-87A9-8542-4103-33AE667B0D12}"/>
          </ac:spMkLst>
        </pc:spChg>
      </pc:sldChg>
      <pc:sldChg chg="addSp delSp modSp add mod modAnim">
        <pc:chgData name="Eskandari, Marzieh" userId="6f7e8ab1-ced9-4cd8-8d9c-9e0f76df628a" providerId="ADAL" clId="{5F4653E6-588C-449F-882E-1257AC0BE145}" dt="2026-04-21T00:29:43.429" v="1107" actId="207"/>
        <pc:sldMkLst>
          <pc:docMk/>
          <pc:sldMk cId="3682584278" sldId="676"/>
        </pc:sldMkLst>
        <pc:spChg chg="del mod">
          <ac:chgData name="Eskandari, Marzieh" userId="6f7e8ab1-ced9-4cd8-8d9c-9e0f76df628a" providerId="ADAL" clId="{5F4653E6-588C-449F-882E-1257AC0BE145}" dt="2026-04-20T22:45:30.544" v="62" actId="478"/>
          <ac:spMkLst>
            <pc:docMk/>
            <pc:sldMk cId="3682584278" sldId="676"/>
            <ac:spMk id="2" creationId="{CE542B3B-8955-4821-9EFF-0C9E9C357DA8}"/>
          </ac:spMkLst>
        </pc:spChg>
        <pc:spChg chg="add del mod">
          <ac:chgData name="Eskandari, Marzieh" userId="6f7e8ab1-ced9-4cd8-8d9c-9e0f76df628a" providerId="ADAL" clId="{5F4653E6-588C-449F-882E-1257AC0BE145}" dt="2026-04-20T22:45:32.516" v="63"/>
          <ac:spMkLst>
            <pc:docMk/>
            <pc:sldMk cId="3682584278" sldId="676"/>
            <ac:spMk id="4" creationId="{62DF1E0B-4FAF-B012-6A5E-D149333E3D7C}"/>
          </ac:spMkLst>
        </pc:spChg>
        <pc:spChg chg="del mod">
          <ac:chgData name="Eskandari, Marzieh" userId="6f7e8ab1-ced9-4cd8-8d9c-9e0f76df628a" providerId="ADAL" clId="{5F4653E6-588C-449F-882E-1257AC0BE145}" dt="2026-04-20T23:57:33.269" v="722" actId="478"/>
          <ac:spMkLst>
            <pc:docMk/>
            <pc:sldMk cId="3682584278" sldId="676"/>
            <ac:spMk id="5" creationId="{1B51B9CF-69BE-4153-9ACC-B777CF599CCF}"/>
          </ac:spMkLst>
        </pc:spChg>
        <pc:spChg chg="del">
          <ac:chgData name="Eskandari, Marzieh" userId="6f7e8ab1-ced9-4cd8-8d9c-9e0f76df628a" providerId="ADAL" clId="{5F4653E6-588C-449F-882E-1257AC0BE145}" dt="2026-04-20T23:54:23.546" v="656" actId="478"/>
          <ac:spMkLst>
            <pc:docMk/>
            <pc:sldMk cId="3682584278" sldId="676"/>
            <ac:spMk id="6" creationId="{4F924E02-78B5-4D2A-B60E-3B5AD8D7A85B}"/>
          </ac:spMkLst>
        </pc:spChg>
        <pc:spChg chg="add mod">
          <ac:chgData name="Eskandari, Marzieh" userId="6f7e8ab1-ced9-4cd8-8d9c-9e0f76df628a" providerId="ADAL" clId="{5F4653E6-588C-449F-882E-1257AC0BE145}" dt="2026-04-20T23:54:34.302" v="667" actId="20577"/>
          <ac:spMkLst>
            <pc:docMk/>
            <pc:sldMk cId="3682584278" sldId="676"/>
            <ac:spMk id="7" creationId="{E0940478-02D1-E0B8-4B10-91AA94FA5161}"/>
          </ac:spMkLst>
        </pc:spChg>
        <pc:spChg chg="del mod topLvl">
          <ac:chgData name="Eskandari, Marzieh" userId="6f7e8ab1-ced9-4cd8-8d9c-9e0f76df628a" providerId="ADAL" clId="{5F4653E6-588C-449F-882E-1257AC0BE145}" dt="2026-04-20T23:56:36.885" v="682" actId="478"/>
          <ac:spMkLst>
            <pc:docMk/>
            <pc:sldMk cId="3682584278" sldId="676"/>
            <ac:spMk id="9" creationId="{5BC5E035-FD0E-CDF1-09E8-46312A443268}"/>
          </ac:spMkLst>
        </pc:spChg>
        <pc:spChg chg="mod">
          <ac:chgData name="Eskandari, Marzieh" userId="6f7e8ab1-ced9-4cd8-8d9c-9e0f76df628a" providerId="ADAL" clId="{5F4653E6-588C-449F-882E-1257AC0BE145}" dt="2026-04-21T00:29:43.429" v="1107" actId="207"/>
          <ac:spMkLst>
            <pc:docMk/>
            <pc:sldMk cId="3682584278" sldId="676"/>
            <ac:spMk id="10" creationId="{CE752459-DFC4-4952-8B9C-D6C1CEC9A1BC}"/>
          </ac:spMkLst>
        </pc:spChg>
        <pc:spChg chg="mod">
          <ac:chgData name="Eskandari, Marzieh" userId="6f7e8ab1-ced9-4cd8-8d9c-9e0f76df628a" providerId="ADAL" clId="{5F4653E6-588C-449F-882E-1257AC0BE145}" dt="2026-04-20T23:56:48.878" v="686" actId="207"/>
          <ac:spMkLst>
            <pc:docMk/>
            <pc:sldMk cId="3682584278" sldId="676"/>
            <ac:spMk id="13" creationId="{7D2B7E0E-0E88-72A2-2D4D-B3DB0FB7168A}"/>
          </ac:spMkLst>
        </pc:spChg>
        <pc:spChg chg="mod">
          <ac:chgData name="Eskandari, Marzieh" userId="6f7e8ab1-ced9-4cd8-8d9c-9e0f76df628a" providerId="ADAL" clId="{5F4653E6-588C-449F-882E-1257AC0BE145}" dt="2026-04-20T23:56:23.882" v="679"/>
          <ac:spMkLst>
            <pc:docMk/>
            <pc:sldMk cId="3682584278" sldId="676"/>
            <ac:spMk id="16" creationId="{7036B41D-D767-87AB-954B-507453D0B29F}"/>
          </ac:spMkLst>
        </pc:spChg>
        <pc:spChg chg="del mod topLvl">
          <ac:chgData name="Eskandari, Marzieh" userId="6f7e8ab1-ced9-4cd8-8d9c-9e0f76df628a" providerId="ADAL" clId="{5F4653E6-588C-449F-882E-1257AC0BE145}" dt="2026-04-21T00:03:47.979" v="794" actId="21"/>
          <ac:spMkLst>
            <pc:docMk/>
            <pc:sldMk cId="3682584278" sldId="676"/>
            <ac:spMk id="19" creationId="{CB59ADCB-B18A-7D29-1F06-DA7A959E3462}"/>
          </ac:spMkLst>
        </pc:spChg>
        <pc:spChg chg="add del mod topLvl">
          <ac:chgData name="Eskandari, Marzieh" userId="6f7e8ab1-ced9-4cd8-8d9c-9e0f76df628a" providerId="ADAL" clId="{5F4653E6-588C-449F-882E-1257AC0BE145}" dt="2026-04-21T00:02:44.989" v="778" actId="21"/>
          <ac:spMkLst>
            <pc:docMk/>
            <pc:sldMk cId="3682584278" sldId="676"/>
            <ac:spMk id="22" creationId="{855DF1B2-BF5F-296D-CCAF-81B45C3EBFF6}"/>
          </ac:spMkLst>
        </pc:spChg>
        <pc:spChg chg="add mod">
          <ac:chgData name="Eskandari, Marzieh" userId="6f7e8ab1-ced9-4cd8-8d9c-9e0f76df628a" providerId="ADAL" clId="{5F4653E6-588C-449F-882E-1257AC0BE145}" dt="2026-04-21T00:04:40.146" v="821" actId="164"/>
          <ac:spMkLst>
            <pc:docMk/>
            <pc:sldMk cId="3682584278" sldId="676"/>
            <ac:spMk id="24" creationId="{855DF1B2-BF5F-296D-CCAF-81B45C3EBFF6}"/>
          </ac:spMkLst>
        </pc:spChg>
        <pc:spChg chg="add mod">
          <ac:chgData name="Eskandari, Marzieh" userId="6f7e8ab1-ced9-4cd8-8d9c-9e0f76df628a" providerId="ADAL" clId="{5F4653E6-588C-449F-882E-1257AC0BE145}" dt="2026-04-21T00:04:36.896" v="820" actId="164"/>
          <ac:spMkLst>
            <pc:docMk/>
            <pc:sldMk cId="3682584278" sldId="676"/>
            <ac:spMk id="25" creationId="{CB59ADCB-B18A-7D29-1F06-DA7A959E3462}"/>
          </ac:spMkLst>
        </pc:spChg>
        <pc:spChg chg="add del">
          <ac:chgData name="Eskandari, Marzieh" userId="6f7e8ab1-ced9-4cd8-8d9c-9e0f76df628a" providerId="ADAL" clId="{5F4653E6-588C-449F-882E-1257AC0BE145}" dt="2026-04-21T00:05:29.458" v="827" actId="478"/>
          <ac:spMkLst>
            <pc:docMk/>
            <pc:sldMk cId="3682584278" sldId="676"/>
            <ac:spMk id="28" creationId="{027CA893-9E32-FA43-C951-19CA9430F105}"/>
          </ac:spMkLst>
        </pc:spChg>
        <pc:spChg chg="add mod">
          <ac:chgData name="Eskandari, Marzieh" userId="6f7e8ab1-ced9-4cd8-8d9c-9e0f76df628a" providerId="ADAL" clId="{5F4653E6-588C-449F-882E-1257AC0BE145}" dt="2026-04-21T00:23:10.103" v="971" actId="1076"/>
          <ac:spMkLst>
            <pc:docMk/>
            <pc:sldMk cId="3682584278" sldId="676"/>
            <ac:spMk id="29" creationId="{A66D15AB-3FF3-846E-9A06-52755D961EBB}"/>
          </ac:spMkLst>
        </pc:spChg>
        <pc:spChg chg="add mod">
          <ac:chgData name="Eskandari, Marzieh" userId="6f7e8ab1-ced9-4cd8-8d9c-9e0f76df628a" providerId="ADAL" clId="{5F4653E6-588C-449F-882E-1257AC0BE145}" dt="2026-04-21T00:23:10.103" v="971" actId="1076"/>
          <ac:spMkLst>
            <pc:docMk/>
            <pc:sldMk cId="3682584278" sldId="676"/>
            <ac:spMk id="30" creationId="{831857A4-6570-3D54-8C3C-07B62EDD16C7}"/>
          </ac:spMkLst>
        </pc:spChg>
        <pc:spChg chg="add del mod">
          <ac:chgData name="Eskandari, Marzieh" userId="6f7e8ab1-ced9-4cd8-8d9c-9e0f76df628a" providerId="ADAL" clId="{5F4653E6-588C-449F-882E-1257AC0BE145}" dt="2026-04-21T00:09:10.947" v="865" actId="478"/>
          <ac:spMkLst>
            <pc:docMk/>
            <pc:sldMk cId="3682584278" sldId="676"/>
            <ac:spMk id="31" creationId="{85082211-CAE0-A19F-F3B8-4E7A8620D4C8}"/>
          </ac:spMkLst>
        </pc:spChg>
        <pc:spChg chg="add del mod">
          <ac:chgData name="Eskandari, Marzieh" userId="6f7e8ab1-ced9-4cd8-8d9c-9e0f76df628a" providerId="ADAL" clId="{5F4653E6-588C-449F-882E-1257AC0BE145}" dt="2026-04-21T00:09:08.768" v="864" actId="478"/>
          <ac:spMkLst>
            <pc:docMk/>
            <pc:sldMk cId="3682584278" sldId="676"/>
            <ac:spMk id="32" creationId="{8DCC2F1C-87F9-AB34-78F0-22A429276617}"/>
          </ac:spMkLst>
        </pc:spChg>
        <pc:spChg chg="add del mod">
          <ac:chgData name="Eskandari, Marzieh" userId="6f7e8ab1-ced9-4cd8-8d9c-9e0f76df628a" providerId="ADAL" clId="{5F4653E6-588C-449F-882E-1257AC0BE145}" dt="2026-04-21T00:11:59.832" v="896" actId="478"/>
          <ac:spMkLst>
            <pc:docMk/>
            <pc:sldMk cId="3682584278" sldId="676"/>
            <ac:spMk id="33" creationId="{30DC2F2C-46CE-85F7-D8CE-CD8E0708B4C6}"/>
          </ac:spMkLst>
        </pc:spChg>
        <pc:spChg chg="add mod">
          <ac:chgData name="Eskandari, Marzieh" userId="6f7e8ab1-ced9-4cd8-8d9c-9e0f76df628a" providerId="ADAL" clId="{5F4653E6-588C-449F-882E-1257AC0BE145}" dt="2026-04-21T00:23:16.803" v="972" actId="1076"/>
          <ac:spMkLst>
            <pc:docMk/>
            <pc:sldMk cId="3682584278" sldId="676"/>
            <ac:spMk id="34" creationId="{4CD876C9-E06E-50DC-D25B-905153DC8952}"/>
          </ac:spMkLst>
        </pc:spChg>
        <pc:spChg chg="add mod">
          <ac:chgData name="Eskandari, Marzieh" userId="6f7e8ab1-ced9-4cd8-8d9c-9e0f76df628a" providerId="ADAL" clId="{5F4653E6-588C-449F-882E-1257AC0BE145}" dt="2026-04-21T00:23:16.803" v="972" actId="1076"/>
          <ac:spMkLst>
            <pc:docMk/>
            <pc:sldMk cId="3682584278" sldId="676"/>
            <ac:spMk id="35" creationId="{FC9BA754-57A9-FCD1-1D6D-0F2AD297C93E}"/>
          </ac:spMkLst>
        </pc:spChg>
        <pc:spChg chg="add mod">
          <ac:chgData name="Eskandari, Marzieh" userId="6f7e8ab1-ced9-4cd8-8d9c-9e0f76df628a" providerId="ADAL" clId="{5F4653E6-588C-449F-882E-1257AC0BE145}" dt="2026-04-21T00:23:16.803" v="972" actId="1076"/>
          <ac:spMkLst>
            <pc:docMk/>
            <pc:sldMk cId="3682584278" sldId="676"/>
            <ac:spMk id="36" creationId="{3C57F0EF-DDFA-3221-7540-89406A7B7343}"/>
          </ac:spMkLst>
        </pc:spChg>
        <pc:spChg chg="add mod">
          <ac:chgData name="Eskandari, Marzieh" userId="6f7e8ab1-ced9-4cd8-8d9c-9e0f76df628a" providerId="ADAL" clId="{5F4653E6-588C-449F-882E-1257AC0BE145}" dt="2026-04-21T00:23:16.803" v="972" actId="1076"/>
          <ac:spMkLst>
            <pc:docMk/>
            <pc:sldMk cId="3682584278" sldId="676"/>
            <ac:spMk id="37" creationId="{FE1A99DB-FA38-5D16-8B69-804F8DCF414E}"/>
          </ac:spMkLst>
        </pc:spChg>
        <pc:spChg chg="add del mod">
          <ac:chgData name="Eskandari, Marzieh" userId="6f7e8ab1-ced9-4cd8-8d9c-9e0f76df628a" providerId="ADAL" clId="{5F4653E6-588C-449F-882E-1257AC0BE145}" dt="2026-04-21T00:22:03.470" v="942" actId="478"/>
          <ac:spMkLst>
            <pc:docMk/>
            <pc:sldMk cId="3682584278" sldId="676"/>
            <ac:spMk id="38" creationId="{3A11B96D-4A31-9233-0E0E-20A742FB3E76}"/>
          </ac:spMkLst>
        </pc:spChg>
        <pc:spChg chg="add del mod">
          <ac:chgData name="Eskandari, Marzieh" userId="6f7e8ab1-ced9-4cd8-8d9c-9e0f76df628a" providerId="ADAL" clId="{5F4653E6-588C-449F-882E-1257AC0BE145}" dt="2026-04-21T00:22:03.470" v="942" actId="478"/>
          <ac:spMkLst>
            <pc:docMk/>
            <pc:sldMk cId="3682584278" sldId="676"/>
            <ac:spMk id="39" creationId="{57E9BEB3-0E7F-0807-1C3A-B741500571C3}"/>
          </ac:spMkLst>
        </pc:spChg>
        <pc:spChg chg="add del mod">
          <ac:chgData name="Eskandari, Marzieh" userId="6f7e8ab1-ced9-4cd8-8d9c-9e0f76df628a" providerId="ADAL" clId="{5F4653E6-588C-449F-882E-1257AC0BE145}" dt="2026-04-21T00:22:03.470" v="942" actId="478"/>
          <ac:spMkLst>
            <pc:docMk/>
            <pc:sldMk cId="3682584278" sldId="676"/>
            <ac:spMk id="40" creationId="{3F433FE3-5E42-5EC5-99B3-8FE3A1A05BF5}"/>
          </ac:spMkLst>
        </pc:spChg>
        <pc:spChg chg="add del mod">
          <ac:chgData name="Eskandari, Marzieh" userId="6f7e8ab1-ced9-4cd8-8d9c-9e0f76df628a" providerId="ADAL" clId="{5F4653E6-588C-449F-882E-1257AC0BE145}" dt="2026-04-21T00:22:03.470" v="942" actId="478"/>
          <ac:spMkLst>
            <pc:docMk/>
            <pc:sldMk cId="3682584278" sldId="676"/>
            <ac:spMk id="41" creationId="{D7C57879-5DE1-63FB-9340-ED2BB09D5376}"/>
          </ac:spMkLst>
        </pc:spChg>
        <pc:spChg chg="add mod">
          <ac:chgData name="Eskandari, Marzieh" userId="6f7e8ab1-ced9-4cd8-8d9c-9e0f76df628a" providerId="ADAL" clId="{5F4653E6-588C-449F-882E-1257AC0BE145}" dt="2026-04-21T00:23:16.803" v="972" actId="1076"/>
          <ac:spMkLst>
            <pc:docMk/>
            <pc:sldMk cId="3682584278" sldId="676"/>
            <ac:spMk id="42" creationId="{1B897D52-804C-6D79-72CD-EB44BAD68665}"/>
          </ac:spMkLst>
        </pc:spChg>
        <pc:spChg chg="add mod">
          <ac:chgData name="Eskandari, Marzieh" userId="6f7e8ab1-ced9-4cd8-8d9c-9e0f76df628a" providerId="ADAL" clId="{5F4653E6-588C-449F-882E-1257AC0BE145}" dt="2026-04-21T00:23:24.311" v="974" actId="1076"/>
          <ac:spMkLst>
            <pc:docMk/>
            <pc:sldMk cId="3682584278" sldId="676"/>
            <ac:spMk id="43" creationId="{652E1DD1-9E79-33D9-A51B-30D95B5432E5}"/>
          </ac:spMkLst>
        </pc:spChg>
        <pc:spChg chg="add mod">
          <ac:chgData name="Eskandari, Marzieh" userId="6f7e8ab1-ced9-4cd8-8d9c-9e0f76df628a" providerId="ADAL" clId="{5F4653E6-588C-449F-882E-1257AC0BE145}" dt="2026-04-21T00:23:24.311" v="974" actId="1076"/>
          <ac:spMkLst>
            <pc:docMk/>
            <pc:sldMk cId="3682584278" sldId="676"/>
            <ac:spMk id="44" creationId="{3B64E8EE-C5CE-0C94-C68C-5AEA2F243DD3}"/>
          </ac:spMkLst>
        </pc:spChg>
        <pc:spChg chg="add mod">
          <ac:chgData name="Eskandari, Marzieh" userId="6f7e8ab1-ced9-4cd8-8d9c-9e0f76df628a" providerId="ADAL" clId="{5F4653E6-588C-449F-882E-1257AC0BE145}" dt="2026-04-21T00:23:24.311" v="974" actId="1076"/>
          <ac:spMkLst>
            <pc:docMk/>
            <pc:sldMk cId="3682584278" sldId="676"/>
            <ac:spMk id="45" creationId="{5929EA16-43B3-0077-F0B0-FD6CA4911881}"/>
          </ac:spMkLst>
        </pc:spChg>
        <pc:spChg chg="add mod">
          <ac:chgData name="Eskandari, Marzieh" userId="6f7e8ab1-ced9-4cd8-8d9c-9e0f76df628a" providerId="ADAL" clId="{5F4653E6-588C-449F-882E-1257AC0BE145}" dt="2026-04-21T00:23:24.311" v="974" actId="1076"/>
          <ac:spMkLst>
            <pc:docMk/>
            <pc:sldMk cId="3682584278" sldId="676"/>
            <ac:spMk id="46" creationId="{112ABB01-147C-79BD-D3A8-E8AE649AE4BE}"/>
          </ac:spMkLst>
        </pc:spChg>
        <pc:spChg chg="add mod">
          <ac:chgData name="Eskandari, Marzieh" userId="6f7e8ab1-ced9-4cd8-8d9c-9e0f76df628a" providerId="ADAL" clId="{5F4653E6-588C-449F-882E-1257AC0BE145}" dt="2026-04-21T00:23:24.311" v="974" actId="1076"/>
          <ac:spMkLst>
            <pc:docMk/>
            <pc:sldMk cId="3682584278" sldId="676"/>
            <ac:spMk id="47" creationId="{77A0CD5E-DE7B-9638-7E71-82CE55C459E3}"/>
          </ac:spMkLst>
        </pc:spChg>
        <pc:spChg chg="add del mod">
          <ac:chgData name="Eskandari, Marzieh" userId="6f7e8ab1-ced9-4cd8-8d9c-9e0f76df628a" providerId="ADAL" clId="{5F4653E6-588C-449F-882E-1257AC0BE145}" dt="2026-04-21T00:23:38.298" v="978" actId="478"/>
          <ac:spMkLst>
            <pc:docMk/>
            <pc:sldMk cId="3682584278" sldId="676"/>
            <ac:spMk id="48" creationId="{BC776B45-98D2-73B2-7AEE-8E871F972EF0}"/>
          </ac:spMkLst>
        </pc:spChg>
        <pc:spChg chg="add mod">
          <ac:chgData name="Eskandari, Marzieh" userId="6f7e8ab1-ced9-4cd8-8d9c-9e0f76df628a" providerId="ADAL" clId="{5F4653E6-588C-449F-882E-1257AC0BE145}" dt="2026-04-21T00:24:03.316" v="981" actId="1076"/>
          <ac:spMkLst>
            <pc:docMk/>
            <pc:sldMk cId="3682584278" sldId="676"/>
            <ac:spMk id="49" creationId="{64E2BA1C-EC3D-446B-CEE1-F599DCBC0CC7}"/>
          </ac:spMkLst>
        </pc:spChg>
        <pc:spChg chg="add mod">
          <ac:chgData name="Eskandari, Marzieh" userId="6f7e8ab1-ced9-4cd8-8d9c-9e0f76df628a" providerId="ADAL" clId="{5F4653E6-588C-449F-882E-1257AC0BE145}" dt="2026-04-21T00:25:13.150" v="1025" actId="1036"/>
          <ac:spMkLst>
            <pc:docMk/>
            <pc:sldMk cId="3682584278" sldId="676"/>
            <ac:spMk id="50" creationId="{FF330933-3961-3947-E1EF-92699052F8D7}"/>
          </ac:spMkLst>
        </pc:spChg>
        <pc:spChg chg="add mod">
          <ac:chgData name="Eskandari, Marzieh" userId="6f7e8ab1-ced9-4cd8-8d9c-9e0f76df628a" providerId="ADAL" clId="{5F4653E6-588C-449F-882E-1257AC0BE145}" dt="2026-04-21T00:25:00.059" v="1022" actId="208"/>
          <ac:spMkLst>
            <pc:docMk/>
            <pc:sldMk cId="3682584278" sldId="676"/>
            <ac:spMk id="51" creationId="{5F26165A-3CB0-09AE-1BE8-526FC055D38A}"/>
          </ac:spMkLst>
        </pc:spChg>
        <pc:grpChg chg="add del mod">
          <ac:chgData name="Eskandari, Marzieh" userId="6f7e8ab1-ced9-4cd8-8d9c-9e0f76df628a" providerId="ADAL" clId="{5F4653E6-588C-449F-882E-1257AC0BE145}" dt="2026-04-20T23:56:16.250" v="678" actId="478"/>
          <ac:grpSpMkLst>
            <pc:docMk/>
            <pc:sldMk cId="3682584278" sldId="676"/>
            <ac:grpSpMk id="8" creationId="{0EA7ABB3-03B4-CAB6-8560-0C76DDBEB81F}"/>
          </ac:grpSpMkLst>
        </pc:grpChg>
        <pc:grpChg chg="add del mod">
          <ac:chgData name="Eskandari, Marzieh" userId="6f7e8ab1-ced9-4cd8-8d9c-9e0f76df628a" providerId="ADAL" clId="{5F4653E6-588C-449F-882E-1257AC0BE145}" dt="2026-04-21T00:00:19.495" v="742" actId="478"/>
          <ac:grpSpMkLst>
            <pc:docMk/>
            <pc:sldMk cId="3682584278" sldId="676"/>
            <ac:grpSpMk id="12" creationId="{EB7C09FF-FC0C-571D-980A-5ED87E5575F8}"/>
          </ac:grpSpMkLst>
        </pc:grpChg>
        <pc:grpChg chg="add del mod">
          <ac:chgData name="Eskandari, Marzieh" userId="6f7e8ab1-ced9-4cd8-8d9c-9e0f76df628a" providerId="ADAL" clId="{5F4653E6-588C-449F-882E-1257AC0BE145}" dt="2026-04-21T00:00:17.998" v="741" actId="478"/>
          <ac:grpSpMkLst>
            <pc:docMk/>
            <pc:sldMk cId="3682584278" sldId="676"/>
            <ac:grpSpMk id="15" creationId="{1C66E708-8637-7820-0AC2-7D17035C5842}"/>
          </ac:grpSpMkLst>
        </pc:grpChg>
        <pc:grpChg chg="add del mod">
          <ac:chgData name="Eskandari, Marzieh" userId="6f7e8ab1-ced9-4cd8-8d9c-9e0f76df628a" providerId="ADAL" clId="{5F4653E6-588C-449F-882E-1257AC0BE145}" dt="2026-04-21T00:03:47.979" v="794" actId="21"/>
          <ac:grpSpMkLst>
            <pc:docMk/>
            <pc:sldMk cId="3682584278" sldId="676"/>
            <ac:grpSpMk id="18" creationId="{D68D2CC6-516F-C1A5-2215-32EF935A94AE}"/>
          </ac:grpSpMkLst>
        </pc:grpChg>
        <pc:grpChg chg="add del mod">
          <ac:chgData name="Eskandari, Marzieh" userId="6f7e8ab1-ced9-4cd8-8d9c-9e0f76df628a" providerId="ADAL" clId="{5F4653E6-588C-449F-882E-1257AC0BE145}" dt="2026-04-21T00:02:44.989" v="778" actId="21"/>
          <ac:grpSpMkLst>
            <pc:docMk/>
            <pc:sldMk cId="3682584278" sldId="676"/>
            <ac:grpSpMk id="21" creationId="{4A7DC977-2B36-4FF0-C7E2-60D6242BBA85}"/>
          </ac:grpSpMkLst>
        </pc:grpChg>
        <pc:grpChg chg="add del mod">
          <ac:chgData name="Eskandari, Marzieh" userId="6f7e8ab1-ced9-4cd8-8d9c-9e0f76df628a" providerId="ADAL" clId="{5F4653E6-588C-449F-882E-1257AC0BE145}" dt="2026-04-21T00:23:10.103" v="971" actId="1076"/>
          <ac:grpSpMkLst>
            <pc:docMk/>
            <pc:sldMk cId="3682584278" sldId="676"/>
            <ac:grpSpMk id="26" creationId="{6FC6849C-C5DF-0231-5918-7E7B8D499011}"/>
          </ac:grpSpMkLst>
        </pc:grpChg>
        <pc:grpChg chg="add mod">
          <ac:chgData name="Eskandari, Marzieh" userId="6f7e8ab1-ced9-4cd8-8d9c-9e0f76df628a" providerId="ADAL" clId="{5F4653E6-588C-449F-882E-1257AC0BE145}" dt="2026-04-21T00:23:10.103" v="971" actId="1076"/>
          <ac:grpSpMkLst>
            <pc:docMk/>
            <pc:sldMk cId="3682584278" sldId="676"/>
            <ac:grpSpMk id="27" creationId="{2D59ADCE-B4F2-1E98-06BE-B29B3AAB2CB8}"/>
          </ac:grpSpMkLst>
        </pc:grpChg>
        <pc:picChg chg="del mod topLvl">
          <ac:chgData name="Eskandari, Marzieh" userId="6f7e8ab1-ced9-4cd8-8d9c-9e0f76df628a" providerId="ADAL" clId="{5F4653E6-588C-449F-882E-1257AC0BE145}" dt="2026-04-20T23:56:16.250" v="678" actId="478"/>
          <ac:picMkLst>
            <pc:docMk/>
            <pc:sldMk cId="3682584278" sldId="676"/>
            <ac:picMk id="11" creationId="{34D46500-702A-74CC-3B0D-A91D1B2EA609}"/>
          </ac:picMkLst>
        </pc:picChg>
        <pc:picChg chg="mod">
          <ac:chgData name="Eskandari, Marzieh" userId="6f7e8ab1-ced9-4cd8-8d9c-9e0f76df628a" providerId="ADAL" clId="{5F4653E6-588C-449F-882E-1257AC0BE145}" dt="2026-04-20T23:57:04.462" v="708" actId="1036"/>
          <ac:picMkLst>
            <pc:docMk/>
            <pc:sldMk cId="3682584278" sldId="676"/>
            <ac:picMk id="14" creationId="{53ECB75C-88AE-C687-E45C-CF637B4365F3}"/>
          </ac:picMkLst>
        </pc:picChg>
        <pc:picChg chg="mod">
          <ac:chgData name="Eskandari, Marzieh" userId="6f7e8ab1-ced9-4cd8-8d9c-9e0f76df628a" providerId="ADAL" clId="{5F4653E6-588C-449F-882E-1257AC0BE145}" dt="2026-04-20T23:58:19.753" v="727" actId="1076"/>
          <ac:picMkLst>
            <pc:docMk/>
            <pc:sldMk cId="3682584278" sldId="676"/>
            <ac:picMk id="17" creationId="{4D214E85-1003-A412-94CA-46B7C750B8EA}"/>
          </ac:picMkLst>
        </pc:picChg>
        <pc:picChg chg="add del mod topLvl">
          <ac:chgData name="Eskandari, Marzieh" userId="6f7e8ab1-ced9-4cd8-8d9c-9e0f76df628a" providerId="ADAL" clId="{5F4653E6-588C-449F-882E-1257AC0BE145}" dt="2026-04-21T00:04:36.896" v="820" actId="164"/>
          <ac:picMkLst>
            <pc:docMk/>
            <pc:sldMk cId="3682584278" sldId="676"/>
            <ac:picMk id="20" creationId="{62E00854-3A33-8AC8-879D-F0F4BA476759}"/>
          </ac:picMkLst>
        </pc:picChg>
        <pc:picChg chg="mod topLvl">
          <ac:chgData name="Eskandari, Marzieh" userId="6f7e8ab1-ced9-4cd8-8d9c-9e0f76df628a" providerId="ADAL" clId="{5F4653E6-588C-449F-882E-1257AC0BE145}" dt="2026-04-21T00:05:14.544" v="825" actId="208"/>
          <ac:picMkLst>
            <pc:docMk/>
            <pc:sldMk cId="3682584278" sldId="676"/>
            <ac:picMk id="23" creationId="{0A753042-EBF7-9E4A-4422-9D40118C73A5}"/>
          </ac:picMkLst>
        </pc:pic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2066481010" sldId="677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2066481010" sldId="677"/>
            <ac:spMk id="3" creationId="{D77DB15D-6CC1-4FCD-984E-A5DB0C185B46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784151074" sldId="678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784151074" sldId="678"/>
            <ac:spMk id="3" creationId="{D77DB15D-6CC1-4FCD-984E-A5DB0C185B46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654324909" sldId="680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654324909" sldId="680"/>
            <ac:spMk id="3" creationId="{FC3ED79B-6FD4-488A-BF67-23043EE087E2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473126210" sldId="688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473126210" sldId="688"/>
            <ac:spMk id="3" creationId="{D77DB15D-6CC1-4FCD-984E-A5DB0C185B46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449274380" sldId="689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449274380" sldId="689"/>
            <ac:spMk id="3" creationId="{EF7077C1-9F2C-480D-9DBA-B57B97F32239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236934802" sldId="690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236934802" sldId="690"/>
            <ac:spMk id="19" creationId="{D42F3761-78EE-4C90-B6A3-2AF82BB4534F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2326727931" sldId="691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2326727931" sldId="691"/>
            <ac:spMk id="3" creationId="{6AB0DD93-2810-4032-9869-E84F9E6237C6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646027418" sldId="692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646027418" sldId="692"/>
            <ac:spMk id="5" creationId="{80C99AA4-A1C8-4999-A35C-CB498E779B25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2233567984" sldId="693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2233567984" sldId="693"/>
            <ac:spMk id="5" creationId="{80C99AA4-A1C8-4999-A35C-CB498E779B25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773712396" sldId="694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773712396" sldId="694"/>
            <ac:spMk id="5" creationId="{80C99AA4-A1C8-4999-A35C-CB498E779B25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79170166" sldId="695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79170166" sldId="695"/>
            <ac:spMk id="5" creationId="{80C99AA4-A1C8-4999-A35C-CB498E779B25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2880361" sldId="696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2880361" sldId="696"/>
            <ac:spMk id="5" creationId="{80C99AA4-A1C8-4999-A35C-CB498E779B25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654650336" sldId="697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654650336" sldId="697"/>
            <ac:spMk id="5" creationId="{80C99AA4-A1C8-4999-A35C-CB498E779B25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3081180336" sldId="698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3081180336" sldId="698"/>
            <ac:spMk id="5" creationId="{80C99AA4-A1C8-4999-A35C-CB498E779B25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1954435225" sldId="699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1954435225" sldId="699"/>
            <ac:spMk id="5" creationId="{80C99AA4-A1C8-4999-A35C-CB498E779B25}"/>
          </ac:spMkLst>
        </pc:spChg>
      </pc:sldChg>
      <pc:sldChg chg="modSp del">
        <pc:chgData name="Eskandari, Marzieh" userId="6f7e8ab1-ced9-4cd8-8d9c-9e0f76df628a" providerId="ADAL" clId="{5F4653E6-588C-449F-882E-1257AC0BE145}" dt="2026-04-21T00:41:29.869" v="1194" actId="47"/>
        <pc:sldMkLst>
          <pc:docMk/>
          <pc:sldMk cId="4292540450" sldId="700"/>
        </pc:sldMkLst>
        <pc:spChg chg="mod">
          <ac:chgData name="Eskandari, Marzieh" userId="6f7e8ab1-ced9-4cd8-8d9c-9e0f76df628a" providerId="ADAL" clId="{5F4653E6-588C-449F-882E-1257AC0BE145}" dt="2026-04-20T22:25:12.003" v="6"/>
          <ac:spMkLst>
            <pc:docMk/>
            <pc:sldMk cId="4292540450" sldId="700"/>
            <ac:spMk id="5" creationId="{80C99AA4-A1C8-4999-A35C-CB498E779B25}"/>
          </ac:spMkLst>
        </pc:spChg>
      </pc:sldChg>
      <pc:sldChg chg="addSp delSp modSp add mod">
        <pc:chgData name="Eskandari, Marzieh" userId="6f7e8ab1-ced9-4cd8-8d9c-9e0f76df628a" providerId="ADAL" clId="{5F4653E6-588C-449F-882E-1257AC0BE145}" dt="2026-04-21T00:40:54.266" v="1187" actId="478"/>
        <pc:sldMkLst>
          <pc:docMk/>
          <pc:sldMk cId="3659748709" sldId="701"/>
        </pc:sldMkLst>
        <pc:spChg chg="del mod">
          <ac:chgData name="Eskandari, Marzieh" userId="6f7e8ab1-ced9-4cd8-8d9c-9e0f76df628a" providerId="ADAL" clId="{5F4653E6-588C-449F-882E-1257AC0BE145}" dt="2026-04-20T22:45:37.991" v="64" actId="478"/>
          <ac:spMkLst>
            <pc:docMk/>
            <pc:sldMk cId="3659748709" sldId="701"/>
            <ac:spMk id="2" creationId="{CE542B3B-8955-4821-9EFF-0C9E9C357DA8}"/>
          </ac:spMkLst>
        </pc:spChg>
        <pc:spChg chg="mod">
          <ac:chgData name="Eskandari, Marzieh" userId="6f7e8ab1-ced9-4cd8-8d9c-9e0f76df628a" providerId="ADAL" clId="{5F4653E6-588C-449F-882E-1257AC0BE145}" dt="2026-04-21T00:32:19.252" v="1149" actId="207"/>
          <ac:spMkLst>
            <pc:docMk/>
            <pc:sldMk cId="3659748709" sldId="701"/>
            <ac:spMk id="4" creationId="{6D615D8D-16FA-65B8-A831-90C169102556}"/>
          </ac:spMkLst>
        </pc:spChg>
        <pc:spChg chg="del mod">
          <ac:chgData name="Eskandari, Marzieh" userId="6f7e8ab1-ced9-4cd8-8d9c-9e0f76df628a" providerId="ADAL" clId="{5F4653E6-588C-449F-882E-1257AC0BE145}" dt="2026-04-21T00:40:54.266" v="1187" actId="478"/>
          <ac:spMkLst>
            <pc:docMk/>
            <pc:sldMk cId="3659748709" sldId="701"/>
            <ac:spMk id="5" creationId="{1B51B9CF-69BE-4153-9ACC-B777CF599CCF}"/>
          </ac:spMkLst>
        </pc:spChg>
        <pc:spChg chg="del">
          <ac:chgData name="Eskandari, Marzieh" userId="6f7e8ab1-ced9-4cd8-8d9c-9e0f76df628a" providerId="ADAL" clId="{5F4653E6-588C-449F-882E-1257AC0BE145}" dt="2026-04-21T00:29:09.789" v="1093" actId="478"/>
          <ac:spMkLst>
            <pc:docMk/>
            <pc:sldMk cId="3659748709" sldId="701"/>
            <ac:spMk id="6" creationId="{4F924E02-78B5-4D2A-B60E-3B5AD8D7A85B}"/>
          </ac:spMkLst>
        </pc:spChg>
        <pc:spChg chg="mod">
          <ac:chgData name="Eskandari, Marzieh" userId="6f7e8ab1-ced9-4cd8-8d9c-9e0f76df628a" providerId="ADAL" clId="{5F4653E6-588C-449F-882E-1257AC0BE145}" dt="2026-04-21T00:30:32.741" v="1114" actId="207"/>
          <ac:spMkLst>
            <pc:docMk/>
            <pc:sldMk cId="3659748709" sldId="701"/>
            <ac:spMk id="7" creationId="{96077383-6D95-4F7E-BF7C-563E7B69E15F}"/>
          </ac:spMkLst>
        </pc:spChg>
        <pc:spChg chg="add del mod">
          <ac:chgData name="Eskandari, Marzieh" userId="6f7e8ab1-ced9-4cd8-8d9c-9e0f76df628a" providerId="ADAL" clId="{5F4653E6-588C-449F-882E-1257AC0BE145}" dt="2026-04-20T22:45:41.137" v="65"/>
          <ac:spMkLst>
            <pc:docMk/>
            <pc:sldMk cId="3659748709" sldId="701"/>
            <ac:spMk id="8" creationId="{6B396284-B57D-8332-E74E-1484A562DE22}"/>
          </ac:spMkLst>
        </pc:spChg>
        <pc:spChg chg="add mod">
          <ac:chgData name="Eskandari, Marzieh" userId="6f7e8ab1-ced9-4cd8-8d9c-9e0f76df628a" providerId="ADAL" clId="{5F4653E6-588C-449F-882E-1257AC0BE145}" dt="2026-04-21T00:29:24.207" v="1106" actId="20577"/>
          <ac:spMkLst>
            <pc:docMk/>
            <pc:sldMk cId="3659748709" sldId="701"/>
            <ac:spMk id="10" creationId="{305E4B41-424A-CD23-2C08-8DF3FCEAA61F}"/>
          </ac:spMkLst>
        </pc:spChg>
        <pc:cxnChg chg="mod">
          <ac:chgData name="Eskandari, Marzieh" userId="6f7e8ab1-ced9-4cd8-8d9c-9e0f76df628a" providerId="ADAL" clId="{5F4653E6-588C-449F-882E-1257AC0BE145}" dt="2026-04-21T00:29:17.811" v="1094" actId="1076"/>
          <ac:cxnSpMkLst>
            <pc:docMk/>
            <pc:sldMk cId="3659748709" sldId="701"/>
            <ac:cxnSpMk id="9" creationId="{EF693E4C-974B-8B36-8E8F-9E87F6F093F2}"/>
          </ac:cxnSpMkLst>
        </pc:cxnChg>
      </pc:sldChg>
      <pc:sldChg chg="addSp delSp modSp add mod">
        <pc:chgData name="Eskandari, Marzieh" userId="6f7e8ab1-ced9-4cd8-8d9c-9e0f76df628a" providerId="ADAL" clId="{5F4653E6-588C-449F-882E-1257AC0BE145}" dt="2026-04-21T00:40:50.530" v="1186" actId="478"/>
        <pc:sldMkLst>
          <pc:docMk/>
          <pc:sldMk cId="2418770178" sldId="702"/>
        </pc:sldMkLst>
        <pc:spChg chg="del mod">
          <ac:chgData name="Eskandari, Marzieh" userId="6f7e8ab1-ced9-4cd8-8d9c-9e0f76df628a" providerId="ADAL" clId="{5F4653E6-588C-449F-882E-1257AC0BE145}" dt="2026-04-20T22:45:47.464" v="66" actId="478"/>
          <ac:spMkLst>
            <pc:docMk/>
            <pc:sldMk cId="2418770178" sldId="702"/>
            <ac:spMk id="2" creationId="{CE542B3B-8955-4821-9EFF-0C9E9C357DA8}"/>
          </ac:spMkLst>
        </pc:spChg>
        <pc:spChg chg="mod">
          <ac:chgData name="Eskandari, Marzieh" userId="6f7e8ab1-ced9-4cd8-8d9c-9e0f76df628a" providerId="ADAL" clId="{5F4653E6-588C-449F-882E-1257AC0BE145}" dt="2026-04-21T00:33:05.547" v="1155" actId="207"/>
          <ac:spMkLst>
            <pc:docMk/>
            <pc:sldMk cId="2418770178" sldId="702"/>
            <ac:spMk id="3" creationId="{E24B965A-D03F-4A5C-A012-1903788B5BCC}"/>
          </ac:spMkLst>
        </pc:spChg>
        <pc:spChg chg="del mod">
          <ac:chgData name="Eskandari, Marzieh" userId="6f7e8ab1-ced9-4cd8-8d9c-9e0f76df628a" providerId="ADAL" clId="{5F4653E6-588C-449F-882E-1257AC0BE145}" dt="2026-04-21T00:40:50.530" v="1186" actId="478"/>
          <ac:spMkLst>
            <pc:docMk/>
            <pc:sldMk cId="2418770178" sldId="702"/>
            <ac:spMk id="5" creationId="{1B51B9CF-69BE-4153-9ACC-B777CF599CCF}"/>
          </ac:spMkLst>
        </pc:spChg>
        <pc:spChg chg="add del mod">
          <ac:chgData name="Eskandari, Marzieh" userId="6f7e8ab1-ced9-4cd8-8d9c-9e0f76df628a" providerId="ADAL" clId="{5F4653E6-588C-449F-882E-1257AC0BE145}" dt="2026-04-20T22:45:49.258" v="67"/>
          <ac:spMkLst>
            <pc:docMk/>
            <pc:sldMk cId="2418770178" sldId="702"/>
            <ac:spMk id="6" creationId="{3922FC7D-6D5C-2294-F4BE-4934EE96D065}"/>
          </ac:spMkLst>
        </pc:spChg>
        <pc:spChg chg="add mod">
          <ac:chgData name="Eskandari, Marzieh" userId="6f7e8ab1-ced9-4cd8-8d9c-9e0f76df628a" providerId="ADAL" clId="{5F4653E6-588C-449F-882E-1257AC0BE145}" dt="2026-04-20T22:45:49.258" v="67"/>
          <ac:spMkLst>
            <pc:docMk/>
            <pc:sldMk cId="2418770178" sldId="702"/>
            <ac:spMk id="7" creationId="{5D4B61FB-9C9A-1461-0039-5452A67E56A7}"/>
          </ac:spMkLst>
        </pc:spChg>
      </pc:sldChg>
      <pc:sldChg chg="delSp modSp add mod modAnim">
        <pc:chgData name="Eskandari, Marzieh" userId="6f7e8ab1-ced9-4cd8-8d9c-9e0f76df628a" providerId="ADAL" clId="{5F4653E6-588C-449F-882E-1257AC0BE145}" dt="2026-04-21T00:40:41.140" v="1183" actId="478"/>
        <pc:sldMkLst>
          <pc:docMk/>
          <pc:sldMk cId="3407114629" sldId="703"/>
        </pc:sldMkLst>
        <pc:spChg chg="del mod">
          <ac:chgData name="Eskandari, Marzieh" userId="6f7e8ab1-ced9-4cd8-8d9c-9e0f76df628a" providerId="ADAL" clId="{5F4653E6-588C-449F-882E-1257AC0BE145}" dt="2026-04-21T00:40:41.140" v="1183" actId="478"/>
          <ac:spMkLst>
            <pc:docMk/>
            <pc:sldMk cId="3407114629" sldId="703"/>
            <ac:spMk id="3" creationId="{D77DB15D-6CC1-4FCD-984E-A5DB0C185B46}"/>
          </ac:spMkLst>
        </pc:spChg>
      </pc:sldChg>
      <pc:sldChg chg="delSp modSp add mod">
        <pc:chgData name="Eskandari, Marzieh" userId="6f7e8ab1-ced9-4cd8-8d9c-9e0f76df628a" providerId="ADAL" clId="{5F4653E6-588C-449F-882E-1257AC0BE145}" dt="2026-04-21T00:40:30.402" v="1182" actId="478"/>
        <pc:sldMkLst>
          <pc:docMk/>
          <pc:sldMk cId="3301543152" sldId="704"/>
        </pc:sldMkLst>
        <pc:spChg chg="del mod">
          <ac:chgData name="Eskandari, Marzieh" userId="6f7e8ab1-ced9-4cd8-8d9c-9e0f76df628a" providerId="ADAL" clId="{5F4653E6-588C-449F-882E-1257AC0BE145}" dt="2026-04-21T00:40:30.402" v="1182" actId="478"/>
          <ac:spMkLst>
            <pc:docMk/>
            <pc:sldMk cId="3301543152" sldId="704"/>
            <ac:spMk id="3" creationId="{D77DB15D-6CC1-4FCD-984E-A5DB0C185B46}"/>
          </ac:spMkLst>
        </pc:spChg>
      </pc:sldChg>
      <pc:sldChg chg="delSp modSp add mod">
        <pc:chgData name="Eskandari, Marzieh" userId="6f7e8ab1-ced9-4cd8-8d9c-9e0f76df628a" providerId="ADAL" clId="{5F4653E6-588C-449F-882E-1257AC0BE145}" dt="2026-04-21T00:40:26.010" v="1181" actId="478"/>
        <pc:sldMkLst>
          <pc:docMk/>
          <pc:sldMk cId="2280750455" sldId="705"/>
        </pc:sldMkLst>
        <pc:spChg chg="del mod">
          <ac:chgData name="Eskandari, Marzieh" userId="6f7e8ab1-ced9-4cd8-8d9c-9e0f76df628a" providerId="ADAL" clId="{5F4653E6-588C-449F-882E-1257AC0BE145}" dt="2026-04-21T00:40:26.010" v="1181" actId="478"/>
          <ac:spMkLst>
            <pc:docMk/>
            <pc:sldMk cId="2280750455" sldId="705"/>
            <ac:spMk id="3" creationId="{D77DB15D-6CC1-4FCD-984E-A5DB0C185B46}"/>
          </ac:spMkLst>
        </pc:spChg>
      </pc:sldChg>
      <pc:sldChg chg="delSp modSp add mod">
        <pc:chgData name="Eskandari, Marzieh" userId="6f7e8ab1-ced9-4cd8-8d9c-9e0f76df628a" providerId="ADAL" clId="{5F4653E6-588C-449F-882E-1257AC0BE145}" dt="2026-04-21T00:40:21.597" v="1180" actId="478"/>
        <pc:sldMkLst>
          <pc:docMk/>
          <pc:sldMk cId="2224758077" sldId="706"/>
        </pc:sldMkLst>
        <pc:spChg chg="del mod">
          <ac:chgData name="Eskandari, Marzieh" userId="6f7e8ab1-ced9-4cd8-8d9c-9e0f76df628a" providerId="ADAL" clId="{5F4653E6-588C-449F-882E-1257AC0BE145}" dt="2026-04-21T00:40:21.597" v="1180" actId="478"/>
          <ac:spMkLst>
            <pc:docMk/>
            <pc:sldMk cId="2224758077" sldId="706"/>
            <ac:spMk id="3" creationId="{D77DB15D-6CC1-4FCD-984E-A5DB0C185B46}"/>
          </ac:spMkLst>
        </pc:spChg>
      </pc:sldChg>
      <pc:sldChg chg="delSp modSp add mod">
        <pc:chgData name="Eskandari, Marzieh" userId="6f7e8ab1-ced9-4cd8-8d9c-9e0f76df628a" providerId="ADAL" clId="{5F4653E6-588C-449F-882E-1257AC0BE145}" dt="2026-04-21T00:39:54.517" v="1176" actId="478"/>
        <pc:sldMkLst>
          <pc:docMk/>
          <pc:sldMk cId="2566592572" sldId="707"/>
        </pc:sldMkLst>
        <pc:spChg chg="del mod">
          <ac:chgData name="Eskandari, Marzieh" userId="6f7e8ab1-ced9-4cd8-8d9c-9e0f76df628a" providerId="ADAL" clId="{5F4653E6-588C-449F-882E-1257AC0BE145}" dt="2026-04-21T00:39:54.517" v="1176" actId="478"/>
          <ac:spMkLst>
            <pc:docMk/>
            <pc:sldMk cId="2566592572" sldId="707"/>
            <ac:spMk id="3" creationId="{D77DB15D-6CC1-4FCD-984E-A5DB0C185B46}"/>
          </ac:spMkLst>
        </pc:spChg>
      </pc:sldChg>
      <pc:sldChg chg="delSp modSp add mod modAnim">
        <pc:chgData name="Eskandari, Marzieh" userId="6f7e8ab1-ced9-4cd8-8d9c-9e0f76df628a" providerId="ADAL" clId="{5F4653E6-588C-449F-882E-1257AC0BE145}" dt="2026-04-21T00:39:50.549" v="1175" actId="478"/>
        <pc:sldMkLst>
          <pc:docMk/>
          <pc:sldMk cId="2664187775" sldId="708"/>
        </pc:sldMkLst>
        <pc:spChg chg="del mod">
          <ac:chgData name="Eskandari, Marzieh" userId="6f7e8ab1-ced9-4cd8-8d9c-9e0f76df628a" providerId="ADAL" clId="{5F4653E6-588C-449F-882E-1257AC0BE145}" dt="2026-04-21T00:39:50.549" v="1175" actId="478"/>
          <ac:spMkLst>
            <pc:docMk/>
            <pc:sldMk cId="2664187775" sldId="708"/>
            <ac:spMk id="3" creationId="{D77DB15D-6CC1-4FCD-984E-A5DB0C185B46}"/>
          </ac:spMkLst>
        </pc:spChg>
      </pc:sldChg>
      <pc:sldChg chg="delSp modSp add mod">
        <pc:chgData name="Eskandari, Marzieh" userId="6f7e8ab1-ced9-4cd8-8d9c-9e0f76df628a" providerId="ADAL" clId="{5F4653E6-588C-449F-882E-1257AC0BE145}" dt="2026-04-21T00:39:46.094" v="1174" actId="478"/>
        <pc:sldMkLst>
          <pc:docMk/>
          <pc:sldMk cId="397714129" sldId="709"/>
        </pc:sldMkLst>
        <pc:spChg chg="del mod">
          <ac:chgData name="Eskandari, Marzieh" userId="6f7e8ab1-ced9-4cd8-8d9c-9e0f76df628a" providerId="ADAL" clId="{5F4653E6-588C-449F-882E-1257AC0BE145}" dt="2026-04-21T00:39:46.094" v="1174" actId="478"/>
          <ac:spMkLst>
            <pc:docMk/>
            <pc:sldMk cId="397714129" sldId="709"/>
            <ac:spMk id="3" creationId="{D77DB15D-6CC1-4FCD-984E-A5DB0C185B46}"/>
          </ac:spMkLst>
        </pc:spChg>
        <pc:spChg chg="mod">
          <ac:chgData name="Eskandari, Marzieh" userId="6f7e8ab1-ced9-4cd8-8d9c-9e0f76df628a" providerId="ADAL" clId="{5F4653E6-588C-449F-882E-1257AC0BE145}" dt="2026-04-21T00:38:09.280" v="1169" actId="207"/>
          <ac:spMkLst>
            <pc:docMk/>
            <pc:sldMk cId="397714129" sldId="709"/>
            <ac:spMk id="5" creationId="{00000000-0000-0000-0000-000000000000}"/>
          </ac:spMkLst>
        </pc:spChg>
      </pc:sldChg>
      <pc:sldChg chg="delSp modSp add mod">
        <pc:chgData name="Eskandari, Marzieh" userId="6f7e8ab1-ced9-4cd8-8d9c-9e0f76df628a" providerId="ADAL" clId="{5F4653E6-588C-449F-882E-1257AC0BE145}" dt="2026-04-21T00:39:26.014" v="1172" actId="478"/>
        <pc:sldMkLst>
          <pc:docMk/>
          <pc:sldMk cId="1877179939" sldId="710"/>
        </pc:sldMkLst>
        <pc:spChg chg="del mod">
          <ac:chgData name="Eskandari, Marzieh" userId="6f7e8ab1-ced9-4cd8-8d9c-9e0f76df628a" providerId="ADAL" clId="{5F4653E6-588C-449F-882E-1257AC0BE145}" dt="2026-04-21T00:39:26.014" v="1172" actId="478"/>
          <ac:spMkLst>
            <pc:docMk/>
            <pc:sldMk cId="1877179939" sldId="710"/>
            <ac:spMk id="3" creationId="{D77DB15D-6CC1-4FCD-984E-A5DB0C185B46}"/>
          </ac:spMkLst>
        </pc:spChg>
      </pc:sldChg>
      <pc:sldChg chg="modSp add del">
        <pc:chgData name="Eskandari, Marzieh" userId="6f7e8ab1-ced9-4cd8-8d9c-9e0f76df628a" providerId="ADAL" clId="{5F4653E6-588C-449F-882E-1257AC0BE145}" dt="2026-04-20T22:41:01.721" v="9" actId="47"/>
        <pc:sldMkLst>
          <pc:docMk/>
          <pc:sldMk cId="69181271" sldId="711"/>
        </pc:sldMkLst>
        <pc:spChg chg="mod">
          <ac:chgData name="Eskandari, Marzieh" userId="6f7e8ab1-ced9-4cd8-8d9c-9e0f76df628a" providerId="ADAL" clId="{5F4653E6-588C-449F-882E-1257AC0BE145}" dt="2026-04-20T22:26:01.636" v="7"/>
          <ac:spMkLst>
            <pc:docMk/>
            <pc:sldMk cId="69181271" sldId="711"/>
            <ac:spMk id="5" creationId="{C416A9DC-E344-4B64-9CFD-5B844A981FF1}"/>
          </ac:spMkLst>
        </pc:spChg>
      </pc:sldChg>
      <pc:sldChg chg="addSp delSp modSp add mod modAnim">
        <pc:chgData name="Eskandari, Marzieh" userId="6f7e8ab1-ced9-4cd8-8d9c-9e0f76df628a" providerId="ADAL" clId="{5F4653E6-588C-449F-882E-1257AC0BE145}" dt="2026-04-21T00:41:10.295" v="1190" actId="478"/>
        <pc:sldMkLst>
          <pc:docMk/>
          <pc:sldMk cId="3997147301" sldId="711"/>
        </pc:sldMkLst>
        <pc:spChg chg="mod">
          <ac:chgData name="Eskandari, Marzieh" userId="6f7e8ab1-ced9-4cd8-8d9c-9e0f76df628a" providerId="ADAL" clId="{5F4653E6-588C-449F-882E-1257AC0BE145}" dt="2026-04-20T22:42:26.262" v="13"/>
          <ac:spMkLst>
            <pc:docMk/>
            <pc:sldMk cId="3997147301" sldId="711"/>
            <ac:spMk id="2" creationId="{E095B734-6173-8818-AF36-74380A427B63}"/>
          </ac:spMkLst>
        </pc:spChg>
        <pc:spChg chg="mod">
          <ac:chgData name="Eskandari, Marzieh" userId="6f7e8ab1-ced9-4cd8-8d9c-9e0f76df628a" providerId="ADAL" clId="{5F4653E6-588C-449F-882E-1257AC0BE145}" dt="2026-04-20T23:09:11.964" v="391" actId="20577"/>
          <ac:spMkLst>
            <pc:docMk/>
            <pc:sldMk cId="3997147301" sldId="711"/>
            <ac:spMk id="3" creationId="{CCD7A28F-479F-549E-D08C-AA0CED0A5EAD}"/>
          </ac:spMkLst>
        </pc:spChg>
        <pc:spChg chg="del">
          <ac:chgData name="Eskandari, Marzieh" userId="6f7e8ab1-ced9-4cd8-8d9c-9e0f76df628a" providerId="ADAL" clId="{5F4653E6-588C-449F-882E-1257AC0BE145}" dt="2026-04-21T00:41:10.295" v="1190" actId="478"/>
          <ac:spMkLst>
            <pc:docMk/>
            <pc:sldMk cId="3997147301" sldId="711"/>
            <ac:spMk id="5" creationId="{869606EA-7F04-AD91-75DA-60E5072EFB9E}"/>
          </ac:spMkLst>
        </pc:spChg>
        <pc:spChg chg="add del">
          <ac:chgData name="Eskandari, Marzieh" userId="6f7e8ab1-ced9-4cd8-8d9c-9e0f76df628a" providerId="ADAL" clId="{5F4653E6-588C-449F-882E-1257AC0BE145}" dt="2026-04-20T22:44:45.015" v="54" actId="22"/>
          <ac:spMkLst>
            <pc:docMk/>
            <pc:sldMk cId="3997147301" sldId="711"/>
            <ac:spMk id="6" creationId="{D097A311-5C81-4E38-DD9F-C3B2C9922A3C}"/>
          </ac:spMkLst>
        </pc:spChg>
        <pc:spChg chg="add mod">
          <ac:chgData name="Eskandari, Marzieh" userId="6f7e8ab1-ced9-4cd8-8d9c-9e0f76df628a" providerId="ADAL" clId="{5F4653E6-588C-449F-882E-1257AC0BE145}" dt="2026-04-20T23:10:24.061" v="423" actId="20577"/>
          <ac:spMkLst>
            <pc:docMk/>
            <pc:sldMk cId="3997147301" sldId="711"/>
            <ac:spMk id="7" creationId="{20C6F1CF-85DD-3E39-5177-79C28BBEE263}"/>
          </ac:spMkLst>
        </pc:spChg>
        <pc:spChg chg="add mod">
          <ac:chgData name="Eskandari, Marzieh" userId="6f7e8ab1-ced9-4cd8-8d9c-9e0f76df628a" providerId="ADAL" clId="{5F4653E6-588C-449F-882E-1257AC0BE145}" dt="2026-04-20T23:50:18.151" v="475"/>
          <ac:spMkLst>
            <pc:docMk/>
            <pc:sldMk cId="3997147301" sldId="711"/>
            <ac:spMk id="8" creationId="{4F924E02-78B5-4D2A-B60E-3B5AD8D7A85B}"/>
          </ac:spMkLst>
        </pc:spChg>
      </pc:sldChg>
      <pc:sldChg chg="delSp modSp add mod">
        <pc:chgData name="Eskandari, Marzieh" userId="6f7e8ab1-ced9-4cd8-8d9c-9e0f76df628a" providerId="ADAL" clId="{5F4653E6-588C-449F-882E-1257AC0BE145}" dt="2026-04-21T00:41:13.168" v="1191" actId="478"/>
        <pc:sldMkLst>
          <pc:docMk/>
          <pc:sldMk cId="238992379" sldId="712"/>
        </pc:sldMkLst>
        <pc:spChg chg="mod">
          <ac:chgData name="Eskandari, Marzieh" userId="6f7e8ab1-ced9-4cd8-8d9c-9e0f76df628a" providerId="ADAL" clId="{5F4653E6-588C-449F-882E-1257AC0BE145}" dt="2026-04-20T23:06:55.019" v="322" actId="207"/>
          <ac:spMkLst>
            <pc:docMk/>
            <pc:sldMk cId="238992379" sldId="712"/>
            <ac:spMk id="3" creationId="{9CC14B18-D7CC-31FC-8932-D9DA6071B611}"/>
          </ac:spMkLst>
        </pc:spChg>
        <pc:spChg chg="del">
          <ac:chgData name="Eskandari, Marzieh" userId="6f7e8ab1-ced9-4cd8-8d9c-9e0f76df628a" providerId="ADAL" clId="{5F4653E6-588C-449F-882E-1257AC0BE145}" dt="2026-04-21T00:41:13.168" v="1191" actId="478"/>
          <ac:spMkLst>
            <pc:docMk/>
            <pc:sldMk cId="238992379" sldId="712"/>
            <ac:spMk id="5" creationId="{F642CA41-51DE-2AAD-C218-C5F037191C23}"/>
          </ac:spMkLst>
        </pc:spChg>
        <pc:spChg chg="mod">
          <ac:chgData name="Eskandari, Marzieh" userId="6f7e8ab1-ced9-4cd8-8d9c-9e0f76df628a" providerId="ADAL" clId="{5F4653E6-588C-449F-882E-1257AC0BE145}" dt="2026-04-20T22:51:20.805" v="122" actId="20577"/>
          <ac:spMkLst>
            <pc:docMk/>
            <pc:sldMk cId="238992379" sldId="712"/>
            <ac:spMk id="7" creationId="{8BC03A8E-307A-0190-AB67-C071B039B680}"/>
          </ac:spMkLst>
        </pc:spChg>
        <pc:spChg chg="mod">
          <ac:chgData name="Eskandari, Marzieh" userId="6f7e8ab1-ced9-4cd8-8d9c-9e0f76df628a" providerId="ADAL" clId="{5F4653E6-588C-449F-882E-1257AC0BE145}" dt="2026-04-20T23:09:16.682" v="393" actId="20577"/>
          <ac:spMkLst>
            <pc:docMk/>
            <pc:sldMk cId="238992379" sldId="712"/>
            <ac:spMk id="8" creationId="{4ECCFD17-12FF-862F-C490-8D6054AC9BC3}"/>
          </ac:spMkLst>
        </pc:spChg>
        <pc:spChg chg="mod">
          <ac:chgData name="Eskandari, Marzieh" userId="6f7e8ab1-ced9-4cd8-8d9c-9e0f76df628a" providerId="ADAL" clId="{5F4653E6-588C-449F-882E-1257AC0BE145}" dt="2026-04-20T22:50:56.766" v="109" actId="1035"/>
          <ac:spMkLst>
            <pc:docMk/>
            <pc:sldMk cId="238992379" sldId="712"/>
            <ac:spMk id="9" creationId="{2093EB71-1E0B-8461-BA11-76C04E14FBA9}"/>
          </ac:spMkLst>
        </pc:spChg>
      </pc:sldChg>
      <pc:sldChg chg="modSp add del">
        <pc:chgData name="Eskandari, Marzieh" userId="6f7e8ab1-ced9-4cd8-8d9c-9e0f76df628a" providerId="ADAL" clId="{5F4653E6-588C-449F-882E-1257AC0BE145}" dt="2026-04-20T22:40:55.156" v="8" actId="47"/>
        <pc:sldMkLst>
          <pc:docMk/>
          <pc:sldMk cId="2010935686" sldId="712"/>
        </pc:sldMkLst>
        <pc:spChg chg="mod">
          <ac:chgData name="Eskandari, Marzieh" userId="6f7e8ab1-ced9-4cd8-8d9c-9e0f76df628a" providerId="ADAL" clId="{5F4653E6-588C-449F-882E-1257AC0BE145}" dt="2026-04-20T22:26:01.636" v="7"/>
          <ac:spMkLst>
            <pc:docMk/>
            <pc:sldMk cId="2010935686" sldId="712"/>
            <ac:spMk id="5" creationId="{C416A9DC-E344-4B64-9CFD-5B844A981FF1}"/>
          </ac:spMkLst>
        </pc:spChg>
      </pc:sldChg>
      <pc:sldChg chg="add del">
        <pc:chgData name="Eskandari, Marzieh" userId="6f7e8ab1-ced9-4cd8-8d9c-9e0f76df628a" providerId="ADAL" clId="{5F4653E6-588C-449F-882E-1257AC0BE145}" dt="2026-04-20T23:54:04.455" v="652" actId="47"/>
        <pc:sldMkLst>
          <pc:docMk/>
          <pc:sldMk cId="407321664" sldId="713"/>
        </pc:sldMkLst>
      </pc:sldChg>
      <pc:sldChg chg="modSp add del">
        <pc:chgData name="Eskandari, Marzieh" userId="6f7e8ab1-ced9-4cd8-8d9c-9e0f76df628a" providerId="ADAL" clId="{5F4653E6-588C-449F-882E-1257AC0BE145}" dt="2026-04-20T22:40:55.156" v="8" actId="47"/>
        <pc:sldMkLst>
          <pc:docMk/>
          <pc:sldMk cId="1685626623" sldId="713"/>
        </pc:sldMkLst>
        <pc:spChg chg="mod">
          <ac:chgData name="Eskandari, Marzieh" userId="6f7e8ab1-ced9-4cd8-8d9c-9e0f76df628a" providerId="ADAL" clId="{5F4653E6-588C-449F-882E-1257AC0BE145}" dt="2026-04-20T22:26:01.636" v="7"/>
          <ac:spMkLst>
            <pc:docMk/>
            <pc:sldMk cId="1685626623" sldId="713"/>
            <ac:spMk id="5" creationId="{C416A9DC-E344-4B64-9CFD-5B844A981FF1}"/>
          </ac:spMkLst>
        </pc:spChg>
      </pc:sldChg>
      <pc:sldChg chg="add del modAnim">
        <pc:chgData name="Eskandari, Marzieh" userId="6f7e8ab1-ced9-4cd8-8d9c-9e0f76df628a" providerId="ADAL" clId="{5F4653E6-588C-449F-882E-1257AC0BE145}" dt="2026-04-21T00:28:45.843" v="1092" actId="47"/>
        <pc:sldMkLst>
          <pc:docMk/>
          <pc:sldMk cId="2807982666" sldId="713"/>
        </pc:sldMkLst>
      </pc:sldChg>
      <pc:sldChg chg="addSp delSp modSp add mod delAnim modAnim">
        <pc:chgData name="Eskandari, Marzieh" userId="6f7e8ab1-ced9-4cd8-8d9c-9e0f76df628a" providerId="ADAL" clId="{5F4653E6-588C-449F-882E-1257AC0BE145}" dt="2026-04-21T00:30:09.625" v="1110" actId="207"/>
        <pc:sldMkLst>
          <pc:docMk/>
          <pc:sldMk cId="601740669" sldId="714"/>
        </pc:sldMkLst>
        <pc:spChg chg="add mod">
          <ac:chgData name="Eskandari, Marzieh" userId="6f7e8ab1-ced9-4cd8-8d9c-9e0f76df628a" providerId="ADAL" clId="{5F4653E6-588C-449F-882E-1257AC0BE145}" dt="2026-04-21T00:30:09.625" v="1110" actId="207"/>
          <ac:spMkLst>
            <pc:docMk/>
            <pc:sldMk cId="601740669" sldId="714"/>
            <ac:spMk id="2" creationId="{C76075CA-6095-25AA-CA49-E628F19588B8}"/>
          </ac:spMkLst>
        </pc:spChg>
        <pc:spChg chg="add mod">
          <ac:chgData name="Eskandari, Marzieh" userId="6f7e8ab1-ced9-4cd8-8d9c-9e0f76df628a" providerId="ADAL" clId="{5F4653E6-588C-449F-882E-1257AC0BE145}" dt="2026-04-21T00:27:53.498" v="1090" actId="1036"/>
          <ac:spMkLst>
            <pc:docMk/>
            <pc:sldMk cId="601740669" sldId="714"/>
            <ac:spMk id="3" creationId="{7FA6FF93-1694-0873-C654-5CB1E275957F}"/>
          </ac:spMkLst>
        </pc:spChg>
        <pc:spChg chg="add mod">
          <ac:chgData name="Eskandari, Marzieh" userId="6f7e8ab1-ced9-4cd8-8d9c-9e0f76df628a" providerId="ADAL" clId="{5F4653E6-588C-449F-882E-1257AC0BE145}" dt="2026-04-21T00:27:53.498" v="1090" actId="1036"/>
          <ac:spMkLst>
            <pc:docMk/>
            <pc:sldMk cId="601740669" sldId="714"/>
            <ac:spMk id="4" creationId="{75813F8D-6E29-1A2B-A0AF-E1020E1166B8}"/>
          </ac:spMkLst>
        </pc:spChg>
        <pc:spChg chg="del">
          <ac:chgData name="Eskandari, Marzieh" userId="6f7e8ab1-ced9-4cd8-8d9c-9e0f76df628a" providerId="ADAL" clId="{5F4653E6-588C-449F-882E-1257AC0BE145}" dt="2026-04-21T00:26:50.763" v="1034" actId="478"/>
          <ac:spMkLst>
            <pc:docMk/>
            <pc:sldMk cId="601740669" sldId="714"/>
            <ac:spMk id="10" creationId="{E3178A51-78A6-ECD9-24F4-8EE2B0771B69}"/>
          </ac:spMkLst>
        </pc:spChg>
        <pc:spChg chg="del">
          <ac:chgData name="Eskandari, Marzieh" userId="6f7e8ab1-ced9-4cd8-8d9c-9e0f76df628a" providerId="ADAL" clId="{5F4653E6-588C-449F-882E-1257AC0BE145}" dt="2026-04-21T00:27:32.425" v="1037" actId="478"/>
          <ac:spMkLst>
            <pc:docMk/>
            <pc:sldMk cId="601740669" sldId="714"/>
            <ac:spMk id="30" creationId="{67F493BB-287D-F5E1-E6C7-E07C9B13F7CD}"/>
          </ac:spMkLst>
        </pc:spChg>
        <pc:spChg chg="del">
          <ac:chgData name="Eskandari, Marzieh" userId="6f7e8ab1-ced9-4cd8-8d9c-9e0f76df628a" providerId="ADAL" clId="{5F4653E6-588C-449F-882E-1257AC0BE145}" dt="2026-04-21T00:27:34.795" v="1038" actId="478"/>
          <ac:spMkLst>
            <pc:docMk/>
            <pc:sldMk cId="601740669" sldId="714"/>
            <ac:spMk id="47" creationId="{450DC83E-55E9-542A-2316-741075638B1F}"/>
          </ac:spMkLst>
        </pc:spChg>
      </pc:sldChg>
      <pc:sldChg chg="modSp add del">
        <pc:chgData name="Eskandari, Marzieh" userId="6f7e8ab1-ced9-4cd8-8d9c-9e0f76df628a" providerId="ADAL" clId="{5F4653E6-588C-449F-882E-1257AC0BE145}" dt="2026-04-20T22:40:55.156" v="8" actId="47"/>
        <pc:sldMkLst>
          <pc:docMk/>
          <pc:sldMk cId="4010552369" sldId="714"/>
        </pc:sldMkLst>
        <pc:spChg chg="mod">
          <ac:chgData name="Eskandari, Marzieh" userId="6f7e8ab1-ced9-4cd8-8d9c-9e0f76df628a" providerId="ADAL" clId="{5F4653E6-588C-449F-882E-1257AC0BE145}" dt="2026-04-20T22:26:01.636" v="7"/>
          <ac:spMkLst>
            <pc:docMk/>
            <pc:sldMk cId="4010552369" sldId="714"/>
            <ac:spMk id="5" creationId="{C416A9DC-E344-4B64-9CFD-5B844A981FF1}"/>
          </ac:spMkLst>
        </pc:spChg>
      </pc:sldChg>
      <pc:sldChg chg="delSp add mod modAnim">
        <pc:chgData name="Eskandari, Marzieh" userId="6f7e8ab1-ced9-4cd8-8d9c-9e0f76df628a" providerId="ADAL" clId="{5F4653E6-588C-449F-882E-1257AC0BE145}" dt="2026-04-21T00:39:42.090" v="1173" actId="478"/>
        <pc:sldMkLst>
          <pc:docMk/>
          <pc:sldMk cId="1694281842" sldId="715"/>
        </pc:sldMkLst>
        <pc:spChg chg="del">
          <ac:chgData name="Eskandari, Marzieh" userId="6f7e8ab1-ced9-4cd8-8d9c-9e0f76df628a" providerId="ADAL" clId="{5F4653E6-588C-449F-882E-1257AC0BE145}" dt="2026-04-21T00:39:42.090" v="1173" actId="478"/>
          <ac:spMkLst>
            <pc:docMk/>
            <pc:sldMk cId="1694281842" sldId="715"/>
            <ac:spMk id="3" creationId="{77F545F5-F37E-C558-8AA1-EBB591FBFE1F}"/>
          </ac:spMkLst>
        </pc:spChg>
      </pc:sldChg>
      <pc:sldChg chg="modSp add del">
        <pc:chgData name="Eskandari, Marzieh" userId="6f7e8ab1-ced9-4cd8-8d9c-9e0f76df628a" providerId="ADAL" clId="{5F4653E6-588C-449F-882E-1257AC0BE145}" dt="2026-04-20T22:40:55.156" v="8" actId="47"/>
        <pc:sldMkLst>
          <pc:docMk/>
          <pc:sldMk cId="2783505041" sldId="715"/>
        </pc:sldMkLst>
        <pc:spChg chg="mod">
          <ac:chgData name="Eskandari, Marzieh" userId="6f7e8ab1-ced9-4cd8-8d9c-9e0f76df628a" providerId="ADAL" clId="{5F4653E6-588C-449F-882E-1257AC0BE145}" dt="2026-04-20T22:26:01.636" v="7"/>
          <ac:spMkLst>
            <pc:docMk/>
            <pc:sldMk cId="2783505041" sldId="715"/>
            <ac:spMk id="5" creationId="{C416A9DC-E344-4B64-9CFD-5B844A981FF1}"/>
          </ac:spMkLst>
        </pc:spChg>
      </pc:sldChg>
      <pc:sldChg chg="modSp add del mod">
        <pc:chgData name="Eskandari, Marzieh" userId="6f7e8ab1-ced9-4cd8-8d9c-9e0f76df628a" providerId="ADAL" clId="{5F4653E6-588C-449F-882E-1257AC0BE145}" dt="2026-04-20T22:40:55.156" v="8" actId="47"/>
        <pc:sldMkLst>
          <pc:docMk/>
          <pc:sldMk cId="1516716794" sldId="716"/>
        </pc:sldMkLst>
        <pc:spChg chg="mod">
          <ac:chgData name="Eskandari, Marzieh" userId="6f7e8ab1-ced9-4cd8-8d9c-9e0f76df628a" providerId="ADAL" clId="{5F4653E6-588C-449F-882E-1257AC0BE145}" dt="2026-04-20T22:23:21.251" v="1" actId="27636"/>
          <ac:spMkLst>
            <pc:docMk/>
            <pc:sldMk cId="1516716794" sldId="716"/>
            <ac:spMk id="3" creationId="{24DBDD04-7BD5-4A28-9E7E-5B7478E0EC04}"/>
          </ac:spMkLst>
        </pc:spChg>
        <pc:spChg chg="mod">
          <ac:chgData name="Eskandari, Marzieh" userId="6f7e8ab1-ced9-4cd8-8d9c-9e0f76df628a" providerId="ADAL" clId="{5F4653E6-588C-449F-882E-1257AC0BE145}" dt="2026-04-20T22:26:01.636" v="7"/>
          <ac:spMkLst>
            <pc:docMk/>
            <pc:sldMk cId="1516716794" sldId="716"/>
            <ac:spMk id="5" creationId="{C416A9DC-E344-4B64-9CFD-5B844A981FF1}"/>
          </ac:spMkLst>
        </pc:spChg>
      </pc:sldChg>
      <pc:sldChg chg="new del">
        <pc:chgData name="Eskandari, Marzieh" userId="6f7e8ab1-ced9-4cd8-8d9c-9e0f76df628a" providerId="ADAL" clId="{5F4653E6-588C-449F-882E-1257AC0BE145}" dt="2026-04-20T22:24:16.833" v="3" actId="47"/>
        <pc:sldMkLst>
          <pc:docMk/>
          <pc:sldMk cId="3967287658" sldId="7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703BD-F754-4911-8474-9BEA183D8AD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AFCE0-8595-4565-BBCA-3D2A04B3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3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is to select some items to maximize the benefit such that the total weight does not exceed a given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85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00B34-6535-4988-B6D9-9B8318B82C9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15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B340CB-823C-4AAA-9AC6-CD56B1FBFDF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46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166F1-B48E-43A9-A9E3-CD82DEA23D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738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8114C4-A967-4328-B288-32813BDEC98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9926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CEE9-D4CC-4B54-A250-94CA54E4D7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263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6CE010-9ABA-46D0-8967-C7800BD238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577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095DC9-AC5F-4800-ADA5-AFEDFB922A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3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CF8562-19AF-407A-858C-BB195C287FB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3004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0624FA-0042-4F6B-9E6E-EAB3BB0EA6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shade val="50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070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E6A12D-6F89-4058-8196-0B349EBEDB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841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CA9AA-4C73-4BBC-A4C2-4A707850A08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71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4FD96-06E1-49CA-9346-D0ABCD911D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8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.svg"/><Relationship Id="rId5" Type="http://schemas.openxmlformats.org/officeDocument/2006/relationships/image" Target="../media/image110.png"/><Relationship Id="rId10" Type="http://schemas.openxmlformats.org/officeDocument/2006/relationships/image" Target="../media/image5.sv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4.png"/><Relationship Id="rId5" Type="http://schemas.openxmlformats.org/officeDocument/2006/relationships/image" Target="../media/image1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8.png"/><Relationship Id="rId1" Type="http://schemas.openxmlformats.org/officeDocument/2006/relationships/tags" Target="../tags/tag9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7.sv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6.sv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6.sv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.png"/><Relationship Id="rId1" Type="http://schemas.openxmlformats.org/officeDocument/2006/relationships/tags" Target="../tags/tag10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8.png"/><Relationship Id="rId15" Type="http://schemas.openxmlformats.org/officeDocument/2006/relationships/image" Target="../media/image30.png"/><Relationship Id="rId10" Type="http://schemas.openxmlformats.org/officeDocument/2006/relationships/image" Target="../media/image24.png"/><Relationship Id="rId4" Type="http://schemas.openxmlformats.org/officeDocument/2006/relationships/image" Target="../media/image7.sv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38.png"/><Relationship Id="rId4" Type="http://schemas.openxmlformats.org/officeDocument/2006/relationships/image" Target="../media/image36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38.png"/><Relationship Id="rId4" Type="http://schemas.openxmlformats.org/officeDocument/2006/relationships/image" Target="../media/image37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50.png"/><Relationship Id="rId4" Type="http://schemas.openxmlformats.org/officeDocument/2006/relationships/image" Target="../media/image37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5" Type="http://schemas.openxmlformats.org/officeDocument/2006/relationships/image" Target="../media/image700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9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5" Type="http://schemas.openxmlformats.org/officeDocument/2006/relationships/image" Target="../media/image39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5" Type="http://schemas.openxmlformats.org/officeDocument/2006/relationships/image" Target="../media/image390.png"/><Relationship Id="rId4" Type="http://schemas.openxmlformats.org/officeDocument/2006/relationships/image" Target="../media/image100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image" Target="../media/image39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altLang="en-US"/>
              <a:t>Dynamic Programming-2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800" y="4572000"/>
            <a:ext cx="6400800" cy="1752600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Marzieh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Eskandari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NJIT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854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07170" y="2363409"/>
                <a:ext cx="3989332" cy="3323987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𝑖𝑡𝑒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𝑖𝑡𝑒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𝑖𝑡𝑒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𝑊𝑒𝑖𝑔h𝑡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𝑖𝑡𝑒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𝑏𝑒𝑛𝑒𝑓𝑖𝑡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𝑖𝑡𝑒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𝑊𝑒𝑖𝑔h𝑡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Find a subset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, such that:</a:t>
                </a:r>
              </a:p>
              <a:p>
                <a:r>
                  <a:rPr lang="en-US" sz="2000" dirty="0"/>
                  <a:t>The total weight of items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does not exceed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 and the total benefit of items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is maximized.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70" y="2363409"/>
                <a:ext cx="3989332" cy="3323987"/>
              </a:xfrm>
              <a:prstGeom prst="rect">
                <a:avLst/>
              </a:prstGeom>
              <a:blipFill>
                <a:blip r:embed="rId5"/>
                <a:stretch>
                  <a:fillRect l="-1370" b="-2194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5B4A38E-AFEB-47F1-99E8-4116E822863C}"/>
              </a:ext>
            </a:extLst>
          </p:cNvPr>
          <p:cNvGraphicFramePr>
            <a:graphicFrameLocks noGrp="1"/>
          </p:cNvGraphicFramePr>
          <p:nvPr/>
        </p:nvGraphicFramePr>
        <p:xfrm>
          <a:off x="5822299" y="2018764"/>
          <a:ext cx="4283773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9301">
                  <a:extLst>
                    <a:ext uri="{9D8B030D-6E8A-4147-A177-3AD203B41FA5}">
                      <a16:colId xmlns:a16="http://schemas.microsoft.com/office/drawing/2014/main" val="2629750578"/>
                    </a:ext>
                  </a:extLst>
                </a:gridCol>
                <a:gridCol w="1594363">
                  <a:extLst>
                    <a:ext uri="{9D8B030D-6E8A-4147-A177-3AD203B41FA5}">
                      <a16:colId xmlns:a16="http://schemas.microsoft.com/office/drawing/2014/main" val="2345230695"/>
                    </a:ext>
                  </a:extLst>
                </a:gridCol>
                <a:gridCol w="1630109">
                  <a:extLst>
                    <a:ext uri="{9D8B030D-6E8A-4147-A177-3AD203B41FA5}">
                      <a16:colId xmlns:a16="http://schemas.microsoft.com/office/drawing/2014/main" val="2796165075"/>
                    </a:ext>
                  </a:extLst>
                </a:gridCol>
              </a:tblGrid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914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832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Laptop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9617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025094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03852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FDE04CA-C897-41B1-90FC-2275F07911E3}"/>
              </a:ext>
            </a:extLst>
          </p:cNvPr>
          <p:cNvSpPr txBox="1"/>
          <p:nvPr/>
        </p:nvSpPr>
        <p:spPr>
          <a:xfrm>
            <a:off x="5371791" y="6218211"/>
            <a:ext cx="1055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W=20 </a:t>
            </a:r>
            <a:r>
              <a:rPr lang="en-US" dirty="0" err="1"/>
              <a:t>lbs</a:t>
            </a:r>
            <a:endParaRPr lang="en-US" dirty="0"/>
          </a:p>
        </p:txBody>
      </p:sp>
      <p:pic>
        <p:nvPicPr>
          <p:cNvPr id="24" name="Graphic 23" descr="Watch">
            <a:extLst>
              <a:ext uri="{FF2B5EF4-FFF2-40B4-BE49-F238E27FC236}">
                <a16:creationId xmlns:a16="http://schemas.microsoft.com/office/drawing/2014/main" id="{9F0BAC2B-04ED-4423-9BA4-8F70163B9C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2380" y="5682657"/>
            <a:ext cx="425881" cy="425881"/>
          </a:xfrm>
          <a:prstGeom prst="rect">
            <a:avLst/>
          </a:prstGeom>
        </p:spPr>
      </p:pic>
      <p:pic>
        <p:nvPicPr>
          <p:cNvPr id="28" name="Graphic 27" descr="Video camera">
            <a:extLst>
              <a:ext uri="{FF2B5EF4-FFF2-40B4-BE49-F238E27FC236}">
                <a16:creationId xmlns:a16="http://schemas.microsoft.com/office/drawing/2014/main" id="{2A1C1356-81A1-4E6C-86E2-040CE736CC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71413" y="4351252"/>
            <a:ext cx="812185" cy="812185"/>
          </a:xfrm>
          <a:prstGeom prst="rect">
            <a:avLst/>
          </a:prstGeom>
        </p:spPr>
      </p:pic>
      <p:pic>
        <p:nvPicPr>
          <p:cNvPr id="29" name="Graphic 28" descr="Laptop">
            <a:extLst>
              <a:ext uri="{FF2B5EF4-FFF2-40B4-BE49-F238E27FC236}">
                <a16:creationId xmlns:a16="http://schemas.microsoft.com/office/drawing/2014/main" id="{3676AD1A-11CF-498D-83C0-430215870C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60927" y="4308099"/>
            <a:ext cx="1005858" cy="10058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7867B6B-8022-4C43-B22D-D31B5D74ACE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74745">
            <a:off x="10142197" y="4698249"/>
            <a:ext cx="701364" cy="180938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1354520A-4C5C-4BB7-8CCB-2FDBBCC03905}"/>
              </a:ext>
            </a:extLst>
          </p:cNvPr>
          <p:cNvGrpSpPr/>
          <p:nvPr/>
        </p:nvGrpSpPr>
        <p:grpSpPr>
          <a:xfrm>
            <a:off x="4820897" y="3953080"/>
            <a:ext cx="2159499" cy="2447694"/>
            <a:chOff x="224629" y="2806156"/>
            <a:chExt cx="2159499" cy="2447694"/>
          </a:xfrm>
          <a:solidFill>
            <a:schemeClr val="accent5">
              <a:lumMod val="50000"/>
            </a:schemeClr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A022626-0DFF-4D60-8B87-471FF5F6D0F5}"/>
                </a:ext>
              </a:extLst>
            </p:cNvPr>
            <p:cNvSpPr/>
            <p:nvPr/>
          </p:nvSpPr>
          <p:spPr>
            <a:xfrm>
              <a:off x="677563" y="3267986"/>
              <a:ext cx="1249525" cy="1693628"/>
            </a:xfrm>
            <a:prstGeom prst="round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Graphic 33" descr="Backpack">
              <a:extLst>
                <a:ext uri="{FF2B5EF4-FFF2-40B4-BE49-F238E27FC236}">
                  <a16:creationId xmlns:a16="http://schemas.microsoft.com/office/drawing/2014/main" id="{5628044A-3E90-4D21-B8F2-9CF605BCD1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4629" y="2806156"/>
              <a:ext cx="2159499" cy="2447694"/>
            </a:xfrm>
            <a:prstGeom prst="rect">
              <a:avLst/>
            </a:prstGeom>
          </p:spPr>
        </p:pic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7E199C5D-9852-729B-2F39-84CFC7F6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ln>
            <a:noFill/>
          </a:ln>
        </p:spPr>
        <p:txBody>
          <a:bodyPr/>
          <a:lstStyle/>
          <a:p>
            <a:r>
              <a:rPr lang="en-US" dirty="0"/>
              <a:t>0,1-Knapsack problem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763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C28A924-3FDD-41DB-840B-9DAC27D4C9C5}"/>
                  </a:ext>
                </a:extLst>
              </p:cNvPr>
              <p:cNvSpPr/>
              <p:nvPr/>
            </p:nvSpPr>
            <p:spPr>
              <a:xfrm>
                <a:off x="581191" y="2132062"/>
                <a:ext cx="11190261" cy="1200329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Problem. </a:t>
                </a:r>
                <a:r>
                  <a:rPr lang="en-US" sz="2400" dirty="0"/>
                  <a:t>Find a subset of  items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400" dirty="0"/>
                  <a:t>, such that the total weight of the selected items does not exceed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/>
                  <a:t> and the total benefit of them is maximized.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C28A924-3FDD-41DB-840B-9DAC27D4C9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1" y="2132062"/>
                <a:ext cx="11190261" cy="1200329"/>
              </a:xfrm>
              <a:prstGeom prst="rect">
                <a:avLst/>
              </a:prstGeom>
              <a:blipFill>
                <a:blip r:embed="rId3"/>
                <a:stretch>
                  <a:fillRect l="-762" t="-3518" b="-10050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122266B9-AE6C-F6D1-6846-54184274C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ln>
            <a:noFill/>
          </a:ln>
        </p:spPr>
        <p:txBody>
          <a:bodyPr/>
          <a:lstStyle/>
          <a:p>
            <a:r>
              <a:rPr lang="en-US" dirty="0"/>
              <a:t>0,1-Knapsack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319786F-A7D2-EFFB-6DEA-122D1132A76F}"/>
                  </a:ext>
                </a:extLst>
              </p:cNvPr>
              <p:cNvSpPr/>
              <p:nvPr/>
            </p:nvSpPr>
            <p:spPr>
              <a:xfrm>
                <a:off x="581191" y="4339702"/>
                <a:ext cx="11190261" cy="1200329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Problem. </a:t>
                </a:r>
                <a:r>
                  <a:rPr lang="en-US" sz="2400" dirty="0"/>
                  <a:t>Find the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maximum total benefit </a:t>
                </a:r>
                <a:r>
                  <a:rPr lang="en-US" sz="2400" dirty="0"/>
                  <a:t>by selecting a subset of items from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400" dirty="0"/>
                  <a:t>, such that the total weight of the selected items does not exceed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319786F-A7D2-EFFB-6DEA-122D1132A7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1" y="4339702"/>
                <a:ext cx="11190261" cy="1200329"/>
              </a:xfrm>
              <a:prstGeom prst="rect">
                <a:avLst/>
              </a:prstGeom>
              <a:blipFill>
                <a:blip r:embed="rId4"/>
                <a:stretch>
                  <a:fillRect l="-762" t="-3518" b="-10050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rrow: Down 8">
            <a:extLst>
              <a:ext uri="{FF2B5EF4-FFF2-40B4-BE49-F238E27FC236}">
                <a16:creationId xmlns:a16="http://schemas.microsoft.com/office/drawing/2014/main" id="{15A7B6A4-07E9-BBE6-8C6D-453C4F458E7F}"/>
              </a:ext>
            </a:extLst>
          </p:cNvPr>
          <p:cNvSpPr/>
          <p:nvPr/>
        </p:nvSpPr>
        <p:spPr>
          <a:xfrm>
            <a:off x="5370653" y="3483977"/>
            <a:ext cx="358815" cy="4977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234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5A5B-00A4-F445-27B9-B45F376D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CC14B18-D7CC-31FC-8932-D9DA6071B611}"/>
                  </a:ext>
                </a:extLst>
              </p:cNvPr>
              <p:cNvSpPr/>
              <p:nvPr/>
            </p:nvSpPr>
            <p:spPr>
              <a:xfrm>
                <a:off x="581191" y="2132062"/>
                <a:ext cx="11029616" cy="1200329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Problem. </a:t>
                </a:r>
                <a:r>
                  <a:rPr lang="en-US" sz="2400" dirty="0"/>
                  <a:t>Find the maximum total benefit by selecting a subset of items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400" dirty="0"/>
                  <a:t>, such that the total weight of the selected items does not exceed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CC14B18-D7CC-31FC-8932-D9DA6071B6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1" y="2132062"/>
                <a:ext cx="11029616" cy="1200329"/>
              </a:xfrm>
              <a:prstGeom prst="rect">
                <a:avLst/>
              </a:prstGeom>
              <a:blipFill>
                <a:blip r:embed="rId3"/>
                <a:stretch>
                  <a:fillRect l="-773" t="-3518" b="-10050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8BC03A8E-307A-0190-AB67-C071B039B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ln>
            <a:noFill/>
          </a:ln>
        </p:spPr>
        <p:txBody>
          <a:bodyPr/>
          <a:lstStyle/>
          <a:p>
            <a:r>
              <a:rPr lang="en-US" dirty="0"/>
              <a:t>0,1-Knapsack problem: Subproblems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ECCFD17-12FF-862F-C490-8D6054AC9BC3}"/>
                  </a:ext>
                </a:extLst>
              </p:cNvPr>
              <p:cNvSpPr/>
              <p:nvPr/>
            </p:nvSpPr>
            <p:spPr>
              <a:xfrm>
                <a:off x="581192" y="4339702"/>
                <a:ext cx="11029616" cy="1200329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Subproblems: </a:t>
                </a:r>
                <a:r>
                  <a:rPr lang="en-US" sz="2400" dirty="0"/>
                  <a:t>Find the maximum total benefit by selecting a subset of items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{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400" dirty="0"/>
                  <a:t>, such that the total weight of the selected items does not exceed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0≤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b="1" dirty="0"/>
                  <a:t>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ECCFD17-12FF-862F-C490-8D6054AC9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4339702"/>
                <a:ext cx="11029616" cy="1200329"/>
              </a:xfrm>
              <a:prstGeom prst="rect">
                <a:avLst/>
              </a:prstGeom>
              <a:blipFill>
                <a:blip r:embed="rId4"/>
                <a:stretch>
                  <a:fillRect l="-773" t="-3518" b="-10050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rrow: Down 8">
            <a:extLst>
              <a:ext uri="{FF2B5EF4-FFF2-40B4-BE49-F238E27FC236}">
                <a16:creationId xmlns:a16="http://schemas.microsoft.com/office/drawing/2014/main" id="{2093EB71-1E0B-8461-BA11-76C04E14FBA9}"/>
              </a:ext>
            </a:extLst>
          </p:cNvPr>
          <p:cNvSpPr/>
          <p:nvPr/>
        </p:nvSpPr>
        <p:spPr>
          <a:xfrm>
            <a:off x="5370653" y="3530277"/>
            <a:ext cx="358815" cy="4977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99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F6104-2ED4-FA23-A771-3F1EF7FBB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095B734-6173-8818-AF36-74380A427B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14400" y="3744933"/>
                <a:ext cx="10515600" cy="115887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/>
                  <a:t>6. Find a subset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400" dirty="0"/>
                  <a:t>, such that the total weight of items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does not exceed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/>
                  <a:t> and the total benefit of items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is maximized.</a:t>
                </a:r>
                <a:br>
                  <a:rPr lang="en-US" sz="2400" dirty="0"/>
                </a:br>
                <a:endParaRPr lang="en-US" sz="12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095B734-6173-8818-AF36-74380A427B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4400" y="3744933"/>
                <a:ext cx="10515600" cy="1158875"/>
              </a:xfrm>
              <a:blipFill>
                <a:blip r:embed="rId3"/>
                <a:stretch>
                  <a:fillRect l="-870" t="-6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CD7A28F-479F-549E-D08C-AA0CED0A5EAD}"/>
                  </a:ext>
                </a:extLst>
              </p:cNvPr>
              <p:cNvSpPr/>
              <p:nvPr/>
            </p:nvSpPr>
            <p:spPr>
              <a:xfrm>
                <a:off x="838200" y="2132062"/>
                <a:ext cx="10591800" cy="1230080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Subproblems: </a:t>
                </a:r>
                <a:r>
                  <a:rPr lang="en-US" sz="2400" dirty="0"/>
                  <a:t>Find the maximum total benefit by selecting a subset of items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{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400" dirty="0"/>
                  <a:t>, such that the total weight of the selected items does not exceed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0≤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b="1" dirty="0"/>
                  <a:t>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CD7A28F-479F-549E-D08C-AA0CED0A5E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32062"/>
                <a:ext cx="10591800" cy="1230080"/>
              </a:xfrm>
              <a:prstGeom prst="rect">
                <a:avLst/>
              </a:prstGeom>
              <a:blipFill>
                <a:blip r:embed="rId4"/>
                <a:stretch>
                  <a:fillRect l="-863" t="-3431" r="-1208" b="-7353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3">
            <a:extLst>
              <a:ext uri="{FF2B5EF4-FFF2-40B4-BE49-F238E27FC236}">
                <a16:creationId xmlns:a16="http://schemas.microsoft.com/office/drawing/2014/main" id="{20C6F1CF-85DD-3E39-5177-79C28BBEE263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0,1-Knapsack problem: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924E02-78B5-4D2A-B60E-3B5AD8D7A85B}"/>
                  </a:ext>
                </a:extLst>
              </p:cNvPr>
              <p:cNvSpPr/>
              <p:nvPr/>
            </p:nvSpPr>
            <p:spPr>
              <a:xfrm>
                <a:off x="838200" y="3833044"/>
                <a:ext cx="10774680" cy="1200329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Table: A[</a:t>
                </a:r>
                <a:r>
                  <a:rPr lang="en-US" sz="2400" b="1" dirty="0" err="1">
                    <a:solidFill>
                      <a:srgbClr val="FF0000"/>
                    </a:solidFill>
                  </a:rPr>
                  <a:t>i</a:t>
                </a:r>
                <a:r>
                  <a:rPr lang="en-US" sz="2400" b="1" dirty="0"/>
                  <a:t>][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j</a:t>
                </a:r>
                <a:r>
                  <a:rPr lang="en-US" sz="2400" b="1" dirty="0"/>
                  <a:t>]=</a:t>
                </a:r>
                <a:r>
                  <a:rPr lang="en-US" sz="2400" dirty="0"/>
                  <a:t>maximum benefit by selecting a subset of items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400" dirty="0"/>
                  <a:t>, such that the total weight of the selected items does not exceed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: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0≤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b="1" dirty="0"/>
                  <a:t>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924E02-78B5-4D2A-B60E-3B5AD8D7A8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33044"/>
                <a:ext cx="10774680" cy="1200329"/>
              </a:xfrm>
              <a:prstGeom prst="rect">
                <a:avLst/>
              </a:prstGeom>
              <a:blipFill>
                <a:blip r:embed="rId5"/>
                <a:stretch>
                  <a:fillRect l="-848" t="-3518" b="-10050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9714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C28A924-3FDD-41DB-840B-9DAC27D4C9C5}"/>
                  </a:ext>
                </a:extLst>
              </p:cNvPr>
              <p:cNvSpPr/>
              <p:nvPr/>
            </p:nvSpPr>
            <p:spPr>
              <a:xfrm>
                <a:off x="838200" y="2132062"/>
                <a:ext cx="10591800" cy="1230080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Subproblems: </a:t>
                </a:r>
                <a:r>
                  <a:rPr lang="en-US" sz="2400" dirty="0"/>
                  <a:t>Find the maximum total benefit by selecting a subset of items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{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𝑖𝑡𝑒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400" dirty="0"/>
                  <a:t>, such that the total weight of the selected items does not exceed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0≤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b="1" dirty="0"/>
                  <a:t>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C28A924-3FDD-41DB-840B-9DAC27D4C9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32062"/>
                <a:ext cx="10591800" cy="1230080"/>
              </a:xfrm>
              <a:prstGeom prst="rect">
                <a:avLst/>
              </a:prstGeom>
              <a:blipFill>
                <a:blip r:embed="rId3"/>
                <a:stretch>
                  <a:fillRect l="-863" t="-3431" r="-1208" b="-7353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E40A9827-9F93-A49C-08B2-F3788D8F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0,1-Knapsack problem: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85794CE-44BD-D6D0-E216-25D74D6596D4}"/>
                  </a:ext>
                </a:extLst>
              </p:cNvPr>
              <p:cNvSpPr/>
              <p:nvPr/>
            </p:nvSpPr>
            <p:spPr>
              <a:xfrm>
                <a:off x="838200" y="4107630"/>
                <a:ext cx="10591800" cy="830997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Table: A[</a:t>
                </a:r>
                <a:r>
                  <a:rPr lang="en-US" sz="2400" b="1" dirty="0" err="1"/>
                  <a:t>i</a:t>
                </a:r>
                <a:r>
                  <a:rPr lang="en-US" sz="2400" b="1" dirty="0"/>
                  <a:t>][j]=</a:t>
                </a:r>
                <a:r>
                  <a:rPr lang="en-US" sz="2400" dirty="0"/>
                  <a:t>max benefit using first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items with capacity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0≤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85794CE-44BD-D6D0-E216-25D74D6596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07630"/>
                <a:ext cx="10591800" cy="830997"/>
              </a:xfrm>
              <a:prstGeom prst="rect">
                <a:avLst/>
              </a:prstGeom>
              <a:blipFill>
                <a:blip r:embed="rId4"/>
                <a:stretch>
                  <a:fillRect l="-863" t="-5072" b="-15217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01893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F924E02-78B5-4D2A-B60E-3B5AD8D7A85B}"/>
                  </a:ext>
                </a:extLst>
              </p:cNvPr>
              <p:cNvSpPr/>
              <p:nvPr/>
            </p:nvSpPr>
            <p:spPr>
              <a:xfrm>
                <a:off x="838200" y="2198920"/>
                <a:ext cx="10591800" cy="830997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Table: A[</a:t>
                </a:r>
                <a:r>
                  <a:rPr lang="en-US" sz="2400" b="1" dirty="0" err="1"/>
                  <a:t>i</a:t>
                </a:r>
                <a:r>
                  <a:rPr lang="en-US" sz="2400" b="1" dirty="0"/>
                  <a:t>][j]=</a:t>
                </a:r>
                <a:r>
                  <a:rPr lang="en-US" sz="2400" dirty="0"/>
                  <a:t>max benefit using first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items with capacity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0≤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F924E02-78B5-4D2A-B60E-3B5AD8D7A8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98920"/>
                <a:ext cx="10591800" cy="830997"/>
              </a:xfrm>
              <a:prstGeom prst="rect">
                <a:avLst/>
              </a:prstGeom>
              <a:blipFill>
                <a:blip r:embed="rId5"/>
                <a:stretch>
                  <a:fillRect l="-863" t="-5072" b="-15217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6077383-6D95-4F7E-BF7C-563E7B69E15F}"/>
                  </a:ext>
                </a:extLst>
              </p:cNvPr>
              <p:cNvSpPr/>
              <p:nvPr/>
            </p:nvSpPr>
            <p:spPr>
              <a:xfrm>
                <a:off x="800100" y="3462746"/>
                <a:ext cx="10591800" cy="1200329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Smallest problems:  </a:t>
                </a:r>
              </a:p>
              <a:p>
                <a:r>
                  <a:rPr lang="en-US" sz="2400" b="1" dirty="0"/>
                  <a:t>                              A[</a:t>
                </a:r>
                <a:r>
                  <a:rPr lang="en-US" sz="2400" b="1" dirty="0" err="1"/>
                  <a:t>i</a:t>
                </a:r>
                <a:r>
                  <a:rPr lang="en-US" sz="2400" b="1" dirty="0"/>
                  <a:t>][0]=</a:t>
                </a:r>
                <a:r>
                  <a:rPr lang="en-US" sz="2400" dirty="0"/>
                  <a:t>0: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400" b="1" dirty="0"/>
              </a:p>
              <a:p>
                <a:r>
                  <a:rPr lang="en-US" sz="2400" b="1" dirty="0"/>
                  <a:t>                              A[0][j]=</a:t>
                </a:r>
                <a:r>
                  <a:rPr lang="en-US" sz="2400" dirty="0"/>
                  <a:t>0: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6077383-6D95-4F7E-BF7C-563E7B69E1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3462746"/>
                <a:ext cx="10591800" cy="1200329"/>
              </a:xfrm>
              <a:prstGeom prst="rect">
                <a:avLst/>
              </a:prstGeom>
              <a:blipFill>
                <a:blip r:embed="rId6"/>
                <a:stretch>
                  <a:fillRect l="-805" t="-3518" b="-10050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C78300B3-EC78-4A07-6E28-2C3CF4230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0,1-Knapsack problem: small problems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84F4A5-F61D-492F-AD4A-5F1810B53E8C}"/>
              </a:ext>
            </a:extLst>
          </p:cNvPr>
          <p:cNvSpPr/>
          <p:nvPr/>
        </p:nvSpPr>
        <p:spPr>
          <a:xfrm>
            <a:off x="838200" y="5095904"/>
            <a:ext cx="10591800" cy="83099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Main problem:</a:t>
            </a:r>
          </a:p>
          <a:p>
            <a:r>
              <a:rPr lang="en-US" sz="2400" b="1" dirty="0"/>
              <a:t>                          A[n][W]=</a:t>
            </a:r>
            <a:r>
              <a:rPr lang="en-US" sz="2400" dirty="0"/>
              <a:t>?</a:t>
            </a:r>
            <a:endParaRPr lang="en-US" sz="24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277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E752459-DFC4-4952-8B9C-D6C1CEC9A1BC}"/>
                  </a:ext>
                </a:extLst>
              </p:cNvPr>
              <p:cNvSpPr/>
              <p:nvPr/>
            </p:nvSpPr>
            <p:spPr>
              <a:xfrm>
                <a:off x="581025" y="2077740"/>
                <a:ext cx="7374255" cy="24623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1. Don't take item i: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The best you can do is what you could do with the first i-1 items at full capacity j.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So: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−1][</m:t>
                    </m:r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sz="200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2. Take item i: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E752459-DFC4-4952-8B9C-D6C1CEC9A1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25" y="2077740"/>
                <a:ext cx="7374255" cy="2462341"/>
              </a:xfrm>
              <a:prstGeom prst="rect">
                <a:avLst/>
              </a:prstGeom>
              <a:blipFill>
                <a:blip r:embed="rId3"/>
                <a:stretch>
                  <a:fillRect l="-909" t="-1485" r="-826" b="-3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3">
            <a:extLst>
              <a:ext uri="{FF2B5EF4-FFF2-40B4-BE49-F238E27FC236}">
                <a16:creationId xmlns:a16="http://schemas.microsoft.com/office/drawing/2014/main" id="{E0940478-02D1-E0B8-4B10-91AA94FA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701675"/>
            <a:ext cx="11029950" cy="1014413"/>
          </a:xfrm>
        </p:spPr>
        <p:txBody>
          <a:bodyPr/>
          <a:lstStyle/>
          <a:p>
            <a:r>
              <a:rPr lang="en-US" dirty="0"/>
              <a:t>0,1-Knapsack problem: Relation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D59ADCE-B4F2-1E98-06BE-B29B3AAB2CB8}"/>
              </a:ext>
            </a:extLst>
          </p:cNvPr>
          <p:cNvGrpSpPr/>
          <p:nvPr/>
        </p:nvGrpSpPr>
        <p:grpSpPr>
          <a:xfrm>
            <a:off x="9412631" y="4186569"/>
            <a:ext cx="2159499" cy="2447694"/>
            <a:chOff x="9798357" y="3918066"/>
            <a:chExt cx="2159499" cy="2447694"/>
          </a:xfrm>
        </p:grpSpPr>
        <p:pic>
          <p:nvPicPr>
            <p:cNvPr id="23" name="Graphic 22" descr="Backpack">
              <a:extLst>
                <a:ext uri="{FF2B5EF4-FFF2-40B4-BE49-F238E27FC236}">
                  <a16:creationId xmlns:a16="http://schemas.microsoft.com/office/drawing/2014/main" id="{0A753042-EBF7-9E4A-4422-9D40118C73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98357" y="3918066"/>
              <a:ext cx="2159499" cy="2447694"/>
            </a:xfrm>
            <a:prstGeom prst="rect">
              <a:avLst/>
            </a:prstGeom>
          </p:spPr>
        </p:pic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55DF1B2-BF5F-296D-CCAF-81B45C3EBFF6}"/>
                </a:ext>
              </a:extLst>
            </p:cNvPr>
            <p:cNvSpPr/>
            <p:nvPr/>
          </p:nvSpPr>
          <p:spPr>
            <a:xfrm>
              <a:off x="10253343" y="4384177"/>
              <a:ext cx="1249525" cy="177214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C6849C-C5DF-0231-5918-7E7B8D499011}"/>
              </a:ext>
            </a:extLst>
          </p:cNvPr>
          <p:cNvGrpSpPr/>
          <p:nvPr/>
        </p:nvGrpSpPr>
        <p:grpSpPr>
          <a:xfrm>
            <a:off x="9412631" y="1908513"/>
            <a:ext cx="2159499" cy="2447694"/>
            <a:chOff x="7012041" y="2282895"/>
            <a:chExt cx="2159499" cy="2447694"/>
          </a:xfrm>
        </p:grpSpPr>
        <p:pic>
          <p:nvPicPr>
            <p:cNvPr id="20" name="Graphic 19" descr="Backpack">
              <a:extLst>
                <a:ext uri="{FF2B5EF4-FFF2-40B4-BE49-F238E27FC236}">
                  <a16:creationId xmlns:a16="http://schemas.microsoft.com/office/drawing/2014/main" id="{62E00854-3A33-8AC8-879D-F0F4BA4767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12041" y="2282895"/>
              <a:ext cx="2159499" cy="2447694"/>
            </a:xfrm>
            <a:prstGeom prst="rect">
              <a:avLst/>
            </a:prstGeom>
          </p:spPr>
        </p:pic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B59ADCB-B18A-7D29-1F06-DA7A959E3462}"/>
                </a:ext>
              </a:extLst>
            </p:cNvPr>
            <p:cNvSpPr/>
            <p:nvPr/>
          </p:nvSpPr>
          <p:spPr>
            <a:xfrm>
              <a:off x="7457089" y="2747038"/>
              <a:ext cx="1269973" cy="175138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A66D15AB-3FF3-846E-9A06-52755D961EBB}"/>
                  </a:ext>
                </a:extLst>
              </p:cNvPr>
              <p:cNvSpPr/>
              <p:nvPr/>
            </p:nvSpPr>
            <p:spPr>
              <a:xfrm>
                <a:off x="9847169" y="2790336"/>
                <a:ext cx="1269973" cy="1327264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sz="3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A66D15AB-3FF3-846E-9A06-52755D961E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169" y="2790336"/>
                <a:ext cx="1269973" cy="132726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831857A4-6570-3D54-8C3C-07B62EDD16C7}"/>
                  </a:ext>
                </a:extLst>
              </p:cNvPr>
              <p:cNvSpPr/>
              <p:nvPr/>
            </p:nvSpPr>
            <p:spPr>
              <a:xfrm>
                <a:off x="9867617" y="5005869"/>
                <a:ext cx="1269973" cy="1418960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831857A4-6570-3D54-8C3C-07B62EDD16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617" y="5005869"/>
                <a:ext cx="1269973" cy="141896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CD876C9-E06E-50DC-D25B-905153DC8952}"/>
                  </a:ext>
                </a:extLst>
              </p:cNvPr>
              <p:cNvSpPr/>
              <p:nvPr/>
            </p:nvSpPr>
            <p:spPr>
              <a:xfrm>
                <a:off x="8106014" y="3273761"/>
                <a:ext cx="583409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900" b="1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CD876C9-E06E-50DC-D25B-905153DC89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014" y="3273761"/>
                <a:ext cx="583409" cy="546754"/>
              </a:xfrm>
              <a:prstGeom prst="ellipse">
                <a:avLst/>
              </a:prstGeom>
              <a:blipFill>
                <a:blip r:embed="rId8"/>
                <a:stretch>
                  <a:fillRect l="-7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C9BA754-57A9-FCD1-1D6D-0F2AD297C93E}"/>
                  </a:ext>
                </a:extLst>
              </p:cNvPr>
              <p:cNvSpPr/>
              <p:nvPr/>
            </p:nvSpPr>
            <p:spPr>
              <a:xfrm>
                <a:off x="7438953" y="3293711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C9BA754-57A9-FCD1-1D6D-0F2AD297C9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953" y="3293711"/>
                <a:ext cx="537328" cy="546754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C57F0EF-DDFA-3221-7540-89406A7B7343}"/>
                  </a:ext>
                </a:extLst>
              </p:cNvPr>
              <p:cNvSpPr/>
              <p:nvPr/>
            </p:nvSpPr>
            <p:spPr>
              <a:xfrm>
                <a:off x="6771892" y="3273761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C57F0EF-DDFA-3221-7540-89406A7B73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892" y="3273761"/>
                <a:ext cx="537328" cy="546754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E1A99DB-FA38-5D16-8B69-804F8DCF414E}"/>
                  </a:ext>
                </a:extLst>
              </p:cNvPr>
              <p:cNvSpPr/>
              <p:nvPr/>
            </p:nvSpPr>
            <p:spPr>
              <a:xfrm>
                <a:off x="6096000" y="3273761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E1A99DB-FA38-5D16-8B69-804F8DCF41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73761"/>
                <a:ext cx="537328" cy="546754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B897D52-804C-6D79-72CD-EB44BAD68665}"/>
                  </a:ext>
                </a:extLst>
              </p:cNvPr>
              <p:cNvSpPr/>
              <p:nvPr/>
            </p:nvSpPr>
            <p:spPr>
              <a:xfrm>
                <a:off x="8803368" y="3293711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B897D52-804C-6D79-72CD-EB44BAD686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368" y="3293711"/>
                <a:ext cx="537328" cy="546754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52E1DD1-9E79-33D9-A51B-30D95B5432E5}"/>
                  </a:ext>
                </a:extLst>
              </p:cNvPr>
              <p:cNvSpPr/>
              <p:nvPr/>
            </p:nvSpPr>
            <p:spPr>
              <a:xfrm>
                <a:off x="8106014" y="5688594"/>
                <a:ext cx="583409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900" b="1" dirty="0"/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52E1DD1-9E79-33D9-A51B-30D95B543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014" y="5688594"/>
                <a:ext cx="583409" cy="546754"/>
              </a:xfrm>
              <a:prstGeom prst="ellipse">
                <a:avLst/>
              </a:prstGeom>
              <a:blipFill>
                <a:blip r:embed="rId13"/>
                <a:stretch>
                  <a:fillRect l="-7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3B64E8EE-C5CE-0C94-C68C-5AEA2F243DD3}"/>
                  </a:ext>
                </a:extLst>
              </p:cNvPr>
              <p:cNvSpPr/>
              <p:nvPr/>
            </p:nvSpPr>
            <p:spPr>
              <a:xfrm>
                <a:off x="7438953" y="5708544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3B64E8EE-C5CE-0C94-C68C-5AEA2F243D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953" y="5708544"/>
                <a:ext cx="537328" cy="546754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929EA16-43B3-0077-F0B0-FD6CA4911881}"/>
                  </a:ext>
                </a:extLst>
              </p:cNvPr>
              <p:cNvSpPr/>
              <p:nvPr/>
            </p:nvSpPr>
            <p:spPr>
              <a:xfrm>
                <a:off x="6771892" y="5688594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929EA16-43B3-0077-F0B0-FD6CA49118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892" y="5688594"/>
                <a:ext cx="537328" cy="546754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12ABB01-147C-79BD-D3A8-E8AE649AE4BE}"/>
                  </a:ext>
                </a:extLst>
              </p:cNvPr>
              <p:cNvSpPr/>
              <p:nvPr/>
            </p:nvSpPr>
            <p:spPr>
              <a:xfrm>
                <a:off x="6096000" y="5688594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12ABB01-147C-79BD-D3A8-E8AE649AE4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688594"/>
                <a:ext cx="537328" cy="546754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7A0CD5E-DE7B-9638-7E71-82CE55C459E3}"/>
                  </a:ext>
                </a:extLst>
              </p:cNvPr>
              <p:cNvSpPr/>
              <p:nvPr/>
            </p:nvSpPr>
            <p:spPr>
              <a:xfrm>
                <a:off x="8803368" y="5708544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7A0CD5E-DE7B-9638-7E71-82CE55C459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368" y="5708544"/>
                <a:ext cx="537328" cy="546754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Multiplication Sign 48">
            <a:extLst>
              <a:ext uri="{FF2B5EF4-FFF2-40B4-BE49-F238E27FC236}">
                <a16:creationId xmlns:a16="http://schemas.microsoft.com/office/drawing/2014/main" id="{64E2BA1C-EC3D-446B-CEE1-F599DCBC0CC7}"/>
              </a:ext>
            </a:extLst>
          </p:cNvPr>
          <p:cNvSpPr/>
          <p:nvPr/>
        </p:nvSpPr>
        <p:spPr>
          <a:xfrm>
            <a:off x="8671402" y="3002962"/>
            <a:ext cx="821177" cy="1067889"/>
          </a:xfrm>
          <a:prstGeom prst="mathMultiply">
            <a:avLst>
              <a:gd name="adj1" fmla="val 63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330933-3961-3947-E1EF-92699052F8D7}"/>
              </a:ext>
            </a:extLst>
          </p:cNvPr>
          <p:cNvSpPr/>
          <p:nvPr/>
        </p:nvSpPr>
        <p:spPr>
          <a:xfrm>
            <a:off x="414777" y="1889659"/>
            <a:ext cx="11383594" cy="227805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F26165A-3CB0-09AE-1BE8-526FC055D38A}"/>
              </a:ext>
            </a:extLst>
          </p:cNvPr>
          <p:cNvSpPr/>
          <p:nvPr/>
        </p:nvSpPr>
        <p:spPr>
          <a:xfrm>
            <a:off x="414777" y="4192902"/>
            <a:ext cx="11383594" cy="22780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258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782CA-F037-FA1E-B6C4-446D3059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C1D8AD9D-FE1E-555E-32A5-7530B4B09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701675"/>
            <a:ext cx="11029950" cy="1014413"/>
          </a:xfrm>
        </p:spPr>
        <p:txBody>
          <a:bodyPr/>
          <a:lstStyle/>
          <a:p>
            <a:r>
              <a:rPr lang="en-US" dirty="0"/>
              <a:t>0,1-Knapsack problem: Relation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D61F11-643F-76D0-3C8D-73BFC9F91B85}"/>
              </a:ext>
            </a:extLst>
          </p:cNvPr>
          <p:cNvGrpSpPr/>
          <p:nvPr/>
        </p:nvGrpSpPr>
        <p:grpSpPr>
          <a:xfrm>
            <a:off x="9412631" y="4186569"/>
            <a:ext cx="2159499" cy="2447694"/>
            <a:chOff x="9798357" y="3918066"/>
            <a:chExt cx="2159499" cy="2447694"/>
          </a:xfrm>
        </p:grpSpPr>
        <p:pic>
          <p:nvPicPr>
            <p:cNvPr id="23" name="Graphic 22" descr="Backpack">
              <a:extLst>
                <a:ext uri="{FF2B5EF4-FFF2-40B4-BE49-F238E27FC236}">
                  <a16:creationId xmlns:a16="http://schemas.microsoft.com/office/drawing/2014/main" id="{3FA5070E-5A7D-6948-0885-24E59F1C2A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798357" y="3918066"/>
              <a:ext cx="2159499" cy="2447694"/>
            </a:xfrm>
            <a:prstGeom prst="rect">
              <a:avLst/>
            </a:prstGeom>
          </p:spPr>
        </p:pic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33907A7-032C-F0AF-0E44-4E248F79879E}"/>
                </a:ext>
              </a:extLst>
            </p:cNvPr>
            <p:cNvSpPr/>
            <p:nvPr/>
          </p:nvSpPr>
          <p:spPr>
            <a:xfrm>
              <a:off x="10253343" y="4384177"/>
              <a:ext cx="1249525" cy="177214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140380-B6EE-DE0A-8EE3-FE7043E1C048}"/>
              </a:ext>
            </a:extLst>
          </p:cNvPr>
          <p:cNvGrpSpPr/>
          <p:nvPr/>
        </p:nvGrpSpPr>
        <p:grpSpPr>
          <a:xfrm>
            <a:off x="9412631" y="1908513"/>
            <a:ext cx="2159499" cy="2447694"/>
            <a:chOff x="7012041" y="2282895"/>
            <a:chExt cx="2159499" cy="2447694"/>
          </a:xfrm>
        </p:grpSpPr>
        <p:pic>
          <p:nvPicPr>
            <p:cNvPr id="20" name="Graphic 19" descr="Backpack">
              <a:extLst>
                <a:ext uri="{FF2B5EF4-FFF2-40B4-BE49-F238E27FC236}">
                  <a16:creationId xmlns:a16="http://schemas.microsoft.com/office/drawing/2014/main" id="{C3E976E9-1CF0-B700-E25A-0C759E8541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12041" y="2282895"/>
              <a:ext cx="2159499" cy="2447694"/>
            </a:xfrm>
            <a:prstGeom prst="rect">
              <a:avLst/>
            </a:prstGeom>
          </p:spPr>
        </p:pic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8B1B17E-7DBE-0CA7-976D-8594F22D698C}"/>
                </a:ext>
              </a:extLst>
            </p:cNvPr>
            <p:cNvSpPr/>
            <p:nvPr/>
          </p:nvSpPr>
          <p:spPr>
            <a:xfrm>
              <a:off x="7457089" y="2747038"/>
              <a:ext cx="1269973" cy="175138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D67006AB-BB49-814A-1C95-E660A6F2307B}"/>
                  </a:ext>
                </a:extLst>
              </p:cNvPr>
              <p:cNvSpPr/>
              <p:nvPr/>
            </p:nvSpPr>
            <p:spPr>
              <a:xfrm>
                <a:off x="9847169" y="2790336"/>
                <a:ext cx="1269973" cy="1327264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sz="3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D67006AB-BB49-814A-1C95-E660A6F230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169" y="2790336"/>
                <a:ext cx="1269973" cy="132726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A30DFD6-9E5B-DC56-0842-DE56E60266A9}"/>
                  </a:ext>
                </a:extLst>
              </p:cNvPr>
              <p:cNvSpPr/>
              <p:nvPr/>
            </p:nvSpPr>
            <p:spPr>
              <a:xfrm>
                <a:off x="8106014" y="3273761"/>
                <a:ext cx="583409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900" b="1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A30DFD6-9E5B-DC56-0842-DE56E6026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014" y="3273761"/>
                <a:ext cx="583409" cy="546754"/>
              </a:xfrm>
              <a:prstGeom prst="ellipse">
                <a:avLst/>
              </a:prstGeom>
              <a:blipFill>
                <a:blip r:embed="rId6"/>
                <a:stretch>
                  <a:fillRect l="-7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A377149-4758-8626-002A-8B0F10C5E647}"/>
                  </a:ext>
                </a:extLst>
              </p:cNvPr>
              <p:cNvSpPr/>
              <p:nvPr/>
            </p:nvSpPr>
            <p:spPr>
              <a:xfrm>
                <a:off x="7438953" y="3293711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A377149-4758-8626-002A-8B0F10C5E6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953" y="3293711"/>
                <a:ext cx="537328" cy="54675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20212FC-9588-3305-273E-FD9405946F9C}"/>
                  </a:ext>
                </a:extLst>
              </p:cNvPr>
              <p:cNvSpPr/>
              <p:nvPr/>
            </p:nvSpPr>
            <p:spPr>
              <a:xfrm>
                <a:off x="6771892" y="3273761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20212FC-9588-3305-273E-FD9405946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892" y="3273761"/>
                <a:ext cx="537328" cy="54675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FECF424-DDC2-CD6A-7B85-C4C063D56399}"/>
                  </a:ext>
                </a:extLst>
              </p:cNvPr>
              <p:cNvSpPr/>
              <p:nvPr/>
            </p:nvSpPr>
            <p:spPr>
              <a:xfrm>
                <a:off x="6096000" y="3273761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FECF424-DDC2-CD6A-7B85-C4C063D56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73761"/>
                <a:ext cx="537328" cy="546754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92C267F-AC08-A12D-3A37-943B94BBD003}"/>
                  </a:ext>
                </a:extLst>
              </p:cNvPr>
              <p:cNvSpPr/>
              <p:nvPr/>
            </p:nvSpPr>
            <p:spPr>
              <a:xfrm>
                <a:off x="8803368" y="3293711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92C267F-AC08-A12D-3A37-943B94BBD0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368" y="3293711"/>
                <a:ext cx="537328" cy="546754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5ACDB8F-6401-4BE3-69D5-FF9A7518A26E}"/>
                  </a:ext>
                </a:extLst>
              </p:cNvPr>
              <p:cNvSpPr/>
              <p:nvPr/>
            </p:nvSpPr>
            <p:spPr>
              <a:xfrm>
                <a:off x="8106014" y="5688594"/>
                <a:ext cx="583409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9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900" b="1" dirty="0"/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5ACDB8F-6401-4BE3-69D5-FF9A7518A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014" y="5688594"/>
                <a:ext cx="583409" cy="546754"/>
              </a:xfrm>
              <a:prstGeom prst="ellipse">
                <a:avLst/>
              </a:prstGeom>
              <a:blipFill>
                <a:blip r:embed="rId11"/>
                <a:stretch>
                  <a:fillRect l="-7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43912D9-ADA5-4212-5916-F4318F0FAD7B}"/>
                  </a:ext>
                </a:extLst>
              </p:cNvPr>
              <p:cNvSpPr/>
              <p:nvPr/>
            </p:nvSpPr>
            <p:spPr>
              <a:xfrm>
                <a:off x="7438953" y="5708544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43912D9-ADA5-4212-5916-F4318F0FA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953" y="5708544"/>
                <a:ext cx="537328" cy="546754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EB7C026-6275-0768-7F84-AF3D211CA265}"/>
                  </a:ext>
                </a:extLst>
              </p:cNvPr>
              <p:cNvSpPr/>
              <p:nvPr/>
            </p:nvSpPr>
            <p:spPr>
              <a:xfrm>
                <a:off x="6771892" y="5688594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EB7C026-6275-0768-7F84-AF3D211CA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892" y="5688594"/>
                <a:ext cx="537328" cy="546754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0827CB9-4E94-064A-C98F-88BF57EFFD03}"/>
                  </a:ext>
                </a:extLst>
              </p:cNvPr>
              <p:cNvSpPr/>
              <p:nvPr/>
            </p:nvSpPr>
            <p:spPr>
              <a:xfrm>
                <a:off x="6096000" y="5688594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0827CB9-4E94-064A-C98F-88BF57EFFD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688594"/>
                <a:ext cx="537328" cy="546754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Multiplication Sign 48">
            <a:extLst>
              <a:ext uri="{FF2B5EF4-FFF2-40B4-BE49-F238E27FC236}">
                <a16:creationId xmlns:a16="http://schemas.microsoft.com/office/drawing/2014/main" id="{59B85A93-162B-02CF-6A9B-0E25D6A9E709}"/>
              </a:ext>
            </a:extLst>
          </p:cNvPr>
          <p:cNvSpPr/>
          <p:nvPr/>
        </p:nvSpPr>
        <p:spPr>
          <a:xfrm>
            <a:off x="8671402" y="3002962"/>
            <a:ext cx="821177" cy="1067889"/>
          </a:xfrm>
          <a:prstGeom prst="mathMultiply">
            <a:avLst>
              <a:gd name="adj1" fmla="val 63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61C8B56-CB72-7DED-784B-13A13EBF8679}"/>
              </a:ext>
            </a:extLst>
          </p:cNvPr>
          <p:cNvSpPr/>
          <p:nvPr/>
        </p:nvSpPr>
        <p:spPr>
          <a:xfrm>
            <a:off x="414777" y="1889659"/>
            <a:ext cx="11383594" cy="227805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E61A3DE-202F-C7CD-02E2-4072C7BC6B03}"/>
              </a:ext>
            </a:extLst>
          </p:cNvPr>
          <p:cNvSpPr/>
          <p:nvPr/>
        </p:nvSpPr>
        <p:spPr>
          <a:xfrm>
            <a:off x="414777" y="4192902"/>
            <a:ext cx="11383594" cy="22780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76075CA-6095-25AA-CA49-E628F19588B8}"/>
                  </a:ext>
                </a:extLst>
              </p:cNvPr>
              <p:cNvSpPr/>
              <p:nvPr/>
            </p:nvSpPr>
            <p:spPr>
              <a:xfrm>
                <a:off x="581025" y="2077740"/>
                <a:ext cx="7374255" cy="40874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1. Don't take item i: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The best you can do is what you could do with the first i-1 items at full capacity j.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So: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−1][</m:t>
                    </m:r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sz="200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2. Take item i: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You </a:t>
                </a:r>
                <a:r>
                  <a:rPr lang="en-US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spend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units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of capacity, and you're left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−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You now add the benefit of item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to the best you could do with the first i-1 items and this reduced capacity.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So: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−1][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−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 +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76075CA-6095-25AA-CA49-E628F19588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25" y="2077740"/>
                <a:ext cx="7374255" cy="4087401"/>
              </a:xfrm>
              <a:prstGeom prst="rect">
                <a:avLst/>
              </a:prstGeom>
              <a:blipFill>
                <a:blip r:embed="rId15"/>
                <a:stretch>
                  <a:fillRect l="-909" t="-896" r="-1157" b="-1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FA6FF93-1694-0873-C654-5CB1E275957F}"/>
                  </a:ext>
                </a:extLst>
              </p:cNvPr>
              <p:cNvSpPr/>
              <p:nvPr/>
            </p:nvSpPr>
            <p:spPr>
              <a:xfrm>
                <a:off x="9859154" y="5005866"/>
                <a:ext cx="1269973" cy="1418960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  <a:p>
                <a:pPr algn="ctr"/>
                <a:endParaRPr 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FA6FF93-1694-0873-C654-5CB1E27595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9154" y="5005866"/>
                <a:ext cx="1269973" cy="1418960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5813F8D-6E29-1A2B-A0AF-E1020E1166B8}"/>
                  </a:ext>
                </a:extLst>
              </p:cNvPr>
              <p:cNvSpPr/>
              <p:nvPr/>
            </p:nvSpPr>
            <p:spPr>
              <a:xfrm>
                <a:off x="10559319" y="5814130"/>
                <a:ext cx="537328" cy="54675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5813F8D-6E29-1A2B-A0AF-E1020E1166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319" y="5814130"/>
                <a:ext cx="537328" cy="546754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01740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6077383-6D95-4F7E-BF7C-563E7B69E15F}"/>
                  </a:ext>
                </a:extLst>
              </p:cNvPr>
              <p:cNvSpPr/>
              <p:nvPr/>
            </p:nvSpPr>
            <p:spPr>
              <a:xfrm>
                <a:off x="1019008" y="2573122"/>
                <a:ext cx="10591800" cy="461665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relation: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{ </m:t>
                    </m:r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− 1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− 1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6077383-6D95-4F7E-BF7C-563E7B69E1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008" y="2573122"/>
                <a:ext cx="10591800" cy="461665"/>
              </a:xfrm>
              <a:prstGeom prst="rect">
                <a:avLst/>
              </a:prstGeom>
              <a:blipFill>
                <a:blip r:embed="rId3"/>
                <a:stretch>
                  <a:fillRect l="-805" t="-8974" b="-26923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615D8D-16FA-65B8-A831-90C169102556}"/>
                  </a:ext>
                </a:extLst>
              </p:cNvPr>
              <p:cNvSpPr txBox="1"/>
              <p:nvPr/>
            </p:nvSpPr>
            <p:spPr>
              <a:xfrm>
                <a:off x="4335994" y="3740931"/>
                <a:ext cx="3445002" cy="400110"/>
              </a:xfrm>
              <a:prstGeom prst="rect">
                <a:avLst/>
              </a:prstGeom>
              <a:solidFill>
                <a:srgbClr val="FF990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Consolas" panose="020B0609020204030204" pitchFamily="49" charset="0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what if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&lt;0 ????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615D8D-16FA-65B8-A831-90C169102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994" y="3740931"/>
                <a:ext cx="3445002" cy="400110"/>
              </a:xfrm>
              <a:prstGeom prst="rect">
                <a:avLst/>
              </a:prstGeom>
              <a:blipFill>
                <a:blip r:embed="rId4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693E4C-974B-8B36-8E8F-9E87F6F093F2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5888188" y="2966050"/>
            <a:ext cx="170307" cy="774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3">
            <a:extLst>
              <a:ext uri="{FF2B5EF4-FFF2-40B4-BE49-F238E27FC236}">
                <a16:creationId xmlns:a16="http://schemas.microsoft.com/office/drawing/2014/main" id="{305E4B41-424A-CD23-2C08-8DF3FCEAA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701675"/>
            <a:ext cx="11029950" cy="1014413"/>
          </a:xfrm>
        </p:spPr>
        <p:txBody>
          <a:bodyPr/>
          <a:lstStyle/>
          <a:p>
            <a:r>
              <a:rPr lang="en-US" dirty="0"/>
              <a:t>0,1-Knapsack problem: Relation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974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24B965A-D03F-4A5C-A012-1903788B5BCC}"/>
                  </a:ext>
                </a:extLst>
              </p:cNvPr>
              <p:cNvSpPr/>
              <p:nvPr/>
            </p:nvSpPr>
            <p:spPr>
              <a:xfrm>
                <a:off x="1075763" y="2057470"/>
                <a:ext cx="10632141" cy="313932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Function Knapsack01(weights, benefits, W):</a:t>
                </a:r>
              </a:p>
              <a:p>
                <a:r>
                  <a:rPr lang="en-US" dirty="0">
                    <a:latin typeface="Consolas" panose="020B0609020204030204" pitchFamily="49" charset="0"/>
                  </a:rPr>
                  <a:t>    A is an </a:t>
                </a:r>
                <a:r>
                  <a:rPr lang="en-US" dirty="0" err="1">
                    <a:latin typeface="Consolas" panose="020B0609020204030204" pitchFamily="49" charset="0"/>
                  </a:rPr>
                  <a:t>nxW</a:t>
                </a:r>
                <a:r>
                  <a:rPr lang="en-US" dirty="0">
                    <a:latin typeface="Consolas" panose="020B0609020204030204" pitchFamily="49" charset="0"/>
                  </a:rPr>
                  <a:t> matrix of zeros</a:t>
                </a:r>
              </a:p>
              <a:p>
                <a:endParaRPr lang="en-US" dirty="0">
                  <a:latin typeface="Consolas" panose="020B0609020204030204" pitchFamily="49" charset="0"/>
                </a:endParaRPr>
              </a:p>
              <a:p>
                <a:r>
                  <a:rPr lang="en-US" dirty="0">
                    <a:latin typeface="Consolas" panose="020B0609020204030204" pitchFamily="49" charset="0"/>
                  </a:rPr>
                  <a:t>    </a:t>
                </a:r>
                <a:r>
                  <a:rPr lang="en-US" dirty="0">
                    <a:solidFill>
                      <a:srgbClr val="D012C2"/>
                    </a:solidFill>
                    <a:latin typeface="Consolas" panose="020B0609020204030204" pitchFamily="49" charset="0"/>
                  </a:rPr>
                  <a:t>for </a:t>
                </a:r>
                <a:r>
                  <a:rPr lang="en-US" dirty="0" err="1">
                    <a:solidFill>
                      <a:srgbClr val="D012C2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solidFill>
                      <a:srgbClr val="D012C2"/>
                    </a:solidFill>
                    <a:latin typeface="Consolas" panose="020B0609020204030204" pitchFamily="49" charset="0"/>
                  </a:rPr>
                  <a:t> from 1 to n:</a:t>
                </a:r>
              </a:p>
              <a:p>
                <a:r>
                  <a:rPr lang="en-US" dirty="0">
                    <a:solidFill>
                      <a:srgbClr val="D012C2"/>
                    </a:solidFill>
                    <a:latin typeface="Consolas" panose="020B0609020204030204" pitchFamily="49" charset="0"/>
                  </a:rPr>
                  <a:t>        for j from 1 to W:</a:t>
                </a:r>
              </a:p>
              <a:p>
                <a:r>
                  <a:rPr lang="en-US" dirty="0">
                    <a:latin typeface="Consolas" panose="020B0609020204030204" pitchFamily="49" charset="0"/>
                  </a:rPr>
                  <a:t>            </a:t>
                </a:r>
                <a:r>
                  <a:rPr lang="en-US" dirty="0">
                    <a:solidFill>
                      <a:srgbClr val="FF9900"/>
                    </a:solidFill>
                    <a:latin typeface="Consolas" panose="020B0609020204030204" pitchFamily="49" charset="0"/>
                  </a:rPr>
                  <a:t>if weights[</a:t>
                </a:r>
                <a:r>
                  <a:rPr lang="en-US" dirty="0" err="1">
                    <a:solidFill>
                      <a:srgbClr val="FF9900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solidFill>
                      <a:srgbClr val="FF9900"/>
                    </a:solidFill>
                    <a:latin typeface="Consolas" panose="020B0609020204030204" pitchFamily="49" charset="0"/>
                  </a:rPr>
                  <a:t>] &lt;= j:</a:t>
                </a:r>
              </a:p>
              <a:p>
                <a:r>
                  <a:rPr lang="en-US" dirty="0">
                    <a:latin typeface="Consolas" panose="020B0609020204030204" pitchFamily="49" charset="0"/>
                  </a:rPr>
                  <a:t>                A[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][j] 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− 1][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],  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− 1][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𝑤𝑒𝑖𝑔h𝑡𝑠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]] +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𝑏𝑒𝑛𝑒𝑓𝑖𝑡𝑠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en-US" dirty="0">
                  <a:latin typeface="Consolas" panose="020B0609020204030204" pitchFamily="49" charset="0"/>
                </a:endParaRPr>
              </a:p>
              <a:p>
                <a:r>
                  <a:rPr lang="en-US" dirty="0">
                    <a:latin typeface="Consolas" panose="020B0609020204030204" pitchFamily="49" charset="0"/>
                  </a:rPr>
                  <a:t>            </a:t>
                </a:r>
                <a:r>
                  <a:rPr lang="en-US" dirty="0">
                    <a:solidFill>
                      <a:srgbClr val="FF9900"/>
                    </a:solidFill>
                    <a:latin typeface="Consolas" panose="020B0609020204030204" pitchFamily="49" charset="0"/>
                  </a:rPr>
                  <a:t>else:</a:t>
                </a:r>
              </a:p>
              <a:p>
                <a:r>
                  <a:rPr lang="en-US" dirty="0">
                    <a:latin typeface="Consolas" panose="020B0609020204030204" pitchFamily="49" charset="0"/>
                  </a:rPr>
                  <a:t>                A[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][j] ← 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A[i-1][j]</a:t>
                </a:r>
              </a:p>
              <a:p>
                <a:endParaRPr lang="en-US" dirty="0">
                  <a:latin typeface="Consolas" panose="020B0609020204030204" pitchFamily="49" charset="0"/>
                </a:endParaRPr>
              </a:p>
              <a:p>
                <a:r>
                  <a:rPr lang="en-US" dirty="0">
                    <a:latin typeface="Consolas" panose="020B0609020204030204" pitchFamily="49" charset="0"/>
                  </a:rPr>
                  <a:t>    return A[n][W]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24B965A-D03F-4A5C-A012-1903788B5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763" y="2057470"/>
                <a:ext cx="10632141" cy="3139321"/>
              </a:xfrm>
              <a:prstGeom prst="rect">
                <a:avLst/>
              </a:prstGeom>
              <a:blipFill>
                <a:blip r:embed="rId3"/>
                <a:stretch>
                  <a:fillRect l="-401" t="-969" b="-213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3">
            <a:extLst>
              <a:ext uri="{FF2B5EF4-FFF2-40B4-BE49-F238E27FC236}">
                <a16:creationId xmlns:a16="http://schemas.microsoft.com/office/drawing/2014/main" id="{5D4B61FB-9C9A-1461-0039-5452A67E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701675"/>
            <a:ext cx="11029950" cy="1014413"/>
          </a:xfrm>
        </p:spPr>
        <p:txBody>
          <a:bodyPr/>
          <a:lstStyle/>
          <a:p>
            <a:r>
              <a:rPr lang="en-US" dirty="0"/>
              <a:t>0,1-Knapsack problem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8770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F2FF7-3ADD-A8E6-207F-930794B9B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E171-91D4-9421-FFF2-3CAE9ED2A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altLang="en-US" dirty="0"/>
              <a:t>Class work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3DAD6DF-3972-C4A9-1981-CC6FEBCD83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8843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Money Change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9430" y="1805314"/>
            <a:ext cx="11633140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400" dirty="0">
                <a:solidFill>
                  <a:prstClr val="black"/>
                </a:solidFill>
              </a:rPr>
              <a:t>Compute the minimum number of coins needed to change the given value into coins with denominations 1, 3, and 4.</a:t>
            </a: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400" dirty="0">
                <a:solidFill>
                  <a:prstClr val="black"/>
                </a:solidFill>
              </a:rPr>
              <a:t>Input: An integer money, n.</a:t>
            </a:r>
          </a:p>
          <a:p>
            <a:pPr marL="438912" lvl="0" indent="-320040">
              <a:lnSpc>
                <a:spcPct val="150000"/>
              </a:lnSpc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400" dirty="0">
                <a:solidFill>
                  <a:prstClr val="black"/>
                </a:solidFill>
              </a:rPr>
              <a:t>Output: The minimum number of coins that changes n.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B883C6-EAF3-44FE-BAB4-432FA0E6BE60}"/>
              </a:ext>
            </a:extLst>
          </p:cNvPr>
          <p:cNvSpPr/>
          <p:nvPr/>
        </p:nvSpPr>
        <p:spPr>
          <a:xfrm>
            <a:off x="1194517" y="4586568"/>
            <a:ext cx="597726" cy="59772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157479-FC9F-4674-AA7B-5A966DC87F53}"/>
              </a:ext>
            </a:extLst>
          </p:cNvPr>
          <p:cNvSpPr/>
          <p:nvPr/>
        </p:nvSpPr>
        <p:spPr>
          <a:xfrm>
            <a:off x="3575159" y="4235490"/>
            <a:ext cx="1228164" cy="122816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C129C1-2392-41BC-9F08-4236606BC836}"/>
              </a:ext>
            </a:extLst>
          </p:cNvPr>
          <p:cNvSpPr/>
          <p:nvPr/>
        </p:nvSpPr>
        <p:spPr>
          <a:xfrm>
            <a:off x="2227800" y="4299697"/>
            <a:ext cx="1050015" cy="1050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10B648-824D-4E84-88FE-6EC46EE370C3}"/>
              </a:ext>
            </a:extLst>
          </p:cNvPr>
          <p:cNvSpPr txBox="1"/>
          <p:nvPr/>
        </p:nvSpPr>
        <p:spPr>
          <a:xfrm>
            <a:off x="1357802" y="5785857"/>
            <a:ext cx="1189455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6=4+1+1</a:t>
            </a:r>
          </a:p>
          <a:p>
            <a:r>
              <a:rPr lang="en-US" dirty="0"/>
              <a:t>6=3+3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C163B5-FC61-4CF6-8900-9CD844601689}"/>
              </a:ext>
            </a:extLst>
          </p:cNvPr>
          <p:cNvSpPr/>
          <p:nvPr/>
        </p:nvSpPr>
        <p:spPr>
          <a:xfrm>
            <a:off x="3048000" y="5785857"/>
            <a:ext cx="1766206" cy="646331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10=4+4+1+1</a:t>
            </a:r>
          </a:p>
          <a:p>
            <a:r>
              <a:rPr lang="en-US" dirty="0"/>
              <a:t>10=4+3+3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D73849-CF7F-4C56-A02E-88CBE344B5B6}"/>
              </a:ext>
            </a:extLst>
          </p:cNvPr>
          <p:cNvSpPr/>
          <p:nvPr/>
        </p:nvSpPr>
        <p:spPr>
          <a:xfrm>
            <a:off x="7070272" y="4722629"/>
            <a:ext cx="3608804" cy="1295868"/>
          </a:xfrm>
          <a:prstGeom prst="rect">
            <a:avLst/>
          </a:prstGeom>
          <a:ln>
            <a:solidFill>
              <a:srgbClr val="D012C2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n=4k+2</a:t>
            </a:r>
          </a:p>
          <a:p>
            <a:pPr>
              <a:lnSpc>
                <a:spcPct val="150000"/>
              </a:lnSpc>
            </a:pPr>
            <a:r>
              <a:rPr lang="en-US" dirty="0"/>
              <a:t>k(</a:t>
            </a:r>
            <a:r>
              <a:rPr lang="en-US" dirty="0">
                <a:solidFill>
                  <a:srgbClr val="00B0F0"/>
                </a:solidFill>
              </a:rPr>
              <a:t>4</a:t>
            </a:r>
            <a:r>
              <a:rPr lang="en-US" dirty="0"/>
              <a:t>)+2(</a:t>
            </a:r>
            <a:r>
              <a:rPr lang="en-US" dirty="0">
                <a:solidFill>
                  <a:schemeClr val="accent2"/>
                </a:solidFill>
              </a:rPr>
              <a:t>1</a:t>
            </a:r>
            <a:r>
              <a:rPr lang="en-US" dirty="0"/>
              <a:t>)			    (k-1)(</a:t>
            </a:r>
            <a:r>
              <a:rPr lang="en-US" dirty="0">
                <a:solidFill>
                  <a:srgbClr val="00B0F0"/>
                </a:solidFill>
              </a:rPr>
              <a:t>4</a:t>
            </a:r>
            <a:r>
              <a:rPr lang="en-US" dirty="0"/>
              <a:t>)+2(</a:t>
            </a:r>
            <a:r>
              <a:rPr lang="en-US" dirty="0">
                <a:solidFill>
                  <a:srgbClr val="00B050"/>
                </a:solidFill>
              </a:rPr>
              <a:t>3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k+2 coins			       k+1 coins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555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SubProblems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0" y="1814458"/>
                <a:ext cx="12100560" cy="588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Find the minimum number of coins with denominations 1, 3 and 4 that changes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0≤</m:t>
                    </m:r>
                    <m:r>
                      <a:rPr lang="en-US" sz="2400" i="1" dirty="0" err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14458"/>
                <a:ext cx="12100560" cy="588110"/>
              </a:xfrm>
              <a:prstGeom prst="rect">
                <a:avLst/>
              </a:prstGeom>
              <a:blipFill>
                <a:blip r:embed="rId4"/>
                <a:stretch>
                  <a:fillRect r="-403" b="-23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6493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92024" y="1805314"/>
                <a:ext cx="11720546" cy="22510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D[</a:t>
                </a:r>
                <a:r>
                  <a:rPr lang="en-US" sz="2400" dirty="0" err="1">
                    <a:solidFill>
                      <a:prstClr val="black"/>
                    </a:solidFill>
                  </a:rPr>
                  <a:t>i</a:t>
                </a:r>
                <a:r>
                  <a:rPr lang="en-US" sz="2400" dirty="0">
                    <a:solidFill>
                      <a:prstClr val="black"/>
                    </a:solidFill>
                  </a:rPr>
                  <a:t>]=  minimum number of coins with denominations 1, 3 and 4 that changes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0≤</m:t>
                    </m:r>
                    <m:r>
                      <a:rPr lang="en-US" sz="2400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prstClr val="black"/>
                        </a:solidFill>
                      </a:rPr>
                      <m:t>.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Smallest problem: minimum number of coins that changes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D[0]=0</a:t>
                </a:r>
              </a:p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D[n]=solution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1805314"/>
                <a:ext cx="11720546" cy="2251065"/>
              </a:xfrm>
              <a:prstGeom prst="rect">
                <a:avLst/>
              </a:prstGeom>
              <a:blipFill>
                <a:blip r:embed="rId4"/>
                <a:stretch>
                  <a:fillRect b="-5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0711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9430" y="1805314"/>
            <a:ext cx="11633140" cy="3628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6072" lvl="0" indent="-457200">
              <a:lnSpc>
                <a:spcPct val="2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r>
              <a:rPr lang="en-US" sz="2400" dirty="0">
                <a:solidFill>
                  <a:prstClr val="black"/>
                </a:solidFill>
              </a:rPr>
              <a:t>Choose</a:t>
            </a:r>
          </a:p>
          <a:p>
            <a:pPr marL="576072" indent="-457200">
              <a:lnSpc>
                <a:spcPct val="2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r>
              <a:rPr lang="en-US" sz="2400" dirty="0">
                <a:solidFill>
                  <a:prstClr val="black"/>
                </a:solidFill>
              </a:rPr>
              <a:t>Choose</a:t>
            </a:r>
          </a:p>
          <a:p>
            <a:pPr marL="576072" indent="-457200">
              <a:lnSpc>
                <a:spcPct val="2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r>
              <a:rPr lang="en-US" sz="2400" dirty="0">
                <a:solidFill>
                  <a:prstClr val="black"/>
                </a:solidFill>
              </a:rPr>
              <a:t>Choose</a:t>
            </a:r>
          </a:p>
          <a:p>
            <a:pPr marL="118872" lvl="0">
              <a:lnSpc>
                <a:spcPct val="250000"/>
              </a:lnSpc>
              <a:buClr>
                <a:srgbClr val="F0AD00"/>
              </a:buClr>
              <a:buSzPct val="80000"/>
            </a:pP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C484E28-6A59-44C3-AF37-6DAC14EA5F71}"/>
              </a:ext>
            </a:extLst>
          </p:cNvPr>
          <p:cNvSpPr/>
          <p:nvPr/>
        </p:nvSpPr>
        <p:spPr>
          <a:xfrm>
            <a:off x="2126068" y="2323819"/>
            <a:ext cx="347778" cy="3477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3E94B2-C630-425D-8782-35EFADC74924}"/>
              </a:ext>
            </a:extLst>
          </p:cNvPr>
          <p:cNvSpPr/>
          <p:nvPr/>
        </p:nvSpPr>
        <p:spPr>
          <a:xfrm>
            <a:off x="1994490" y="3086855"/>
            <a:ext cx="610935" cy="61093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BC32E02-AA14-4FCE-ACFD-795B1D1F0C34}"/>
              </a:ext>
            </a:extLst>
          </p:cNvPr>
          <p:cNvSpPr/>
          <p:nvPr/>
        </p:nvSpPr>
        <p:spPr>
          <a:xfrm>
            <a:off x="2058523" y="3902909"/>
            <a:ext cx="714588" cy="71458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1543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79430" y="1805314"/>
                <a:ext cx="11633140" cy="36282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76072" lvl="0" indent="-457200">
                  <a:lnSpc>
                    <a:spcPct val="2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Choose         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576072" indent="-457200">
                  <a:lnSpc>
                    <a:spcPct val="2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Choose        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576072" indent="-457200">
                  <a:lnSpc>
                    <a:spcPct val="2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Choose         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118872" lvl="0">
                  <a:lnSpc>
                    <a:spcPct val="250000"/>
                  </a:lnSpc>
                  <a:buClr>
                    <a:srgbClr val="F0AD00"/>
                  </a:buClr>
                  <a:buSzPct val="80000"/>
                </a:pPr>
                <a:endParaRPr 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30" y="1805314"/>
                <a:ext cx="11633140" cy="3628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9C484E28-6A59-44C3-AF37-6DAC14EA5F71}"/>
              </a:ext>
            </a:extLst>
          </p:cNvPr>
          <p:cNvSpPr/>
          <p:nvPr/>
        </p:nvSpPr>
        <p:spPr>
          <a:xfrm>
            <a:off x="2126068" y="2323819"/>
            <a:ext cx="347778" cy="3477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3E94B2-C630-425D-8782-35EFADC74924}"/>
              </a:ext>
            </a:extLst>
          </p:cNvPr>
          <p:cNvSpPr/>
          <p:nvPr/>
        </p:nvSpPr>
        <p:spPr>
          <a:xfrm>
            <a:off x="1994490" y="3086855"/>
            <a:ext cx="610935" cy="61093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BA3161-7D83-46C9-A5C2-3B97BF1137A4}"/>
              </a:ext>
            </a:extLst>
          </p:cNvPr>
          <p:cNvSpPr/>
          <p:nvPr/>
        </p:nvSpPr>
        <p:spPr>
          <a:xfrm>
            <a:off x="2058523" y="3902909"/>
            <a:ext cx="714588" cy="71458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6B610A-6F37-F470-D756-953150D4E73A}"/>
                  </a:ext>
                </a:extLst>
              </p:cNvPr>
              <p:cNvSpPr txBox="1"/>
              <p:nvPr/>
            </p:nvSpPr>
            <p:spPr>
              <a:xfrm>
                <a:off x="3823855" y="720275"/>
                <a:ext cx="7712363" cy="46416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118872" lvl="0">
                  <a:lnSpc>
                    <a:spcPct val="150000"/>
                  </a:lnSpc>
                  <a:buClr>
                    <a:srgbClr val="F0AD00"/>
                  </a:buClr>
                  <a:buSzPct val="80000"/>
                </a:pPr>
                <a:r>
                  <a:rPr lang="en-US" sz="1800" dirty="0">
                    <a:solidFill>
                      <a:prstClr val="black"/>
                    </a:solidFill>
                  </a:rPr>
                  <a:t>D[</a:t>
                </a:r>
                <a:r>
                  <a:rPr lang="en-US" sz="1800" dirty="0" err="1">
                    <a:solidFill>
                      <a:prstClr val="black"/>
                    </a:solidFill>
                  </a:rPr>
                  <a:t>i</a:t>
                </a:r>
                <a:r>
                  <a:rPr lang="en-US" sz="1800" dirty="0">
                    <a:solidFill>
                      <a:prstClr val="black"/>
                    </a:solidFill>
                  </a:rPr>
                  <a:t>]=  minimum number of coins with denominations 1, 3 and 4 that changes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6B610A-6F37-F470-D756-953150D4E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855" y="720275"/>
                <a:ext cx="7712363" cy="464166"/>
              </a:xfrm>
              <a:prstGeom prst="rect">
                <a:avLst/>
              </a:prstGeom>
              <a:blipFill>
                <a:blip r:embed="rId5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8075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79430" y="1805314"/>
                <a:ext cx="11633140" cy="36282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76072" lvl="0" indent="-457200">
                  <a:lnSpc>
                    <a:spcPct val="2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Choose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576072" indent="-457200">
                  <a:lnSpc>
                    <a:spcPct val="2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        </m:t>
                    </m:r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−3]+1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576072" indent="-457200">
                  <a:lnSpc>
                    <a:spcPct val="2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Choose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−4]+1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118872" lvl="0">
                  <a:lnSpc>
                    <a:spcPct val="250000"/>
                  </a:lnSpc>
                  <a:buClr>
                    <a:srgbClr val="F0AD00"/>
                  </a:buClr>
                  <a:buSzPct val="80000"/>
                </a:pPr>
                <a:endParaRPr 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30" y="1805314"/>
                <a:ext cx="11633140" cy="3628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9C484E28-6A59-44C3-AF37-6DAC14EA5F71}"/>
              </a:ext>
            </a:extLst>
          </p:cNvPr>
          <p:cNvSpPr/>
          <p:nvPr/>
        </p:nvSpPr>
        <p:spPr>
          <a:xfrm>
            <a:off x="2126068" y="2323819"/>
            <a:ext cx="347778" cy="3477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3E94B2-C630-425D-8782-35EFADC74924}"/>
              </a:ext>
            </a:extLst>
          </p:cNvPr>
          <p:cNvSpPr/>
          <p:nvPr/>
        </p:nvSpPr>
        <p:spPr>
          <a:xfrm>
            <a:off x="1994490" y="3086855"/>
            <a:ext cx="610935" cy="61093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BA3161-7D83-46C9-A5C2-3B97BF1137A4}"/>
              </a:ext>
            </a:extLst>
          </p:cNvPr>
          <p:cNvSpPr/>
          <p:nvPr/>
        </p:nvSpPr>
        <p:spPr>
          <a:xfrm>
            <a:off x="2058523" y="3902909"/>
            <a:ext cx="714588" cy="71458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6AE9A8-2B7A-BEF2-F6E7-6F781BCD4C52}"/>
                  </a:ext>
                </a:extLst>
              </p:cNvPr>
              <p:cNvSpPr txBox="1"/>
              <p:nvPr/>
            </p:nvSpPr>
            <p:spPr>
              <a:xfrm>
                <a:off x="3823855" y="720275"/>
                <a:ext cx="7712363" cy="46416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118872" lvl="0">
                  <a:lnSpc>
                    <a:spcPct val="150000"/>
                  </a:lnSpc>
                  <a:buClr>
                    <a:srgbClr val="F0AD00"/>
                  </a:buClr>
                  <a:buSzPct val="80000"/>
                </a:pPr>
                <a:r>
                  <a:rPr lang="en-US" sz="1800" dirty="0">
                    <a:solidFill>
                      <a:prstClr val="black"/>
                    </a:solidFill>
                  </a:rPr>
                  <a:t>D[</a:t>
                </a:r>
                <a:r>
                  <a:rPr lang="en-US" sz="1800" dirty="0" err="1">
                    <a:solidFill>
                      <a:prstClr val="black"/>
                    </a:solidFill>
                  </a:rPr>
                  <a:t>i</a:t>
                </a:r>
                <a:r>
                  <a:rPr lang="en-US" sz="1800" dirty="0">
                    <a:solidFill>
                      <a:prstClr val="black"/>
                    </a:solidFill>
                  </a:rPr>
                  <a:t>]=  minimum number of coins with denominations 1, 3 and 4 that changes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6AE9A8-2B7A-BEF2-F6E7-6F781BCD4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855" y="720275"/>
                <a:ext cx="7712363" cy="464166"/>
              </a:xfrm>
              <a:prstGeom prst="rect">
                <a:avLst/>
              </a:prstGeom>
              <a:blipFill>
                <a:blip r:embed="rId5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24758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79430" y="1805314"/>
                <a:ext cx="11633140" cy="36282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76072" lvl="0" indent="-457200">
                  <a:lnSpc>
                    <a:spcPct val="2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Choose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576072" indent="-457200">
                  <a:lnSpc>
                    <a:spcPct val="2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        </m:t>
                    </m:r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−3]+1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576072" indent="-457200">
                  <a:lnSpc>
                    <a:spcPct val="2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Choose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−4]+1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118872" lvl="0">
                  <a:lnSpc>
                    <a:spcPct val="250000"/>
                  </a:lnSpc>
                  <a:buClr>
                    <a:srgbClr val="F0AD00"/>
                  </a:buClr>
                  <a:buSzPct val="80000"/>
                </a:pPr>
                <a:endParaRPr 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30" y="1805314"/>
                <a:ext cx="11633140" cy="3628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5B556D-AAAA-4426-9EFC-8450B9A9F0D8}"/>
                  </a:ext>
                </a:extLst>
              </p:cNvPr>
              <p:cNvSpPr txBox="1"/>
              <p:nvPr/>
            </p:nvSpPr>
            <p:spPr>
              <a:xfrm flipH="1">
                <a:off x="2473845" y="5454004"/>
                <a:ext cx="6204328" cy="400110"/>
              </a:xfrm>
              <a:prstGeom prst="rect">
                <a:avLst/>
              </a:prstGeom>
              <a:noFill/>
              <a:ln>
                <a:solidFill>
                  <a:srgbClr val="D012C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rgbClr val="D012C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dirty="0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D012C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rgbClr val="D012C2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000" b="0" i="1" dirty="0" smtClean="0">
                          <a:solidFill>
                            <a:srgbClr val="D012C2"/>
                          </a:solidFill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sz="2000" i="1" dirty="0" smtClean="0">
                          <a:solidFill>
                            <a:srgbClr val="D012C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 dirty="0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i="1" dirty="0" smtClean="0">
                          <a:solidFill>
                            <a:srgbClr val="D012C2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2000" b="0" i="1" dirty="0" smtClean="0">
                          <a:solidFill>
                            <a:srgbClr val="D012C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dirty="0" smtClean="0">
                          <a:solidFill>
                            <a:srgbClr val="D012C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dirty="0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dirty="0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D012C2"/>
                          </a:solidFill>
                          <a:latin typeface="Cambria Math" panose="02040503050406030204" pitchFamily="18" charset="0"/>
                        </a:rPr>
                        <m:t>+1,</m:t>
                      </m:r>
                      <m:r>
                        <a:rPr lang="en-US" sz="2000" b="0" i="1" dirty="0" smtClean="0">
                          <a:solidFill>
                            <a:srgbClr val="D012C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dirty="0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dirty="0" smtClean="0">
                              <a:solidFill>
                                <a:srgbClr val="D012C2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D012C2"/>
                          </a:solidFill>
                          <a:latin typeface="Cambria Math" panose="02040503050406030204" pitchFamily="18" charset="0"/>
                        </a:rPr>
                        <m:t>+1}</m:t>
                      </m:r>
                    </m:oMath>
                  </m:oMathPara>
                </a14:m>
                <a:endParaRPr lang="en-US" sz="2000" dirty="0">
                  <a:solidFill>
                    <a:srgbClr val="D012C2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5B556D-AAAA-4426-9EFC-8450B9A9F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73845" y="5454004"/>
                <a:ext cx="6204328" cy="400110"/>
              </a:xfrm>
              <a:prstGeom prst="rect">
                <a:avLst/>
              </a:prstGeom>
              <a:blipFill>
                <a:blip r:embed="rId5"/>
                <a:stretch>
                  <a:fillRect b="-14925"/>
                </a:stretch>
              </a:blipFill>
              <a:ln>
                <a:solidFill>
                  <a:srgbClr val="D012C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9C484E28-6A59-44C3-AF37-6DAC14EA5F71}"/>
              </a:ext>
            </a:extLst>
          </p:cNvPr>
          <p:cNvSpPr/>
          <p:nvPr/>
        </p:nvSpPr>
        <p:spPr>
          <a:xfrm>
            <a:off x="2126068" y="2323819"/>
            <a:ext cx="347778" cy="3477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3E94B2-C630-425D-8782-35EFADC74924}"/>
              </a:ext>
            </a:extLst>
          </p:cNvPr>
          <p:cNvSpPr/>
          <p:nvPr/>
        </p:nvSpPr>
        <p:spPr>
          <a:xfrm>
            <a:off x="1994490" y="3086855"/>
            <a:ext cx="610935" cy="61093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BA3161-7D83-46C9-A5C2-3B97BF1137A4}"/>
              </a:ext>
            </a:extLst>
          </p:cNvPr>
          <p:cNvSpPr/>
          <p:nvPr/>
        </p:nvSpPr>
        <p:spPr>
          <a:xfrm>
            <a:off x="2058523" y="3902909"/>
            <a:ext cx="714588" cy="71458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84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Inductive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890" y="2033914"/>
            <a:ext cx="11398220" cy="4659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create array D[0..n]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D[0]=0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for </a:t>
            </a:r>
            <a:r>
              <a:rPr lang="en-US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=1 to n do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	 </a:t>
            </a:r>
            <a:r>
              <a:rPr lang="en-US" sz="2000" dirty="0" err="1">
                <a:solidFill>
                  <a:srgbClr val="E38C17"/>
                </a:solidFill>
                <a:latin typeface="Consolas" panose="020B0609020204030204" pitchFamily="49" charset="0"/>
              </a:rPr>
              <a:t>min_coins</a:t>
            </a:r>
            <a:r>
              <a:rPr lang="en-US" sz="2000" dirty="0">
                <a:solidFill>
                  <a:srgbClr val="E38C17"/>
                </a:solidFill>
                <a:latin typeface="Consolas" panose="020B0609020204030204" pitchFamily="49" charset="0"/>
              </a:rPr>
              <a:t>=1+D[i-1]</a:t>
            </a:r>
          </a:p>
          <a:p>
            <a:pPr marL="118872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if i-3&gt;=0 then </a:t>
            </a:r>
          </a:p>
          <a:p>
            <a:pPr marL="118872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   		</a:t>
            </a:r>
            <a:r>
              <a:rPr lang="en-US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min_coins</a:t>
            </a: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=min(</a:t>
            </a:r>
            <a:r>
              <a:rPr lang="en-US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min_coins,D</a:t>
            </a: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[i-3]+1)</a:t>
            </a:r>
          </a:p>
          <a:p>
            <a:pPr marL="118872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if i-4&gt;=0 then </a:t>
            </a:r>
          </a:p>
          <a:p>
            <a:pPr marL="118872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   		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min_coins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=min(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min_coins,D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[i-4]+1)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	 D[</a:t>
            </a:r>
            <a:r>
              <a:rPr lang="en-US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]=</a:t>
            </a:r>
            <a:r>
              <a:rPr lang="en-US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min_coins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return D[n]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998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:r>
                  <a:rPr lang="en-US" dirty="0"/>
                  <a:t>Minimum Steps to Reduce a Number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105" b="-168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79430" y="1805314"/>
                <a:ext cx="11633140" cy="4524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Given a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find the minimum number of steps to reduce it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performing the following operations:</a:t>
                </a: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divide it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divide it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Subtract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118872" lvl="0">
                  <a:lnSpc>
                    <a:spcPct val="150000"/>
                  </a:lnSpc>
                  <a:buClr>
                    <a:srgbClr val="F0AD00"/>
                  </a:buClr>
                  <a:buSzPct val="80000"/>
                </a:pPr>
                <a:r>
                  <a:rPr lang="en-US" sz="2400" dirty="0">
                    <a:solidFill>
                      <a:prstClr val="black"/>
                    </a:solidFill>
                  </a:rPr>
                  <a:t>The goal is to minimize the number of operations.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11→1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118872" lvl="0">
                  <a:lnSpc>
                    <a:spcPct val="150000"/>
                  </a:lnSpc>
                  <a:buClr>
                    <a:srgbClr val="F0AD00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11→</m:t>
                      </m:r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10→5→4→2→1</m:t>
                      </m:r>
                    </m:oMath>
                  </m:oMathPara>
                </a14:m>
                <a:endParaRPr lang="en-US" sz="24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118872" lvl="0">
                  <a:lnSpc>
                    <a:spcPct val="150000"/>
                  </a:lnSpc>
                  <a:buClr>
                    <a:srgbClr val="F0AD00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42B82E"/>
                          </a:solidFill>
                          <a:latin typeface="Cambria Math" panose="02040503050406030204" pitchFamily="18" charset="0"/>
                        </a:rPr>
                        <m:t>11→10→</m:t>
                      </m:r>
                      <m:r>
                        <a:rPr lang="en-US" sz="2400" b="0" i="1" dirty="0" smtClean="0">
                          <a:solidFill>
                            <a:srgbClr val="42B82E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400" i="1" dirty="0">
                          <a:solidFill>
                            <a:srgbClr val="42B82E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dirty="0" smtClean="0">
                          <a:solidFill>
                            <a:srgbClr val="42B82E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 dirty="0">
                          <a:solidFill>
                            <a:srgbClr val="42B82E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dirty="0" smtClean="0">
                          <a:solidFill>
                            <a:srgbClr val="42B82E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rgbClr val="42B82E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30" y="1805314"/>
                <a:ext cx="11633140" cy="45243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08983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Subproblems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79430" y="1805314"/>
                <a:ext cx="11633140" cy="27972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Given a number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find the minimum number of steps to reduce it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performing the following operations:</a:t>
                </a: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divide it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divide it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Subtract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30" y="1805314"/>
                <a:ext cx="11633140" cy="2797241"/>
              </a:xfrm>
              <a:prstGeom prst="rect">
                <a:avLst/>
              </a:prstGeom>
              <a:blipFill>
                <a:blip r:embed="rId4"/>
                <a:stretch>
                  <a:fillRect b="-4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66592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79430" y="1805314"/>
                <a:ext cx="11435242" cy="33512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]=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minimum number of steps to reduce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performing the given operations,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400" i="1" dirty="0" err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Smallest Problem: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4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minimum number of steps to reduce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performing the given operations</a:t>
                </a:r>
              </a:p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No steps needed to reduce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Solution to the main problem is located at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30" y="1805314"/>
                <a:ext cx="11435242" cy="3351238"/>
              </a:xfrm>
              <a:prstGeom prst="rect">
                <a:avLst/>
              </a:prstGeom>
              <a:blipFill>
                <a:blip r:embed="rId4"/>
                <a:stretch>
                  <a:fillRect b="-3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66418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0" y="1805314"/>
                <a:ext cx="12059728" cy="22432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To calculate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</a:rPr>
                  <a:t>divide it by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>
                    <a:solidFill>
                      <a:schemeClr val="bg1"/>
                    </a:solidFill>
                    <a:latin typeface="+mj-lt"/>
                  </a:rPr>
                  <a:t>and get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,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operation), solve the problem for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</a:rPr>
                  <a:t>divide it by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and get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, (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operation), solve the problem for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Subtract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operation), solve the problem for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</a:t>
                </a:r>
                <a:endParaRPr 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05314"/>
                <a:ext cx="12059728" cy="2243243"/>
              </a:xfrm>
              <a:prstGeom prst="rect">
                <a:avLst/>
              </a:prstGeom>
              <a:blipFill>
                <a:blip r:embed="rId3"/>
                <a:stretch>
                  <a:fillRect b="-5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04B7E7-1071-1291-6790-A9B1C268C695}"/>
                  </a:ext>
                </a:extLst>
              </p:cNvPr>
              <p:cNvSpPr txBox="1"/>
              <p:nvPr/>
            </p:nvSpPr>
            <p:spPr>
              <a:xfrm>
                <a:off x="3416800" y="820621"/>
                <a:ext cx="7937000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i="1" dirty="0" err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]=</m:t>
                    </m:r>
                  </m:oMath>
                </a14:m>
                <a:r>
                  <a:rPr lang="en-US" sz="1800" dirty="0">
                    <a:solidFill>
                      <a:prstClr val="black"/>
                    </a:solidFill>
                  </a:rPr>
                  <a:t> minimum number of steps to reduce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prstClr val="black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prstClr val="black"/>
                    </a:solidFill>
                  </a:rPr>
                  <a:t>performing the given operations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04B7E7-1071-1291-6790-A9B1C268C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800" y="820621"/>
                <a:ext cx="7937000" cy="369332"/>
              </a:xfrm>
              <a:prstGeom prst="rect">
                <a:avLst/>
              </a:prstGeom>
              <a:blipFill>
                <a:blip r:embed="rId5"/>
                <a:stretch>
                  <a:fillRect t="-10000" r="-23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771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88818-BA81-A9A0-EEAE-2D80341D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C9DDA-BCF8-DA8C-897B-772114CA954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E609F00-9F76-D8D9-30F6-0A9079B83222}"/>
                  </a:ext>
                </a:extLst>
              </p:cNvPr>
              <p:cNvSpPr/>
              <p:nvPr/>
            </p:nvSpPr>
            <p:spPr>
              <a:xfrm>
                <a:off x="0" y="1805314"/>
                <a:ext cx="12059728" cy="22432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To calculate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divide it by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>
                    <a:solidFill>
                      <a:prstClr val="black"/>
                    </a:solidFill>
                    <a:latin typeface="+mj-lt"/>
                  </a:rPr>
                  <a:t>and get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operation), solve the problem for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divide it by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and get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(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operation), solve the problem for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prstClr val="black"/>
                    </a:solidFill>
                  </a:rPr>
                  <a:t>Subtract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(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operation), solve the problem for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05314"/>
                <a:ext cx="12059728" cy="2243243"/>
              </a:xfrm>
              <a:prstGeom prst="rect">
                <a:avLst/>
              </a:prstGeom>
              <a:blipFill>
                <a:blip r:embed="rId4"/>
                <a:stretch>
                  <a:fillRect b="-5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D0C362-19B2-5424-B1B1-EE3BF4C9973B}"/>
                  </a:ext>
                </a:extLst>
              </p:cNvPr>
              <p:cNvSpPr txBox="1"/>
              <p:nvPr/>
            </p:nvSpPr>
            <p:spPr>
              <a:xfrm>
                <a:off x="3416800" y="820621"/>
                <a:ext cx="7937000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i="1" dirty="0" err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]=</m:t>
                    </m:r>
                  </m:oMath>
                </a14:m>
                <a:r>
                  <a:rPr lang="en-US" sz="1800" dirty="0">
                    <a:solidFill>
                      <a:prstClr val="black"/>
                    </a:solidFill>
                  </a:rPr>
                  <a:t> minimum number of steps to reduce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prstClr val="black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prstClr val="black"/>
                    </a:solidFill>
                  </a:rPr>
                  <a:t>performing the given operations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04B7E7-1071-1291-6790-A9B1C268C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800" y="820621"/>
                <a:ext cx="7937000" cy="369332"/>
              </a:xfrm>
              <a:prstGeom prst="rect">
                <a:avLst/>
              </a:prstGeom>
              <a:blipFill>
                <a:blip r:embed="rId5"/>
                <a:stretch>
                  <a:fillRect t="-10000" r="-23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94281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0" y="1805314"/>
                <a:ext cx="12059728" cy="27853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To calculate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D012C2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D012C2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rgbClr val="D012C2"/>
                    </a:solidFill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D012C2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rgbClr val="D012C2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D012C2"/>
                        </a:solidFill>
                        <a:latin typeface="Cambria Math" panose="02040503050406030204" pitchFamily="18" charset="0"/>
                      </a:rPr>
                      <m:t>1+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rgbClr val="D012C2"/>
                        </a:solidFill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dirty="0" smtClean="0">
                            <a:solidFill>
                              <a:srgbClr val="D012C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dirty="0">
                                <a:solidFill>
                                  <a:srgbClr val="D012C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 dirty="0">
                                <a:solidFill>
                                  <a:srgbClr val="D012C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US" sz="2400" i="1" dirty="0">
                                <a:solidFill>
                                  <a:srgbClr val="D012C2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00B05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1+</m:t>
                    </m:r>
                    <m:r>
                      <m:rPr>
                        <m:sty m:val="p"/>
                      </m:rPr>
                      <a:rPr lang="en-US" sz="24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US" sz="2400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1033272" lvl="1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1+</m:t>
                    </m:r>
                    <m:r>
                      <m:rPr>
                        <m:sty m:val="p"/>
                      </m:rPr>
                      <a:rPr lang="en-US" sz="24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05314"/>
                <a:ext cx="12059728" cy="2785314"/>
              </a:xfrm>
              <a:prstGeom prst="rect">
                <a:avLst/>
              </a:prstGeom>
              <a:blipFill>
                <a:blip r:embed="rId4"/>
                <a:stretch>
                  <a:fillRect b="-4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52F290-B81A-4B7C-AB93-57687DAD0794}"/>
                  </a:ext>
                </a:extLst>
              </p:cNvPr>
              <p:cNvSpPr txBox="1"/>
              <p:nvPr/>
            </p:nvSpPr>
            <p:spPr>
              <a:xfrm>
                <a:off x="6205898" y="2187662"/>
                <a:ext cx="4974375" cy="17876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D012C2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dirty="0" smtClean="0">
                                      <a:solidFill>
                                        <a:srgbClr val="D012C2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 dirty="0" smtClean="0">
                                          <a:solidFill>
                                            <a:srgbClr val="D012C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 dirty="0">
                                              <a:solidFill>
                                                <a:srgbClr val="D012C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 dirty="0">
                                              <a:solidFill>
                                                <a:srgbClr val="D012C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num>
                                        <m:den>
                                          <m:r>
                                            <a:rPr lang="en-US" sz="2000" i="1" dirty="0">
                                              <a:solidFill>
                                                <a:srgbClr val="D012C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           </m:t>
                                  </m:r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𝑖𝑓</m:t>
                                  </m:r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%3==0</m:t>
                                  </m:r>
                                </m:e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num>
                                        <m:den>
                                          <m:r>
                                            <a:rPr lang="en-US" sz="2000" b="0" i="1" dirty="0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20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           </m:t>
                                  </m:r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𝑖𝑓</m:t>
                                  </m:r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%2==0</m:t>
                                  </m:r>
                                </m:e>
                                <m:e>
                                  <m:r>
                                    <a:rPr lang="en-US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dirty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 dirty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dirty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dirty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sz="2000" b="0" i="1" dirty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                               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52F290-B81A-4B7C-AB93-57687DAD0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98" y="2187662"/>
                <a:ext cx="4974375" cy="17876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FDE402-C14E-4457-9FD7-32B3988FAB37}"/>
                  </a:ext>
                </a:extLst>
              </p:cNvPr>
              <p:cNvSpPr txBox="1"/>
              <p:nvPr/>
            </p:nvSpPr>
            <p:spPr>
              <a:xfrm>
                <a:off x="6410056" y="4379580"/>
                <a:ext cx="4974375" cy="178760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dirty="0" smtClean="0">
                                      <a:solidFill>
                                        <a:srgbClr val="D012C2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 dirty="0" smtClean="0">
                                          <a:solidFill>
                                            <a:srgbClr val="D012C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 dirty="0" smtClean="0">
                                              <a:solidFill>
                                                <a:srgbClr val="D012C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 dirty="0">
                                              <a:solidFill>
                                                <a:srgbClr val="D012C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num>
                                        <m:den>
                                          <m:r>
                                            <a:rPr lang="en-US" sz="2000" i="1" dirty="0">
                                              <a:solidFill>
                                                <a:srgbClr val="D012C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           </m:t>
                                  </m:r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𝑖𝑓</m:t>
                                  </m:r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%3==0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num>
                                        <m:den>
                                          <m:r>
                                            <a:rPr lang="en-US" sz="2000" b="0" i="1" dirty="0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           </m:t>
                                  </m:r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𝑖𝑓</m:t>
                                  </m:r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%2==0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dirty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 dirty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dirty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dirty="0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sz="2000" b="0" i="1" dirty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                               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FDE402-C14E-4457-9FD7-32B3988FA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056" y="4379580"/>
                <a:ext cx="4974375" cy="17876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CA302C-505C-213F-03E1-DA5AF7309C5F}"/>
                  </a:ext>
                </a:extLst>
              </p:cNvPr>
              <p:cNvSpPr txBox="1"/>
              <p:nvPr/>
            </p:nvSpPr>
            <p:spPr>
              <a:xfrm>
                <a:off x="3416800" y="820621"/>
                <a:ext cx="7937000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i="1" dirty="0" err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]=</m:t>
                    </m:r>
                  </m:oMath>
                </a14:m>
                <a:r>
                  <a:rPr lang="en-US" sz="1800" dirty="0">
                    <a:solidFill>
                      <a:prstClr val="black"/>
                    </a:solidFill>
                  </a:rPr>
                  <a:t> minimum number of steps to reduce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prstClr val="black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prstClr val="black"/>
                    </a:solidFill>
                  </a:rPr>
                  <a:t>performing the given operations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CA302C-505C-213F-03E1-DA5AF7309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800" y="820621"/>
                <a:ext cx="7937000" cy="369332"/>
              </a:xfrm>
              <a:prstGeom prst="rect">
                <a:avLst/>
              </a:prstGeom>
              <a:blipFill>
                <a:blip r:embed="rId7"/>
                <a:stretch>
                  <a:fillRect t="-10000" r="-23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7717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Inductive approach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5BBB0E-9D9D-4DCB-B3FF-E6F4276DEE24}"/>
              </a:ext>
            </a:extLst>
          </p:cNvPr>
          <p:cNvSpPr/>
          <p:nvPr/>
        </p:nvSpPr>
        <p:spPr>
          <a:xfrm>
            <a:off x="796116" y="2002724"/>
            <a:ext cx="1028843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min_steps_to_one</a:t>
            </a:r>
            <a:r>
              <a:rPr lang="en-US" dirty="0">
                <a:latin typeface="Consolas" panose="020B0609020204030204" pitchFamily="49" charset="0"/>
              </a:rPr>
              <a:t>(n):</a:t>
            </a:r>
          </a:p>
          <a:p>
            <a:r>
              <a:rPr lang="en-US" dirty="0">
                <a:latin typeface="Consolas" panose="020B0609020204030204" pitchFamily="49" charset="0"/>
              </a:rPr>
              <a:t>    create array D[1..n]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D[1] =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for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= 2 to n do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00B0F0"/>
                </a:solidFill>
                <a:latin typeface="Consolas" panose="020B0609020204030204" pitchFamily="49" charset="0"/>
              </a:rPr>
              <a:t>min_steps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 = D[i-1]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if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% 2 == 0 then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min_steps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= min(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min_steps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, D[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/2])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D012C2"/>
                </a:solidFill>
                <a:latin typeface="Consolas" panose="020B0609020204030204" pitchFamily="49" charset="0"/>
              </a:rPr>
              <a:t>if </a:t>
            </a:r>
            <a:r>
              <a:rPr lang="en-US" dirty="0" err="1">
                <a:solidFill>
                  <a:srgbClr val="D012C2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012C2"/>
                </a:solidFill>
                <a:latin typeface="Consolas" panose="020B0609020204030204" pitchFamily="49" charset="0"/>
              </a:rPr>
              <a:t> % 3 == 0 then</a:t>
            </a:r>
          </a:p>
          <a:p>
            <a:r>
              <a:rPr lang="en-US" dirty="0">
                <a:solidFill>
                  <a:srgbClr val="D012C2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D012C2"/>
                </a:solidFill>
                <a:latin typeface="Consolas" panose="020B0609020204030204" pitchFamily="49" charset="0"/>
              </a:rPr>
              <a:t>min_steps</a:t>
            </a:r>
            <a:r>
              <a:rPr lang="en-US" dirty="0">
                <a:solidFill>
                  <a:srgbClr val="D012C2"/>
                </a:solidFill>
                <a:latin typeface="Consolas" panose="020B0609020204030204" pitchFamily="49" charset="0"/>
              </a:rPr>
              <a:t> = min(</a:t>
            </a:r>
            <a:r>
              <a:rPr lang="en-US" dirty="0" err="1">
                <a:solidFill>
                  <a:srgbClr val="D012C2"/>
                </a:solidFill>
                <a:latin typeface="Consolas" panose="020B0609020204030204" pitchFamily="49" charset="0"/>
              </a:rPr>
              <a:t>min_steps</a:t>
            </a:r>
            <a:r>
              <a:rPr lang="en-US" dirty="0">
                <a:solidFill>
                  <a:srgbClr val="D012C2"/>
                </a:solidFill>
                <a:latin typeface="Consolas" panose="020B0609020204030204" pitchFamily="49" charset="0"/>
              </a:rPr>
              <a:t>, D[</a:t>
            </a:r>
            <a:r>
              <a:rPr lang="en-US" dirty="0" err="1">
                <a:solidFill>
                  <a:srgbClr val="D012C2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012C2"/>
                </a:solidFill>
                <a:latin typeface="Consolas" panose="020B0609020204030204" pitchFamily="49" charset="0"/>
              </a:rPr>
              <a:t>/3])</a:t>
            </a:r>
          </a:p>
          <a:p>
            <a:r>
              <a:rPr lang="en-US" dirty="0">
                <a:latin typeface="Consolas" panose="020B0609020204030204" pitchFamily="49" charset="0"/>
              </a:rPr>
              <a:t>        D[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1 + </a:t>
            </a:r>
            <a:r>
              <a:rPr lang="en-US" dirty="0" err="1">
                <a:latin typeface="Consolas" panose="020B0609020204030204" pitchFamily="49" charset="0"/>
              </a:rPr>
              <a:t>min_steps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return D[n]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7757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dirty="0"/>
              <a:t>Any Question??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57800"/>
            <a:ext cx="9144000" cy="5334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 a nice day!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61941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AUTOUPDATE" val="True"/>
  <p:tag name="PPTPRODUCTIVITY_SLIDE_NUMBERS_FORMAT" val="#/##"/>
  <p:tag name="PPTPRODUCTIVITY_SLIDE_NUMBERS_SKIP_HIDDEN" val="True"/>
  <p:tag name="PPTPRODUCTIVITY_SLIDE_NUMBERS_AUTOUPDATE_APPLY_AL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15481</TotalTime>
  <Words>1886</Words>
  <Application>Microsoft Office PowerPoint</Application>
  <PresentationFormat>Widescreen</PresentationFormat>
  <Paragraphs>220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Calibri</vt:lpstr>
      <vt:lpstr>Cambria Math</vt:lpstr>
      <vt:lpstr>Consolas</vt:lpstr>
      <vt:lpstr>Corbel</vt:lpstr>
      <vt:lpstr>Gill Sans MT</vt:lpstr>
      <vt:lpstr>Symbol</vt:lpstr>
      <vt:lpstr>Times New Roman</vt:lpstr>
      <vt:lpstr>Wingdings 2</vt:lpstr>
      <vt:lpstr>Dividend</vt:lpstr>
      <vt:lpstr>Dynamic Programming-2</vt:lpstr>
      <vt:lpstr>0,1-Knapsack problem</vt:lpstr>
      <vt:lpstr>0,1-Knapsack problem</vt:lpstr>
      <vt:lpstr>0,1-Knapsack problem: Subproblems</vt:lpstr>
      <vt:lpstr>6. Find a subset of A⊆S={item_1,item_2,…,item_n  }, such that the total weight of items in A does not exceed W and the total benefit of items in A is maximized. </vt:lpstr>
      <vt:lpstr>0,1-Knapsack problem: Table</vt:lpstr>
      <vt:lpstr>0,1-Knapsack problem: small problems</vt:lpstr>
      <vt:lpstr>0,1-Knapsack problem: Relation</vt:lpstr>
      <vt:lpstr>0,1-Knapsack problem: Relation</vt:lpstr>
      <vt:lpstr>0,1-Knapsack problem: Relation</vt:lpstr>
      <vt:lpstr>0,1-Knapsack problem</vt:lpstr>
      <vt:lpstr>Class work</vt:lpstr>
      <vt:lpstr>Money Change Problem</vt:lpstr>
      <vt:lpstr>SubProblems</vt:lpstr>
      <vt:lpstr>Table</vt:lpstr>
      <vt:lpstr>Relation</vt:lpstr>
      <vt:lpstr>Relation</vt:lpstr>
      <vt:lpstr>Relation</vt:lpstr>
      <vt:lpstr>Relation</vt:lpstr>
      <vt:lpstr>Inductive Approach</vt:lpstr>
      <vt:lpstr>Minimum Steps to Reduce a Number to 1</vt:lpstr>
      <vt:lpstr>Subproblems</vt:lpstr>
      <vt:lpstr>Table</vt:lpstr>
      <vt:lpstr>Relation</vt:lpstr>
      <vt:lpstr>Relation</vt:lpstr>
      <vt:lpstr>Relation</vt:lpstr>
      <vt:lpstr>Inductive approach</vt:lpstr>
      <vt:lpstr>Any Question??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Models</dc:title>
  <dc:creator>Windows User</dc:creator>
  <cp:lastModifiedBy>Eskandari, Marzieh</cp:lastModifiedBy>
  <cp:revision>704</cp:revision>
  <dcterms:created xsi:type="dcterms:W3CDTF">2020-09-14T20:12:04Z</dcterms:created>
  <dcterms:modified xsi:type="dcterms:W3CDTF">2026-04-27T12:28:46Z</dcterms:modified>
</cp:coreProperties>
</file>