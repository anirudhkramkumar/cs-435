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28"/>
  </p:notesMasterIdLst>
  <p:sldIdLst>
    <p:sldId id="690" r:id="rId2"/>
    <p:sldId id="691" r:id="rId3"/>
    <p:sldId id="692" r:id="rId4"/>
    <p:sldId id="693" r:id="rId5"/>
    <p:sldId id="694" r:id="rId6"/>
    <p:sldId id="695" r:id="rId7"/>
    <p:sldId id="460" r:id="rId8"/>
    <p:sldId id="352" r:id="rId9"/>
    <p:sldId id="353" r:id="rId10"/>
    <p:sldId id="461" r:id="rId11"/>
    <p:sldId id="462" r:id="rId12"/>
    <p:sldId id="682" r:id="rId13"/>
    <p:sldId id="540" r:id="rId14"/>
    <p:sldId id="541" r:id="rId15"/>
    <p:sldId id="542" r:id="rId16"/>
    <p:sldId id="543" r:id="rId17"/>
    <p:sldId id="544" r:id="rId18"/>
    <p:sldId id="545" r:id="rId19"/>
    <p:sldId id="683" r:id="rId20"/>
    <p:sldId id="546" r:id="rId21"/>
    <p:sldId id="684" r:id="rId22"/>
    <p:sldId id="685" r:id="rId23"/>
    <p:sldId id="686" r:id="rId24"/>
    <p:sldId id="687" r:id="rId25"/>
    <p:sldId id="688" r:id="rId26"/>
    <p:sldId id="689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34B6"/>
    <a:srgbClr val="D012C2"/>
    <a:srgbClr val="00B0F0"/>
    <a:srgbClr val="E38C17"/>
    <a:srgbClr val="EBEBEB"/>
    <a:srgbClr val="B0B0B0"/>
    <a:srgbClr val="FEFFE1"/>
    <a:srgbClr val="FBFEDA"/>
    <a:srgbClr val="E3FEE2"/>
    <a:srgbClr val="F8B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1E026-A58D-4132-A29D-CD6554CC20AB}" v="93" dt="2026-04-22T01:46:30.508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 snapToGrid="0">
      <p:cViewPr>
        <p:scale>
          <a:sx n="66" d="100"/>
          <a:sy n="66" d="100"/>
        </p:scale>
        <p:origin x="168" y="-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kandari, Marzieh" userId="6f7e8ab1-ced9-4cd8-8d9c-9e0f76df628a" providerId="ADAL" clId="{5F4653E6-588C-449F-882E-1257AC0BE145}"/>
    <pc:docChg chg="undo custSel addSld delSld modSld sldOrd">
      <pc:chgData name="Eskandari, Marzieh" userId="6f7e8ab1-ced9-4cd8-8d9c-9e0f76df628a" providerId="ADAL" clId="{5F4653E6-588C-449F-882E-1257AC0BE145}" dt="2026-04-22T01:49:54.185" v="1078" actId="6549"/>
      <pc:docMkLst>
        <pc:docMk/>
      </pc:docMkLst>
      <pc:sldChg chg="add del">
        <pc:chgData name="Eskandari, Marzieh" userId="6f7e8ab1-ced9-4cd8-8d9c-9e0f76df628a" providerId="ADAL" clId="{5F4653E6-588C-449F-882E-1257AC0BE145}" dt="2026-04-22T00:43:56.657" v="113" actId="47"/>
        <pc:sldMkLst>
          <pc:docMk/>
          <pc:sldMk cId="3082370390" sldId="351"/>
        </pc:sldMkLst>
      </pc:sldChg>
      <pc:sldChg chg="addSp delSp modSp add mod">
        <pc:chgData name="Eskandari, Marzieh" userId="6f7e8ab1-ced9-4cd8-8d9c-9e0f76df628a" providerId="ADAL" clId="{5F4653E6-588C-449F-882E-1257AC0BE145}" dt="2026-04-22T00:43:49.853" v="112" actId="20577"/>
        <pc:sldMkLst>
          <pc:docMk/>
          <pc:sldMk cId="4078118031" sldId="352"/>
        </pc:sldMkLst>
        <pc:spChg chg="mod">
          <ac:chgData name="Eskandari, Marzieh" userId="6f7e8ab1-ced9-4cd8-8d9c-9e0f76df628a" providerId="ADAL" clId="{5F4653E6-588C-449F-882E-1257AC0BE145}" dt="2026-04-22T00:43:06.431" v="86" actId="20577"/>
          <ac:spMkLst>
            <pc:docMk/>
            <pc:sldMk cId="4078118031" sldId="352"/>
            <ac:spMk id="2" creationId="{00000000-0000-0000-0000-000000000000}"/>
          </ac:spMkLst>
        </pc:spChg>
        <pc:spChg chg="del">
          <ac:chgData name="Eskandari, Marzieh" userId="6f7e8ab1-ced9-4cd8-8d9c-9e0f76df628a" providerId="ADAL" clId="{5F4653E6-588C-449F-882E-1257AC0BE145}" dt="2026-04-22T00:42:49.116" v="72" actId="478"/>
          <ac:spMkLst>
            <pc:docMk/>
            <pc:sldMk cId="4078118031" sldId="352"/>
            <ac:spMk id="3" creationId="{83959899-F21C-4638-8E24-597CAF6EEDE8}"/>
          </ac:spMkLst>
        </pc:spChg>
        <pc:spChg chg="add mod">
          <ac:chgData name="Eskandari, Marzieh" userId="6f7e8ab1-ced9-4cd8-8d9c-9e0f76df628a" providerId="ADAL" clId="{5F4653E6-588C-449F-882E-1257AC0BE145}" dt="2026-04-22T00:43:49.853" v="112" actId="20577"/>
          <ac:spMkLst>
            <pc:docMk/>
            <pc:sldMk cId="4078118031" sldId="352"/>
            <ac:spMk id="7" creationId="{AB47EE4E-DC21-18E6-2079-E6C7C47E2C54}"/>
          </ac:spMkLst>
        </pc:spChg>
      </pc:sldChg>
      <pc:sldChg chg="modSp add mod">
        <pc:chgData name="Eskandari, Marzieh" userId="6f7e8ab1-ced9-4cd8-8d9c-9e0f76df628a" providerId="ADAL" clId="{5F4653E6-588C-449F-882E-1257AC0BE145}" dt="2026-04-22T00:43:19.958" v="87" actId="6549"/>
        <pc:sldMkLst>
          <pc:docMk/>
          <pc:sldMk cId="3765630522" sldId="353"/>
        </pc:sldMkLst>
        <pc:spChg chg="mod">
          <ac:chgData name="Eskandari, Marzieh" userId="6f7e8ab1-ced9-4cd8-8d9c-9e0f76df628a" providerId="ADAL" clId="{5F4653E6-588C-449F-882E-1257AC0BE145}" dt="2026-04-22T00:43:19.958" v="87" actId="6549"/>
          <ac:spMkLst>
            <pc:docMk/>
            <pc:sldMk cId="3765630522" sldId="353"/>
            <ac:spMk id="2" creationId="{00000000-0000-0000-0000-000000000000}"/>
          </ac:spMkLst>
        </pc:spChg>
      </pc:sldChg>
      <pc:sldChg chg="add del">
        <pc:chgData name="Eskandari, Marzieh" userId="6f7e8ab1-ced9-4cd8-8d9c-9e0f76df628a" providerId="ADAL" clId="{5F4653E6-588C-449F-882E-1257AC0BE145}" dt="2026-04-22T00:44:31.790" v="117" actId="47"/>
        <pc:sldMkLst>
          <pc:docMk/>
          <pc:sldMk cId="2219011053" sldId="355"/>
        </pc:sldMkLst>
      </pc:sldChg>
      <pc:sldChg chg="del">
        <pc:chgData name="Eskandari, Marzieh" userId="6f7e8ab1-ced9-4cd8-8d9c-9e0f76df628a" providerId="ADAL" clId="{5F4653E6-588C-449F-882E-1257AC0BE145}" dt="2026-04-22T00:38:45.062" v="1" actId="47"/>
        <pc:sldMkLst>
          <pc:docMk/>
          <pc:sldMk cId="2267639101" sldId="410"/>
        </pc:sldMkLst>
      </pc:sldChg>
      <pc:sldChg chg="addSp delSp modSp add mod">
        <pc:chgData name="Eskandari, Marzieh" userId="6f7e8ab1-ced9-4cd8-8d9c-9e0f76df628a" providerId="ADAL" clId="{5F4653E6-588C-449F-882E-1257AC0BE145}" dt="2026-04-22T00:42:53.669" v="73" actId="478"/>
        <pc:sldMkLst>
          <pc:docMk/>
          <pc:sldMk cId="3813280198" sldId="460"/>
        </pc:sldMkLst>
        <pc:spChg chg="add mod">
          <ac:chgData name="Eskandari, Marzieh" userId="6f7e8ab1-ced9-4cd8-8d9c-9e0f76df628a" providerId="ADAL" clId="{5F4653E6-588C-449F-882E-1257AC0BE145}" dt="2026-04-22T00:42:38.356" v="71" actId="207"/>
          <ac:spMkLst>
            <pc:docMk/>
            <pc:sldMk cId="3813280198" sldId="460"/>
            <ac:spMk id="3" creationId="{C41F2900-885E-237D-6E2D-FC619F1C874C}"/>
          </ac:spMkLst>
        </pc:spChg>
        <pc:spChg chg="del">
          <ac:chgData name="Eskandari, Marzieh" userId="6f7e8ab1-ced9-4cd8-8d9c-9e0f76df628a" providerId="ADAL" clId="{5F4653E6-588C-449F-882E-1257AC0BE145}" dt="2026-04-22T00:42:53.669" v="73" actId="478"/>
          <ac:spMkLst>
            <pc:docMk/>
            <pc:sldMk cId="3813280198" sldId="460"/>
            <ac:spMk id="4" creationId="{58E31A4F-F5C6-458C-BE1F-4E925E1DE682}"/>
          </ac:spMkLst>
        </pc:spChg>
      </pc:sldChg>
      <pc:sldChg chg="modSp add mod">
        <pc:chgData name="Eskandari, Marzieh" userId="6f7e8ab1-ced9-4cd8-8d9c-9e0f76df628a" providerId="ADAL" clId="{5F4653E6-588C-449F-882E-1257AC0BE145}" dt="2026-04-22T01:49:30.962" v="1067" actId="20577"/>
        <pc:sldMkLst>
          <pc:docMk/>
          <pc:sldMk cId="752739137" sldId="461"/>
        </pc:sldMkLst>
        <pc:spChg chg="mod">
          <ac:chgData name="Eskandari, Marzieh" userId="6f7e8ab1-ced9-4cd8-8d9c-9e0f76df628a" providerId="ADAL" clId="{5F4653E6-588C-449F-882E-1257AC0BE145}" dt="2026-04-22T01:49:30.962" v="1067" actId="20577"/>
          <ac:spMkLst>
            <pc:docMk/>
            <pc:sldMk cId="752739137" sldId="461"/>
            <ac:spMk id="2" creationId="{00000000-0000-0000-0000-000000000000}"/>
          </ac:spMkLst>
        </pc:spChg>
      </pc:sldChg>
      <pc:sldChg chg="modSp add mod">
        <pc:chgData name="Eskandari, Marzieh" userId="6f7e8ab1-ced9-4cd8-8d9c-9e0f76df628a" providerId="ADAL" clId="{5F4653E6-588C-449F-882E-1257AC0BE145}" dt="2026-04-22T00:44:24.480" v="116" actId="6549"/>
        <pc:sldMkLst>
          <pc:docMk/>
          <pc:sldMk cId="2323425800" sldId="462"/>
        </pc:sldMkLst>
        <pc:spChg chg="mod">
          <ac:chgData name="Eskandari, Marzieh" userId="6f7e8ab1-ced9-4cd8-8d9c-9e0f76df628a" providerId="ADAL" clId="{5F4653E6-588C-449F-882E-1257AC0BE145}" dt="2026-04-22T00:44:24.480" v="116" actId="6549"/>
          <ac:spMkLst>
            <pc:docMk/>
            <pc:sldMk cId="2323425800" sldId="462"/>
            <ac:spMk id="2" creationId="{00000000-0000-0000-0000-000000000000}"/>
          </ac:spMkLst>
        </pc:spChg>
      </pc:sldChg>
      <pc:sldChg chg="del">
        <pc:chgData name="Eskandari, Marzieh" userId="6f7e8ab1-ced9-4cd8-8d9c-9e0f76df628a" providerId="ADAL" clId="{5F4653E6-588C-449F-882E-1257AC0BE145}" dt="2026-04-22T00:38:53.902" v="17" actId="47"/>
        <pc:sldMkLst>
          <pc:docMk/>
          <pc:sldMk cId="4008983530" sldId="490"/>
        </pc:sldMkLst>
      </pc:sldChg>
      <pc:sldChg chg="del">
        <pc:chgData name="Eskandari, Marzieh" userId="6f7e8ab1-ced9-4cd8-8d9c-9e0f76df628a" providerId="ADAL" clId="{5F4653E6-588C-449F-882E-1257AC0BE145}" dt="2026-04-22T00:38:48.938" v="9" actId="47"/>
        <pc:sldMkLst>
          <pc:docMk/>
          <pc:sldMk cId="3465550090" sldId="508"/>
        </pc:sldMkLst>
      </pc:sldChg>
      <pc:sldChg chg="del">
        <pc:chgData name="Eskandari, Marzieh" userId="6f7e8ab1-ced9-4cd8-8d9c-9e0f76df628a" providerId="ADAL" clId="{5F4653E6-588C-449F-882E-1257AC0BE145}" dt="2026-04-22T00:38:49.217" v="10" actId="47"/>
        <pc:sldMkLst>
          <pc:docMk/>
          <pc:sldMk cId="4164934936" sldId="509"/>
        </pc:sldMkLst>
      </pc:sldChg>
      <pc:sldChg chg="del">
        <pc:chgData name="Eskandari, Marzieh" userId="6f7e8ab1-ced9-4cd8-8d9c-9e0f76df628a" providerId="ADAL" clId="{5F4653E6-588C-449F-882E-1257AC0BE145}" dt="2026-04-22T00:38:52.564" v="16" actId="47"/>
        <pc:sldMkLst>
          <pc:docMk/>
          <pc:sldMk cId="346998479" sldId="510"/>
        </pc:sldMkLst>
      </pc:sldChg>
      <pc:sldChg chg="del">
        <pc:chgData name="Eskandari, Marzieh" userId="6f7e8ab1-ced9-4cd8-8d9c-9e0f76df628a" providerId="ADAL" clId="{5F4653E6-588C-449F-882E-1257AC0BE145}" dt="2026-04-22T00:38:57.775" v="22" actId="47"/>
        <pc:sldMkLst>
          <pc:docMk/>
          <pc:sldMk cId="977757084" sldId="523"/>
        </pc:sldMkLst>
      </pc:sldChg>
      <pc:sldChg chg="del">
        <pc:chgData name="Eskandari, Marzieh" userId="6f7e8ab1-ced9-4cd8-8d9c-9e0f76df628a" providerId="ADAL" clId="{5F4653E6-588C-449F-882E-1257AC0BE145}" dt="2026-04-22T00:38:54.401" v="18" actId="47"/>
        <pc:sldMkLst>
          <pc:docMk/>
          <pc:sldMk cId="2566592572" sldId="525"/>
        </pc:sldMkLst>
      </pc:sldChg>
      <pc:sldChg chg="del">
        <pc:chgData name="Eskandari, Marzieh" userId="6f7e8ab1-ced9-4cd8-8d9c-9e0f76df628a" providerId="ADAL" clId="{5F4653E6-588C-449F-882E-1257AC0BE145}" dt="2026-04-22T00:38:54.995" v="19" actId="47"/>
        <pc:sldMkLst>
          <pc:docMk/>
          <pc:sldMk cId="2664187775" sldId="526"/>
        </pc:sldMkLst>
      </pc:sldChg>
      <pc:sldChg chg="del">
        <pc:chgData name="Eskandari, Marzieh" userId="6f7e8ab1-ced9-4cd8-8d9c-9e0f76df628a" providerId="ADAL" clId="{5F4653E6-588C-449F-882E-1257AC0BE145}" dt="2026-04-22T00:38:56.217" v="20" actId="47"/>
        <pc:sldMkLst>
          <pc:docMk/>
          <pc:sldMk cId="397714129" sldId="527"/>
        </pc:sldMkLst>
      </pc:sldChg>
      <pc:sldChg chg="del">
        <pc:chgData name="Eskandari, Marzieh" userId="6f7e8ab1-ced9-4cd8-8d9c-9e0f76df628a" providerId="ADAL" clId="{5F4653E6-588C-449F-882E-1257AC0BE145}" dt="2026-04-22T00:38:57.105" v="21" actId="47"/>
        <pc:sldMkLst>
          <pc:docMk/>
          <pc:sldMk cId="1877179939" sldId="528"/>
        </pc:sldMkLst>
      </pc:sldChg>
      <pc:sldChg chg="del">
        <pc:chgData name="Eskandari, Marzieh" userId="6f7e8ab1-ced9-4cd8-8d9c-9e0f76df628a" providerId="ADAL" clId="{5F4653E6-588C-449F-882E-1257AC0BE145}" dt="2026-04-22T00:38:50.006" v="12" actId="47"/>
        <pc:sldMkLst>
          <pc:docMk/>
          <pc:sldMk cId="3301543152" sldId="534"/>
        </pc:sldMkLst>
      </pc:sldChg>
      <pc:sldChg chg="del">
        <pc:chgData name="Eskandari, Marzieh" userId="6f7e8ab1-ced9-4cd8-8d9c-9e0f76df628a" providerId="ADAL" clId="{5F4653E6-588C-449F-882E-1257AC0BE145}" dt="2026-04-22T00:38:49.439" v="11" actId="47"/>
        <pc:sldMkLst>
          <pc:docMk/>
          <pc:sldMk cId="3407114629" sldId="535"/>
        </pc:sldMkLst>
      </pc:sldChg>
      <pc:sldChg chg="del">
        <pc:chgData name="Eskandari, Marzieh" userId="6f7e8ab1-ced9-4cd8-8d9c-9e0f76df628a" providerId="ADAL" clId="{5F4653E6-588C-449F-882E-1257AC0BE145}" dt="2026-04-22T00:38:51.153" v="14" actId="47"/>
        <pc:sldMkLst>
          <pc:docMk/>
          <pc:sldMk cId="2224758077" sldId="536"/>
        </pc:sldMkLst>
      </pc:sldChg>
      <pc:sldChg chg="del">
        <pc:chgData name="Eskandari, Marzieh" userId="6f7e8ab1-ced9-4cd8-8d9c-9e0f76df628a" providerId="ADAL" clId="{5F4653E6-588C-449F-882E-1257AC0BE145}" dt="2026-04-22T00:38:50.620" v="13" actId="47"/>
        <pc:sldMkLst>
          <pc:docMk/>
          <pc:sldMk cId="2280750455" sldId="537"/>
        </pc:sldMkLst>
      </pc:sldChg>
      <pc:sldChg chg="del">
        <pc:chgData name="Eskandari, Marzieh" userId="6f7e8ab1-ced9-4cd8-8d9c-9e0f76df628a" providerId="ADAL" clId="{5F4653E6-588C-449F-882E-1257AC0BE145}" dt="2026-04-22T00:38:51.777" v="15" actId="47"/>
        <pc:sldMkLst>
          <pc:docMk/>
          <pc:sldMk cId="378984107" sldId="538"/>
        </pc:sldMkLst>
      </pc:sldChg>
      <pc:sldChg chg="modSp mod">
        <pc:chgData name="Eskandari, Marzieh" userId="6f7e8ab1-ced9-4cd8-8d9c-9e0f76df628a" providerId="ADAL" clId="{5F4653E6-588C-449F-882E-1257AC0BE145}" dt="2026-04-22T00:44:59.244" v="124" actId="20577"/>
        <pc:sldMkLst>
          <pc:docMk/>
          <pc:sldMk cId="69181271" sldId="540"/>
        </pc:sldMkLst>
        <pc:spChg chg="mod">
          <ac:chgData name="Eskandari, Marzieh" userId="6f7e8ab1-ced9-4cd8-8d9c-9e0f76df628a" providerId="ADAL" clId="{5F4653E6-588C-449F-882E-1257AC0BE145}" dt="2026-04-22T00:44:59.244" v="124" actId="20577"/>
          <ac:spMkLst>
            <pc:docMk/>
            <pc:sldMk cId="69181271" sldId="540"/>
            <ac:spMk id="2" creationId="{EDE3C6C8-4FF9-48BC-B992-62E38D598F01}"/>
          </ac:spMkLst>
        </pc:spChg>
      </pc:sldChg>
      <pc:sldChg chg="modSp">
        <pc:chgData name="Eskandari, Marzieh" userId="6f7e8ab1-ced9-4cd8-8d9c-9e0f76df628a" providerId="ADAL" clId="{5F4653E6-588C-449F-882E-1257AC0BE145}" dt="2026-04-22T00:45:29.142" v="125"/>
        <pc:sldMkLst>
          <pc:docMk/>
          <pc:sldMk cId="2010935686" sldId="541"/>
        </pc:sldMkLst>
        <pc:spChg chg="mod">
          <ac:chgData name="Eskandari, Marzieh" userId="6f7e8ab1-ced9-4cd8-8d9c-9e0f76df628a" providerId="ADAL" clId="{5F4653E6-588C-449F-882E-1257AC0BE145}" dt="2026-04-22T00:45:29.142" v="125"/>
          <ac:spMkLst>
            <pc:docMk/>
            <pc:sldMk cId="2010935686" sldId="541"/>
            <ac:spMk id="2" creationId="{EDE3C6C8-4FF9-48BC-B992-62E38D598F01}"/>
          </ac:spMkLst>
        </pc:spChg>
      </pc:sldChg>
      <pc:sldChg chg="modSp">
        <pc:chgData name="Eskandari, Marzieh" userId="6f7e8ab1-ced9-4cd8-8d9c-9e0f76df628a" providerId="ADAL" clId="{5F4653E6-588C-449F-882E-1257AC0BE145}" dt="2026-04-22T00:45:33.097" v="126"/>
        <pc:sldMkLst>
          <pc:docMk/>
          <pc:sldMk cId="1685626623" sldId="542"/>
        </pc:sldMkLst>
        <pc:spChg chg="mod">
          <ac:chgData name="Eskandari, Marzieh" userId="6f7e8ab1-ced9-4cd8-8d9c-9e0f76df628a" providerId="ADAL" clId="{5F4653E6-588C-449F-882E-1257AC0BE145}" dt="2026-04-22T00:45:33.097" v="126"/>
          <ac:spMkLst>
            <pc:docMk/>
            <pc:sldMk cId="1685626623" sldId="542"/>
            <ac:spMk id="2" creationId="{EDE3C6C8-4FF9-48BC-B992-62E38D598F01}"/>
          </ac:spMkLst>
        </pc:spChg>
      </pc:sldChg>
      <pc:sldChg chg="modSp">
        <pc:chgData name="Eskandari, Marzieh" userId="6f7e8ab1-ced9-4cd8-8d9c-9e0f76df628a" providerId="ADAL" clId="{5F4653E6-588C-449F-882E-1257AC0BE145}" dt="2026-04-22T00:45:36.998" v="127"/>
        <pc:sldMkLst>
          <pc:docMk/>
          <pc:sldMk cId="4010552369" sldId="543"/>
        </pc:sldMkLst>
        <pc:spChg chg="mod">
          <ac:chgData name="Eskandari, Marzieh" userId="6f7e8ab1-ced9-4cd8-8d9c-9e0f76df628a" providerId="ADAL" clId="{5F4653E6-588C-449F-882E-1257AC0BE145}" dt="2026-04-22T00:45:36.998" v="127"/>
          <ac:spMkLst>
            <pc:docMk/>
            <pc:sldMk cId="4010552369" sldId="543"/>
            <ac:spMk id="2" creationId="{EDE3C6C8-4FF9-48BC-B992-62E38D598F01}"/>
          </ac:spMkLst>
        </pc:spChg>
      </pc:sldChg>
      <pc:sldChg chg="modSp">
        <pc:chgData name="Eskandari, Marzieh" userId="6f7e8ab1-ced9-4cd8-8d9c-9e0f76df628a" providerId="ADAL" clId="{5F4653E6-588C-449F-882E-1257AC0BE145}" dt="2026-04-22T00:45:41.147" v="128"/>
        <pc:sldMkLst>
          <pc:docMk/>
          <pc:sldMk cId="2783505041" sldId="544"/>
        </pc:sldMkLst>
        <pc:spChg chg="mod">
          <ac:chgData name="Eskandari, Marzieh" userId="6f7e8ab1-ced9-4cd8-8d9c-9e0f76df628a" providerId="ADAL" clId="{5F4653E6-588C-449F-882E-1257AC0BE145}" dt="2026-04-22T00:45:41.147" v="128"/>
          <ac:spMkLst>
            <pc:docMk/>
            <pc:sldMk cId="2783505041" sldId="544"/>
            <ac:spMk id="2" creationId="{EDE3C6C8-4FF9-48BC-B992-62E38D598F01}"/>
          </ac:spMkLst>
        </pc:spChg>
      </pc:sldChg>
      <pc:sldChg chg="delSp modSp mod">
        <pc:chgData name="Eskandari, Marzieh" userId="6f7e8ab1-ced9-4cd8-8d9c-9e0f76df628a" providerId="ADAL" clId="{5F4653E6-588C-449F-882E-1257AC0BE145}" dt="2026-04-22T00:52:13.094" v="196" actId="478"/>
        <pc:sldMkLst>
          <pc:docMk/>
          <pc:sldMk cId="1516716794" sldId="545"/>
        </pc:sldMkLst>
        <pc:spChg chg="mod">
          <ac:chgData name="Eskandari, Marzieh" userId="6f7e8ab1-ced9-4cd8-8d9c-9e0f76df628a" providerId="ADAL" clId="{5F4653E6-588C-449F-882E-1257AC0BE145}" dt="2026-04-22T00:45:45.192" v="129"/>
          <ac:spMkLst>
            <pc:docMk/>
            <pc:sldMk cId="1516716794" sldId="545"/>
            <ac:spMk id="2" creationId="{EDE3C6C8-4FF9-48BC-B992-62E38D598F01}"/>
          </ac:spMkLst>
        </pc:spChg>
        <pc:spChg chg="del">
          <ac:chgData name="Eskandari, Marzieh" userId="6f7e8ab1-ced9-4cd8-8d9c-9e0f76df628a" providerId="ADAL" clId="{5F4653E6-588C-449F-882E-1257AC0BE145}" dt="2026-04-22T00:52:13.094" v="196" actId="478"/>
          <ac:spMkLst>
            <pc:docMk/>
            <pc:sldMk cId="1516716794" sldId="545"/>
            <ac:spMk id="5" creationId="{C416A9DC-E344-4B64-9CFD-5B844A981FF1}"/>
          </ac:spMkLst>
        </pc:spChg>
      </pc:sldChg>
      <pc:sldChg chg="addSp delSp modSp new mod ord">
        <pc:chgData name="Eskandari, Marzieh" userId="6f7e8ab1-ced9-4cd8-8d9c-9e0f76df628a" providerId="ADAL" clId="{5F4653E6-588C-449F-882E-1257AC0BE145}" dt="2026-04-22T00:40:31.816" v="68"/>
        <pc:sldMkLst>
          <pc:docMk/>
          <pc:sldMk cId="1826679058" sldId="546"/>
        </pc:sldMkLst>
        <pc:spChg chg="mod">
          <ac:chgData name="Eskandari, Marzieh" userId="6f7e8ab1-ced9-4cd8-8d9c-9e0f76df628a" providerId="ADAL" clId="{5F4653E6-588C-449F-882E-1257AC0BE145}" dt="2026-04-22T00:40:26.321" v="66" actId="20577"/>
          <ac:spMkLst>
            <pc:docMk/>
            <pc:sldMk cId="1826679058" sldId="546"/>
            <ac:spMk id="2" creationId="{4CADBF8D-DE6E-FC5F-A8F4-623AE958F301}"/>
          </ac:spMkLst>
        </pc:spChg>
        <pc:spChg chg="del">
          <ac:chgData name="Eskandari, Marzieh" userId="6f7e8ab1-ced9-4cd8-8d9c-9e0f76df628a" providerId="ADAL" clId="{5F4653E6-588C-449F-882E-1257AC0BE145}" dt="2026-04-22T00:40:18.956" v="63" actId="478"/>
          <ac:spMkLst>
            <pc:docMk/>
            <pc:sldMk cId="1826679058" sldId="546"/>
            <ac:spMk id="3" creationId="{E56DD9BA-4EE1-EDD2-2607-D170B9B04300}"/>
          </ac:spMkLst>
        </pc:spChg>
        <pc:spChg chg="add mod">
          <ac:chgData name="Eskandari, Marzieh" userId="6f7e8ab1-ced9-4cd8-8d9c-9e0f76df628a" providerId="ADAL" clId="{5F4653E6-588C-449F-882E-1257AC0BE145}" dt="2026-04-22T00:40:21.705" v="65" actId="1076"/>
          <ac:spMkLst>
            <pc:docMk/>
            <pc:sldMk cId="1826679058" sldId="546"/>
            <ac:spMk id="5" creationId="{2C04FFD0-725F-8009-3CDE-DAF365ABF88D}"/>
          </ac:spMkLst>
        </pc:spChg>
      </pc:sldChg>
      <pc:sldChg chg="del">
        <pc:chgData name="Eskandari, Marzieh" userId="6f7e8ab1-ced9-4cd8-8d9c-9e0f76df628a" providerId="ADAL" clId="{5F4653E6-588C-449F-882E-1257AC0BE145}" dt="2026-04-22T00:38:45.358" v="2" actId="47"/>
        <pc:sldMkLst>
          <pc:docMk/>
          <pc:sldMk cId="1562349631" sldId="672"/>
        </pc:sldMkLst>
      </pc:sldChg>
      <pc:sldChg chg="del">
        <pc:chgData name="Eskandari, Marzieh" userId="6f7e8ab1-ced9-4cd8-8d9c-9e0f76df628a" providerId="ADAL" clId="{5F4653E6-588C-449F-882E-1257AC0BE145}" dt="2026-04-22T00:38:46.202" v="3" actId="47"/>
        <pc:sldMkLst>
          <pc:docMk/>
          <pc:sldMk cId="3501893125" sldId="673"/>
        </pc:sldMkLst>
      </pc:sldChg>
      <pc:sldChg chg="del">
        <pc:chgData name="Eskandari, Marzieh" userId="6f7e8ab1-ced9-4cd8-8d9c-9e0f76df628a" providerId="ADAL" clId="{5F4653E6-588C-449F-882E-1257AC0BE145}" dt="2026-04-22T00:38:46.373" v="4" actId="47"/>
        <pc:sldMkLst>
          <pc:docMk/>
          <pc:sldMk cId="2692772325" sldId="674"/>
        </pc:sldMkLst>
      </pc:sldChg>
      <pc:sldChg chg="del">
        <pc:chgData name="Eskandari, Marzieh" userId="6f7e8ab1-ced9-4cd8-8d9c-9e0f76df628a" providerId="ADAL" clId="{5F4653E6-588C-449F-882E-1257AC0BE145}" dt="2026-04-22T00:38:46.772" v="5" actId="47"/>
        <pc:sldMkLst>
          <pc:docMk/>
          <pc:sldMk cId="3306457192" sldId="675"/>
        </pc:sldMkLst>
      </pc:sldChg>
      <pc:sldChg chg="del">
        <pc:chgData name="Eskandari, Marzieh" userId="6f7e8ab1-ced9-4cd8-8d9c-9e0f76df628a" providerId="ADAL" clId="{5F4653E6-588C-449F-882E-1257AC0BE145}" dt="2026-04-22T00:38:47.119" v="6" actId="47"/>
        <pc:sldMkLst>
          <pc:docMk/>
          <pc:sldMk cId="3682584278" sldId="676"/>
        </pc:sldMkLst>
      </pc:sldChg>
      <pc:sldChg chg="del">
        <pc:chgData name="Eskandari, Marzieh" userId="6f7e8ab1-ced9-4cd8-8d9c-9e0f76df628a" providerId="ADAL" clId="{5F4653E6-588C-449F-882E-1257AC0BE145}" dt="2026-04-22T00:38:48.145" v="8" actId="47"/>
        <pc:sldMkLst>
          <pc:docMk/>
          <pc:sldMk cId="2418770178" sldId="677"/>
        </pc:sldMkLst>
      </pc:sldChg>
      <pc:sldChg chg="del">
        <pc:chgData name="Eskandari, Marzieh" userId="6f7e8ab1-ced9-4cd8-8d9c-9e0f76df628a" providerId="ADAL" clId="{5F4653E6-588C-449F-882E-1257AC0BE145}" dt="2026-04-22T00:38:47.669" v="7" actId="47"/>
        <pc:sldMkLst>
          <pc:docMk/>
          <pc:sldMk cId="3659748709" sldId="678"/>
        </pc:sldMkLst>
      </pc:sldChg>
      <pc:sldChg chg="add del">
        <pc:chgData name="Eskandari, Marzieh" userId="6f7e8ab1-ced9-4cd8-8d9c-9e0f76df628a" providerId="ADAL" clId="{5F4653E6-588C-449F-882E-1257AC0BE145}" dt="2026-04-22T00:44:17.329" v="115" actId="47"/>
        <pc:sldMkLst>
          <pc:docMk/>
          <pc:sldMk cId="1874835011" sldId="681"/>
        </pc:sldMkLst>
      </pc:sldChg>
      <pc:sldChg chg="modSp add mod">
        <pc:chgData name="Eskandari, Marzieh" userId="6f7e8ab1-ced9-4cd8-8d9c-9e0f76df628a" providerId="ADAL" clId="{5F4653E6-588C-449F-882E-1257AC0BE145}" dt="2026-04-22T01:49:54.185" v="1078" actId="6549"/>
        <pc:sldMkLst>
          <pc:docMk/>
          <pc:sldMk cId="4142969445" sldId="682"/>
        </pc:sldMkLst>
        <pc:spChg chg="mod">
          <ac:chgData name="Eskandari, Marzieh" userId="6f7e8ab1-ced9-4cd8-8d9c-9e0f76df628a" providerId="ADAL" clId="{5F4653E6-588C-449F-882E-1257AC0BE145}" dt="2026-04-22T00:44:53.544" v="123" actId="6549"/>
          <ac:spMkLst>
            <pc:docMk/>
            <pc:sldMk cId="4142969445" sldId="682"/>
            <ac:spMk id="2" creationId="{00000000-0000-0000-0000-000000000000}"/>
          </ac:spMkLst>
        </pc:spChg>
        <pc:spChg chg="mod">
          <ac:chgData name="Eskandari, Marzieh" userId="6f7e8ab1-ced9-4cd8-8d9c-9e0f76df628a" providerId="ADAL" clId="{5F4653E6-588C-449F-882E-1257AC0BE145}" dt="2026-04-22T01:49:54.185" v="1078" actId="6549"/>
          <ac:spMkLst>
            <pc:docMk/>
            <pc:sldMk cId="4142969445" sldId="682"/>
            <ac:spMk id="7" creationId="{A9D7833B-EC7A-4B62-88B5-F3AF661505B5}"/>
          </ac:spMkLst>
        </pc:spChg>
      </pc:sldChg>
      <pc:sldChg chg="add del">
        <pc:chgData name="Eskandari, Marzieh" userId="6f7e8ab1-ced9-4cd8-8d9c-9e0f76df628a" providerId="ADAL" clId="{5F4653E6-588C-449F-882E-1257AC0BE145}" dt="2026-04-22T00:44:32.147" v="118" actId="47"/>
        <pc:sldMkLst>
          <pc:docMk/>
          <pc:sldMk cId="1835300247" sldId="683"/>
        </pc:sldMkLst>
      </pc:sldChg>
      <pc:sldChg chg="addSp delSp modSp new mod">
        <pc:chgData name="Eskandari, Marzieh" userId="6f7e8ab1-ced9-4cd8-8d9c-9e0f76df628a" providerId="ADAL" clId="{5F4653E6-588C-449F-882E-1257AC0BE145}" dt="2026-04-22T00:52:07.789" v="195" actId="478"/>
        <pc:sldMkLst>
          <pc:docMk/>
          <pc:sldMk cId="2264335503" sldId="683"/>
        </pc:sldMkLst>
        <pc:spChg chg="mod">
          <ac:chgData name="Eskandari, Marzieh" userId="6f7e8ab1-ced9-4cd8-8d9c-9e0f76df628a" providerId="ADAL" clId="{5F4653E6-588C-449F-882E-1257AC0BE145}" dt="2026-04-22T00:48:27.718" v="145" actId="20577"/>
          <ac:spMkLst>
            <pc:docMk/>
            <pc:sldMk cId="2264335503" sldId="683"/>
            <ac:spMk id="2" creationId="{38789CF1-90FC-E82F-FF93-2C89A8A5F378}"/>
          </ac:spMkLst>
        </pc:spChg>
        <pc:spChg chg="mod">
          <ac:chgData name="Eskandari, Marzieh" userId="6f7e8ab1-ced9-4cd8-8d9c-9e0f76df628a" providerId="ADAL" clId="{5F4653E6-588C-449F-882E-1257AC0BE145}" dt="2026-04-22T00:48:16.751" v="131"/>
          <ac:spMkLst>
            <pc:docMk/>
            <pc:sldMk cId="2264335503" sldId="683"/>
            <ac:spMk id="3" creationId="{B93516A1-5EE9-B9EC-A3A1-0C541F3C080F}"/>
          </ac:spMkLst>
        </pc:spChg>
        <pc:spChg chg="del">
          <ac:chgData name="Eskandari, Marzieh" userId="6f7e8ab1-ced9-4cd8-8d9c-9e0f76df628a" providerId="ADAL" clId="{5F4653E6-588C-449F-882E-1257AC0BE145}" dt="2026-04-22T00:52:07.789" v="195" actId="478"/>
          <ac:spMkLst>
            <pc:docMk/>
            <pc:sldMk cId="2264335503" sldId="683"/>
            <ac:spMk id="4" creationId="{6C2EBE29-2326-D5C0-2143-5901F454A702}"/>
          </ac:spMkLst>
        </pc:spChg>
        <pc:picChg chg="add mod">
          <ac:chgData name="Eskandari, Marzieh" userId="6f7e8ab1-ced9-4cd8-8d9c-9e0f76df628a" providerId="ADAL" clId="{5F4653E6-588C-449F-882E-1257AC0BE145}" dt="2026-04-22T00:49:40.020" v="158" actId="1076"/>
          <ac:picMkLst>
            <pc:docMk/>
            <pc:sldMk cId="2264335503" sldId="683"/>
            <ac:picMk id="5" creationId="{02034050-0E41-530D-B6B1-3FAF23C34306}"/>
          </ac:picMkLst>
        </pc:picChg>
        <pc:picChg chg="add mod">
          <ac:chgData name="Eskandari, Marzieh" userId="6f7e8ab1-ced9-4cd8-8d9c-9e0f76df628a" providerId="ADAL" clId="{5F4653E6-588C-449F-882E-1257AC0BE145}" dt="2026-04-22T00:49:51.785" v="162" actId="1076"/>
          <ac:picMkLst>
            <pc:docMk/>
            <pc:sldMk cId="2264335503" sldId="683"/>
            <ac:picMk id="6" creationId="{81C2AD2E-1645-BF40-AA00-5B7F7D7EEA9E}"/>
          </ac:picMkLst>
        </pc:picChg>
      </pc:sldChg>
      <pc:sldChg chg="addSp delSp modSp new mod setBg">
        <pc:chgData name="Eskandari, Marzieh" userId="6f7e8ab1-ced9-4cd8-8d9c-9e0f76df628a" providerId="ADAL" clId="{5F4653E6-588C-449F-882E-1257AC0BE145}" dt="2026-04-22T01:23:01.201" v="577" actId="20577"/>
        <pc:sldMkLst>
          <pc:docMk/>
          <pc:sldMk cId="671946263" sldId="684"/>
        </pc:sldMkLst>
        <pc:spChg chg="del">
          <ac:chgData name="Eskandari, Marzieh" userId="6f7e8ab1-ced9-4cd8-8d9c-9e0f76df628a" providerId="ADAL" clId="{5F4653E6-588C-449F-882E-1257AC0BE145}" dt="2026-04-22T00:49:01.946" v="152" actId="478"/>
          <ac:spMkLst>
            <pc:docMk/>
            <pc:sldMk cId="671946263" sldId="684"/>
            <ac:spMk id="2" creationId="{186D7086-7A33-7D48-A2F6-6BABCAF9401D}"/>
          </ac:spMkLst>
        </pc:spChg>
        <pc:spChg chg="del">
          <ac:chgData name="Eskandari, Marzieh" userId="6f7e8ab1-ced9-4cd8-8d9c-9e0f76df628a" providerId="ADAL" clId="{5F4653E6-588C-449F-882E-1257AC0BE145}" dt="2026-04-22T00:48:58.794" v="151" actId="478"/>
          <ac:spMkLst>
            <pc:docMk/>
            <pc:sldMk cId="671946263" sldId="684"/>
            <ac:spMk id="3" creationId="{A29E3B46-9503-264E-3893-F34B56FDDDAA}"/>
          </ac:spMkLst>
        </pc:spChg>
        <pc:spChg chg="del mod">
          <ac:chgData name="Eskandari, Marzieh" userId="6f7e8ab1-ced9-4cd8-8d9c-9e0f76df628a" providerId="ADAL" clId="{5F4653E6-588C-449F-882E-1257AC0BE145}" dt="2026-04-22T00:52:02.292" v="194" actId="478"/>
          <ac:spMkLst>
            <pc:docMk/>
            <pc:sldMk cId="671946263" sldId="684"/>
            <ac:spMk id="4" creationId="{D57C2145-DEC4-E4EB-C0C8-CEB2F168C54D}"/>
          </ac:spMkLst>
        </pc:spChg>
        <pc:spChg chg="add mod">
          <ac:chgData name="Eskandari, Marzieh" userId="6f7e8ab1-ced9-4cd8-8d9c-9e0f76df628a" providerId="ADAL" clId="{5F4653E6-588C-449F-882E-1257AC0BE145}" dt="2026-04-22T00:54:57.783" v="249" actId="207"/>
          <ac:spMkLst>
            <pc:docMk/>
            <pc:sldMk cId="671946263" sldId="684"/>
            <ac:spMk id="8" creationId="{6ADDECAC-D018-A764-3061-7059E5D43271}"/>
          </ac:spMkLst>
        </pc:spChg>
        <pc:spChg chg="add del">
          <ac:chgData name="Eskandari, Marzieh" userId="6f7e8ab1-ced9-4cd8-8d9c-9e0f76df628a" providerId="ADAL" clId="{5F4653E6-588C-449F-882E-1257AC0BE145}" dt="2026-04-22T00:50:41.998" v="165" actId="26606"/>
          <ac:spMkLst>
            <pc:docMk/>
            <pc:sldMk cId="671946263" sldId="684"/>
            <ac:spMk id="11" creationId="{D153EDB2-4AAD-43F4-AE78-4D326C813369}"/>
          </ac:spMkLst>
        </pc:spChg>
        <pc:spChg chg="add mod">
          <ac:chgData name="Eskandari, Marzieh" userId="6f7e8ab1-ced9-4cd8-8d9c-9e0f76df628a" providerId="ADAL" clId="{5F4653E6-588C-449F-882E-1257AC0BE145}" dt="2026-04-22T00:59:20.938" v="407" actId="207"/>
          <ac:spMkLst>
            <pc:docMk/>
            <pc:sldMk cId="671946263" sldId="684"/>
            <ac:spMk id="12" creationId="{D5F64908-5172-B198-564C-0381469CAFCF}"/>
          </ac:spMkLst>
        </pc:spChg>
        <pc:grpChg chg="add del">
          <ac:chgData name="Eskandari, Marzieh" userId="6f7e8ab1-ced9-4cd8-8d9c-9e0f76df628a" providerId="ADAL" clId="{5F4653E6-588C-449F-882E-1257AC0BE145}" dt="2026-04-22T00:50:41.998" v="165" actId="26606"/>
          <ac:grpSpMkLst>
            <pc:docMk/>
            <pc:sldMk cId="671946263" sldId="684"/>
            <ac:grpSpMk id="13" creationId="{A3CB7779-72E2-4E92-AE18-6BBC335DD881}"/>
          </ac:grpSpMkLst>
        </pc:grpChg>
        <pc:graphicFrameChg chg="add mod modGraphic">
          <ac:chgData name="Eskandari, Marzieh" userId="6f7e8ab1-ced9-4cd8-8d9c-9e0f76df628a" providerId="ADAL" clId="{5F4653E6-588C-449F-882E-1257AC0BE145}" dt="2026-04-22T01:20:53.447" v="530" actId="1076"/>
          <ac:graphicFrameMkLst>
            <pc:docMk/>
            <pc:sldMk cId="671946263" sldId="684"/>
            <ac:graphicFrameMk id="6" creationId="{B0F33CBE-0466-FD9D-233E-E9071CF3899F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23:01.201" v="577" actId="20577"/>
          <ac:graphicFrameMkLst>
            <pc:docMk/>
            <pc:sldMk cId="671946263" sldId="684"/>
            <ac:graphicFrameMk id="19" creationId="{93AE26AF-FBE0-0592-573F-A69A046F11F9}"/>
          </ac:graphicFrameMkLst>
        </pc:graphicFrameChg>
        <pc:picChg chg="add del mod">
          <ac:chgData name="Eskandari, Marzieh" userId="6f7e8ab1-ced9-4cd8-8d9c-9e0f76df628a" providerId="ADAL" clId="{5F4653E6-588C-449F-882E-1257AC0BE145}" dt="2026-04-22T00:49:36.216" v="157" actId="21"/>
          <ac:picMkLst>
            <pc:docMk/>
            <pc:sldMk cId="671946263" sldId="684"/>
            <ac:picMk id="5" creationId="{81C2AD2E-1645-BF40-AA00-5B7F7D7EEA9E}"/>
          </ac:picMkLst>
        </pc:picChg>
        <pc:picChg chg="add del mod">
          <ac:chgData name="Eskandari, Marzieh" userId="6f7e8ab1-ced9-4cd8-8d9c-9e0f76df628a" providerId="ADAL" clId="{5F4653E6-588C-449F-882E-1257AC0BE145}" dt="2026-04-22T00:51:20.093" v="182" actId="478"/>
          <ac:picMkLst>
            <pc:docMk/>
            <pc:sldMk cId="671946263" sldId="684"/>
            <ac:picMk id="7" creationId="{41F2BEEA-1392-DB77-2C0D-3D7295FA37C0}"/>
          </ac:picMkLst>
        </pc:picChg>
        <pc:picChg chg="add del mod">
          <ac:chgData name="Eskandari, Marzieh" userId="6f7e8ab1-ced9-4cd8-8d9c-9e0f76df628a" providerId="ADAL" clId="{5F4653E6-588C-449F-882E-1257AC0BE145}" dt="2026-04-22T01:20:47.903" v="529" actId="478"/>
          <ac:picMkLst>
            <pc:docMk/>
            <pc:sldMk cId="671946263" sldId="684"/>
            <ac:picMk id="9" creationId="{AEF91372-AD18-7E48-02C2-FC387C1F2A51}"/>
          </ac:picMkLst>
        </pc:picChg>
      </pc:sldChg>
      <pc:sldChg chg="add del">
        <pc:chgData name="Eskandari, Marzieh" userId="6f7e8ab1-ced9-4cd8-8d9c-9e0f76df628a" providerId="ADAL" clId="{5F4653E6-588C-449F-882E-1257AC0BE145}" dt="2026-04-22T00:44:32.595" v="119" actId="47"/>
        <pc:sldMkLst>
          <pc:docMk/>
          <pc:sldMk cId="2384520565" sldId="684"/>
        </pc:sldMkLst>
      </pc:sldChg>
      <pc:sldChg chg="add del">
        <pc:chgData name="Eskandari, Marzieh" userId="6f7e8ab1-ced9-4cd8-8d9c-9e0f76df628a" providerId="ADAL" clId="{5F4653E6-588C-449F-882E-1257AC0BE145}" dt="2026-04-22T00:44:33.805" v="120" actId="47"/>
        <pc:sldMkLst>
          <pc:docMk/>
          <pc:sldMk cId="2595092069" sldId="685"/>
        </pc:sldMkLst>
      </pc:sldChg>
      <pc:sldChg chg="addSp delSp modSp add mod">
        <pc:chgData name="Eskandari, Marzieh" userId="6f7e8ab1-ced9-4cd8-8d9c-9e0f76df628a" providerId="ADAL" clId="{5F4653E6-588C-449F-882E-1257AC0BE145}" dt="2026-04-22T01:23:26.701" v="627" actId="12385"/>
        <pc:sldMkLst>
          <pc:docMk/>
          <pc:sldMk cId="2836307865" sldId="685"/>
        </pc:sldMkLst>
        <pc:spChg chg="add mod">
          <ac:chgData name="Eskandari, Marzieh" userId="6f7e8ab1-ced9-4cd8-8d9c-9e0f76df628a" providerId="ADAL" clId="{5F4653E6-588C-449F-882E-1257AC0BE145}" dt="2026-04-22T01:22:37.960" v="566" actId="113"/>
          <ac:spMkLst>
            <pc:docMk/>
            <pc:sldMk cId="2836307865" sldId="685"/>
            <ac:spMk id="2" creationId="{255682C8-4934-6361-C4DD-77554B2C1DEA}"/>
          </ac:spMkLst>
        </pc:spChg>
        <pc:spChg chg="del">
          <ac:chgData name="Eskandari, Marzieh" userId="6f7e8ab1-ced9-4cd8-8d9c-9e0f76df628a" providerId="ADAL" clId="{5F4653E6-588C-449F-882E-1257AC0BE145}" dt="2026-04-22T00:51:57.544" v="193" actId="478"/>
          <ac:spMkLst>
            <pc:docMk/>
            <pc:sldMk cId="2836307865" sldId="685"/>
            <ac:spMk id="4" creationId="{EABB0292-34A9-5C99-39BC-9CD29254E388}"/>
          </ac:spMkLst>
        </pc:spChg>
        <pc:graphicFrameChg chg="add mod modGraphic">
          <ac:chgData name="Eskandari, Marzieh" userId="6f7e8ab1-ced9-4cd8-8d9c-9e0f76df628a" providerId="ADAL" clId="{5F4653E6-588C-449F-882E-1257AC0BE145}" dt="2026-04-22T01:23:22.329" v="626" actId="1038"/>
          <ac:graphicFrameMkLst>
            <pc:docMk/>
            <pc:sldMk cId="2836307865" sldId="685"/>
            <ac:graphicFrameMk id="3" creationId="{48643D1F-AC7F-6250-3C0C-42A0E8172A9A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23:26.701" v="627" actId="12385"/>
          <ac:graphicFrameMkLst>
            <pc:docMk/>
            <pc:sldMk cId="2836307865" sldId="685"/>
            <ac:graphicFrameMk id="5" creationId="{EEDA23A5-F54B-53BE-359B-92BFB02ED312}"/>
          </ac:graphicFrameMkLst>
        </pc:graphicFrameChg>
      </pc:sldChg>
      <pc:sldChg chg="add del">
        <pc:chgData name="Eskandari, Marzieh" userId="6f7e8ab1-ced9-4cd8-8d9c-9e0f76df628a" providerId="ADAL" clId="{5F4653E6-588C-449F-882E-1257AC0BE145}" dt="2026-04-22T00:44:34.554" v="121" actId="47"/>
        <pc:sldMkLst>
          <pc:docMk/>
          <pc:sldMk cId="1303991782" sldId="686"/>
        </pc:sldMkLst>
      </pc:sldChg>
      <pc:sldChg chg="addSp delSp modSp add mod">
        <pc:chgData name="Eskandari, Marzieh" userId="6f7e8ab1-ced9-4cd8-8d9c-9e0f76df628a" providerId="ADAL" clId="{5F4653E6-588C-449F-882E-1257AC0BE145}" dt="2026-04-22T01:25:56.979" v="678" actId="403"/>
        <pc:sldMkLst>
          <pc:docMk/>
          <pc:sldMk cId="2328860041" sldId="686"/>
        </pc:sldMkLst>
        <pc:spChg chg="add mod">
          <ac:chgData name="Eskandari, Marzieh" userId="6f7e8ab1-ced9-4cd8-8d9c-9e0f76df628a" providerId="ADAL" clId="{5F4653E6-588C-449F-882E-1257AC0BE145}" dt="2026-04-22T01:24:19.566" v="646" actId="113"/>
          <ac:spMkLst>
            <pc:docMk/>
            <pc:sldMk cId="2328860041" sldId="686"/>
            <ac:spMk id="2" creationId="{44CF1F8D-FA8F-9146-7293-A7C67131BEA3}"/>
          </ac:spMkLst>
        </pc:spChg>
        <pc:spChg chg="add del mod">
          <ac:chgData name="Eskandari, Marzieh" userId="6f7e8ab1-ced9-4cd8-8d9c-9e0f76df628a" providerId="ADAL" clId="{5F4653E6-588C-449F-882E-1257AC0BE145}" dt="2026-04-22T01:00:43.534" v="416" actId="21"/>
          <ac:spMkLst>
            <pc:docMk/>
            <pc:sldMk cId="2328860041" sldId="686"/>
            <ac:spMk id="3" creationId="{85EB3167-7D83-20F8-BC3D-01575F0C4067}"/>
          </ac:spMkLst>
        </pc:spChg>
        <pc:spChg chg="del">
          <ac:chgData name="Eskandari, Marzieh" userId="6f7e8ab1-ced9-4cd8-8d9c-9e0f76df628a" providerId="ADAL" clId="{5F4653E6-588C-449F-882E-1257AC0BE145}" dt="2026-04-22T00:59:37.962" v="409" actId="478"/>
          <ac:spMkLst>
            <pc:docMk/>
            <pc:sldMk cId="2328860041" sldId="686"/>
            <ac:spMk id="4" creationId="{5CA9DA43-7567-B1E4-6682-1545150286DF}"/>
          </ac:spMkLst>
        </pc:spChg>
        <pc:spChg chg="add del mod">
          <ac:chgData name="Eskandari, Marzieh" userId="6f7e8ab1-ced9-4cd8-8d9c-9e0f76df628a" providerId="ADAL" clId="{5F4653E6-588C-449F-882E-1257AC0BE145}" dt="2026-04-22T01:00:51.546" v="418" actId="21"/>
          <ac:spMkLst>
            <pc:docMk/>
            <pc:sldMk cId="2328860041" sldId="686"/>
            <ac:spMk id="5" creationId="{4A05B573-15CC-1582-A004-207BA1A6F3A0}"/>
          </ac:spMkLst>
        </pc:spChg>
        <pc:graphicFrameChg chg="add mod modGraphic">
          <ac:chgData name="Eskandari, Marzieh" userId="6f7e8ab1-ced9-4cd8-8d9c-9e0f76df628a" providerId="ADAL" clId="{5F4653E6-588C-449F-882E-1257AC0BE145}" dt="2026-04-22T01:23:44.194" v="630" actId="207"/>
          <ac:graphicFrameMkLst>
            <pc:docMk/>
            <pc:sldMk cId="2328860041" sldId="686"/>
            <ac:graphicFrameMk id="6" creationId="{55EEFC35-CECB-F76A-C628-FECEF6F8B6E7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25:56.979" v="678" actId="403"/>
          <ac:graphicFrameMkLst>
            <pc:docMk/>
            <pc:sldMk cId="2328860041" sldId="686"/>
            <ac:graphicFrameMk id="7" creationId="{63A93A23-79A0-991E-44CA-123802AF46F4}"/>
          </ac:graphicFrameMkLst>
        </pc:graphicFrameChg>
      </pc:sldChg>
      <pc:sldChg chg="add del">
        <pc:chgData name="Eskandari, Marzieh" userId="6f7e8ab1-ced9-4cd8-8d9c-9e0f76df628a" providerId="ADAL" clId="{5F4653E6-588C-449F-882E-1257AC0BE145}" dt="2026-04-22T00:59:40.622" v="410" actId="47"/>
        <pc:sldMkLst>
          <pc:docMk/>
          <pc:sldMk cId="1474625413" sldId="687"/>
        </pc:sldMkLst>
      </pc:sldChg>
      <pc:sldChg chg="add del">
        <pc:chgData name="Eskandari, Marzieh" userId="6f7e8ab1-ced9-4cd8-8d9c-9e0f76df628a" providerId="ADAL" clId="{5F4653E6-588C-449F-882E-1257AC0BE145}" dt="2026-04-22T00:44:35.978" v="122" actId="47"/>
        <pc:sldMkLst>
          <pc:docMk/>
          <pc:sldMk cId="3329692287" sldId="687"/>
        </pc:sldMkLst>
      </pc:sldChg>
      <pc:sldChg chg="addSp modSp add mod">
        <pc:chgData name="Eskandari, Marzieh" userId="6f7e8ab1-ced9-4cd8-8d9c-9e0f76df628a" providerId="ADAL" clId="{5F4653E6-588C-449F-882E-1257AC0BE145}" dt="2026-04-22T01:25:41.458" v="675" actId="113"/>
        <pc:sldMkLst>
          <pc:docMk/>
          <pc:sldMk cId="3427422885" sldId="687"/>
        </pc:sldMkLst>
        <pc:spChg chg="add mod">
          <ac:chgData name="Eskandari, Marzieh" userId="6f7e8ab1-ced9-4cd8-8d9c-9e0f76df628a" providerId="ADAL" clId="{5F4653E6-588C-449F-882E-1257AC0BE145}" dt="2026-04-22T01:25:41.458" v="675" actId="113"/>
          <ac:spMkLst>
            <pc:docMk/>
            <pc:sldMk cId="3427422885" sldId="687"/>
            <ac:spMk id="3" creationId="{85EB3167-7D83-20F8-BC3D-01575F0C4067}"/>
          </ac:spMkLst>
        </pc:spChg>
        <pc:graphicFrameChg chg="add mod modGraphic">
          <ac:chgData name="Eskandari, Marzieh" userId="6f7e8ab1-ced9-4cd8-8d9c-9e0f76df628a" providerId="ADAL" clId="{5F4653E6-588C-449F-882E-1257AC0BE145}" dt="2026-04-22T01:25:27.083" v="671" actId="207"/>
          <ac:graphicFrameMkLst>
            <pc:docMk/>
            <pc:sldMk cId="3427422885" sldId="687"/>
            <ac:graphicFrameMk id="2" creationId="{0AEF2839-B4B4-883B-B6D8-ECA61929C09F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25:37.920" v="674" actId="207"/>
          <ac:graphicFrameMkLst>
            <pc:docMk/>
            <pc:sldMk cId="3427422885" sldId="687"/>
            <ac:graphicFrameMk id="4" creationId="{4DEBBE8D-254E-DEFB-5E08-008C64D4C691}"/>
          </ac:graphicFrameMkLst>
        </pc:graphicFrameChg>
      </pc:sldChg>
      <pc:sldChg chg="addSp modSp add mod">
        <pc:chgData name="Eskandari, Marzieh" userId="6f7e8ab1-ced9-4cd8-8d9c-9e0f76df628a" providerId="ADAL" clId="{5F4653E6-588C-449F-882E-1257AC0BE145}" dt="2026-04-22T01:27:48.640" v="712" actId="12385"/>
        <pc:sldMkLst>
          <pc:docMk/>
          <pc:sldMk cId="3187258454" sldId="688"/>
        </pc:sldMkLst>
        <pc:spChg chg="add mod">
          <ac:chgData name="Eskandari, Marzieh" userId="6f7e8ab1-ced9-4cd8-8d9c-9e0f76df628a" providerId="ADAL" clId="{5F4653E6-588C-449F-882E-1257AC0BE145}" dt="2026-04-22T01:26:15.218" v="681" actId="113"/>
          <ac:spMkLst>
            <pc:docMk/>
            <pc:sldMk cId="3187258454" sldId="688"/>
            <ac:spMk id="5" creationId="{4A05B573-15CC-1582-A004-207BA1A6F3A0}"/>
          </ac:spMkLst>
        </pc:spChg>
        <pc:graphicFrameChg chg="add mod modGraphic">
          <ac:chgData name="Eskandari, Marzieh" userId="6f7e8ab1-ced9-4cd8-8d9c-9e0f76df628a" providerId="ADAL" clId="{5F4653E6-588C-449F-882E-1257AC0BE145}" dt="2026-04-22T01:27:46.207" v="711" actId="12385"/>
          <ac:graphicFrameMkLst>
            <pc:docMk/>
            <pc:sldMk cId="3187258454" sldId="688"/>
            <ac:graphicFrameMk id="2" creationId="{31FFD93D-476F-DB2C-71DB-5B130C5EC3FE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27:48.640" v="712" actId="12385"/>
          <ac:graphicFrameMkLst>
            <pc:docMk/>
            <pc:sldMk cId="3187258454" sldId="688"/>
            <ac:graphicFrameMk id="3" creationId="{E4222646-9D4C-AE22-09BC-92039003EBAF}"/>
          </ac:graphicFrameMkLst>
        </pc:graphicFrameChg>
      </pc:sldChg>
      <pc:sldChg chg="addSp delSp modSp new mod">
        <pc:chgData name="Eskandari, Marzieh" userId="6f7e8ab1-ced9-4cd8-8d9c-9e0f76df628a" providerId="ADAL" clId="{5F4653E6-588C-449F-882E-1257AC0BE145}" dt="2026-04-22T01:30:13.537" v="774" actId="207"/>
        <pc:sldMkLst>
          <pc:docMk/>
          <pc:sldMk cId="1374649412" sldId="689"/>
        </pc:sldMkLst>
        <pc:spChg chg="del">
          <ac:chgData name="Eskandari, Marzieh" userId="6f7e8ab1-ced9-4cd8-8d9c-9e0f76df628a" providerId="ADAL" clId="{5F4653E6-588C-449F-882E-1257AC0BE145}" dt="2026-04-22T01:28:50.726" v="715" actId="478"/>
          <ac:spMkLst>
            <pc:docMk/>
            <pc:sldMk cId="1374649412" sldId="689"/>
            <ac:spMk id="2" creationId="{3D3DB11C-3CD5-7A22-90AF-5EC6509C2946}"/>
          </ac:spMkLst>
        </pc:spChg>
        <pc:spChg chg="del">
          <ac:chgData name="Eskandari, Marzieh" userId="6f7e8ab1-ced9-4cd8-8d9c-9e0f76df628a" providerId="ADAL" clId="{5F4653E6-588C-449F-882E-1257AC0BE145}" dt="2026-04-22T01:28:47.628" v="714" actId="478"/>
          <ac:spMkLst>
            <pc:docMk/>
            <pc:sldMk cId="1374649412" sldId="689"/>
            <ac:spMk id="3" creationId="{9740C2FC-C01E-FACB-C22C-A31D93CFDDDB}"/>
          </ac:spMkLst>
        </pc:spChg>
        <pc:spChg chg="add mod">
          <ac:chgData name="Eskandari, Marzieh" userId="6f7e8ab1-ced9-4cd8-8d9c-9e0f76df628a" providerId="ADAL" clId="{5F4653E6-588C-449F-882E-1257AC0BE145}" dt="2026-04-22T01:30:07.769" v="773" actId="207"/>
          <ac:spMkLst>
            <pc:docMk/>
            <pc:sldMk cId="1374649412" sldId="689"/>
            <ac:spMk id="6" creationId="{6AD39931-1B87-6B16-79F7-8AAD531CD392}"/>
          </ac:spMkLst>
        </pc:spChg>
        <pc:spChg chg="add mod">
          <ac:chgData name="Eskandari, Marzieh" userId="6f7e8ab1-ced9-4cd8-8d9c-9e0f76df628a" providerId="ADAL" clId="{5F4653E6-588C-449F-882E-1257AC0BE145}" dt="2026-04-22T01:29:35.474" v="769" actId="113"/>
          <ac:spMkLst>
            <pc:docMk/>
            <pc:sldMk cId="1374649412" sldId="689"/>
            <ac:spMk id="7" creationId="{2698EAF2-140D-7F48-54FD-22DF1C518147}"/>
          </ac:spMkLst>
        </pc:spChg>
        <pc:graphicFrameChg chg="add mod modGraphic">
          <ac:chgData name="Eskandari, Marzieh" userId="6f7e8ab1-ced9-4cd8-8d9c-9e0f76df628a" providerId="ADAL" clId="{5F4653E6-588C-449F-882E-1257AC0BE145}" dt="2026-04-22T01:30:13.537" v="774" actId="207"/>
          <ac:graphicFrameMkLst>
            <pc:docMk/>
            <pc:sldMk cId="1374649412" sldId="689"/>
            <ac:graphicFrameMk id="8" creationId="{2DF1940E-D496-0AB8-2FDE-172A3EC7D090}"/>
          </ac:graphicFrameMkLst>
        </pc:graphicFrameChg>
      </pc:sldChg>
      <pc:sldChg chg="modSp new mod">
        <pc:chgData name="Eskandari, Marzieh" userId="6f7e8ab1-ced9-4cd8-8d9c-9e0f76df628a" providerId="ADAL" clId="{5F4653E6-588C-449F-882E-1257AC0BE145}" dt="2026-04-22T01:31:18.896" v="785" actId="20577"/>
        <pc:sldMkLst>
          <pc:docMk/>
          <pc:sldMk cId="3242524931" sldId="690"/>
        </pc:sldMkLst>
        <pc:spChg chg="mod">
          <ac:chgData name="Eskandari, Marzieh" userId="6f7e8ab1-ced9-4cd8-8d9c-9e0f76df628a" providerId="ADAL" clId="{5F4653E6-588C-449F-882E-1257AC0BE145}" dt="2026-04-22T01:31:18.896" v="785" actId="20577"/>
          <ac:spMkLst>
            <pc:docMk/>
            <pc:sldMk cId="3242524931" sldId="690"/>
            <ac:spMk id="2" creationId="{856DB55E-8386-6775-E0BB-0CC50C070EFF}"/>
          </ac:spMkLst>
        </pc:spChg>
      </pc:sldChg>
      <pc:sldChg chg="addSp delSp modSp new mod">
        <pc:chgData name="Eskandari, Marzieh" userId="6f7e8ab1-ced9-4cd8-8d9c-9e0f76df628a" providerId="ADAL" clId="{5F4653E6-588C-449F-882E-1257AC0BE145}" dt="2026-04-22T01:38:39.512" v="852" actId="1076"/>
        <pc:sldMkLst>
          <pc:docMk/>
          <pc:sldMk cId="2411301734" sldId="691"/>
        </pc:sldMkLst>
        <pc:spChg chg="mod">
          <ac:chgData name="Eskandari, Marzieh" userId="6f7e8ab1-ced9-4cd8-8d9c-9e0f76df628a" providerId="ADAL" clId="{5F4653E6-588C-449F-882E-1257AC0BE145}" dt="2026-04-22T01:31:41.976" v="793" actId="27636"/>
          <ac:spMkLst>
            <pc:docMk/>
            <pc:sldMk cId="2411301734" sldId="691"/>
            <ac:spMk id="2" creationId="{4EFA9B58-09A0-D308-4775-479C151C559A}"/>
          </ac:spMkLst>
        </pc:spChg>
        <pc:spChg chg="del">
          <ac:chgData name="Eskandari, Marzieh" userId="6f7e8ab1-ced9-4cd8-8d9c-9e0f76df628a" providerId="ADAL" clId="{5F4653E6-588C-449F-882E-1257AC0BE145}" dt="2026-04-22T01:31:25.556" v="788" actId="478"/>
          <ac:spMkLst>
            <pc:docMk/>
            <pc:sldMk cId="2411301734" sldId="691"/>
            <ac:spMk id="3" creationId="{D256C53A-A264-A00B-8E3C-D9D80481B9BB}"/>
          </ac:spMkLst>
        </pc:spChg>
        <pc:spChg chg="del">
          <ac:chgData name="Eskandari, Marzieh" userId="6f7e8ab1-ced9-4cd8-8d9c-9e0f76df628a" providerId="ADAL" clId="{5F4653E6-588C-449F-882E-1257AC0BE145}" dt="2026-04-22T01:33:39.722" v="826" actId="478"/>
          <ac:spMkLst>
            <pc:docMk/>
            <pc:sldMk cId="2411301734" sldId="691"/>
            <ac:spMk id="4" creationId="{1F41318F-8D9F-4309-FDCF-74A74FCB464D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10" creationId="{6271BDA4-FCD7-5831-260E-5E953DC775B4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13" creationId="{065B21E7-FBE9-68F6-C1BC-812D91DE35DD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14" creationId="{A63AE43A-742F-F1C3-4F5F-8517D2317E15}"/>
          </ac:spMkLst>
        </pc:spChg>
        <pc:spChg chg="mod">
          <ac:chgData name="Eskandari, Marzieh" userId="6f7e8ab1-ced9-4cd8-8d9c-9e0f76df628a" providerId="ADAL" clId="{5F4653E6-588C-449F-882E-1257AC0BE145}" dt="2026-04-22T01:32:33.544" v="811" actId="404"/>
          <ac:spMkLst>
            <pc:docMk/>
            <pc:sldMk cId="2411301734" sldId="691"/>
            <ac:spMk id="15" creationId="{4AD75D04-E370-DE0C-859E-2F8C10303F56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17" creationId="{E1AF418A-D589-359E-85A0-54CE95E9EAC0}"/>
          </ac:spMkLst>
        </pc:spChg>
        <pc:spChg chg="add mod">
          <ac:chgData name="Eskandari, Marzieh" userId="6f7e8ab1-ced9-4cd8-8d9c-9e0f76df628a" providerId="ADAL" clId="{5F4653E6-588C-449F-882E-1257AC0BE145}" dt="2026-04-22T01:32:46.773" v="815" actId="1076"/>
          <ac:spMkLst>
            <pc:docMk/>
            <pc:sldMk cId="2411301734" sldId="691"/>
            <ac:spMk id="18" creationId="{304E14AB-3EA1-6EED-E612-ADAD5B37A841}"/>
          </ac:spMkLst>
        </pc:spChg>
        <pc:spChg chg="add mod">
          <ac:chgData name="Eskandari, Marzieh" userId="6f7e8ab1-ced9-4cd8-8d9c-9e0f76df628a" providerId="ADAL" clId="{5F4653E6-588C-449F-882E-1257AC0BE145}" dt="2026-04-22T01:32:51.931" v="816" actId="1076"/>
          <ac:spMkLst>
            <pc:docMk/>
            <pc:sldMk cId="2411301734" sldId="691"/>
            <ac:spMk id="19" creationId="{B5DC7FBC-78F9-16C3-727E-1BE08852B16E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20" creationId="{410E30D8-4438-8C3A-0F53-C64BCAB56348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21" creationId="{6F7B60D2-41AB-601E-F589-DA489952A891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22" creationId="{D1AD4215-1F01-BF15-F686-35B056BACC3D}"/>
          </ac:spMkLst>
        </pc:spChg>
        <pc:spChg chg="add mod">
          <ac:chgData name="Eskandari, Marzieh" userId="6f7e8ab1-ced9-4cd8-8d9c-9e0f76df628a" providerId="ADAL" clId="{5F4653E6-588C-449F-882E-1257AC0BE145}" dt="2026-04-22T01:32:43.025" v="814" actId="404"/>
          <ac:spMkLst>
            <pc:docMk/>
            <pc:sldMk cId="2411301734" sldId="691"/>
            <ac:spMk id="23" creationId="{60E628A5-9D03-4459-ED2B-7897E9610B49}"/>
          </ac:spMkLst>
        </pc:spChg>
        <pc:grpChg chg="del mod">
          <ac:chgData name="Eskandari, Marzieh" userId="6f7e8ab1-ced9-4cd8-8d9c-9e0f76df628a" providerId="ADAL" clId="{5F4653E6-588C-449F-882E-1257AC0BE145}" dt="2026-04-22T01:38:25.111" v="847" actId="478"/>
          <ac:grpSpMkLst>
            <pc:docMk/>
            <pc:sldMk cId="2411301734" sldId="691"/>
            <ac:grpSpMk id="5" creationId="{24A2A04C-371A-4F30-8010-D43F279D58DD}"/>
          </ac:grpSpMkLst>
        </pc:grpChg>
        <pc:picChg chg="add del mod">
          <ac:chgData name="Eskandari, Marzieh" userId="6f7e8ab1-ced9-4cd8-8d9c-9e0f76df628a" providerId="ADAL" clId="{5F4653E6-588C-449F-882E-1257AC0BE145}" dt="2026-04-22T01:38:31.285" v="849" actId="478"/>
          <ac:picMkLst>
            <pc:docMk/>
            <pc:sldMk cId="2411301734" sldId="691"/>
            <ac:picMk id="27" creationId="{D12E1A3C-852C-B981-C1AD-00065C29E280}"/>
          </ac:picMkLst>
        </pc:picChg>
        <pc:picChg chg="add mod">
          <ac:chgData name="Eskandari, Marzieh" userId="6f7e8ab1-ced9-4cd8-8d9c-9e0f76df628a" providerId="ADAL" clId="{5F4653E6-588C-449F-882E-1257AC0BE145}" dt="2026-04-22T01:38:39.512" v="852" actId="1076"/>
          <ac:picMkLst>
            <pc:docMk/>
            <pc:sldMk cId="2411301734" sldId="691"/>
            <ac:picMk id="29" creationId="{7DD5154F-FBE3-0E96-3D18-5D4705629EF2}"/>
          </ac:picMkLst>
        </pc:picChg>
        <pc:cxnChg chg="mod">
          <ac:chgData name="Eskandari, Marzieh" userId="6f7e8ab1-ced9-4cd8-8d9c-9e0f76df628a" providerId="ADAL" clId="{5F4653E6-588C-449F-882E-1257AC0BE145}" dt="2026-04-22T01:38:25.111" v="847" actId="478"/>
          <ac:cxnSpMkLst>
            <pc:docMk/>
            <pc:sldMk cId="2411301734" sldId="691"/>
            <ac:cxnSpMk id="6" creationId="{34B50849-4133-2D95-158F-55435A94AB94}"/>
          </ac:cxnSpMkLst>
        </pc:cxnChg>
        <pc:cxnChg chg="mod">
          <ac:chgData name="Eskandari, Marzieh" userId="6f7e8ab1-ced9-4cd8-8d9c-9e0f76df628a" providerId="ADAL" clId="{5F4653E6-588C-449F-882E-1257AC0BE145}" dt="2026-04-22T01:38:25.111" v="847" actId="478"/>
          <ac:cxnSpMkLst>
            <pc:docMk/>
            <pc:sldMk cId="2411301734" sldId="691"/>
            <ac:cxnSpMk id="7" creationId="{A6B1D2CB-D3A3-2978-EB14-2EA039DBE795}"/>
          </ac:cxnSpMkLst>
        </pc:cxnChg>
        <pc:cxnChg chg="mod">
          <ac:chgData name="Eskandari, Marzieh" userId="6f7e8ab1-ced9-4cd8-8d9c-9e0f76df628a" providerId="ADAL" clId="{5F4653E6-588C-449F-882E-1257AC0BE145}" dt="2026-04-22T01:38:25.111" v="847" actId="478"/>
          <ac:cxnSpMkLst>
            <pc:docMk/>
            <pc:sldMk cId="2411301734" sldId="691"/>
            <ac:cxnSpMk id="11" creationId="{40454283-1A56-3E14-7CB9-5F919EE7DC21}"/>
          </ac:cxnSpMkLst>
        </pc:cxnChg>
        <pc:cxnChg chg="mod">
          <ac:chgData name="Eskandari, Marzieh" userId="6f7e8ab1-ced9-4cd8-8d9c-9e0f76df628a" providerId="ADAL" clId="{5F4653E6-588C-449F-882E-1257AC0BE145}" dt="2026-04-22T01:38:25.111" v="847" actId="478"/>
          <ac:cxnSpMkLst>
            <pc:docMk/>
            <pc:sldMk cId="2411301734" sldId="691"/>
            <ac:cxnSpMk id="12" creationId="{6DC7CC30-59E1-6CF6-D5E2-F6715E5AAA0E}"/>
          </ac:cxnSpMkLst>
        </pc:cxnChg>
        <pc:cxnChg chg="mod">
          <ac:chgData name="Eskandari, Marzieh" userId="6f7e8ab1-ced9-4cd8-8d9c-9e0f76df628a" providerId="ADAL" clId="{5F4653E6-588C-449F-882E-1257AC0BE145}" dt="2026-04-22T01:38:25.111" v="847" actId="478"/>
          <ac:cxnSpMkLst>
            <pc:docMk/>
            <pc:sldMk cId="2411301734" sldId="691"/>
            <ac:cxnSpMk id="16" creationId="{EEFE4019-4641-B1E2-186A-EC4A92497266}"/>
          </ac:cxnSpMkLst>
        </pc:cxnChg>
      </pc:sldChg>
      <pc:sldChg chg="addSp delSp modSp new mod">
        <pc:chgData name="Eskandari, Marzieh" userId="6f7e8ab1-ced9-4cd8-8d9c-9e0f76df628a" providerId="ADAL" clId="{5F4653E6-588C-449F-882E-1257AC0BE145}" dt="2026-04-22T01:39:58.522" v="864" actId="207"/>
        <pc:sldMkLst>
          <pc:docMk/>
          <pc:sldMk cId="2066481448" sldId="692"/>
        </pc:sldMkLst>
        <pc:spChg chg="del">
          <ac:chgData name="Eskandari, Marzieh" userId="6f7e8ab1-ced9-4cd8-8d9c-9e0f76df628a" providerId="ADAL" clId="{5F4653E6-588C-449F-882E-1257AC0BE145}" dt="2026-04-22T01:33:48.196" v="828" actId="478"/>
          <ac:spMkLst>
            <pc:docMk/>
            <pc:sldMk cId="2066481448" sldId="692"/>
            <ac:spMk id="2" creationId="{A5DE6B13-963C-9B5C-9FBD-2EC309C71E61}"/>
          </ac:spMkLst>
        </pc:spChg>
        <pc:spChg chg="del">
          <ac:chgData name="Eskandari, Marzieh" userId="6f7e8ab1-ced9-4cd8-8d9c-9e0f76df628a" providerId="ADAL" clId="{5F4653E6-588C-449F-882E-1257AC0BE145}" dt="2026-04-22T01:33:50.967" v="829" actId="478"/>
          <ac:spMkLst>
            <pc:docMk/>
            <pc:sldMk cId="2066481448" sldId="692"/>
            <ac:spMk id="3" creationId="{C95619DA-D181-91B5-E021-938F7D29EF1F}"/>
          </ac:spMkLst>
        </pc:spChg>
        <pc:spChg chg="del">
          <ac:chgData name="Eskandari, Marzieh" userId="6f7e8ab1-ced9-4cd8-8d9c-9e0f76df628a" providerId="ADAL" clId="{5F4653E6-588C-449F-882E-1257AC0BE145}" dt="2026-04-22T01:33:53.219" v="830" actId="478"/>
          <ac:spMkLst>
            <pc:docMk/>
            <pc:sldMk cId="2066481448" sldId="692"/>
            <ac:spMk id="4" creationId="{3527448F-75B2-A434-BCA0-C22830DBCD31}"/>
          </ac:spMkLst>
        </pc:spChg>
        <pc:spChg chg="add mod">
          <ac:chgData name="Eskandari, Marzieh" userId="6f7e8ab1-ced9-4cd8-8d9c-9e0f76df628a" providerId="ADAL" clId="{5F4653E6-588C-449F-882E-1257AC0BE145}" dt="2026-04-22T01:39:48.074" v="859" actId="1076"/>
          <ac:spMkLst>
            <pc:docMk/>
            <pc:sldMk cId="2066481448" sldId="692"/>
            <ac:spMk id="6" creationId="{D732A4AE-2038-995D-57C8-54D2F7808EC0}"/>
          </ac:spMkLst>
        </pc:spChg>
        <pc:spChg chg="add mod">
          <ac:chgData name="Eskandari, Marzieh" userId="6f7e8ab1-ced9-4cd8-8d9c-9e0f76df628a" providerId="ADAL" clId="{5F4653E6-588C-449F-882E-1257AC0BE145}" dt="2026-04-22T01:39:58.522" v="864" actId="207"/>
          <ac:spMkLst>
            <pc:docMk/>
            <pc:sldMk cId="2066481448" sldId="692"/>
            <ac:spMk id="8" creationId="{009308BB-7508-FF84-746A-CB6808A6BC4B}"/>
          </ac:spMkLst>
        </pc:spChg>
      </pc:sldChg>
      <pc:sldChg chg="addSp delSp modSp add mod modAnim">
        <pc:chgData name="Eskandari, Marzieh" userId="6f7e8ab1-ced9-4cd8-8d9c-9e0f76df628a" providerId="ADAL" clId="{5F4653E6-588C-449F-882E-1257AC0BE145}" dt="2026-04-22T01:45:44.950" v="929" actId="1076"/>
        <pc:sldMkLst>
          <pc:docMk/>
          <pc:sldMk cId="1693326560" sldId="693"/>
        </pc:sldMkLst>
        <pc:spChg chg="add del mod">
          <ac:chgData name="Eskandari, Marzieh" userId="6f7e8ab1-ced9-4cd8-8d9c-9e0f76df628a" providerId="ADAL" clId="{5F4653E6-588C-449F-882E-1257AC0BE145}" dt="2026-04-22T01:39:10.560" v="854" actId="478"/>
          <ac:spMkLst>
            <pc:docMk/>
            <pc:sldMk cId="1693326560" sldId="693"/>
            <ac:spMk id="5" creationId="{ED22661A-409C-DC56-A3F1-4A5E89DF96D0}"/>
          </ac:spMkLst>
        </pc:spChg>
        <pc:spChg chg="add mod">
          <ac:chgData name="Eskandari, Marzieh" userId="6f7e8ab1-ced9-4cd8-8d9c-9e0f76df628a" providerId="ADAL" clId="{5F4653E6-588C-449F-882E-1257AC0BE145}" dt="2026-04-22T01:41:57.754" v="891" actId="1076"/>
          <ac:spMkLst>
            <pc:docMk/>
            <pc:sldMk cId="1693326560" sldId="693"/>
            <ac:spMk id="9" creationId="{C9AF19E9-7D8C-E420-AFF3-DB11CA0C31DB}"/>
          </ac:spMkLst>
        </pc:spChg>
        <pc:spChg chg="add mod">
          <ac:chgData name="Eskandari, Marzieh" userId="6f7e8ab1-ced9-4cd8-8d9c-9e0f76df628a" providerId="ADAL" clId="{5F4653E6-588C-449F-882E-1257AC0BE145}" dt="2026-04-22T01:44:16.783" v="915" actId="1076"/>
          <ac:spMkLst>
            <pc:docMk/>
            <pc:sldMk cId="1693326560" sldId="693"/>
            <ac:spMk id="12" creationId="{7E228A72-4BF5-4612-122D-B073A9B2CDAC}"/>
          </ac:spMkLst>
        </pc:spChg>
        <pc:graphicFrameChg chg="add del mod">
          <ac:chgData name="Eskandari, Marzieh" userId="6f7e8ab1-ced9-4cd8-8d9c-9e0f76df628a" providerId="ADAL" clId="{5F4653E6-588C-449F-882E-1257AC0BE145}" dt="2026-04-22T01:39:17.358" v="856" actId="478"/>
          <ac:graphicFrameMkLst>
            <pc:docMk/>
            <pc:sldMk cId="1693326560" sldId="693"/>
            <ac:graphicFrameMk id="2" creationId="{9FA4B336-4A21-5E00-88C6-C1FC92F19311}"/>
          </ac:graphicFrameMkLst>
        </pc:graphicFrameChg>
        <pc:graphicFrameChg chg="add del mod">
          <ac:chgData name="Eskandari, Marzieh" userId="6f7e8ab1-ced9-4cd8-8d9c-9e0f76df628a" providerId="ADAL" clId="{5F4653E6-588C-449F-882E-1257AC0BE145}" dt="2026-04-22T01:39:13.723" v="855" actId="478"/>
          <ac:graphicFrameMkLst>
            <pc:docMk/>
            <pc:sldMk cId="1693326560" sldId="693"/>
            <ac:graphicFrameMk id="3" creationId="{D30044DF-D476-5167-1C7F-247C25999F8D}"/>
          </ac:graphicFrameMkLst>
        </pc:graphicFrameChg>
        <pc:graphicFrameChg chg="add del mod">
          <ac:chgData name="Eskandari, Marzieh" userId="6f7e8ab1-ced9-4cd8-8d9c-9e0f76df628a" providerId="ADAL" clId="{5F4653E6-588C-449F-882E-1257AC0BE145}" dt="2026-04-22T01:39:10.560" v="854" actId="478"/>
          <ac:graphicFrameMkLst>
            <pc:docMk/>
            <pc:sldMk cId="1693326560" sldId="693"/>
            <ac:graphicFrameMk id="4" creationId="{9AF6F206-29A8-CA09-99D7-EA9CC667314F}"/>
          </ac:graphicFrameMkLst>
        </pc:graphicFrameChg>
        <pc:graphicFrameChg chg="add mod">
          <ac:chgData name="Eskandari, Marzieh" userId="6f7e8ab1-ced9-4cd8-8d9c-9e0f76df628a" providerId="ADAL" clId="{5F4653E6-588C-449F-882E-1257AC0BE145}" dt="2026-04-22T01:40:12.889" v="865"/>
          <ac:graphicFrameMkLst>
            <pc:docMk/>
            <pc:sldMk cId="1693326560" sldId="693"/>
            <ac:graphicFrameMk id="6" creationId="{9541DAEE-E6F8-A9E8-3440-7B51F2AE7838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43:50.060" v="907" actId="2166"/>
          <ac:graphicFrameMkLst>
            <pc:docMk/>
            <pc:sldMk cId="1693326560" sldId="693"/>
            <ac:graphicFrameMk id="7" creationId="{D05105AD-8A36-7865-4AFE-7AE1D6182D5D}"/>
          </ac:graphicFrameMkLst>
        </pc:graphicFrameChg>
        <pc:graphicFrameChg chg="add mod">
          <ac:chgData name="Eskandari, Marzieh" userId="6f7e8ab1-ced9-4cd8-8d9c-9e0f76df628a" providerId="ADAL" clId="{5F4653E6-588C-449F-882E-1257AC0BE145}" dt="2026-04-22T01:41:16.606" v="880"/>
          <ac:graphicFrameMkLst>
            <pc:docMk/>
            <pc:sldMk cId="1693326560" sldId="693"/>
            <ac:graphicFrameMk id="10" creationId="{0348F1BB-856A-3BE1-35FA-576BB29F3DFB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44:04.148" v="909" actId="2166"/>
          <ac:graphicFrameMkLst>
            <pc:docMk/>
            <pc:sldMk cId="1693326560" sldId="693"/>
            <ac:graphicFrameMk id="11" creationId="{C57998EC-B235-D286-4372-FBDBD628C6CE}"/>
          </ac:graphicFrameMkLst>
        </pc:graphicFrameChg>
        <pc:graphicFrameChg chg="add mod">
          <ac:chgData name="Eskandari, Marzieh" userId="6f7e8ab1-ced9-4cd8-8d9c-9e0f76df628a" providerId="ADAL" clId="{5F4653E6-588C-449F-882E-1257AC0BE145}" dt="2026-04-22T01:43:05.067" v="901"/>
          <ac:graphicFrameMkLst>
            <pc:docMk/>
            <pc:sldMk cId="1693326560" sldId="693"/>
            <ac:graphicFrameMk id="13" creationId="{E558521E-5E22-9038-1CD4-9690397E92A8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2T01:45:34.779" v="927" actId="1035"/>
          <ac:graphicFrameMkLst>
            <pc:docMk/>
            <pc:sldMk cId="1693326560" sldId="693"/>
            <ac:graphicFrameMk id="14" creationId="{3C6709D2-60B0-7A5C-C8CE-8AAE91D371F5}"/>
          </ac:graphicFrameMkLst>
        </pc:graphicFrameChg>
        <pc:picChg chg="add mod">
          <ac:chgData name="Eskandari, Marzieh" userId="6f7e8ab1-ced9-4cd8-8d9c-9e0f76df628a" providerId="ADAL" clId="{5F4653E6-588C-449F-882E-1257AC0BE145}" dt="2026-04-22T01:45:44.950" v="929" actId="1076"/>
          <ac:picMkLst>
            <pc:docMk/>
            <pc:sldMk cId="1693326560" sldId="693"/>
            <ac:picMk id="15" creationId="{1BFDC5C9-F17D-FEE6-1AC6-02F1D706F84D}"/>
          </ac:picMkLst>
        </pc:picChg>
      </pc:sldChg>
      <pc:sldChg chg="addSp delSp modSp add mod modAnim">
        <pc:chgData name="Eskandari, Marzieh" userId="6f7e8ab1-ced9-4cd8-8d9c-9e0f76df628a" providerId="ADAL" clId="{5F4653E6-588C-449F-882E-1257AC0BE145}" dt="2026-04-22T01:48:33.856" v="1057" actId="20577"/>
        <pc:sldMkLst>
          <pc:docMk/>
          <pc:sldMk cId="2263733359" sldId="694"/>
        </pc:sldMkLst>
        <pc:spChg chg="add del mod">
          <ac:chgData name="Eskandari, Marzieh" userId="6f7e8ab1-ced9-4cd8-8d9c-9e0f76df628a" providerId="ADAL" clId="{5F4653E6-588C-449F-882E-1257AC0BE145}" dt="2026-04-22T01:42:37.441" v="897" actId="21"/>
          <ac:spMkLst>
            <pc:docMk/>
            <pc:sldMk cId="2263733359" sldId="694"/>
            <ac:spMk id="3" creationId="{7E228A72-4BF5-4612-122D-B073A9B2CDAC}"/>
          </ac:spMkLst>
        </pc:spChg>
        <pc:spChg chg="add mod">
          <ac:chgData name="Eskandari, Marzieh" userId="6f7e8ab1-ced9-4cd8-8d9c-9e0f76df628a" providerId="ADAL" clId="{5F4653E6-588C-449F-882E-1257AC0BE145}" dt="2026-04-22T01:46:50.996" v="980" actId="20577"/>
          <ac:spMkLst>
            <pc:docMk/>
            <pc:sldMk cId="2263733359" sldId="694"/>
            <ac:spMk id="5" creationId="{6859E9F7-5471-C4D6-B57C-314985EB0391}"/>
          </ac:spMkLst>
        </pc:spChg>
        <pc:spChg chg="add mod">
          <ac:chgData name="Eskandari, Marzieh" userId="6f7e8ab1-ced9-4cd8-8d9c-9e0f76df628a" providerId="ADAL" clId="{5F4653E6-588C-449F-882E-1257AC0BE145}" dt="2026-04-22T01:48:33.856" v="1057" actId="20577"/>
          <ac:spMkLst>
            <pc:docMk/>
            <pc:sldMk cId="2263733359" sldId="694"/>
            <ac:spMk id="7" creationId="{27E65205-76E2-38E0-2A70-F6E34205DBB9}"/>
          </ac:spMkLst>
        </pc:spChg>
        <pc:graphicFrameChg chg="add mod modGraphic">
          <ac:chgData name="Eskandari, Marzieh" userId="6f7e8ab1-ced9-4cd8-8d9c-9e0f76df628a" providerId="ADAL" clId="{5F4653E6-588C-449F-882E-1257AC0BE145}" dt="2026-04-22T01:46:25.067" v="935" actId="1076"/>
          <ac:graphicFrameMkLst>
            <pc:docMk/>
            <pc:sldMk cId="2263733359" sldId="694"/>
            <ac:graphicFrameMk id="4" creationId="{3D5213E1-6587-4A99-DAEB-2AF1F76C7428}"/>
          </ac:graphicFrameMkLst>
        </pc:graphicFrameChg>
      </pc:sldChg>
      <pc:sldChg chg="add">
        <pc:chgData name="Eskandari, Marzieh" userId="6f7e8ab1-ced9-4cd8-8d9c-9e0f76df628a" providerId="ADAL" clId="{5F4653E6-588C-449F-882E-1257AC0BE145}" dt="2026-04-22T01:33:56.127" v="833"/>
        <pc:sldMkLst>
          <pc:docMk/>
          <pc:sldMk cId="207387756" sldId="6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choose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3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4105-C2DF-46E6-844C-3834CB5A1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D7671-AAAE-40E8-B0AC-EA8C19010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9865-C267-429C-B8B8-46A889B8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76373-03E6-4F34-82E9-81D9DF76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97972-948F-43AC-8023-D235C8AB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06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84F60-F2FF-4B4D-87EA-C86497FE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7312C-7A09-4563-BFF2-4231AA162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48754-F303-4A2A-9F1C-0E5224B8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A0E43-A550-4378-A4F7-5300567C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433C4-866C-4351-9BCB-AA9D1C19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99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7682-BA05-4DC6-9125-093DB4CC1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9FD43-8F64-4932-AA07-6F6C7E915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7F48-0438-4E87-9B04-A1612D09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3F066-AC05-464F-B3E6-178BF460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FDB1A-6741-4698-B30F-959D224F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8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56EE0-8017-441F-9B19-9A25D0E6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EDCE0-AE94-4938-9085-027D21F46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EDA36-0597-4453-BED5-B8A03131D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5AD2E-3E01-4B51-ABF1-FD57FB7C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85D28-D8B9-448C-9291-E58821EF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B420A-837A-4123-8897-CBE50C5C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09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226E-97EB-4C6E-9C5D-3E9686F1D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0E4F6-4C17-492B-975E-603BF0104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861C3-DC83-4B8E-B937-74E5A7D20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1CE3-B23D-41CC-A447-759DA7336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380B9-E2F1-4ECA-81BE-148AE1956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30876-77DC-46BD-A574-621C1BDE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381D3-F62A-4A5F-A8B1-3A78BB9C4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82F3B-2141-4FD9-B370-E9F80915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03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B202-4D78-49C0-BE13-CEAD8394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8D9FB-12E4-47F8-B046-6E797470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D666A-3F80-4070-ADC4-04D324E6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4708E-D617-402A-B8D4-A2212030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7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A5123-B31F-49D4-A577-9FD7D58C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D7049-595B-4413-8245-F1F59BB4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782FD-B027-4CA8-AB6A-2D6F4713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18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F72D-86FB-4ED2-AEB6-E98B4AE2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734DB-2929-4661-8544-D49FA5183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6DE00-83E5-4FE9-A8C8-E23EBC6A6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EDAC2-D174-48C8-8497-722D10F6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144E8-D0CC-48BC-924E-EFD0CDFE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DF75C-6C59-49EF-8556-8DEA7CFF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59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85DD-AAA9-4A40-8AB2-8475A9EA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67654-2001-4C71-BA65-033BD2F58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B9496-CC27-4FDB-9EFE-1EC3A9DC1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D4B0F-6FA7-4AA4-BA39-EB74A7D4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BD2C0-3BF5-4421-B603-C52CD243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9F646-5EA9-4709-9B04-46667E26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79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5E17-2005-40AA-A45E-80D3AC03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57DE4-EEA2-4241-B5AB-B0FE8E2FC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4E58C-6EBE-4287-BD76-FC024D24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A7F0D-0DEF-44E5-B52E-3F52330F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41A93-613E-4F20-933B-289BD919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91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483414-40DC-409E-82D5-C5DD8A105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53E5C-B912-4B88-876F-43F8B7C9E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8A6AB-DA3F-49B9-87A6-95BA662B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809E1-542F-48E2-9DC5-678D2D3B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EA44-30C9-4B00-B91F-F8F89BEC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26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46887-7154-4EB3-99BD-722BF0FD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C1FCE-A573-4FB8-BAED-BB81D7648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3B00-26D7-49DD-A82A-8C0E9FC47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15F38-EF12-4A58-BA3D-8E07DEAC4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7E616-7091-4FD1-B72E-6D9286014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3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4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B55E-8386-6775-E0BB-0CC50C070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Greedy+DP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8DA6E-9B29-6A70-1ABC-F3EF3C756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2695F-D125-D5F0-AFB6-C9851219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52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9B58-09A0-D308-4775-479C151C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Find the all shortest paths from v1 to the other vertices using Dijkstra Algorithm: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DD5154F-FBE3-0E96-3D18-5D4705629E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13" y="2240208"/>
            <a:ext cx="4497548" cy="336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0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32A4AE-2038-995D-57C8-54D2F7808EC0}"/>
              </a:ext>
            </a:extLst>
          </p:cNvPr>
          <p:cNvSpPr txBox="1"/>
          <p:nvPr/>
        </p:nvSpPr>
        <p:spPr>
          <a:xfrm>
            <a:off x="696074" y="650210"/>
            <a:ext cx="6660222" cy="37856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dirty="0"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P[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]=1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	  IF D[m]+W[m][j]&lt;D[j] THEN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			 D[j]=D[m]+W[m][j]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		    P[j]=m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9308BB-7508-FF84-746A-CB6808A6BC4B}"/>
                  </a:ext>
                </a:extLst>
              </p:cNvPr>
              <p:cNvSpPr txBox="1"/>
              <p:nvPr/>
            </p:nvSpPr>
            <p:spPr>
              <a:xfrm>
                <a:off x="2771453" y="5175973"/>
                <a:ext cx="6097712" cy="4682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𝑜𝑙𝑑</m:t>
                              </m:r>
                            </m:sup>
                          </m:sSup>
                        </m: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  </m:t>
                          </m:r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𝑜𝑙𝑑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9308BB-7508-FF84-746A-CB6808A6B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453" y="5175973"/>
                <a:ext cx="6097712" cy="468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481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2AF14-0FB2-67A3-F9F3-F066B952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5105AD-8A36-7865-4AFE-7AE1D6182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06453"/>
              </p:ext>
            </p:extLst>
          </p:nvPr>
        </p:nvGraphicFramePr>
        <p:xfrm>
          <a:off x="564906" y="498427"/>
          <a:ext cx="6339015" cy="816666"/>
        </p:xfrm>
        <a:graphic>
          <a:graphicData uri="http://schemas.openxmlformats.org/drawingml/2006/table">
            <a:tbl>
              <a:tblPr firstRow="1" firstCol="1" bandRow="1"/>
              <a:tblGrid>
                <a:gridCol w="704335">
                  <a:extLst>
                    <a:ext uri="{9D8B030D-6E8A-4147-A177-3AD203B41FA5}">
                      <a16:colId xmlns:a16="http://schemas.microsoft.com/office/drawing/2014/main" val="2275106954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4090767221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3551284162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3455157396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486225582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1141358686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1391484960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1194808210"/>
                    </a:ext>
                  </a:extLst>
                </a:gridCol>
                <a:gridCol w="704335">
                  <a:extLst>
                    <a:ext uri="{9D8B030D-6E8A-4147-A177-3AD203B41FA5}">
                      <a16:colId xmlns:a16="http://schemas.microsoft.com/office/drawing/2014/main" val="595343550"/>
                    </a:ext>
                  </a:extLst>
                </a:gridCol>
              </a:tblGrid>
              <a:tr h="408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958823"/>
                  </a:ext>
                </a:extLst>
              </a:tr>
              <a:tr h="408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03458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AF19E9-7D8C-E420-AFF3-DB11CA0C31DB}"/>
              </a:ext>
            </a:extLst>
          </p:cNvPr>
          <p:cNvSpPr txBox="1"/>
          <p:nvPr/>
        </p:nvSpPr>
        <p:spPr>
          <a:xfrm>
            <a:off x="922105" y="1633223"/>
            <a:ext cx="6097712" cy="1171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m=3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D[2]=min{D[2],D[3]+W[3][2]}=min{9,3+inf}=9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D[4]=min{D[4],D[3]+W[3][4]}=min{11,3+4}=7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57998EC-B235-D286-4372-FBDBD628C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898603"/>
              </p:ext>
            </p:extLst>
          </p:nvPr>
        </p:nvGraphicFramePr>
        <p:xfrm>
          <a:off x="728493" y="3123341"/>
          <a:ext cx="6071328" cy="950230"/>
        </p:xfrm>
        <a:graphic>
          <a:graphicData uri="http://schemas.openxmlformats.org/drawingml/2006/table">
            <a:tbl>
              <a:tblPr firstRow="1" firstCol="1" bandRow="1"/>
              <a:tblGrid>
                <a:gridCol w="674592">
                  <a:extLst>
                    <a:ext uri="{9D8B030D-6E8A-4147-A177-3AD203B41FA5}">
                      <a16:colId xmlns:a16="http://schemas.microsoft.com/office/drawing/2014/main" val="2522782810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352655407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3264278084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3869649181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499576654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2232194696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1184678898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2888364783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1631487758"/>
                    </a:ext>
                  </a:extLst>
                </a:gridCol>
              </a:tblGrid>
              <a:tr h="475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212430"/>
                  </a:ext>
                </a:extLst>
              </a:tr>
              <a:tr h="475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59949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E228A72-4BF5-4612-122D-B073A9B2CDAC}"/>
              </a:ext>
            </a:extLst>
          </p:cNvPr>
          <p:cNvSpPr txBox="1"/>
          <p:nvPr/>
        </p:nvSpPr>
        <p:spPr>
          <a:xfrm>
            <a:off x="895937" y="4391701"/>
            <a:ext cx="6097604" cy="773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m=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D[2]=min{D[2],D[4]+W[4][2]}=min{9,7+1}=8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C6709D2-60B0-7A5C-C8CE-8AAE91D37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75531"/>
              </p:ext>
            </p:extLst>
          </p:nvPr>
        </p:nvGraphicFramePr>
        <p:xfrm>
          <a:off x="802576" y="5621561"/>
          <a:ext cx="6071328" cy="950230"/>
        </p:xfrm>
        <a:graphic>
          <a:graphicData uri="http://schemas.openxmlformats.org/drawingml/2006/table">
            <a:tbl>
              <a:tblPr firstRow="1" firstCol="1" bandRow="1"/>
              <a:tblGrid>
                <a:gridCol w="674592">
                  <a:extLst>
                    <a:ext uri="{9D8B030D-6E8A-4147-A177-3AD203B41FA5}">
                      <a16:colId xmlns:a16="http://schemas.microsoft.com/office/drawing/2014/main" val="3110172731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589182187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296422951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681704531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1497594649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3661971104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3684006814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2499420970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4108888264"/>
                    </a:ext>
                  </a:extLst>
                </a:gridCol>
              </a:tblGrid>
              <a:tr h="475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032454"/>
                  </a:ext>
                </a:extLst>
              </a:tr>
              <a:tr h="475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57536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1BFDC5C9-F17D-FEE6-1AC6-02F1D706F8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433" y="1568252"/>
            <a:ext cx="4497548" cy="336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2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833C-5B98-914C-721E-AAD14193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5213E1-6587-4A99-DAEB-2AF1F76C7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986726"/>
              </p:ext>
            </p:extLst>
          </p:nvPr>
        </p:nvGraphicFramePr>
        <p:xfrm>
          <a:off x="590820" y="2002462"/>
          <a:ext cx="2698368" cy="950230"/>
        </p:xfrm>
        <a:graphic>
          <a:graphicData uri="http://schemas.openxmlformats.org/drawingml/2006/table">
            <a:tbl>
              <a:tblPr firstRow="1" firstCol="1" bandRow="1"/>
              <a:tblGrid>
                <a:gridCol w="674592">
                  <a:extLst>
                    <a:ext uri="{9D8B030D-6E8A-4147-A177-3AD203B41FA5}">
                      <a16:colId xmlns:a16="http://schemas.microsoft.com/office/drawing/2014/main" val="3661971104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3684006814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2499420970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4108888264"/>
                    </a:ext>
                  </a:extLst>
                </a:gridCol>
              </a:tblGrid>
              <a:tr h="475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032454"/>
                  </a:ext>
                </a:extLst>
              </a:tr>
              <a:tr h="475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57536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859E9F7-5471-C4D6-B57C-314985EB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100" dirty="0"/>
              <a:t>Calculating shortest paths using P matrix: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65205-76E2-38E0-2A70-F6E34205DBB9}"/>
              </a:ext>
            </a:extLst>
          </p:cNvPr>
          <p:cNvSpPr txBox="1"/>
          <p:nvPr/>
        </p:nvSpPr>
        <p:spPr>
          <a:xfrm>
            <a:off x="838200" y="3586557"/>
            <a:ext cx="6097604" cy="1171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SP(1,2)=(1,…,2)=(1,…,4,2)=(1,3,4,2)</a:t>
            </a:r>
          </a:p>
          <a:p>
            <a:pPr marL="285750" marR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SP(1,3)=(1,3)</a:t>
            </a:r>
          </a:p>
          <a:p>
            <a:pPr marL="285750" marR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SP(1,4)=(1,…,4)=1,3,4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73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793A-A50A-3E00-A176-8EC25FEF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8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D890-DBBE-4359-8DEC-C484F1E3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Coefficients/ Pascal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56E242A-BA5B-446E-8EA5-01933A7DB5CC}"/>
                  </a:ext>
                </a:extLst>
              </p:cNvPr>
              <p:cNvSpPr/>
              <p:nvPr/>
            </p:nvSpPr>
            <p:spPr>
              <a:xfrm>
                <a:off x="7706806" y="1250821"/>
                <a:ext cx="4565844" cy="58600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BR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pt-BR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sz="24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0≤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b="0" dirty="0">
                  <a:solidFill>
                    <a:srgbClr val="7030A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56E242A-BA5B-446E-8EA5-01933A7DB5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806" y="1250821"/>
                <a:ext cx="4565844" cy="58600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2CA28A-309F-4BDC-9D96-C85DE3FD41C1}"/>
              </a:ext>
            </a:extLst>
          </p:cNvPr>
          <p:cNvGraphicFramePr>
            <a:graphicFrameLocks noGrp="1"/>
          </p:cNvGraphicFramePr>
          <p:nvPr/>
        </p:nvGraphicFramePr>
        <p:xfrm>
          <a:off x="216328" y="2418277"/>
          <a:ext cx="7589520" cy="433304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6659">
                  <a:extLst>
                    <a:ext uri="{9D8B030D-6E8A-4147-A177-3AD203B41FA5}">
                      <a16:colId xmlns:a16="http://schemas.microsoft.com/office/drawing/2014/main" val="38129810"/>
                    </a:ext>
                  </a:extLst>
                </a:gridCol>
                <a:gridCol w="548261">
                  <a:extLst>
                    <a:ext uri="{9D8B030D-6E8A-4147-A177-3AD203B41FA5}">
                      <a16:colId xmlns:a16="http://schemas.microsoft.com/office/drawing/2014/main" val="4083835098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1650816598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1344022484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3951423667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3774948656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48225547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596285359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175413907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1476313046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1263580968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1432331306"/>
                    </a:ext>
                  </a:extLst>
                </a:gridCol>
              </a:tblGrid>
              <a:tr h="54333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n=0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69307"/>
                  </a:ext>
                </a:extLst>
              </a:tr>
              <a:tr h="54333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n=1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205973"/>
                  </a:ext>
                </a:extLst>
              </a:tr>
              <a:tr h="54333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n=2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44429"/>
                  </a:ext>
                </a:extLst>
              </a:tr>
              <a:tr h="54333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n=3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438588"/>
                  </a:ext>
                </a:extLst>
              </a:tr>
              <a:tr h="54333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n=4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816932"/>
                  </a:ext>
                </a:extLst>
              </a:tr>
              <a:tr h="675442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n=5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537517"/>
                  </a:ext>
                </a:extLst>
              </a:tr>
              <a:tr h="452780">
                <a:tc>
                  <a:txBody>
                    <a:bodyPr/>
                    <a:lstStyle/>
                    <a:p>
                      <a:endParaRPr lang="en-US" sz="2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182255"/>
                  </a:ext>
                </a:extLst>
              </a:tr>
              <a:tr h="45278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84865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9C79D0E-421A-4877-AB8C-4192BB781528}"/>
              </a:ext>
            </a:extLst>
          </p:cNvPr>
          <p:cNvSpPr/>
          <p:nvPr/>
        </p:nvSpPr>
        <p:spPr>
          <a:xfrm>
            <a:off x="3941841" y="4644569"/>
            <a:ext cx="449052" cy="400050"/>
          </a:xfrm>
          <a:prstGeom prst="rect">
            <a:avLst/>
          </a:prstGeom>
          <a:solidFill>
            <a:srgbClr val="E9A9E1">
              <a:alpha val="40000"/>
            </a:srgb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ED4F5C-762F-419C-A0E5-5D3CDB1CB687}"/>
              </a:ext>
            </a:extLst>
          </p:cNvPr>
          <p:cNvSpPr/>
          <p:nvPr/>
        </p:nvSpPr>
        <p:spPr>
          <a:xfrm>
            <a:off x="3311166" y="4084976"/>
            <a:ext cx="1793438" cy="400050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1F2900-885E-237D-6E2D-FC619F1C874C}"/>
              </a:ext>
            </a:extLst>
          </p:cNvPr>
          <p:cNvSpPr/>
          <p:nvPr/>
        </p:nvSpPr>
        <p:spPr>
          <a:xfrm>
            <a:off x="8116406" y="1849348"/>
            <a:ext cx="3894084" cy="46435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328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Binomial Coefficients: without DP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937566" y="2979919"/>
            <a:ext cx="8871927" cy="2000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BC(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n,r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if r==0 or n==r then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return 1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return BC(n-1,r)+BC(n-1,r-1)</a:t>
            </a:r>
          </a:p>
          <a:p>
            <a:pPr marL="0" indent="0"/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539" y="1964292"/>
                <a:ext cx="11341295" cy="5812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39" y="1964292"/>
                <a:ext cx="11341295" cy="581249"/>
              </a:xfrm>
              <a:prstGeom prst="rect">
                <a:avLst/>
              </a:prstGeom>
              <a:blipFill>
                <a:blip r:embed="rId4"/>
                <a:stretch>
                  <a:fillRect b="-14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47EE4E-DC21-18E6-2079-E6C7C47E2C54}"/>
                  </a:ext>
                </a:extLst>
              </p:cNvPr>
              <p:cNvSpPr txBox="1"/>
              <p:nvPr/>
            </p:nvSpPr>
            <p:spPr>
              <a:xfrm>
                <a:off x="3213242" y="5517491"/>
                <a:ext cx="60977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𝐸𝑥𝑝𝑜𝑛𝑒𝑛𝑡𝑖𝑎𝑙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47EE4E-DC21-18E6-2079-E6C7C47E2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242" y="5517491"/>
                <a:ext cx="6097712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78118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Binomial Coefficient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2131B-B295-4A45-982B-710DC74C816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14/176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288071" y="2008176"/>
            <a:ext cx="1460310" cy="777923"/>
            <a:chOff x="4804012" y="1746913"/>
            <a:chExt cx="1460310" cy="777923"/>
          </a:xfrm>
          <a:noFill/>
        </p:grpSpPr>
        <p:sp>
          <p:nvSpPr>
            <p:cNvPr id="3" name="Oval 2"/>
            <p:cNvSpPr/>
            <p:nvPr/>
          </p:nvSpPr>
          <p:spPr>
            <a:xfrm>
              <a:off x="4804012" y="1746913"/>
              <a:ext cx="1460310" cy="777923"/>
            </a:xfrm>
            <a:prstGeom prst="ellipse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04012" y="1874264"/>
              <a:ext cx="1418535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 Rounded MT Bold" panose="020F0704030504030204" pitchFamily="34" charset="0"/>
                </a:rPr>
                <a:t>BC(4,2)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784499" y="3164929"/>
            <a:ext cx="1463189" cy="777923"/>
            <a:chOff x="4804012" y="1746913"/>
            <a:chExt cx="1463189" cy="777923"/>
          </a:xfrm>
          <a:noFill/>
        </p:grpSpPr>
        <p:sp>
          <p:nvSpPr>
            <p:cNvPr id="9" name="Oval 8"/>
            <p:cNvSpPr/>
            <p:nvPr/>
          </p:nvSpPr>
          <p:spPr>
            <a:xfrm>
              <a:off x="4804012" y="1746913"/>
              <a:ext cx="1460310" cy="777923"/>
            </a:xfrm>
            <a:prstGeom prst="ellipse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54021" y="1874264"/>
              <a:ext cx="1313180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 Rounded MT Bold" panose="020F0704030504030204" pitchFamily="34" charset="0"/>
                </a:rPr>
                <a:t>BC(3,2)</a:t>
              </a:r>
            </a:p>
          </p:txBody>
        </p:sp>
      </p:grpSp>
      <p:sp>
        <p:nvSpPr>
          <p:cNvPr id="12" name="Oval 11"/>
          <p:cNvSpPr/>
          <p:nvPr/>
        </p:nvSpPr>
        <p:spPr>
          <a:xfrm>
            <a:off x="8791680" y="3159988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98554" y="3287339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BC(3,1)</a:t>
            </a:r>
          </a:p>
        </p:txBody>
      </p:sp>
      <p:sp>
        <p:nvSpPr>
          <p:cNvPr id="15" name="Oval 14"/>
          <p:cNvSpPr/>
          <p:nvPr/>
        </p:nvSpPr>
        <p:spPr>
          <a:xfrm>
            <a:off x="411578" y="4375214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1585" y="4502565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BC(2,2)</a:t>
            </a:r>
          </a:p>
        </p:txBody>
      </p:sp>
      <p:sp>
        <p:nvSpPr>
          <p:cNvPr id="18" name="Oval 17"/>
          <p:cNvSpPr/>
          <p:nvPr/>
        </p:nvSpPr>
        <p:spPr>
          <a:xfrm>
            <a:off x="3343281" y="4375214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01913" y="4502565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BC(2,1)</a:t>
            </a:r>
          </a:p>
        </p:txBody>
      </p:sp>
      <p:cxnSp>
        <p:nvCxnSpPr>
          <p:cNvPr id="21" name="Straight Arrow Connector 20"/>
          <p:cNvCxnSpPr>
            <a:stCxn id="3" idx="4"/>
            <a:endCxn id="9" idx="0"/>
          </p:cNvCxnSpPr>
          <p:nvPr/>
        </p:nvCxnSpPr>
        <p:spPr>
          <a:xfrm flipH="1">
            <a:off x="2514654" y="2786099"/>
            <a:ext cx="3503572" cy="37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3" idx="4"/>
            <a:endCxn id="12" idx="0"/>
          </p:cNvCxnSpPr>
          <p:nvPr/>
        </p:nvCxnSpPr>
        <p:spPr>
          <a:xfrm>
            <a:off x="6018226" y="2786099"/>
            <a:ext cx="3503609" cy="37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77236" y="4311340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84110" y="4438691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BC(2,1)</a:t>
            </a:r>
          </a:p>
        </p:txBody>
      </p:sp>
      <p:sp>
        <p:nvSpPr>
          <p:cNvPr id="28" name="Oval 27"/>
          <p:cNvSpPr/>
          <p:nvPr/>
        </p:nvSpPr>
        <p:spPr>
          <a:xfrm>
            <a:off x="10376929" y="4297752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09684" y="4425103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BC(2,0)</a:t>
            </a:r>
          </a:p>
        </p:txBody>
      </p:sp>
      <p:sp>
        <p:nvSpPr>
          <p:cNvPr id="31" name="Oval 30"/>
          <p:cNvSpPr/>
          <p:nvPr/>
        </p:nvSpPr>
        <p:spPr>
          <a:xfrm>
            <a:off x="2321318" y="5730556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62701" y="5857907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BC(1,1)</a:t>
            </a:r>
          </a:p>
        </p:txBody>
      </p:sp>
      <p:sp>
        <p:nvSpPr>
          <p:cNvPr id="34" name="Oval 33"/>
          <p:cNvSpPr/>
          <p:nvPr/>
        </p:nvSpPr>
        <p:spPr>
          <a:xfrm>
            <a:off x="4409425" y="5757852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42182" y="5885203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BC(1,0)</a:t>
            </a:r>
          </a:p>
        </p:txBody>
      </p:sp>
      <p:cxnSp>
        <p:nvCxnSpPr>
          <p:cNvPr id="37" name="Straight Arrow Connector 36"/>
          <p:cNvCxnSpPr>
            <a:stCxn id="9" idx="4"/>
            <a:endCxn id="15" idx="0"/>
          </p:cNvCxnSpPr>
          <p:nvPr/>
        </p:nvCxnSpPr>
        <p:spPr>
          <a:xfrm flipH="1">
            <a:off x="1141733" y="3942852"/>
            <a:ext cx="1372921" cy="432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9" idx="4"/>
            <a:endCxn id="18" idx="0"/>
          </p:cNvCxnSpPr>
          <p:nvPr/>
        </p:nvCxnSpPr>
        <p:spPr>
          <a:xfrm>
            <a:off x="2514654" y="3942852"/>
            <a:ext cx="1558782" cy="432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25" idx="0"/>
          </p:cNvCxnSpPr>
          <p:nvPr/>
        </p:nvCxnSpPr>
        <p:spPr>
          <a:xfrm flipH="1">
            <a:off x="8407391" y="3937911"/>
            <a:ext cx="1128512" cy="373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28" idx="0"/>
          </p:cNvCxnSpPr>
          <p:nvPr/>
        </p:nvCxnSpPr>
        <p:spPr>
          <a:xfrm>
            <a:off x="9535903" y="3937911"/>
            <a:ext cx="1571181" cy="359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31" idx="0"/>
          </p:cNvCxnSpPr>
          <p:nvPr/>
        </p:nvCxnSpPr>
        <p:spPr>
          <a:xfrm flipH="1">
            <a:off x="3051473" y="5153137"/>
            <a:ext cx="1030408" cy="577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4" idx="0"/>
          </p:cNvCxnSpPr>
          <p:nvPr/>
        </p:nvCxnSpPr>
        <p:spPr>
          <a:xfrm>
            <a:off x="4081881" y="5153137"/>
            <a:ext cx="1057699" cy="604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722163" y="5700072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11784" y="5827423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BC(1,1)</a:t>
            </a:r>
          </a:p>
        </p:txBody>
      </p:sp>
      <p:sp>
        <p:nvSpPr>
          <p:cNvPr id="50" name="Oval 49"/>
          <p:cNvSpPr/>
          <p:nvPr/>
        </p:nvSpPr>
        <p:spPr>
          <a:xfrm>
            <a:off x="8810270" y="5727368"/>
            <a:ext cx="1460310" cy="7779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 Rounded MT Bold" panose="020F070403050403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51649" y="5854719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BC(1,0)</a:t>
            </a:r>
          </a:p>
        </p:txBody>
      </p:sp>
      <p:cxnSp>
        <p:nvCxnSpPr>
          <p:cNvPr id="52" name="Straight Arrow Connector 51"/>
          <p:cNvCxnSpPr>
            <a:endCxn id="48" idx="0"/>
          </p:cNvCxnSpPr>
          <p:nvPr/>
        </p:nvCxnSpPr>
        <p:spPr>
          <a:xfrm flipH="1">
            <a:off x="7452318" y="5122653"/>
            <a:ext cx="1030408" cy="577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50" idx="0"/>
          </p:cNvCxnSpPr>
          <p:nvPr/>
        </p:nvCxnSpPr>
        <p:spPr>
          <a:xfrm>
            <a:off x="8482726" y="5122653"/>
            <a:ext cx="1057699" cy="604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6563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919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9190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Binomial Coefficient: using DP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C8EAB-0DB1-47D9-BE6B-FDFB61F7822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16/176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A49E9C-D716-480B-B9AC-9BCD5E0D2680}"/>
                  </a:ext>
                </a:extLst>
              </p:cNvPr>
              <p:cNvSpPr/>
              <p:nvPr/>
            </p:nvSpPr>
            <p:spPr>
              <a:xfrm>
                <a:off x="2414681" y="2473871"/>
                <a:ext cx="2836161" cy="922176"/>
              </a:xfrm>
              <a:prstGeom prst="rect">
                <a:avLst/>
              </a:prstGeom>
              <a:solidFill>
                <a:srgbClr val="F8E8F4"/>
              </a:solidFill>
              <a:ln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A49E9C-D716-480B-B9AC-9BCD5E0D2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681" y="2473871"/>
                <a:ext cx="2836161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CCB46C-10EF-4822-966E-863566EFEDA1}"/>
              </a:ext>
            </a:extLst>
          </p:cNvPr>
          <p:cNvGraphicFramePr>
            <a:graphicFrameLocks noGrp="1"/>
          </p:cNvGraphicFramePr>
          <p:nvPr/>
        </p:nvGraphicFramePr>
        <p:xfrm>
          <a:off x="7395471" y="2560090"/>
          <a:ext cx="3523410" cy="37611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4682">
                  <a:extLst>
                    <a:ext uri="{9D8B030D-6E8A-4147-A177-3AD203B41FA5}">
                      <a16:colId xmlns:a16="http://schemas.microsoft.com/office/drawing/2014/main" val="3509437762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664900939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2879974175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1339207935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1985809201"/>
                    </a:ext>
                  </a:extLst>
                </a:gridCol>
              </a:tblGrid>
              <a:tr h="626862">
                <a:tc>
                  <a:txBody>
                    <a:bodyPr/>
                    <a:lstStyle/>
                    <a:p>
                      <a:pPr algn="r"/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...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3471637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852570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27133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85613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896816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7899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5273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Binomial Coefficient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C8EAB-0DB1-47D9-BE6B-FDFB61F7822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18/176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A49E9C-D716-480B-B9AC-9BCD5E0D2680}"/>
                  </a:ext>
                </a:extLst>
              </p:cNvPr>
              <p:cNvSpPr/>
              <p:nvPr/>
            </p:nvSpPr>
            <p:spPr>
              <a:xfrm>
                <a:off x="7866576" y="1914644"/>
                <a:ext cx="2836161" cy="922176"/>
              </a:xfrm>
              <a:prstGeom prst="rect">
                <a:avLst/>
              </a:prstGeom>
              <a:solidFill>
                <a:srgbClr val="F8E8F4"/>
              </a:solidFill>
              <a:ln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A49E9C-D716-480B-B9AC-9BCD5E0D2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576" y="1914644"/>
                <a:ext cx="2836161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D4379F-19C1-4AB6-9A86-0B07F66BB618}"/>
              </a:ext>
            </a:extLst>
          </p:cNvPr>
          <p:cNvGraphicFramePr>
            <a:graphicFrameLocks noGrp="1"/>
          </p:cNvGraphicFramePr>
          <p:nvPr/>
        </p:nvGraphicFramePr>
        <p:xfrm>
          <a:off x="7395471" y="2560090"/>
          <a:ext cx="3523410" cy="37611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4682">
                  <a:extLst>
                    <a:ext uri="{9D8B030D-6E8A-4147-A177-3AD203B41FA5}">
                      <a16:colId xmlns:a16="http://schemas.microsoft.com/office/drawing/2014/main" val="3509437762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664900939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2879974175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1339207935"/>
                    </a:ext>
                  </a:extLst>
                </a:gridCol>
                <a:gridCol w="704682">
                  <a:extLst>
                    <a:ext uri="{9D8B030D-6E8A-4147-A177-3AD203B41FA5}">
                      <a16:colId xmlns:a16="http://schemas.microsoft.com/office/drawing/2014/main" val="1985809201"/>
                    </a:ext>
                  </a:extLst>
                </a:gridCol>
              </a:tblGrid>
              <a:tr h="626862">
                <a:tc>
                  <a:txBody>
                    <a:bodyPr/>
                    <a:lstStyle/>
                    <a:p>
                      <a:pPr algn="r"/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...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3471637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852570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27133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85613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896816"/>
                  </a:ext>
                </a:extLst>
              </a:tr>
              <a:tr h="62686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Arial Rounded MT Bold" panose="020F0704030504030204" pitchFamily="34" charset="0"/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4789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9ED4DE1-5079-4494-B458-26D0CFF57416}"/>
                  </a:ext>
                </a:extLst>
              </p:cNvPr>
              <p:cNvSpPr/>
              <p:nvPr/>
            </p:nvSpPr>
            <p:spPr>
              <a:xfrm>
                <a:off x="889008" y="1945313"/>
                <a:ext cx="6506463" cy="1025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ctrlPr>
                            <a:rPr lang="pt-BR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9ED4DE1-5079-4494-B458-26D0CFF57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8" y="1945313"/>
                <a:ext cx="6506463" cy="1025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2A1F84E-DC94-4F12-A706-A1D3CCA4C8EF}"/>
                  </a:ext>
                </a:extLst>
              </p:cNvPr>
              <p:cNvSpPr/>
              <p:nvPr/>
            </p:nvSpPr>
            <p:spPr>
              <a:xfrm>
                <a:off x="889007" y="3927747"/>
                <a:ext cx="6506463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sz="2000" b="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[0]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]=1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2A1F84E-DC94-4F12-A706-A1D3CCA4C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7" y="3927747"/>
                <a:ext cx="6506463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23425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Binomial Coefficient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C8EAB-0DB1-47D9-BE6B-FDFB61F7822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19/176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A49E9C-D716-480B-B9AC-9BCD5E0D2680}"/>
                  </a:ext>
                </a:extLst>
              </p:cNvPr>
              <p:cNvSpPr/>
              <p:nvPr/>
            </p:nvSpPr>
            <p:spPr>
              <a:xfrm>
                <a:off x="8248393" y="1928377"/>
                <a:ext cx="2836161" cy="922176"/>
              </a:xfrm>
              <a:prstGeom prst="rect">
                <a:avLst/>
              </a:prstGeom>
              <a:solidFill>
                <a:srgbClr val="F8E8F4"/>
              </a:solidFill>
              <a:ln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A49E9C-D716-480B-B9AC-9BCD5E0D2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393" y="1928377"/>
                <a:ext cx="2836161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CCB46C-10EF-4822-966E-863566EFED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025200" y="2629101"/>
              <a:ext cx="2818728" cy="3761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4682">
                      <a:extLst>
                        <a:ext uri="{9D8B030D-6E8A-4147-A177-3AD203B41FA5}">
                          <a16:colId xmlns:a16="http://schemas.microsoft.com/office/drawing/2014/main" val="3509437762"/>
                        </a:ext>
                      </a:extLst>
                    </a:gridCol>
                    <a:gridCol w="704682">
                      <a:extLst>
                        <a:ext uri="{9D8B030D-6E8A-4147-A177-3AD203B41FA5}">
                          <a16:colId xmlns:a16="http://schemas.microsoft.com/office/drawing/2014/main" val="664900939"/>
                        </a:ext>
                      </a:extLst>
                    </a:gridCol>
                    <a:gridCol w="704682">
                      <a:extLst>
                        <a:ext uri="{9D8B030D-6E8A-4147-A177-3AD203B41FA5}">
                          <a16:colId xmlns:a16="http://schemas.microsoft.com/office/drawing/2014/main" val="2879974175"/>
                        </a:ext>
                      </a:extLst>
                    </a:gridCol>
                    <a:gridCol w="704682">
                      <a:extLst>
                        <a:ext uri="{9D8B030D-6E8A-4147-A177-3AD203B41FA5}">
                          <a16:colId xmlns:a16="http://schemas.microsoft.com/office/drawing/2014/main" val="1339207935"/>
                        </a:ext>
                      </a:extLst>
                    </a:gridCol>
                  </a:tblGrid>
                  <a:tr h="626862">
                    <a:tc>
                      <a:txBody>
                        <a:bodyPr/>
                        <a:lstStyle/>
                        <a:p>
                          <a:pPr algn="r"/>
                          <a:endParaRPr lang="en-US" dirty="0">
                            <a:latin typeface="Arial Rounded MT Bold" panose="020F0704030504030204" pitchFamily="34" charset="0"/>
                          </a:endParaRP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0</a:t>
                          </a: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1</a:t>
                          </a: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2</a:t>
                          </a: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13471637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pt-BR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9852570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427133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285613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5896816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pt-B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pt-B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kumimoji="0" lang="en-US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4789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CCB46C-10EF-4822-966E-863566EF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1703091"/>
                  </p:ext>
                </p:extLst>
              </p:nvPr>
            </p:nvGraphicFramePr>
            <p:xfrm>
              <a:off x="8025200" y="2629101"/>
              <a:ext cx="2818728" cy="3761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4682">
                      <a:extLst>
                        <a:ext uri="{9D8B030D-6E8A-4147-A177-3AD203B41FA5}">
                          <a16:colId xmlns:a16="http://schemas.microsoft.com/office/drawing/2014/main" val="3509437762"/>
                        </a:ext>
                      </a:extLst>
                    </a:gridCol>
                    <a:gridCol w="704682">
                      <a:extLst>
                        <a:ext uri="{9D8B030D-6E8A-4147-A177-3AD203B41FA5}">
                          <a16:colId xmlns:a16="http://schemas.microsoft.com/office/drawing/2014/main" val="664900939"/>
                        </a:ext>
                      </a:extLst>
                    </a:gridCol>
                    <a:gridCol w="704682">
                      <a:extLst>
                        <a:ext uri="{9D8B030D-6E8A-4147-A177-3AD203B41FA5}">
                          <a16:colId xmlns:a16="http://schemas.microsoft.com/office/drawing/2014/main" val="2879974175"/>
                        </a:ext>
                      </a:extLst>
                    </a:gridCol>
                    <a:gridCol w="704682">
                      <a:extLst>
                        <a:ext uri="{9D8B030D-6E8A-4147-A177-3AD203B41FA5}">
                          <a16:colId xmlns:a16="http://schemas.microsoft.com/office/drawing/2014/main" val="1339207935"/>
                        </a:ext>
                      </a:extLst>
                    </a:gridCol>
                  </a:tblGrid>
                  <a:tr h="626862">
                    <a:tc>
                      <a:txBody>
                        <a:bodyPr/>
                        <a:lstStyle/>
                        <a:p>
                          <a:pPr algn="r"/>
                          <a:endParaRPr lang="en-US" dirty="0">
                            <a:latin typeface="Arial Rounded MT Bold" panose="020F0704030504030204" pitchFamily="34" charset="0"/>
                          </a:endParaRP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0</a:t>
                          </a: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1</a:t>
                          </a: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2</a:t>
                          </a:r>
                        </a:p>
                      </a:txBody>
                      <a:tcPr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13471637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100000" t="-100000" r="-200862" b="-4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9852570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100000" t="-200000" r="-200862" b="-3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739" t="-200000" r="-102609" b="-3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427133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100000" t="-300000" r="-200862" b="-2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739" t="-300000" r="-102609" b="-2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9138" t="-300000" r="-1724" b="-2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285613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100000" t="-400000" r="-200862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739" t="-400000" r="-102609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9138" t="-400000" r="-1724" b="-1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5896816"/>
                      </a:ext>
                    </a:extLst>
                  </a:tr>
                  <a:tr h="62686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Arial Rounded MT Bold" panose="020F0704030504030204" pitchFamily="34" charset="0"/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100000" t="-500000" r="-200862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739" t="-500000" r="-102609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9138" t="-500000" r="-1724" b="-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4789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Box 17">
            <a:extLst>
              <a:ext uri="{FF2B5EF4-FFF2-40B4-BE49-F238E27FC236}">
                <a16:creationId xmlns:a16="http://schemas.microsoft.com/office/drawing/2014/main" id="{A9D7833B-EC7A-4B62-88B5-F3AF66150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7" y="2883437"/>
            <a:ext cx="7254143" cy="2954655"/>
          </a:xfrm>
          <a:prstGeom prst="rect">
            <a:avLst/>
          </a:prstGeom>
          <a:solidFill>
            <a:srgbClr val="FFF7FA"/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BC(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n,r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for 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=0 to n do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for j=0 to r do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  if 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&gt;=j then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		if j==0 or 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==j then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			 </a:t>
            </a:r>
            <a:r>
              <a:rPr lang="en-US" altLang="en-US" sz="1800" b="1" dirty="0">
                <a:solidFill>
                  <a:srgbClr val="42B82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M[</a:t>
            </a:r>
            <a:r>
              <a:rPr lang="en-US" altLang="en-US" sz="1800" b="1" dirty="0" err="1">
                <a:solidFill>
                  <a:srgbClr val="42B82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solidFill>
                  <a:srgbClr val="42B82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][j]=1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		else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			 M[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][j]=M[i-1][j]+M[i-1][j-1]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return </a:t>
            </a:r>
            <a:r>
              <a:rPr lang="en-US" altLang="en-US" sz="1800" b="1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M[n][r]</a:t>
            </a:r>
          </a:p>
          <a:p>
            <a:pPr marL="0" indent="0"/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E0CE43-C1A7-43B3-8413-FA735F3BEFE1}"/>
                  </a:ext>
                </a:extLst>
              </p:cNvPr>
              <p:cNvSpPr/>
              <p:nvPr/>
            </p:nvSpPr>
            <p:spPr>
              <a:xfrm>
                <a:off x="3715330" y="6128663"/>
                <a:ext cx="1191993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𝑛𝑟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E0CE43-C1A7-43B3-8413-FA735F3BE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330" y="6128663"/>
                <a:ext cx="119199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4296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C6C8-4FF9-48BC-B992-62E38D59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BDD04-7BD5-4A28-9E7E-5B7478E0EC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6816" y="2180496"/>
                <a:ext cx="11326482" cy="3392167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You are given a weighted directed graph G with n nodes labeled from 1 to n. We apply the Floyd algorithm to calculate the length of the shortest path between all pairs of nodes. Let P be the resulting path matrix. Write pseudocode that generates the shortest path between all pairs of nodes using P.  Note that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1≤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][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 =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means that the shortest path from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to j passes through k. 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err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 dirty="0" err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𝑗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, edge (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i,j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) is the shortest path from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to j.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BDD04-7BD5-4A28-9E7E-5B7478E0E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816" y="2180496"/>
                <a:ext cx="11326482" cy="3392167"/>
              </a:xfrm>
              <a:blipFill>
                <a:blip r:embed="rId4"/>
                <a:stretch>
                  <a:fillRect l="-538" r="-1453" b="-3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6A9DC-E344-4B64-9CFD-5B844A981FF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59/65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81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C6C8-4FF9-48BC-B992-62E38D59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6A9DC-E344-4B64-9CFD-5B844A981FF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60/65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4840D1-1C9B-42AC-ADC6-4C247581E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503291"/>
              </p:ext>
            </p:extLst>
          </p:nvPr>
        </p:nvGraphicFramePr>
        <p:xfrm>
          <a:off x="581192" y="2414368"/>
          <a:ext cx="3076410" cy="302890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12735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439500775"/>
                    </a:ext>
                  </a:extLst>
                </a:gridCol>
              </a:tblGrid>
              <a:tr h="504817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94222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0488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70149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DBE5188-6BC8-4556-B910-5B2D36BAF290}"/>
              </a:ext>
            </a:extLst>
          </p:cNvPr>
          <p:cNvSpPr/>
          <p:nvPr/>
        </p:nvSpPr>
        <p:spPr>
          <a:xfrm>
            <a:off x="5236234" y="3212825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C79B20B-759C-4804-B04E-FC4539C5CB7C}"/>
              </a:ext>
            </a:extLst>
          </p:cNvPr>
          <p:cNvSpPr/>
          <p:nvPr/>
        </p:nvSpPr>
        <p:spPr>
          <a:xfrm>
            <a:off x="5658928" y="3129446"/>
            <a:ext cx="3425370" cy="1091406"/>
          </a:xfrm>
          <a:custGeom>
            <a:avLst/>
            <a:gdLst>
              <a:gd name="connsiteX0" fmla="*/ 0 w 4688114"/>
              <a:gd name="connsiteY0" fmla="*/ 365692 h 1211483"/>
              <a:gd name="connsiteX1" fmla="*/ 3164114 w 4688114"/>
              <a:gd name="connsiteY1" fmla="*/ 1207521 h 1211483"/>
              <a:gd name="connsiteX2" fmla="*/ 4064000 w 4688114"/>
              <a:gd name="connsiteY2" fmla="*/ 60892 h 1211483"/>
              <a:gd name="connsiteX3" fmla="*/ 4688114 w 4688114"/>
              <a:gd name="connsiteY3" fmla="*/ 147978 h 1211483"/>
              <a:gd name="connsiteX4" fmla="*/ 4688114 w 4688114"/>
              <a:gd name="connsiteY4" fmla="*/ 147978 h 121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114" h="1211483">
                <a:moveTo>
                  <a:pt x="0" y="365692"/>
                </a:moveTo>
                <a:cubicBezTo>
                  <a:pt x="1243390" y="812006"/>
                  <a:pt x="2486781" y="1258321"/>
                  <a:pt x="3164114" y="1207521"/>
                </a:cubicBezTo>
                <a:cubicBezTo>
                  <a:pt x="3841447" y="1156721"/>
                  <a:pt x="3810000" y="237483"/>
                  <a:pt x="4064000" y="60892"/>
                </a:cubicBezTo>
                <a:cubicBezTo>
                  <a:pt x="4318000" y="-115699"/>
                  <a:pt x="4688114" y="147978"/>
                  <a:pt x="4688114" y="147978"/>
                </a:cubicBezTo>
                <a:lnTo>
                  <a:pt x="4688114" y="147978"/>
                </a:lnTo>
              </a:path>
            </a:pathLst>
          </a:custGeom>
          <a:noFill/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0F425A-B6FC-4AA4-949D-3BD812114731}"/>
              </a:ext>
            </a:extLst>
          </p:cNvPr>
          <p:cNvSpPr/>
          <p:nvPr/>
        </p:nvSpPr>
        <p:spPr>
          <a:xfrm>
            <a:off x="9084298" y="3129446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0935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C6C8-4FF9-48BC-B992-62E38D59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6A9DC-E344-4B64-9CFD-5B844A981FF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61/65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4840D1-1C9B-42AC-ADC6-4C247581E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90860"/>
              </p:ext>
            </p:extLst>
          </p:nvPr>
        </p:nvGraphicFramePr>
        <p:xfrm>
          <a:off x="581192" y="2414368"/>
          <a:ext cx="3076410" cy="302890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12735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439500775"/>
                    </a:ext>
                  </a:extLst>
                </a:gridCol>
              </a:tblGrid>
              <a:tr h="504817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94222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0488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70149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DBE5188-6BC8-4556-B910-5B2D36BAF290}"/>
              </a:ext>
            </a:extLst>
          </p:cNvPr>
          <p:cNvSpPr/>
          <p:nvPr/>
        </p:nvSpPr>
        <p:spPr>
          <a:xfrm>
            <a:off x="5236234" y="3212825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C79B20B-759C-4804-B04E-FC4539C5CB7C}"/>
              </a:ext>
            </a:extLst>
          </p:cNvPr>
          <p:cNvSpPr/>
          <p:nvPr/>
        </p:nvSpPr>
        <p:spPr>
          <a:xfrm>
            <a:off x="5658928" y="3129446"/>
            <a:ext cx="3425370" cy="1091406"/>
          </a:xfrm>
          <a:custGeom>
            <a:avLst/>
            <a:gdLst>
              <a:gd name="connsiteX0" fmla="*/ 0 w 4688114"/>
              <a:gd name="connsiteY0" fmla="*/ 365692 h 1211483"/>
              <a:gd name="connsiteX1" fmla="*/ 3164114 w 4688114"/>
              <a:gd name="connsiteY1" fmla="*/ 1207521 h 1211483"/>
              <a:gd name="connsiteX2" fmla="*/ 4064000 w 4688114"/>
              <a:gd name="connsiteY2" fmla="*/ 60892 h 1211483"/>
              <a:gd name="connsiteX3" fmla="*/ 4688114 w 4688114"/>
              <a:gd name="connsiteY3" fmla="*/ 147978 h 1211483"/>
              <a:gd name="connsiteX4" fmla="*/ 4688114 w 4688114"/>
              <a:gd name="connsiteY4" fmla="*/ 147978 h 121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114" h="1211483">
                <a:moveTo>
                  <a:pt x="0" y="365692"/>
                </a:moveTo>
                <a:cubicBezTo>
                  <a:pt x="1243390" y="812006"/>
                  <a:pt x="2486781" y="1258321"/>
                  <a:pt x="3164114" y="1207521"/>
                </a:cubicBezTo>
                <a:cubicBezTo>
                  <a:pt x="3841447" y="1156721"/>
                  <a:pt x="3810000" y="237483"/>
                  <a:pt x="4064000" y="60892"/>
                </a:cubicBezTo>
                <a:cubicBezTo>
                  <a:pt x="4318000" y="-115699"/>
                  <a:pt x="4688114" y="147978"/>
                  <a:pt x="4688114" y="147978"/>
                </a:cubicBezTo>
                <a:lnTo>
                  <a:pt x="4688114" y="147978"/>
                </a:lnTo>
              </a:path>
            </a:pathLst>
          </a:custGeom>
          <a:noFill/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0F425A-B6FC-4AA4-949D-3BD812114731}"/>
              </a:ext>
            </a:extLst>
          </p:cNvPr>
          <p:cNvSpPr/>
          <p:nvPr/>
        </p:nvSpPr>
        <p:spPr>
          <a:xfrm>
            <a:off x="9084298" y="3129446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4F01B0-2950-4B28-A702-E954B743CF08}"/>
              </a:ext>
            </a:extLst>
          </p:cNvPr>
          <p:cNvSpPr/>
          <p:nvPr/>
        </p:nvSpPr>
        <p:spPr>
          <a:xfrm>
            <a:off x="7371613" y="3937445"/>
            <a:ext cx="422694" cy="43234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5626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C6C8-4FF9-48BC-B992-62E38D59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6A9DC-E344-4B64-9CFD-5B844A981FF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62/65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4840D1-1C9B-42AC-ADC6-4C247581E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932768"/>
              </p:ext>
            </p:extLst>
          </p:nvPr>
        </p:nvGraphicFramePr>
        <p:xfrm>
          <a:off x="581192" y="2414368"/>
          <a:ext cx="3076410" cy="302890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12735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439500775"/>
                    </a:ext>
                  </a:extLst>
                </a:gridCol>
              </a:tblGrid>
              <a:tr h="504817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94222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0488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70149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DBE5188-6BC8-4556-B910-5B2D36BAF290}"/>
              </a:ext>
            </a:extLst>
          </p:cNvPr>
          <p:cNvSpPr/>
          <p:nvPr/>
        </p:nvSpPr>
        <p:spPr>
          <a:xfrm>
            <a:off x="5236234" y="3212825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C79B20B-759C-4804-B04E-FC4539C5CB7C}"/>
              </a:ext>
            </a:extLst>
          </p:cNvPr>
          <p:cNvSpPr/>
          <p:nvPr/>
        </p:nvSpPr>
        <p:spPr>
          <a:xfrm>
            <a:off x="5658928" y="3129446"/>
            <a:ext cx="3425370" cy="1091406"/>
          </a:xfrm>
          <a:custGeom>
            <a:avLst/>
            <a:gdLst>
              <a:gd name="connsiteX0" fmla="*/ 0 w 4688114"/>
              <a:gd name="connsiteY0" fmla="*/ 365692 h 1211483"/>
              <a:gd name="connsiteX1" fmla="*/ 3164114 w 4688114"/>
              <a:gd name="connsiteY1" fmla="*/ 1207521 h 1211483"/>
              <a:gd name="connsiteX2" fmla="*/ 4064000 w 4688114"/>
              <a:gd name="connsiteY2" fmla="*/ 60892 h 1211483"/>
              <a:gd name="connsiteX3" fmla="*/ 4688114 w 4688114"/>
              <a:gd name="connsiteY3" fmla="*/ 147978 h 1211483"/>
              <a:gd name="connsiteX4" fmla="*/ 4688114 w 4688114"/>
              <a:gd name="connsiteY4" fmla="*/ 147978 h 121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114" h="1211483">
                <a:moveTo>
                  <a:pt x="0" y="365692"/>
                </a:moveTo>
                <a:cubicBezTo>
                  <a:pt x="1243390" y="812006"/>
                  <a:pt x="2486781" y="1258321"/>
                  <a:pt x="3164114" y="1207521"/>
                </a:cubicBezTo>
                <a:cubicBezTo>
                  <a:pt x="3841447" y="1156721"/>
                  <a:pt x="3810000" y="237483"/>
                  <a:pt x="4064000" y="60892"/>
                </a:cubicBezTo>
                <a:cubicBezTo>
                  <a:pt x="4318000" y="-115699"/>
                  <a:pt x="4688114" y="147978"/>
                  <a:pt x="4688114" y="147978"/>
                </a:cubicBezTo>
                <a:lnTo>
                  <a:pt x="4688114" y="147978"/>
                </a:lnTo>
              </a:path>
            </a:pathLst>
          </a:custGeom>
          <a:noFill/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0F425A-B6FC-4AA4-949D-3BD812114731}"/>
              </a:ext>
            </a:extLst>
          </p:cNvPr>
          <p:cNvSpPr/>
          <p:nvPr/>
        </p:nvSpPr>
        <p:spPr>
          <a:xfrm>
            <a:off x="9084298" y="3129446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4F01B0-2950-4B28-A702-E954B743CF08}"/>
              </a:ext>
            </a:extLst>
          </p:cNvPr>
          <p:cNvSpPr/>
          <p:nvPr/>
        </p:nvSpPr>
        <p:spPr>
          <a:xfrm>
            <a:off x="7371613" y="3937445"/>
            <a:ext cx="422694" cy="43234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DA657F-A5D5-40FF-881B-7850EB76CB23}"/>
              </a:ext>
            </a:extLst>
          </p:cNvPr>
          <p:cNvSpPr/>
          <p:nvPr/>
        </p:nvSpPr>
        <p:spPr>
          <a:xfrm>
            <a:off x="6159603" y="3561795"/>
            <a:ext cx="422694" cy="4323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1838B0-9FA8-46CC-BAAB-F66D979A1FB3}"/>
              </a:ext>
            </a:extLst>
          </p:cNvPr>
          <p:cNvSpPr/>
          <p:nvPr/>
        </p:nvSpPr>
        <p:spPr>
          <a:xfrm>
            <a:off x="8160929" y="3610319"/>
            <a:ext cx="422694" cy="432349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552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C6C8-4FF9-48BC-B992-62E38D59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6A9DC-E344-4B64-9CFD-5B844A981FF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63/65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4840D1-1C9B-42AC-ADC6-4C247581E317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2414368"/>
          <a:ext cx="3076410" cy="302890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12735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12735">
                  <a:extLst>
                    <a:ext uri="{9D8B030D-6E8A-4147-A177-3AD203B41FA5}">
                      <a16:colId xmlns:a16="http://schemas.microsoft.com/office/drawing/2014/main" val="3439500775"/>
                    </a:ext>
                  </a:extLst>
                </a:gridCol>
              </a:tblGrid>
              <a:tr h="504817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94222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04882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0481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rgbClr val="E9A9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70149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DBE5188-6BC8-4556-B910-5B2D36BAF290}"/>
              </a:ext>
            </a:extLst>
          </p:cNvPr>
          <p:cNvSpPr/>
          <p:nvPr/>
        </p:nvSpPr>
        <p:spPr>
          <a:xfrm>
            <a:off x="5236234" y="3212825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0F425A-B6FC-4AA4-949D-3BD812114731}"/>
              </a:ext>
            </a:extLst>
          </p:cNvPr>
          <p:cNvSpPr/>
          <p:nvPr/>
        </p:nvSpPr>
        <p:spPr>
          <a:xfrm>
            <a:off x="9084298" y="3129446"/>
            <a:ext cx="422694" cy="4323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4F01B0-2950-4B28-A702-E954B743CF08}"/>
              </a:ext>
            </a:extLst>
          </p:cNvPr>
          <p:cNvSpPr/>
          <p:nvPr/>
        </p:nvSpPr>
        <p:spPr>
          <a:xfrm>
            <a:off x="7371613" y="3937445"/>
            <a:ext cx="422694" cy="43234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DA657F-A5D5-40FF-881B-7850EB76CB23}"/>
              </a:ext>
            </a:extLst>
          </p:cNvPr>
          <p:cNvSpPr/>
          <p:nvPr/>
        </p:nvSpPr>
        <p:spPr>
          <a:xfrm>
            <a:off x="6159603" y="3561795"/>
            <a:ext cx="422694" cy="4323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1838B0-9FA8-46CC-BAAB-F66D979A1FB3}"/>
              </a:ext>
            </a:extLst>
          </p:cNvPr>
          <p:cNvSpPr/>
          <p:nvPr/>
        </p:nvSpPr>
        <p:spPr>
          <a:xfrm>
            <a:off x="8160929" y="3610319"/>
            <a:ext cx="422694" cy="432349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921E818-4334-42BA-B148-BBAC4DD79F4C}"/>
              </a:ext>
            </a:extLst>
          </p:cNvPr>
          <p:cNvCxnSpPr>
            <a:stCxn id="8" idx="5"/>
            <a:endCxn id="12" idx="2"/>
          </p:cNvCxnSpPr>
          <p:nvPr/>
        </p:nvCxnSpPr>
        <p:spPr>
          <a:xfrm>
            <a:off x="5597026" y="3581858"/>
            <a:ext cx="562577" cy="196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66B60A-A821-4255-BDA0-3CC4E8C46924}"/>
              </a:ext>
            </a:extLst>
          </p:cNvPr>
          <p:cNvCxnSpPr>
            <a:stCxn id="12" idx="6"/>
            <a:endCxn id="11" idx="2"/>
          </p:cNvCxnSpPr>
          <p:nvPr/>
        </p:nvCxnSpPr>
        <p:spPr>
          <a:xfrm>
            <a:off x="6582297" y="3777970"/>
            <a:ext cx="789316" cy="375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A03CDB-91D6-41C5-A569-2EFFE456DE85}"/>
              </a:ext>
            </a:extLst>
          </p:cNvPr>
          <p:cNvCxnSpPr>
            <a:stCxn id="11" idx="7"/>
            <a:endCxn id="13" idx="2"/>
          </p:cNvCxnSpPr>
          <p:nvPr/>
        </p:nvCxnSpPr>
        <p:spPr>
          <a:xfrm flipV="1">
            <a:off x="7732405" y="3826494"/>
            <a:ext cx="428524" cy="174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7C56EC-D78D-4D2E-AFDB-5F37B6BFA75A}"/>
              </a:ext>
            </a:extLst>
          </p:cNvPr>
          <p:cNvCxnSpPr>
            <a:stCxn id="13" idx="7"/>
            <a:endCxn id="10" idx="2"/>
          </p:cNvCxnSpPr>
          <p:nvPr/>
        </p:nvCxnSpPr>
        <p:spPr>
          <a:xfrm flipV="1">
            <a:off x="8521721" y="3345621"/>
            <a:ext cx="562577" cy="328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83505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C6C8-4FF9-48BC-B992-62E38D59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BDD04-7BD5-4A28-9E7E-5B7478E0E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6" y="2180496"/>
            <a:ext cx="4960188" cy="3642333"/>
          </a:xfrm>
          <a:ln>
            <a:solidFill>
              <a:srgbClr val="FF0000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shortest_path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, j, P):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path = ""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k = P[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][j]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if k == 0 then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    return ""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path +=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shortest_path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, k, P)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path += str(k)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path +=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shortest_path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(k, j, P)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    return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FFF9FE-8F75-4EC1-A7A6-AA3707ACDF6D}"/>
              </a:ext>
            </a:extLst>
          </p:cNvPr>
          <p:cNvSpPr/>
          <p:nvPr/>
        </p:nvSpPr>
        <p:spPr>
          <a:xfrm>
            <a:off x="5914845" y="2180496"/>
            <a:ext cx="5247736" cy="23083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for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=1 to n do</a:t>
            </a:r>
          </a:p>
          <a:p>
            <a:r>
              <a:rPr lang="en-US" dirty="0">
                <a:latin typeface="Consolas" panose="020B0609020204030204" pitchFamily="49" charset="0"/>
              </a:rPr>
              <a:t>    for j=1 to n do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path=""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path += str(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path += </a:t>
            </a:r>
            <a:r>
              <a:rPr lang="en-US" dirty="0" err="1">
                <a:latin typeface="Consolas" panose="020B0609020204030204" pitchFamily="49" charset="0"/>
              </a:rPr>
              <a:t>shortest_path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, j, P)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path += str(j)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print(path)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6716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9CF1-90FC-E82F-FF93-2C89A8A5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16A1-5EE9-B9EC-A3A1-0C541F3C0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all shortest paths between all pairs by using Floyd algorithm.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34050-0E41-530D-B6B1-3FAF23C34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202" y="2876765"/>
            <a:ext cx="3750232" cy="2700462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C2AD2E-1645-BF40-AA00-5B7F7D7EEA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813" y="2876765"/>
            <a:ext cx="4406989" cy="256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35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BF8D-DE6E-FC5F-A8F4-623AE958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E995A-DAA7-0DC1-CABD-CC9295C1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2C04FFD0-725F-8009-3CDE-DAF365ABF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695" y="2130693"/>
            <a:ext cx="9340721" cy="3785652"/>
          </a:xfrm>
          <a:prstGeom prst="rect">
            <a:avLst/>
          </a:prstGeom>
          <a:solidFill>
            <a:srgbClr val="FBFED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 err="1">
                <a:latin typeface="Consolas" panose="020B0609020204030204" pitchFamily="49" charset="0"/>
              </a:rPr>
              <a:t>FloydWarshall</a:t>
            </a:r>
            <a:r>
              <a:rPr lang="en-US" dirty="0">
                <a:latin typeface="Consolas" panose="020B0609020204030204" pitchFamily="49" charset="0"/>
              </a:rPr>
              <a:t>(W[][],n)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D=W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P=0 </a:t>
            </a:r>
            <a:r>
              <a:rPr lang="en-US" alt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//initializing matrix P</a:t>
            </a:r>
            <a:endParaRPr lang="en-US" altLang="en-US" baseline="300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for k=1 to n do</a:t>
            </a:r>
            <a:endParaRPr lang="en-US" altLang="en-US" baseline="30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	  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=1 to n do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for j=1 to n do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		          if 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][k]+D[k][j]&lt;D[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][j] then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                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][j]=D[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][k]+D[k][j]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						 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P[</a:t>
            </a:r>
            <a:r>
              <a:rPr lang="en-US" alt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][j]=k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return D</a:t>
            </a: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679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F33CBE-0466-FD9D-233E-E9071CF38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16114"/>
              </p:ext>
            </p:extLst>
          </p:nvPr>
        </p:nvGraphicFramePr>
        <p:xfrm>
          <a:off x="882240" y="610195"/>
          <a:ext cx="5045950" cy="2655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190">
                  <a:extLst>
                    <a:ext uri="{9D8B030D-6E8A-4147-A177-3AD203B41FA5}">
                      <a16:colId xmlns:a16="http://schemas.microsoft.com/office/drawing/2014/main" val="1127005413"/>
                    </a:ext>
                  </a:extLst>
                </a:gridCol>
                <a:gridCol w="1009190">
                  <a:extLst>
                    <a:ext uri="{9D8B030D-6E8A-4147-A177-3AD203B41FA5}">
                      <a16:colId xmlns:a16="http://schemas.microsoft.com/office/drawing/2014/main" val="3875740001"/>
                    </a:ext>
                  </a:extLst>
                </a:gridCol>
                <a:gridCol w="1009190">
                  <a:extLst>
                    <a:ext uri="{9D8B030D-6E8A-4147-A177-3AD203B41FA5}">
                      <a16:colId xmlns:a16="http://schemas.microsoft.com/office/drawing/2014/main" val="44953963"/>
                    </a:ext>
                  </a:extLst>
                </a:gridCol>
                <a:gridCol w="1009190">
                  <a:extLst>
                    <a:ext uri="{9D8B030D-6E8A-4147-A177-3AD203B41FA5}">
                      <a16:colId xmlns:a16="http://schemas.microsoft.com/office/drawing/2014/main" val="849815879"/>
                    </a:ext>
                  </a:extLst>
                </a:gridCol>
                <a:gridCol w="1009190">
                  <a:extLst>
                    <a:ext uri="{9D8B030D-6E8A-4147-A177-3AD203B41FA5}">
                      <a16:colId xmlns:a16="http://schemas.microsoft.com/office/drawing/2014/main" val="566336207"/>
                    </a:ext>
                  </a:extLst>
                </a:gridCol>
              </a:tblGrid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 dirty="0">
                          <a:effectLst/>
                        </a:rPr>
                        <a:t>D_0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v3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v4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1322399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5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∞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∞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8376811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50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15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5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790339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v3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30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∞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15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5551318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v4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15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∞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5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26613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DDECAC-D018-A764-3061-7059E5D43271}"/>
                  </a:ext>
                </a:extLst>
              </p:cNvPr>
              <p:cNvSpPr txBox="1"/>
              <p:nvPr/>
            </p:nvSpPr>
            <p:spPr>
              <a:xfrm>
                <a:off x="1905595" y="4414113"/>
                <a:ext cx="8565743" cy="477503"/>
              </a:xfrm>
              <a:prstGeom prst="rect">
                <a:avLst/>
              </a:prstGeom>
              <a:solidFill>
                <a:srgbClr val="FBFEDA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p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e>
                          </m:d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𝐦𝐢𝐧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e>
                      </m:d>
                      <m:r>
                        <a:rPr lang="en-US" sz="24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𝐣</m:t>
                      </m:r>
                      <m:r>
                        <a:rPr lang="en-US" sz="24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DDECAC-D018-A764-3061-7059E5D43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95" y="4414113"/>
                <a:ext cx="8565743" cy="4775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5F64908-5172-B198-564C-0381469CAFCF}"/>
              </a:ext>
            </a:extLst>
          </p:cNvPr>
          <p:cNvSpPr txBox="1"/>
          <p:nvPr/>
        </p:nvSpPr>
        <p:spPr>
          <a:xfrm>
            <a:off x="1243173" y="5254846"/>
            <a:ext cx="104282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NOTE: </a:t>
            </a:r>
            <a:r>
              <a:rPr lang="en-US" dirty="0"/>
              <a:t>In the following calculations:</a:t>
            </a:r>
          </a:p>
          <a:p>
            <a:r>
              <a:rPr lang="en-US" dirty="0">
                <a:solidFill>
                  <a:srgbClr val="FF0000"/>
                </a:solidFill>
              </a:rPr>
              <a:t>1) The red highlights indicate where the shortest path is updated. These will be used to construct the path matrix. </a:t>
            </a:r>
          </a:p>
          <a:p>
            <a:r>
              <a:rPr lang="en-US" dirty="0">
                <a:solidFill>
                  <a:srgbClr val="9434B6"/>
                </a:solidFill>
              </a:rPr>
              <a:t>2) The purple highlights indicate values that do not need to be computed, as they will not change.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3AE26AF-FBE0-0592-573F-A69A046F1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192481"/>
              </p:ext>
            </p:extLst>
          </p:nvPr>
        </p:nvGraphicFramePr>
        <p:xfrm>
          <a:off x="6616557" y="610196"/>
          <a:ext cx="4693203" cy="2655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636">
                  <a:extLst>
                    <a:ext uri="{9D8B030D-6E8A-4147-A177-3AD203B41FA5}">
                      <a16:colId xmlns:a16="http://schemas.microsoft.com/office/drawing/2014/main" val="46766616"/>
                    </a:ext>
                  </a:extLst>
                </a:gridCol>
                <a:gridCol w="912702">
                  <a:extLst>
                    <a:ext uri="{9D8B030D-6E8A-4147-A177-3AD203B41FA5}">
                      <a16:colId xmlns:a16="http://schemas.microsoft.com/office/drawing/2014/main" val="1171750248"/>
                    </a:ext>
                  </a:extLst>
                </a:gridCol>
                <a:gridCol w="909461">
                  <a:extLst>
                    <a:ext uri="{9D8B030D-6E8A-4147-A177-3AD203B41FA5}">
                      <a16:colId xmlns:a16="http://schemas.microsoft.com/office/drawing/2014/main" val="1069650802"/>
                    </a:ext>
                  </a:extLst>
                </a:gridCol>
                <a:gridCol w="912702">
                  <a:extLst>
                    <a:ext uri="{9D8B030D-6E8A-4147-A177-3AD203B41FA5}">
                      <a16:colId xmlns:a16="http://schemas.microsoft.com/office/drawing/2014/main" val="936045514"/>
                    </a:ext>
                  </a:extLst>
                </a:gridCol>
                <a:gridCol w="912702">
                  <a:extLst>
                    <a:ext uri="{9D8B030D-6E8A-4147-A177-3AD203B41FA5}">
                      <a16:colId xmlns:a16="http://schemas.microsoft.com/office/drawing/2014/main" val="664189120"/>
                    </a:ext>
                  </a:extLst>
                </a:gridCol>
              </a:tblGrid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P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564058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642171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8620118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690536"/>
                  </a:ext>
                </a:extLst>
              </a:tr>
              <a:tr h="5311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7936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4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9D22-F8F2-E4AE-E971-29E42CA6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3">
            <a:extLst>
              <a:ext uri="{FF2B5EF4-FFF2-40B4-BE49-F238E27FC236}">
                <a16:creationId xmlns:a16="http://schemas.microsoft.com/office/drawing/2014/main" id="{255682C8-4934-6361-C4DD-77554B2C1DEA}"/>
              </a:ext>
            </a:extLst>
          </p:cNvPr>
          <p:cNvSpPr txBox="1"/>
          <p:nvPr/>
        </p:nvSpPr>
        <p:spPr>
          <a:xfrm>
            <a:off x="363687" y="337495"/>
            <a:ext cx="11133095" cy="3433121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K=1</a:t>
            </a:r>
          </a:p>
          <a:p>
            <a:pPr marL="457200" marR="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D[1][j]=min{D[1][j],D[1][1]+D[1][j]}=D[1][j]    for j=2,3,4</a:t>
            </a:r>
          </a:p>
          <a:p>
            <a:pPr marL="457200" marR="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D[2][j]=min{D[2][j],D[2][1]+D[1][j]}= min{D[2][j],50+D[1][j]}, for j=1,3,4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D[2][1]=50, D[2][3]=15, D[2][4]= 5</a:t>
            </a:r>
          </a:p>
          <a:p>
            <a:pPr marL="457200" marR="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D[3][j]=min{D[3][j],D[3][1]+D[1][j]}= min{D[3][j],30+D[1][j]}, for j=1,2,4       D[3][1]=30, 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D[3][2]=35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D[3][4]=15</a:t>
            </a:r>
          </a:p>
          <a:p>
            <a:pPr marL="457200" marR="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D[4][j]=min{D[4][j],D[4][1]+D[1][j]}= min{D[4][j],15+D[1][j]}, for j=1,2,3      D[4][1]=15, 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D[4][2]=20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D[4][3]=5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643D1F-AC7F-6250-3C0C-42A0E8172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689934"/>
              </p:ext>
            </p:extLst>
          </p:nvPr>
        </p:nvGraphicFramePr>
        <p:xfrm>
          <a:off x="1021232" y="3965335"/>
          <a:ext cx="4462099" cy="27231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61415">
                  <a:extLst>
                    <a:ext uri="{9D8B030D-6E8A-4147-A177-3AD203B41FA5}">
                      <a16:colId xmlns:a16="http://schemas.microsoft.com/office/drawing/2014/main" val="84277175"/>
                    </a:ext>
                  </a:extLst>
                </a:gridCol>
                <a:gridCol w="850171">
                  <a:extLst>
                    <a:ext uri="{9D8B030D-6E8A-4147-A177-3AD203B41FA5}">
                      <a16:colId xmlns:a16="http://schemas.microsoft.com/office/drawing/2014/main" val="3009182751"/>
                    </a:ext>
                  </a:extLst>
                </a:gridCol>
                <a:gridCol w="850171">
                  <a:extLst>
                    <a:ext uri="{9D8B030D-6E8A-4147-A177-3AD203B41FA5}">
                      <a16:colId xmlns:a16="http://schemas.microsoft.com/office/drawing/2014/main" val="3985931358"/>
                    </a:ext>
                  </a:extLst>
                </a:gridCol>
                <a:gridCol w="850171">
                  <a:extLst>
                    <a:ext uri="{9D8B030D-6E8A-4147-A177-3AD203B41FA5}">
                      <a16:colId xmlns:a16="http://schemas.microsoft.com/office/drawing/2014/main" val="818703398"/>
                    </a:ext>
                  </a:extLst>
                </a:gridCol>
                <a:gridCol w="850171">
                  <a:extLst>
                    <a:ext uri="{9D8B030D-6E8A-4147-A177-3AD203B41FA5}">
                      <a16:colId xmlns:a16="http://schemas.microsoft.com/office/drawing/2014/main" val="23509662"/>
                    </a:ext>
                  </a:extLst>
                </a:gridCol>
              </a:tblGrid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D_1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v3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0609754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∞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∞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2487910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50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8684157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30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35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44292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19640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DA23A5-F54B-53BE-359B-92BFB02ED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58876"/>
              </p:ext>
            </p:extLst>
          </p:nvPr>
        </p:nvGraphicFramePr>
        <p:xfrm>
          <a:off x="6159511" y="3965335"/>
          <a:ext cx="4462100" cy="27231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94564">
                  <a:extLst>
                    <a:ext uri="{9D8B030D-6E8A-4147-A177-3AD203B41FA5}">
                      <a16:colId xmlns:a16="http://schemas.microsoft.com/office/drawing/2014/main" val="3297095356"/>
                    </a:ext>
                  </a:extLst>
                </a:gridCol>
                <a:gridCol w="867844">
                  <a:extLst>
                    <a:ext uri="{9D8B030D-6E8A-4147-A177-3AD203B41FA5}">
                      <a16:colId xmlns:a16="http://schemas.microsoft.com/office/drawing/2014/main" val="3598497198"/>
                    </a:ext>
                  </a:extLst>
                </a:gridCol>
                <a:gridCol w="864004">
                  <a:extLst>
                    <a:ext uri="{9D8B030D-6E8A-4147-A177-3AD203B41FA5}">
                      <a16:colId xmlns:a16="http://schemas.microsoft.com/office/drawing/2014/main" val="1356588507"/>
                    </a:ext>
                  </a:extLst>
                </a:gridCol>
                <a:gridCol w="867844">
                  <a:extLst>
                    <a:ext uri="{9D8B030D-6E8A-4147-A177-3AD203B41FA5}">
                      <a16:colId xmlns:a16="http://schemas.microsoft.com/office/drawing/2014/main" val="3743501056"/>
                    </a:ext>
                  </a:extLst>
                </a:gridCol>
                <a:gridCol w="867844">
                  <a:extLst>
                    <a:ext uri="{9D8B030D-6E8A-4147-A177-3AD203B41FA5}">
                      <a16:colId xmlns:a16="http://schemas.microsoft.com/office/drawing/2014/main" val="3706245834"/>
                    </a:ext>
                  </a:extLst>
                </a:gridCol>
              </a:tblGrid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P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2942949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5900944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6383361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4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4172209"/>
                  </a:ext>
                </a:extLst>
              </a:tr>
              <a:tr h="544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4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6784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307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9F9A-0EA5-D150-E3FF-B275438A9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4">
            <a:extLst>
              <a:ext uri="{FF2B5EF4-FFF2-40B4-BE49-F238E27FC236}">
                <a16:creationId xmlns:a16="http://schemas.microsoft.com/office/drawing/2014/main" id="{44CF1F8D-FA8F-9146-7293-A7C67131BEA3}"/>
              </a:ext>
            </a:extLst>
          </p:cNvPr>
          <p:cNvSpPr txBox="1"/>
          <p:nvPr/>
        </p:nvSpPr>
        <p:spPr>
          <a:xfrm>
            <a:off x="322682" y="320734"/>
            <a:ext cx="9222010" cy="3613313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K=2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D[1][j]=min{D[1][j],D[1][2]+D[2][j]}= min{D[1][j],5+D[2][j]} for j=2,3,4</a:t>
            </a:r>
          </a:p>
          <a:p>
            <a:pPr marL="22860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D[1][2]=5, 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D[1][3]=20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D[1][4]=10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D[2][j]=min{D[2][j],D[2][2]+D[2][j]}=D[2][j] for j=1,3,4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D[3][j]=min{D[3][j],D[3][2]+D[2][j]}= min{D[3][j],35+D[2][j]} for j=1,2,4</a:t>
            </a:r>
          </a:p>
          <a:p>
            <a:pPr marL="22860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D[3][1]=30, D[3][2]=35, D[3][4]=15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D[4][j]=min{D[4][j],D[4][2]+D[2][j]}= min{D[4][j],20+D[2][j]}, for j=1,2,3</a:t>
            </a:r>
          </a:p>
          <a:p>
            <a:pPr marL="22860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D[4][1]=15, D[4][2]=20, D[4][3]=5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228600" marR="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EEFC35-CECB-F76A-C628-FECEF6F8B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01966"/>
              </p:ext>
            </p:extLst>
          </p:nvPr>
        </p:nvGraphicFramePr>
        <p:xfrm>
          <a:off x="737408" y="4170786"/>
          <a:ext cx="4635974" cy="2366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0362">
                  <a:extLst>
                    <a:ext uri="{9D8B030D-6E8A-4147-A177-3AD203B41FA5}">
                      <a16:colId xmlns:a16="http://schemas.microsoft.com/office/drawing/2014/main" val="3061362573"/>
                    </a:ext>
                  </a:extLst>
                </a:gridCol>
                <a:gridCol w="881403">
                  <a:extLst>
                    <a:ext uri="{9D8B030D-6E8A-4147-A177-3AD203B41FA5}">
                      <a16:colId xmlns:a16="http://schemas.microsoft.com/office/drawing/2014/main" val="2890780765"/>
                    </a:ext>
                  </a:extLst>
                </a:gridCol>
                <a:gridCol w="881403">
                  <a:extLst>
                    <a:ext uri="{9D8B030D-6E8A-4147-A177-3AD203B41FA5}">
                      <a16:colId xmlns:a16="http://schemas.microsoft.com/office/drawing/2014/main" val="2201659911"/>
                    </a:ext>
                  </a:extLst>
                </a:gridCol>
                <a:gridCol w="881403">
                  <a:extLst>
                    <a:ext uri="{9D8B030D-6E8A-4147-A177-3AD203B41FA5}">
                      <a16:colId xmlns:a16="http://schemas.microsoft.com/office/drawing/2014/main" val="296533494"/>
                    </a:ext>
                  </a:extLst>
                </a:gridCol>
                <a:gridCol w="881403">
                  <a:extLst>
                    <a:ext uri="{9D8B030D-6E8A-4147-A177-3AD203B41FA5}">
                      <a16:colId xmlns:a16="http://schemas.microsoft.com/office/drawing/2014/main" val="2550762559"/>
                    </a:ext>
                  </a:extLst>
                </a:gridCol>
              </a:tblGrid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D_2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0654975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  <a:endParaRPr lang="en-US" sz="36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9082408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1480570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30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35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5973381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v4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20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94534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A93A23-79A0-991E-44CA-123802AF4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379201"/>
              </p:ext>
            </p:extLst>
          </p:nvPr>
        </p:nvGraphicFramePr>
        <p:xfrm>
          <a:off x="5795776" y="4170786"/>
          <a:ext cx="3748914" cy="2366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97902">
                  <a:extLst>
                    <a:ext uri="{9D8B030D-6E8A-4147-A177-3AD203B41FA5}">
                      <a16:colId xmlns:a16="http://schemas.microsoft.com/office/drawing/2014/main" val="1010329251"/>
                    </a:ext>
                  </a:extLst>
                </a:gridCol>
                <a:gridCol w="712753">
                  <a:extLst>
                    <a:ext uri="{9D8B030D-6E8A-4147-A177-3AD203B41FA5}">
                      <a16:colId xmlns:a16="http://schemas.microsoft.com/office/drawing/2014/main" val="28847169"/>
                    </a:ext>
                  </a:extLst>
                </a:gridCol>
                <a:gridCol w="712753">
                  <a:extLst>
                    <a:ext uri="{9D8B030D-6E8A-4147-A177-3AD203B41FA5}">
                      <a16:colId xmlns:a16="http://schemas.microsoft.com/office/drawing/2014/main" val="2154159256"/>
                    </a:ext>
                  </a:extLst>
                </a:gridCol>
                <a:gridCol w="712753">
                  <a:extLst>
                    <a:ext uri="{9D8B030D-6E8A-4147-A177-3AD203B41FA5}">
                      <a16:colId xmlns:a16="http://schemas.microsoft.com/office/drawing/2014/main" val="3304268678"/>
                    </a:ext>
                  </a:extLst>
                </a:gridCol>
                <a:gridCol w="712753">
                  <a:extLst>
                    <a:ext uri="{9D8B030D-6E8A-4147-A177-3AD203B41FA5}">
                      <a16:colId xmlns:a16="http://schemas.microsoft.com/office/drawing/2014/main" val="979530382"/>
                    </a:ext>
                  </a:extLst>
                </a:gridCol>
              </a:tblGrid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P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2386358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40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4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9723720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1520420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613686"/>
                  </a:ext>
                </a:extLst>
              </a:tr>
              <a:tr h="473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1638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860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2A1FE-DD91-A157-A7C5-D6BE1049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9">
            <a:extLst>
              <a:ext uri="{FF2B5EF4-FFF2-40B4-BE49-F238E27FC236}">
                <a16:creationId xmlns:a16="http://schemas.microsoft.com/office/drawing/2014/main" id="{85EB3167-7D83-20F8-BC3D-01575F0C4067}"/>
              </a:ext>
            </a:extLst>
          </p:cNvPr>
          <p:cNvSpPr txBox="1"/>
          <p:nvPr/>
        </p:nvSpPr>
        <p:spPr>
          <a:xfrm>
            <a:off x="304265" y="361522"/>
            <a:ext cx="9158234" cy="340909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K=3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D[1][j]=min{D[1][j],D[1][3]+D[3][j]}= min{D[1][j],20+D[3][j]} for j=2,3,4</a:t>
            </a:r>
          </a:p>
          <a:p>
            <a:pPr marL="22860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D[1][2]=5, D[1][3]=20, D[1][4]=10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D[2][j]=min{D[2][j],D[2][3]+D[3][j]}= min{D[2][j],15+D[3][j]} for j=1,3,4</a:t>
            </a:r>
          </a:p>
          <a:p>
            <a:pPr marL="228600" marR="0">
              <a:lnSpc>
                <a:spcPct val="1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D[2][1]=45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D[2][3]=15, D[2][4]=5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D[3][j]=min{D[3][j],D[3][3]+D[3][j]}=D[3][j] for j=1,2,4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D[4][j]=min{D[4][j],D[4][3]+D[3][j]}= min{D[4][j],5+D[3][j]}, for j=1,2,3</a:t>
            </a:r>
          </a:p>
          <a:p>
            <a:pPr marL="22860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D[4][1]=15, D[4][2]=20, D[4][3]=5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228600" marR="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EF2839-B4B4-883B-B6D8-ECA61929C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47582"/>
              </p:ext>
            </p:extLst>
          </p:nvPr>
        </p:nvGraphicFramePr>
        <p:xfrm>
          <a:off x="506226" y="4102600"/>
          <a:ext cx="4158241" cy="24936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8537">
                  <a:extLst>
                    <a:ext uri="{9D8B030D-6E8A-4147-A177-3AD203B41FA5}">
                      <a16:colId xmlns:a16="http://schemas.microsoft.com/office/drawing/2014/main" val="3902834921"/>
                    </a:ext>
                  </a:extLst>
                </a:gridCol>
                <a:gridCol w="804926">
                  <a:extLst>
                    <a:ext uri="{9D8B030D-6E8A-4147-A177-3AD203B41FA5}">
                      <a16:colId xmlns:a16="http://schemas.microsoft.com/office/drawing/2014/main" val="1837625035"/>
                    </a:ext>
                  </a:extLst>
                </a:gridCol>
                <a:gridCol w="804926">
                  <a:extLst>
                    <a:ext uri="{9D8B030D-6E8A-4147-A177-3AD203B41FA5}">
                      <a16:colId xmlns:a16="http://schemas.microsoft.com/office/drawing/2014/main" val="2025357609"/>
                    </a:ext>
                  </a:extLst>
                </a:gridCol>
                <a:gridCol w="804926">
                  <a:extLst>
                    <a:ext uri="{9D8B030D-6E8A-4147-A177-3AD203B41FA5}">
                      <a16:colId xmlns:a16="http://schemas.microsoft.com/office/drawing/2014/main" val="3171947904"/>
                    </a:ext>
                  </a:extLst>
                </a:gridCol>
                <a:gridCol w="804926">
                  <a:extLst>
                    <a:ext uri="{9D8B030D-6E8A-4147-A177-3AD203B41FA5}">
                      <a16:colId xmlns:a16="http://schemas.microsoft.com/office/drawing/2014/main" val="3186824831"/>
                    </a:ext>
                  </a:extLst>
                </a:gridCol>
              </a:tblGrid>
              <a:tr h="4746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D_3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v1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v2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v3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v4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4631061"/>
                  </a:ext>
                </a:extLst>
              </a:tr>
              <a:tr h="4746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v1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0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5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20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10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46129"/>
                  </a:ext>
                </a:extLst>
              </a:tr>
              <a:tr h="4746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v2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n-US" sz="3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0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15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5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52071"/>
                  </a:ext>
                </a:extLst>
              </a:tr>
              <a:tr h="4746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v3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30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35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0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15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941772"/>
                  </a:ext>
                </a:extLst>
              </a:tr>
              <a:tr h="4746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v4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 dirty="0">
                          <a:effectLst/>
                        </a:rPr>
                        <a:t>15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20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5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 dirty="0">
                          <a:effectLst/>
                        </a:rPr>
                        <a:t>0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42987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EBBE8D-254E-DEFB-5E08-008C64D4C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09328"/>
              </p:ext>
            </p:extLst>
          </p:nvPr>
        </p:nvGraphicFramePr>
        <p:xfrm>
          <a:off x="5059124" y="4102599"/>
          <a:ext cx="4158240" cy="24936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8176">
                  <a:extLst>
                    <a:ext uri="{9D8B030D-6E8A-4147-A177-3AD203B41FA5}">
                      <a16:colId xmlns:a16="http://schemas.microsoft.com/office/drawing/2014/main" val="1684068868"/>
                    </a:ext>
                  </a:extLst>
                </a:gridCol>
                <a:gridCol w="805016">
                  <a:extLst>
                    <a:ext uri="{9D8B030D-6E8A-4147-A177-3AD203B41FA5}">
                      <a16:colId xmlns:a16="http://schemas.microsoft.com/office/drawing/2014/main" val="471985324"/>
                    </a:ext>
                  </a:extLst>
                </a:gridCol>
                <a:gridCol w="805016">
                  <a:extLst>
                    <a:ext uri="{9D8B030D-6E8A-4147-A177-3AD203B41FA5}">
                      <a16:colId xmlns:a16="http://schemas.microsoft.com/office/drawing/2014/main" val="2045998762"/>
                    </a:ext>
                  </a:extLst>
                </a:gridCol>
                <a:gridCol w="805016">
                  <a:extLst>
                    <a:ext uri="{9D8B030D-6E8A-4147-A177-3AD203B41FA5}">
                      <a16:colId xmlns:a16="http://schemas.microsoft.com/office/drawing/2014/main" val="3201903922"/>
                    </a:ext>
                  </a:extLst>
                </a:gridCol>
                <a:gridCol w="805016">
                  <a:extLst>
                    <a:ext uri="{9D8B030D-6E8A-4147-A177-3AD203B41FA5}">
                      <a16:colId xmlns:a16="http://schemas.microsoft.com/office/drawing/2014/main" val="1241770105"/>
                    </a:ext>
                  </a:extLst>
                </a:gridCol>
              </a:tblGrid>
              <a:tr h="4987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 dirty="0">
                          <a:effectLst/>
                        </a:rPr>
                        <a:t>P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v1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v2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v3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v4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7240077"/>
                  </a:ext>
                </a:extLst>
              </a:tr>
              <a:tr h="4987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v1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2215293"/>
                  </a:ext>
                </a:extLst>
              </a:tr>
              <a:tr h="4987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v2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4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0695162"/>
                  </a:ext>
                </a:extLst>
              </a:tr>
              <a:tr h="4987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v3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7767"/>
                  </a:ext>
                </a:extLst>
              </a:tr>
              <a:tr h="4987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3200">
                          <a:effectLst/>
                        </a:rPr>
                        <a:t>v4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41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422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4D144-0D0F-760B-2845-C0771EC6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0">
            <a:extLst>
              <a:ext uri="{FF2B5EF4-FFF2-40B4-BE49-F238E27FC236}">
                <a16:creationId xmlns:a16="http://schemas.microsoft.com/office/drawing/2014/main" id="{4A05B573-15CC-1582-A004-207BA1A6F3A0}"/>
              </a:ext>
            </a:extLst>
          </p:cNvPr>
          <p:cNvSpPr txBox="1"/>
          <p:nvPr/>
        </p:nvSpPr>
        <p:spPr>
          <a:xfrm>
            <a:off x="254938" y="314153"/>
            <a:ext cx="9957574" cy="36105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K=4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D[1][j]=min{D[1][j],D[1][4]+D[4][j]}= min{D[1][j],10+D[4][j]} for j=2,3,4</a:t>
            </a:r>
          </a:p>
          <a:p>
            <a:pPr marL="22860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D[1][2]=5, 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D[1][3]=15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D[1][4]=10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D[2][j]=min{D[2][j],D[2][4]+D[4][j]}= min{D[2][j],5+D[4][j]}, for j=1,3,4</a:t>
            </a:r>
          </a:p>
          <a:p>
            <a:pPr marL="228600" marR="0">
              <a:lnSpc>
                <a:spcPct val="1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D[2][1]=20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D[2][3]=10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D[2][4]=5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D[3][j]=min{D[3][j],D[3][4]+D[4][j]}= min{D[3][j],15+D[4][j]} for j=1,2,4</a:t>
            </a:r>
          </a:p>
          <a:p>
            <a:pPr marL="22860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D[3][1]=30, D[3][2]=35, D[3][4]=15</a:t>
            </a:r>
          </a:p>
          <a:p>
            <a:pPr marL="228600" marR="0" indent="-228600">
              <a:lnSpc>
                <a:spcPct val="107000"/>
              </a:lnSpc>
              <a:buNone/>
            </a:pPr>
            <a:r>
              <a:rPr lang="en-US" sz="24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D[4][j]=min{D[4][j],D[4][4]+D[4][j]}=D[4][j] for j=1,2,3</a:t>
            </a:r>
          </a:p>
          <a:p>
            <a:pPr marL="22860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228600" marR="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FFD93D-476F-DB2C-71DB-5B130C5EC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779753"/>
              </p:ext>
            </p:extLst>
          </p:nvPr>
        </p:nvGraphicFramePr>
        <p:xfrm>
          <a:off x="384966" y="4223421"/>
          <a:ext cx="4084293" cy="232042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633">
                  <a:extLst>
                    <a:ext uri="{9D8B030D-6E8A-4147-A177-3AD203B41FA5}">
                      <a16:colId xmlns:a16="http://schemas.microsoft.com/office/drawing/2014/main" val="3679355993"/>
                    </a:ext>
                  </a:extLst>
                </a:gridCol>
                <a:gridCol w="803415">
                  <a:extLst>
                    <a:ext uri="{9D8B030D-6E8A-4147-A177-3AD203B41FA5}">
                      <a16:colId xmlns:a16="http://schemas.microsoft.com/office/drawing/2014/main" val="984891464"/>
                    </a:ext>
                  </a:extLst>
                </a:gridCol>
                <a:gridCol w="803415">
                  <a:extLst>
                    <a:ext uri="{9D8B030D-6E8A-4147-A177-3AD203B41FA5}">
                      <a16:colId xmlns:a16="http://schemas.microsoft.com/office/drawing/2014/main" val="3493467608"/>
                    </a:ext>
                  </a:extLst>
                </a:gridCol>
                <a:gridCol w="803415">
                  <a:extLst>
                    <a:ext uri="{9D8B030D-6E8A-4147-A177-3AD203B41FA5}">
                      <a16:colId xmlns:a16="http://schemas.microsoft.com/office/drawing/2014/main" val="631264718"/>
                    </a:ext>
                  </a:extLst>
                </a:gridCol>
                <a:gridCol w="803415">
                  <a:extLst>
                    <a:ext uri="{9D8B030D-6E8A-4147-A177-3AD203B41FA5}">
                      <a16:colId xmlns:a16="http://schemas.microsoft.com/office/drawing/2014/main" val="1822204711"/>
                    </a:ext>
                  </a:extLst>
                </a:gridCol>
              </a:tblGrid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D_4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1438390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5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15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1910245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9126955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30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35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741317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20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385629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222646-9D4C-AE22-09BC-92039003E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115761"/>
              </p:ext>
            </p:extLst>
          </p:nvPr>
        </p:nvGraphicFramePr>
        <p:xfrm>
          <a:off x="4977515" y="4223421"/>
          <a:ext cx="3570584" cy="232042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61128">
                  <a:extLst>
                    <a:ext uri="{9D8B030D-6E8A-4147-A177-3AD203B41FA5}">
                      <a16:colId xmlns:a16="http://schemas.microsoft.com/office/drawing/2014/main" val="66414577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3990689819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3212789427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114893949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4038832914"/>
                    </a:ext>
                  </a:extLst>
                </a:gridCol>
              </a:tblGrid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P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1561547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US" sz="4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9841655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US" sz="4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US" sz="4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2669282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6079162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125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258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D21A-784B-2549-2292-31BCE2E6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39931-1B87-6B16-79F7-8AAD531CD392}"/>
              </a:ext>
            </a:extLst>
          </p:cNvPr>
          <p:cNvSpPr txBox="1"/>
          <p:nvPr/>
        </p:nvSpPr>
        <p:spPr>
          <a:xfrm>
            <a:off x="532545" y="1594662"/>
            <a:ext cx="6097712" cy="476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v1​ to v2​: Direct path, v1→ v2​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v1to v3​: Passes through v4 :v1→v2→v4→v3​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v1​ to v4​: Passes through v2 :v1→v2→v4​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v2 to v1​: Passes through v4, v2→v4→v1 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v2​ to v3​: Passes through v4​, v2→v4→v3​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v2​ to v4​: Direct path, v2→v4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v3​ to v1​: Direct path, v3→v1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v3 to v2​: Passes through v1, v3​→v1​→v2​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v3​ to v4​: Direct path, v3→v4​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v4​ to v1​: Direct path, v4→v1​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v4​ to v2​: Passes through v1, v4→v1​→v2​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v4​ to v3​: Direct path, v4→v3​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98EAF2-140D-7F48-54FD-22DF1C518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545" y="26909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Calculating shortest paths using P matrix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F1940E-D496-0AB8-2FDE-172A3EC7D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557933"/>
              </p:ext>
            </p:extLst>
          </p:nvPr>
        </p:nvGraphicFramePr>
        <p:xfrm>
          <a:off x="6734396" y="2268787"/>
          <a:ext cx="3570584" cy="232042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61128">
                  <a:extLst>
                    <a:ext uri="{9D8B030D-6E8A-4147-A177-3AD203B41FA5}">
                      <a16:colId xmlns:a16="http://schemas.microsoft.com/office/drawing/2014/main" val="66414577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3990689819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3212789427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114893949"/>
                    </a:ext>
                  </a:extLst>
                </a:gridCol>
                <a:gridCol w="702364">
                  <a:extLst>
                    <a:ext uri="{9D8B030D-6E8A-4147-A177-3AD203B41FA5}">
                      <a16:colId xmlns:a16="http://schemas.microsoft.com/office/drawing/2014/main" val="4038832914"/>
                    </a:ext>
                  </a:extLst>
                </a:gridCol>
              </a:tblGrid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effectLst/>
                        </a:rPr>
                        <a:t>P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v2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v3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effectLst/>
                        </a:rPr>
                        <a:t>v4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1561547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v1</a:t>
                      </a:r>
                      <a:endParaRPr lang="en-US" sz="3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9841655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v2</a:t>
                      </a:r>
                      <a:endParaRPr lang="en-US" sz="3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2669282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v3</a:t>
                      </a:r>
                      <a:endParaRPr lang="en-US" sz="3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6079162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1141095" algn="l"/>
                        </a:tabLst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v4</a:t>
                      </a:r>
                      <a:endParaRPr lang="en-US" sz="3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125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6494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16015</TotalTime>
  <Words>2825</Words>
  <Application>Microsoft Office PowerPoint</Application>
  <PresentationFormat>Widescreen</PresentationFormat>
  <Paragraphs>739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Arial Rounded MT Bold</vt:lpstr>
      <vt:lpstr>Calibri</vt:lpstr>
      <vt:lpstr>Calibri Light</vt:lpstr>
      <vt:lpstr>Cambria Math</vt:lpstr>
      <vt:lpstr>Consolas</vt:lpstr>
      <vt:lpstr>Corbel</vt:lpstr>
      <vt:lpstr>Courier New</vt:lpstr>
      <vt:lpstr>Symbol</vt:lpstr>
      <vt:lpstr>Times New Roman</vt:lpstr>
      <vt:lpstr>Wingdings 2</vt:lpstr>
      <vt:lpstr>Office Theme</vt:lpstr>
      <vt:lpstr>Greedy+DP</vt:lpstr>
      <vt:lpstr>Find the all shortest paths from v1 to the other vertices using Dijkstra Algorithm:</vt:lpstr>
      <vt:lpstr>PowerPoint Presentation</vt:lpstr>
      <vt:lpstr>PowerPoint Presentation</vt:lpstr>
      <vt:lpstr>Calculating shortest paths using P matrix:</vt:lpstr>
      <vt:lpstr>PowerPoint Presentation</vt:lpstr>
      <vt:lpstr>Binomial Coefficients/ Pascal triangle</vt:lpstr>
      <vt:lpstr>Binomial Coefficients: without DP</vt:lpstr>
      <vt:lpstr>Binomial Coefficient</vt:lpstr>
      <vt:lpstr>Binomial Coefficient: using DP</vt:lpstr>
      <vt:lpstr>Binomial Coefficient</vt:lpstr>
      <vt:lpstr>Binomial Coefficient</vt:lpstr>
      <vt:lpstr>Floyd-Warshall</vt:lpstr>
      <vt:lpstr>Floyd-Warshall</vt:lpstr>
      <vt:lpstr>Floyd-Warshall</vt:lpstr>
      <vt:lpstr>Floyd-Warshall</vt:lpstr>
      <vt:lpstr>Floyd-Warshall</vt:lpstr>
      <vt:lpstr>Floyd-Warshall</vt:lpstr>
      <vt:lpstr>Floyd-Warshall</vt:lpstr>
      <vt:lpstr>Floyd-Warshall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Calculating shortest paths using P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708</cp:revision>
  <dcterms:created xsi:type="dcterms:W3CDTF">2020-09-14T20:12:04Z</dcterms:created>
  <dcterms:modified xsi:type="dcterms:W3CDTF">2026-04-22T01:50:02Z</dcterms:modified>
</cp:coreProperties>
</file>