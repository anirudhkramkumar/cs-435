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3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4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5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6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7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8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56"/>
  </p:notesMasterIdLst>
  <p:sldIdLst>
    <p:sldId id="257" r:id="rId2"/>
    <p:sldId id="301" r:id="rId3"/>
    <p:sldId id="303" r:id="rId4"/>
    <p:sldId id="464" r:id="rId5"/>
    <p:sldId id="463" r:id="rId6"/>
    <p:sldId id="465" r:id="rId7"/>
    <p:sldId id="594" r:id="rId8"/>
    <p:sldId id="344" r:id="rId9"/>
    <p:sldId id="593" r:id="rId10"/>
    <p:sldId id="732" r:id="rId11"/>
    <p:sldId id="466" r:id="rId12"/>
    <p:sldId id="480" r:id="rId13"/>
    <p:sldId id="468" r:id="rId14"/>
    <p:sldId id="472" r:id="rId15"/>
    <p:sldId id="658" r:id="rId16"/>
    <p:sldId id="479" r:id="rId17"/>
    <p:sldId id="736" r:id="rId18"/>
    <p:sldId id="469" r:id="rId19"/>
    <p:sldId id="660" r:id="rId20"/>
    <p:sldId id="662" r:id="rId21"/>
    <p:sldId id="661" r:id="rId22"/>
    <p:sldId id="550" r:id="rId23"/>
    <p:sldId id="669" r:id="rId24"/>
    <p:sldId id="564" r:id="rId25"/>
    <p:sldId id="663" r:id="rId26"/>
    <p:sldId id="568" r:id="rId27"/>
    <p:sldId id="670" r:id="rId28"/>
    <p:sldId id="673" r:id="rId29"/>
    <p:sldId id="570" r:id="rId30"/>
    <p:sldId id="595" r:id="rId31"/>
    <p:sldId id="596" r:id="rId32"/>
    <p:sldId id="597" r:id="rId33"/>
    <p:sldId id="598" r:id="rId34"/>
    <p:sldId id="674" r:id="rId35"/>
    <p:sldId id="675" r:id="rId36"/>
    <p:sldId id="677" r:id="rId37"/>
    <p:sldId id="676" r:id="rId38"/>
    <p:sldId id="490" r:id="rId39"/>
    <p:sldId id="577" r:id="rId40"/>
    <p:sldId id="578" r:id="rId41"/>
    <p:sldId id="604" r:id="rId42"/>
    <p:sldId id="679" r:id="rId43"/>
    <p:sldId id="678" r:id="rId44"/>
    <p:sldId id="681" r:id="rId45"/>
    <p:sldId id="680" r:id="rId46"/>
    <p:sldId id="682" r:id="rId47"/>
    <p:sldId id="683" r:id="rId48"/>
    <p:sldId id="684" r:id="rId49"/>
    <p:sldId id="685" r:id="rId50"/>
    <p:sldId id="686" r:id="rId51"/>
    <p:sldId id="687" r:id="rId52"/>
    <p:sldId id="688" r:id="rId53"/>
    <p:sldId id="689" r:id="rId54"/>
    <p:sldId id="605" r:id="rId55"/>
    <p:sldId id="501" r:id="rId56"/>
    <p:sldId id="502" r:id="rId57"/>
    <p:sldId id="690" r:id="rId58"/>
    <p:sldId id="691" r:id="rId59"/>
    <p:sldId id="503" r:id="rId60"/>
    <p:sldId id="606" r:id="rId61"/>
    <p:sldId id="607" r:id="rId62"/>
    <p:sldId id="504" r:id="rId63"/>
    <p:sldId id="507" r:id="rId64"/>
    <p:sldId id="608" r:id="rId65"/>
    <p:sldId id="692" r:id="rId66"/>
    <p:sldId id="693" r:id="rId67"/>
    <p:sldId id="588" r:id="rId68"/>
    <p:sldId id="694" r:id="rId69"/>
    <p:sldId id="695" r:id="rId70"/>
    <p:sldId id="696" r:id="rId71"/>
    <p:sldId id="511" r:id="rId72"/>
    <p:sldId id="720" r:id="rId73"/>
    <p:sldId id="722" r:id="rId74"/>
    <p:sldId id="725" r:id="rId75"/>
    <p:sldId id="723" r:id="rId76"/>
    <p:sldId id="514" r:id="rId77"/>
    <p:sldId id="517" r:id="rId78"/>
    <p:sldId id="547" r:id="rId79"/>
    <p:sldId id="518" r:id="rId80"/>
    <p:sldId id="520" r:id="rId81"/>
    <p:sldId id="519" r:id="rId82"/>
    <p:sldId id="548" r:id="rId83"/>
    <p:sldId id="524" r:id="rId84"/>
    <p:sldId id="525" r:id="rId85"/>
    <p:sldId id="526" r:id="rId86"/>
    <p:sldId id="523" r:id="rId87"/>
    <p:sldId id="726" r:id="rId88"/>
    <p:sldId id="699" r:id="rId89"/>
    <p:sldId id="700" r:id="rId90"/>
    <p:sldId id="701" r:id="rId91"/>
    <p:sldId id="536" r:id="rId92"/>
    <p:sldId id="727" r:id="rId93"/>
    <p:sldId id="702" r:id="rId94"/>
    <p:sldId id="704" r:id="rId95"/>
    <p:sldId id="729" r:id="rId96"/>
    <p:sldId id="728" r:id="rId97"/>
    <p:sldId id="703" r:id="rId98"/>
    <p:sldId id="706" r:id="rId99"/>
    <p:sldId id="705" r:id="rId100"/>
    <p:sldId id="730" r:id="rId101"/>
    <p:sldId id="731" r:id="rId102"/>
    <p:sldId id="707" r:id="rId103"/>
    <p:sldId id="708" r:id="rId104"/>
    <p:sldId id="611" r:id="rId105"/>
    <p:sldId id="551" r:id="rId106"/>
    <p:sldId id="557" r:id="rId107"/>
    <p:sldId id="558" r:id="rId108"/>
    <p:sldId id="616" r:id="rId109"/>
    <p:sldId id="618" r:id="rId110"/>
    <p:sldId id="733" r:id="rId111"/>
    <p:sldId id="735" r:id="rId112"/>
    <p:sldId id="734" r:id="rId113"/>
    <p:sldId id="619" r:id="rId114"/>
    <p:sldId id="620" r:id="rId115"/>
    <p:sldId id="621" r:id="rId116"/>
    <p:sldId id="709" r:id="rId117"/>
    <p:sldId id="710" r:id="rId118"/>
    <p:sldId id="624" r:id="rId119"/>
    <p:sldId id="711" r:id="rId120"/>
    <p:sldId id="627" r:id="rId121"/>
    <p:sldId id="631" r:id="rId122"/>
    <p:sldId id="628" r:id="rId123"/>
    <p:sldId id="629" r:id="rId124"/>
    <p:sldId id="630" r:id="rId125"/>
    <p:sldId id="644" r:id="rId126"/>
    <p:sldId id="632" r:id="rId127"/>
    <p:sldId id="633" r:id="rId128"/>
    <p:sldId id="634" r:id="rId129"/>
    <p:sldId id="635" r:id="rId130"/>
    <p:sldId id="636" r:id="rId131"/>
    <p:sldId id="637" r:id="rId132"/>
    <p:sldId id="638" r:id="rId133"/>
    <p:sldId id="639" r:id="rId134"/>
    <p:sldId id="640" r:id="rId135"/>
    <p:sldId id="642" r:id="rId136"/>
    <p:sldId id="641" r:id="rId137"/>
    <p:sldId id="643" r:id="rId138"/>
    <p:sldId id="713" r:id="rId139"/>
    <p:sldId id="645" r:id="rId140"/>
    <p:sldId id="715" r:id="rId141"/>
    <p:sldId id="714" r:id="rId142"/>
    <p:sldId id="646" r:id="rId143"/>
    <p:sldId id="647" r:id="rId144"/>
    <p:sldId id="648" r:id="rId145"/>
    <p:sldId id="649" r:id="rId146"/>
    <p:sldId id="716" r:id="rId147"/>
    <p:sldId id="717" r:id="rId148"/>
    <p:sldId id="718" r:id="rId149"/>
    <p:sldId id="650" r:id="rId150"/>
    <p:sldId id="719" r:id="rId151"/>
    <p:sldId id="655" r:id="rId152"/>
    <p:sldId id="656" r:id="rId153"/>
    <p:sldId id="657" r:id="rId154"/>
    <p:sldId id="461" r:id="rId155"/>
  </p:sldIdLst>
  <p:sldSz cx="12192000" cy="6858000"/>
  <p:notesSz cx="6858000" cy="9144000"/>
  <p:custDataLst>
    <p:tags r:id="rId15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9900"/>
    <a:srgbClr val="00FF00"/>
    <a:srgbClr val="FF00FF"/>
    <a:srgbClr val="B4D3E3"/>
    <a:srgbClr val="F8B2F3"/>
    <a:srgbClr val="000000"/>
    <a:srgbClr val="D012C2"/>
    <a:srgbClr val="0C0C0E"/>
    <a:srgbClr val="E47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>
      <p:cViewPr varScale="1">
        <p:scale>
          <a:sx n="62" d="100"/>
          <a:sy n="62" d="100"/>
        </p:scale>
        <p:origin x="9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gs" Target="tags/tag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703BD-F754-4911-8474-9BEA183D8AD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AFCE0-8595-4565-BBCA-3D2A04B3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9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22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bh</a:t>
            </a:r>
            <a:r>
              <a:rPr lang="en-US" dirty="0"/>
              <a:t>=B-1, h=R+B-1, R&lt;=B-1=&gt;h=</a:t>
            </a:r>
            <a:r>
              <a:rPr lang="en-US" dirty="0" err="1"/>
              <a:t>R+bh</a:t>
            </a:r>
            <a:r>
              <a:rPr lang="en-US" dirty="0"/>
              <a:t>, R&lt;=</a:t>
            </a:r>
            <a:r>
              <a:rPr lang="en-US" dirty="0" err="1"/>
              <a:t>bh</a:t>
            </a:r>
            <a:r>
              <a:rPr lang="en-US" dirty="0"/>
              <a:t>=&gt;  h=</a:t>
            </a:r>
            <a:r>
              <a:rPr lang="en-US" dirty="0" err="1"/>
              <a:t>R+bh</a:t>
            </a:r>
            <a:r>
              <a:rPr lang="en-US" dirty="0"/>
              <a:t>&lt;=2bh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23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100,50,10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27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a red node cannot cause either a </a:t>
            </a:r>
            <a:r>
              <a:rPr lang="en-US" dirty="0" err="1"/>
              <a:t>dbl</a:t>
            </a:r>
            <a:r>
              <a:rPr lang="en-US" dirty="0"/>
              <a:t> red violation or a blk height </a:t>
            </a:r>
            <a:r>
              <a:rPr lang="en-US" dirty="0" err="1"/>
              <a:t>voilation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96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a red node cannot cause either a </a:t>
            </a:r>
            <a:r>
              <a:rPr lang="en-US" dirty="0" err="1"/>
              <a:t>dbl</a:t>
            </a:r>
            <a:r>
              <a:rPr lang="en-US" dirty="0"/>
              <a:t> red violation or a blk height </a:t>
            </a:r>
            <a:r>
              <a:rPr lang="en-US" dirty="0" err="1"/>
              <a:t>voilation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84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a red node cannot cause either a </a:t>
            </a:r>
            <a:r>
              <a:rPr lang="en-US" dirty="0" err="1"/>
              <a:t>dbl</a:t>
            </a:r>
            <a:r>
              <a:rPr lang="en-US" dirty="0"/>
              <a:t> red violation or a blk height </a:t>
            </a:r>
            <a:r>
              <a:rPr lang="en-US" dirty="0" err="1"/>
              <a:t>voilation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44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a red node cannot cause either a </a:t>
            </a:r>
            <a:r>
              <a:rPr lang="en-US" dirty="0" err="1"/>
              <a:t>dbl</a:t>
            </a:r>
            <a:r>
              <a:rPr lang="en-US" dirty="0"/>
              <a:t> red violation or a blk height </a:t>
            </a:r>
            <a:r>
              <a:rPr lang="en-US" dirty="0" err="1"/>
              <a:t>voilation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AFCE0-8595-4565-BBCA-3D2A04B3B495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8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200B34-6535-4988-B6D9-9B8318B82C9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22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B340CB-823C-4AAA-9AC6-CD56B1FBFDF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1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5166F1-B48E-43A9-A9E3-CD82DEA23D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77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8114C4-A967-4328-B288-32813BDEC98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281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CEE9-D4CC-4B54-A250-94CA54E4D75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32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6CE010-9ABA-46D0-8967-C7800BD238C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21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095DC9-AC5F-4800-ADA5-AFEDFB922A0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79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F8562-19AF-407A-858C-BB195C287FB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12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0624FA-0042-4F6B-9E6E-EAB3BB0EA63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shade val="50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90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E6A12D-6F89-4058-8196-0B349EBEDB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6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5CA9AA-4C73-4BBC-A4C2-4A707850A08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89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04FD96-06E1-49CA-9346-D0ABCD911D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2/25/2026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DF407-17F1-42D7-87D5-7CFAC96883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image" Target="../media/image4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4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image" Target="../media/image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4" Type="http://schemas.openxmlformats.org/officeDocument/2006/relationships/image" Target="../media/image11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4" Type="http://schemas.openxmlformats.org/officeDocument/2006/relationships/notesSlide" Target="../notesSlides/notesSlide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notesSlide" Target="../notesSlides/notesSlide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notesSlide" Target="../notesSlides/notesSlide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4" Type="http://schemas.openxmlformats.org/officeDocument/2006/relationships/notesSlide" Target="../notesSlides/notesSlide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4" Type="http://schemas.openxmlformats.org/officeDocument/2006/relationships/notesSlide" Target="../notesSlides/notesSlide8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0.xml"/><Relationship Id="rId1" Type="http://schemas.openxmlformats.org/officeDocument/2006/relationships/tags" Target="../tags/tag23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image" Target="../media/image16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250.png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image" Target="../media/image16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12" Type="http://schemas.openxmlformats.org/officeDocument/2006/relationships/image" Target="../media/image25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15.png"/><Relationship Id="rId10" Type="http://schemas.openxmlformats.org/officeDocument/2006/relationships/image" Target="../media/image28.png"/><Relationship Id="rId4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12" Type="http://schemas.openxmlformats.org/officeDocument/2006/relationships/image" Target="../media/image32.png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15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Relationship Id="rId14" Type="http://schemas.openxmlformats.org/officeDocument/2006/relationships/image" Target="../media/image33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10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36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4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tags" Target="../tags/tag268.xml"/><Relationship Id="rId16" Type="http://schemas.openxmlformats.org/officeDocument/2006/relationships/image" Target="../media/image43.png"/><Relationship Id="rId1" Type="http://schemas.openxmlformats.org/officeDocument/2006/relationships/tags" Target="../tags/tag267.xml"/><Relationship Id="rId6" Type="http://schemas.openxmlformats.org/officeDocument/2006/relationships/image" Target="../media/image27.png"/><Relationship Id="rId11" Type="http://schemas.openxmlformats.org/officeDocument/2006/relationships/image" Target="../media/image38.png"/><Relationship Id="rId5" Type="http://schemas.openxmlformats.org/officeDocument/2006/relationships/image" Target="../media/image15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14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9.png"/><Relationship Id="rId18" Type="http://schemas.openxmlformats.org/officeDocument/2006/relationships/image" Target="../media/image4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tags" Target="../tags/tag270.xml"/><Relationship Id="rId16" Type="http://schemas.openxmlformats.org/officeDocument/2006/relationships/image" Target="../media/image42.png"/><Relationship Id="rId1" Type="http://schemas.openxmlformats.org/officeDocument/2006/relationships/tags" Target="../tags/tag269.xml"/><Relationship Id="rId6" Type="http://schemas.openxmlformats.org/officeDocument/2006/relationships/image" Target="../media/image27.png"/><Relationship Id="rId11" Type="http://schemas.openxmlformats.org/officeDocument/2006/relationships/image" Target="../media/image45.png"/><Relationship Id="rId5" Type="http://schemas.openxmlformats.org/officeDocument/2006/relationships/image" Target="../media/image15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19" Type="http://schemas.openxmlformats.org/officeDocument/2006/relationships/image" Target="../media/image47.png"/><Relationship Id="rId4" Type="http://schemas.openxmlformats.org/officeDocument/2006/relationships/image" Target="../media/image14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51.png"/><Relationship Id="rId2" Type="http://schemas.openxmlformats.org/officeDocument/2006/relationships/tags" Target="../tags/tag274.xml"/><Relationship Id="rId1" Type="http://schemas.openxmlformats.org/officeDocument/2006/relationships/tags" Target="../tags/tag273.xml"/><Relationship Id="rId6" Type="http://schemas.openxmlformats.org/officeDocument/2006/relationships/image" Target="../media/image27.png"/><Relationship Id="rId11" Type="http://schemas.openxmlformats.org/officeDocument/2006/relationships/image" Target="../media/image50.png"/><Relationship Id="rId5" Type="http://schemas.openxmlformats.org/officeDocument/2006/relationships/image" Target="../media/image15.png"/><Relationship Id="rId10" Type="http://schemas.openxmlformats.org/officeDocument/2006/relationships/image" Target="../media/image49.png"/><Relationship Id="rId4" Type="http://schemas.openxmlformats.org/officeDocument/2006/relationships/image" Target="../media/image14.png"/><Relationship Id="rId9" Type="http://schemas.openxmlformats.org/officeDocument/2006/relationships/image" Target="../media/image48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7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56.png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image" Target="../media/image27.png"/><Relationship Id="rId11" Type="http://schemas.openxmlformats.org/officeDocument/2006/relationships/image" Target="../media/image55.png"/><Relationship Id="rId5" Type="http://schemas.openxmlformats.org/officeDocument/2006/relationships/image" Target="../media/image15.png"/><Relationship Id="rId10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60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12" Type="http://schemas.openxmlformats.org/officeDocument/2006/relationships/image" Target="../media/image59.png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image" Target="../media/image27.png"/><Relationship Id="rId11" Type="http://schemas.openxmlformats.org/officeDocument/2006/relationships/image" Target="../media/image57.png"/><Relationship Id="rId5" Type="http://schemas.openxmlformats.org/officeDocument/2006/relationships/image" Target="../media/image19.png"/><Relationship Id="rId10" Type="http://schemas.openxmlformats.org/officeDocument/2006/relationships/image" Target="../media/image56.png"/><Relationship Id="rId4" Type="http://schemas.openxmlformats.org/officeDocument/2006/relationships/image" Target="../media/image14.png"/><Relationship Id="rId9" Type="http://schemas.openxmlformats.org/officeDocument/2006/relationships/image" Target="../media/image55.png"/><Relationship Id="rId14" Type="http://schemas.openxmlformats.org/officeDocument/2006/relationships/image" Target="../media/image6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4.png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3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3.png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3.png"/><Relationship Id="rId2" Type="http://schemas.openxmlformats.org/officeDocument/2006/relationships/tags" Target="../tags/tag286.xml"/><Relationship Id="rId1" Type="http://schemas.openxmlformats.org/officeDocument/2006/relationships/tags" Target="../tags/tag28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0.xml"/><Relationship Id="rId1" Type="http://schemas.openxmlformats.org/officeDocument/2006/relationships/tags" Target="../tags/tag289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4.xml"/><Relationship Id="rId1" Type="http://schemas.openxmlformats.org/officeDocument/2006/relationships/tags" Target="../tags/tag293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0.xml"/><Relationship Id="rId1" Type="http://schemas.openxmlformats.org/officeDocument/2006/relationships/tags" Target="../tags/tag299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4" Type="http://schemas.openxmlformats.org/officeDocument/2006/relationships/image" Target="../media/image7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4" Type="http://schemas.openxmlformats.org/officeDocument/2006/relationships/image" Target="../media/image77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altLang="en-US" dirty="0"/>
              <a:t>Balanced Binary Search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4572000"/>
            <a:ext cx="6400800" cy="175260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Marzieh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Eskandari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NJIT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16D31-EE31-4FF5-8650-4AF66F9EB76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854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94B3383F-AD93-4151-8E83-45453E691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08" y="5456069"/>
            <a:ext cx="11137964" cy="919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Binary Search Tree Property: </a:t>
            </a:r>
            <a:r>
              <a:rPr lang="en-US" sz="1600" dirty="0"/>
              <a:t>key of a node is less than the keys of its right subtree and greater than the keys of its left subtree.					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E8B0A-1024-4A17-9D63-8A9F022E187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2/154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232E909-65BB-4EF3-9C7E-5F51E9FF6F58}"/>
              </a:ext>
            </a:extLst>
          </p:cNvPr>
          <p:cNvCxnSpPr/>
          <p:nvPr/>
        </p:nvCxnSpPr>
        <p:spPr>
          <a:xfrm flipV="1">
            <a:off x="2426349" y="3999481"/>
            <a:ext cx="542694" cy="8238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71E73E-810D-4526-ABD0-73A4D6D62406}"/>
              </a:ext>
            </a:extLst>
          </p:cNvPr>
          <p:cNvCxnSpPr/>
          <p:nvPr/>
        </p:nvCxnSpPr>
        <p:spPr>
          <a:xfrm flipH="1" flipV="1">
            <a:off x="4467356" y="3889333"/>
            <a:ext cx="673859" cy="8787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775C25-7041-40FC-B7BF-E2C9DAF59741}"/>
              </a:ext>
            </a:extLst>
          </p:cNvPr>
          <p:cNvCxnSpPr>
            <a:cxnSpLocks/>
          </p:cNvCxnSpPr>
          <p:nvPr/>
        </p:nvCxnSpPr>
        <p:spPr>
          <a:xfrm flipH="1" flipV="1">
            <a:off x="5440982" y="2154174"/>
            <a:ext cx="1733754" cy="7670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FBD804E-E28E-4ECB-885B-8DD7DC0242D4}"/>
              </a:ext>
            </a:extLst>
          </p:cNvPr>
          <p:cNvCxnSpPr>
            <a:cxnSpLocks/>
            <a:stCxn id="98" idx="0"/>
            <a:endCxn id="97" idx="1"/>
          </p:cNvCxnSpPr>
          <p:nvPr/>
        </p:nvCxnSpPr>
        <p:spPr>
          <a:xfrm flipV="1">
            <a:off x="3810794" y="2201363"/>
            <a:ext cx="1428272" cy="5987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16">
            <a:extLst>
              <a:ext uri="{FF2B5EF4-FFF2-40B4-BE49-F238E27FC236}">
                <a16:creationId xmlns:a16="http://schemas.microsoft.com/office/drawing/2014/main" id="{45CC7A5B-338F-4654-90B1-CDA8B87CC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777" y="201022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2C40125-3B16-4863-B3EF-B692BECA65E7}"/>
              </a:ext>
            </a:extLst>
          </p:cNvPr>
          <p:cNvCxnSpPr/>
          <p:nvPr/>
        </p:nvCxnSpPr>
        <p:spPr>
          <a:xfrm flipH="1" flipV="1">
            <a:off x="3820849" y="2853699"/>
            <a:ext cx="587631" cy="911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85925B-B4CD-4A85-BFA6-96011829A724}"/>
              </a:ext>
            </a:extLst>
          </p:cNvPr>
          <p:cNvCxnSpPr/>
          <p:nvPr/>
        </p:nvCxnSpPr>
        <p:spPr>
          <a:xfrm flipV="1">
            <a:off x="3035935" y="2923248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16">
            <a:extLst>
              <a:ext uri="{FF2B5EF4-FFF2-40B4-BE49-F238E27FC236}">
                <a16:creationId xmlns:a16="http://schemas.microsoft.com/office/drawing/2014/main" id="{A10FE149-6B18-46EB-ACBE-DEFD17E7B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348" y="276704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3" name="Oval 16">
            <a:extLst>
              <a:ext uri="{FF2B5EF4-FFF2-40B4-BE49-F238E27FC236}">
                <a16:creationId xmlns:a16="http://schemas.microsoft.com/office/drawing/2014/main" id="{60C8D44F-A617-4F8B-AACD-084632021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090" y="3655258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4" name="Oval 16">
            <a:extLst>
              <a:ext uri="{FF2B5EF4-FFF2-40B4-BE49-F238E27FC236}">
                <a16:creationId xmlns:a16="http://schemas.microsoft.com/office/drawing/2014/main" id="{3A8E997E-17E6-485A-9AE2-8E5AA0BE9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69" y="369847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Oval 16">
            <a:extLst>
              <a:ext uri="{FF2B5EF4-FFF2-40B4-BE49-F238E27FC236}">
                <a16:creationId xmlns:a16="http://schemas.microsoft.com/office/drawing/2014/main" id="{8788E28E-2E73-462A-80CB-62426B20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676" y="4679730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A59240C2-AF10-49B0-8984-73290AB10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977" y="4681117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7DEDACA-62B9-4727-8EB8-B5206B8984E3}"/>
              </a:ext>
            </a:extLst>
          </p:cNvPr>
          <p:cNvCxnSpPr/>
          <p:nvPr/>
        </p:nvCxnSpPr>
        <p:spPr>
          <a:xfrm flipH="1" flipV="1">
            <a:off x="7918920" y="3907921"/>
            <a:ext cx="673859" cy="8787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9D684D1-FEAB-4B44-8532-C934A3AE60A2}"/>
              </a:ext>
            </a:extLst>
          </p:cNvPr>
          <p:cNvCxnSpPr/>
          <p:nvPr/>
        </p:nvCxnSpPr>
        <p:spPr>
          <a:xfrm flipV="1">
            <a:off x="7306061" y="3975186"/>
            <a:ext cx="457312" cy="8114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8452337-7CB0-4964-8745-547656018E18}"/>
              </a:ext>
            </a:extLst>
          </p:cNvPr>
          <p:cNvCxnSpPr>
            <a:cxnSpLocks/>
          </p:cNvCxnSpPr>
          <p:nvPr/>
        </p:nvCxnSpPr>
        <p:spPr>
          <a:xfrm flipH="1" flipV="1">
            <a:off x="7055881" y="2969417"/>
            <a:ext cx="784292" cy="8568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2957B10-87F5-407A-814B-F82765B5DA08}"/>
              </a:ext>
            </a:extLst>
          </p:cNvPr>
          <p:cNvCxnSpPr/>
          <p:nvPr/>
        </p:nvCxnSpPr>
        <p:spPr>
          <a:xfrm flipV="1">
            <a:off x="6299720" y="2941836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16">
            <a:extLst>
              <a:ext uri="{FF2B5EF4-FFF2-40B4-BE49-F238E27FC236}">
                <a16:creationId xmlns:a16="http://schemas.microsoft.com/office/drawing/2014/main" id="{551136A6-6FB5-4A94-BE49-C7A524B1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3" y="2785629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ADAADEE1-00C3-4058-897E-2D57C798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75" y="367384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C8F7EC02-A816-4F48-A5BE-B66E88236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733" y="3717062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Oval 16">
            <a:extLst>
              <a:ext uri="{FF2B5EF4-FFF2-40B4-BE49-F238E27FC236}">
                <a16:creationId xmlns:a16="http://schemas.microsoft.com/office/drawing/2014/main" id="{9F4EB72C-E029-4831-AEBA-F863DDC3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823" y="469970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6" name="Oval 16">
            <a:extLst>
              <a:ext uri="{FF2B5EF4-FFF2-40B4-BE49-F238E27FC236}">
                <a16:creationId xmlns:a16="http://schemas.microsoft.com/office/drawing/2014/main" id="{7968E84F-EBA8-4F44-9FA7-D8C26125F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240" y="4698318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0A2DE3-63FA-4C53-8BAE-2887347D3B95}"/>
              </a:ext>
            </a:extLst>
          </p:cNvPr>
          <p:cNvSpPr txBox="1"/>
          <p:nvPr/>
        </p:nvSpPr>
        <p:spPr>
          <a:xfrm>
            <a:off x="5239066" y="2032086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DD3EE94-13EC-4E53-9E4D-221386FA1164}"/>
              </a:ext>
            </a:extLst>
          </p:cNvPr>
          <p:cNvSpPr txBox="1"/>
          <p:nvPr/>
        </p:nvSpPr>
        <p:spPr>
          <a:xfrm>
            <a:off x="3596633" y="2800140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3640BE9-957D-4F16-90B3-C618FD6D44AA}"/>
              </a:ext>
            </a:extLst>
          </p:cNvPr>
          <p:cNvSpPr txBox="1"/>
          <p:nvPr/>
        </p:nvSpPr>
        <p:spPr>
          <a:xfrm>
            <a:off x="6882718" y="2807577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DFA2E8A-79E1-4CB7-9E9C-A01DDE765897}"/>
              </a:ext>
            </a:extLst>
          </p:cNvPr>
          <p:cNvSpPr/>
          <p:nvPr/>
        </p:nvSpPr>
        <p:spPr>
          <a:xfrm>
            <a:off x="2903157" y="3692930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A72D7F6-1577-48E3-9D4A-0BEFC828CB64}"/>
              </a:ext>
            </a:extLst>
          </p:cNvPr>
          <p:cNvSpPr/>
          <p:nvPr/>
        </p:nvSpPr>
        <p:spPr>
          <a:xfrm>
            <a:off x="6165861" y="3717062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28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8F848FB-F13D-4710-B4FB-0DDBE171F1E3}"/>
              </a:ext>
            </a:extLst>
          </p:cNvPr>
          <p:cNvSpPr/>
          <p:nvPr/>
        </p:nvSpPr>
        <p:spPr>
          <a:xfrm>
            <a:off x="7704704" y="3732263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40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48DC182-438E-4BE6-8205-9FCA85B51412}"/>
              </a:ext>
            </a:extLst>
          </p:cNvPr>
          <p:cNvSpPr/>
          <p:nvPr/>
        </p:nvSpPr>
        <p:spPr>
          <a:xfrm>
            <a:off x="7161120" y="4753780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35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F8D9D23-F156-404D-91F2-B361C4350B45}"/>
              </a:ext>
            </a:extLst>
          </p:cNvPr>
          <p:cNvSpPr/>
          <p:nvPr/>
        </p:nvSpPr>
        <p:spPr>
          <a:xfrm>
            <a:off x="8384038" y="4750066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B534AED-456D-46B7-875C-3D139B24D638}"/>
              </a:ext>
            </a:extLst>
          </p:cNvPr>
          <p:cNvSpPr/>
          <p:nvPr/>
        </p:nvSpPr>
        <p:spPr>
          <a:xfrm>
            <a:off x="4924217" y="4729408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FE9BA1E-78B2-43EA-AF19-216955D8AE4D}"/>
              </a:ext>
            </a:extLst>
          </p:cNvPr>
          <p:cNvSpPr/>
          <p:nvPr/>
        </p:nvSpPr>
        <p:spPr>
          <a:xfrm>
            <a:off x="2270802" y="4722377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09AAC19-219C-4D25-BEC8-AEE09B575CD8}"/>
              </a:ext>
            </a:extLst>
          </p:cNvPr>
          <p:cNvSpPr/>
          <p:nvPr/>
        </p:nvSpPr>
        <p:spPr>
          <a:xfrm>
            <a:off x="4261951" y="3723407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29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191539" y="1626208"/>
            <a:ext cx="8584384" cy="4625609"/>
          </a:xfrm>
        </p:spPr>
        <p:txBody>
          <a:bodyPr>
            <a:normAutofit/>
          </a:bodyPr>
          <a:lstStyle/>
          <a:p>
            <a:r>
              <a:rPr lang="en-US" dirty="0"/>
              <a:t>Search(k): O(h)</a:t>
            </a:r>
          </a:p>
          <a:p>
            <a:r>
              <a:rPr lang="en-US" dirty="0"/>
              <a:t>Insert(k) : O(h)</a:t>
            </a:r>
          </a:p>
          <a:p>
            <a:r>
              <a:rPr lang="en-US" dirty="0"/>
              <a:t>Delete(k) : O(h)</a:t>
            </a:r>
          </a:p>
          <a:p>
            <a:pPr marL="118872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9A8537-6057-460E-9B98-012FF06C5B2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3/154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CAD4816-9200-4503-8F39-E0D67B7D515A}"/>
              </a:ext>
            </a:extLst>
          </p:cNvPr>
          <p:cNvCxnSpPr/>
          <p:nvPr/>
        </p:nvCxnSpPr>
        <p:spPr>
          <a:xfrm flipV="1">
            <a:off x="9858375" y="2010226"/>
            <a:ext cx="0" cy="337276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B1C7C99-A73A-4868-92FA-9EC8756D4CF8}"/>
              </a:ext>
            </a:extLst>
          </p:cNvPr>
          <p:cNvSpPr/>
          <p:nvPr/>
        </p:nvSpPr>
        <p:spPr>
          <a:xfrm>
            <a:off x="9930219" y="3247843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62E828-DFFF-4BC4-9C9F-CD226B183DE5}"/>
              </a:ext>
            </a:extLst>
          </p:cNvPr>
          <p:cNvCxnSpPr/>
          <p:nvPr/>
        </p:nvCxnSpPr>
        <p:spPr>
          <a:xfrm flipV="1">
            <a:off x="2426349" y="3999481"/>
            <a:ext cx="542694" cy="8238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50C54-F8A1-4139-BFB6-2187C0991C0D}"/>
              </a:ext>
            </a:extLst>
          </p:cNvPr>
          <p:cNvCxnSpPr/>
          <p:nvPr/>
        </p:nvCxnSpPr>
        <p:spPr>
          <a:xfrm flipH="1" flipV="1">
            <a:off x="4467356" y="3889333"/>
            <a:ext cx="673859" cy="8787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E8116C3-E34A-4EB5-AD2B-244C67C58E22}"/>
              </a:ext>
            </a:extLst>
          </p:cNvPr>
          <p:cNvCxnSpPr>
            <a:cxnSpLocks/>
          </p:cNvCxnSpPr>
          <p:nvPr/>
        </p:nvCxnSpPr>
        <p:spPr>
          <a:xfrm flipH="1" flipV="1">
            <a:off x="5440982" y="2154174"/>
            <a:ext cx="1733754" cy="7670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882904-36D5-4BAC-8F78-D5B48E892F05}"/>
              </a:ext>
            </a:extLst>
          </p:cNvPr>
          <p:cNvCxnSpPr>
            <a:cxnSpLocks/>
            <a:stCxn id="72" idx="0"/>
            <a:endCxn id="71" idx="1"/>
          </p:cNvCxnSpPr>
          <p:nvPr/>
        </p:nvCxnSpPr>
        <p:spPr>
          <a:xfrm flipV="1">
            <a:off x="3810794" y="2201363"/>
            <a:ext cx="1428272" cy="5987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16">
            <a:extLst>
              <a:ext uri="{FF2B5EF4-FFF2-40B4-BE49-F238E27FC236}">
                <a16:creationId xmlns:a16="http://schemas.microsoft.com/office/drawing/2014/main" id="{153B278C-894D-468D-BE4F-4638CE102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777" y="201022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E963F45-6961-4E61-8EE3-847DB4017F40}"/>
              </a:ext>
            </a:extLst>
          </p:cNvPr>
          <p:cNvCxnSpPr/>
          <p:nvPr/>
        </p:nvCxnSpPr>
        <p:spPr>
          <a:xfrm flipH="1" flipV="1">
            <a:off x="3820849" y="2853699"/>
            <a:ext cx="587631" cy="911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505E7E7-B495-4FB0-B082-A96EA7B53AA2}"/>
              </a:ext>
            </a:extLst>
          </p:cNvPr>
          <p:cNvCxnSpPr/>
          <p:nvPr/>
        </p:nvCxnSpPr>
        <p:spPr>
          <a:xfrm flipV="1">
            <a:off x="3035935" y="2923248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16">
            <a:extLst>
              <a:ext uri="{FF2B5EF4-FFF2-40B4-BE49-F238E27FC236}">
                <a16:creationId xmlns:a16="http://schemas.microsoft.com/office/drawing/2014/main" id="{8740857E-AB9C-4DAF-8AA6-73E75FAA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348" y="276704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2091E5E1-FFBF-47BE-9CF2-17428E0E3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090" y="3655258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" name="Oval 16">
            <a:extLst>
              <a:ext uri="{FF2B5EF4-FFF2-40B4-BE49-F238E27FC236}">
                <a16:creationId xmlns:a16="http://schemas.microsoft.com/office/drawing/2014/main" id="{DCD5AF73-4260-4E10-A514-9A5570C31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69" y="369847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Oval 16">
            <a:extLst>
              <a:ext uri="{FF2B5EF4-FFF2-40B4-BE49-F238E27FC236}">
                <a16:creationId xmlns:a16="http://schemas.microsoft.com/office/drawing/2014/main" id="{45B7C48E-2C37-40C4-9053-04B5B82A8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676" y="4679730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2" name="Oval 16">
            <a:extLst>
              <a:ext uri="{FF2B5EF4-FFF2-40B4-BE49-F238E27FC236}">
                <a16:creationId xmlns:a16="http://schemas.microsoft.com/office/drawing/2014/main" id="{F454F7B9-C6AD-4703-9805-1FB69C2B9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977" y="4681117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509E50D-AA71-4ABF-BC10-741A97067D6F}"/>
              </a:ext>
            </a:extLst>
          </p:cNvPr>
          <p:cNvCxnSpPr/>
          <p:nvPr/>
        </p:nvCxnSpPr>
        <p:spPr>
          <a:xfrm flipH="1" flipV="1">
            <a:off x="7918920" y="3907921"/>
            <a:ext cx="673859" cy="8787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14679A2-32AD-4BF5-974F-3F8AD052EEA3}"/>
              </a:ext>
            </a:extLst>
          </p:cNvPr>
          <p:cNvCxnSpPr/>
          <p:nvPr/>
        </p:nvCxnSpPr>
        <p:spPr>
          <a:xfrm flipV="1">
            <a:off x="7306061" y="3975186"/>
            <a:ext cx="457312" cy="8114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7EA8958-B4F1-4C52-864B-4F3AF38C6CAF}"/>
              </a:ext>
            </a:extLst>
          </p:cNvPr>
          <p:cNvCxnSpPr>
            <a:cxnSpLocks/>
          </p:cNvCxnSpPr>
          <p:nvPr/>
        </p:nvCxnSpPr>
        <p:spPr>
          <a:xfrm flipH="1" flipV="1">
            <a:off x="7055881" y="2969417"/>
            <a:ext cx="784292" cy="8568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D492CC2-E583-4190-AEB0-4D769A0DCBCB}"/>
              </a:ext>
            </a:extLst>
          </p:cNvPr>
          <p:cNvCxnSpPr/>
          <p:nvPr/>
        </p:nvCxnSpPr>
        <p:spPr>
          <a:xfrm flipV="1">
            <a:off x="6299720" y="2941836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6">
            <a:extLst>
              <a:ext uri="{FF2B5EF4-FFF2-40B4-BE49-F238E27FC236}">
                <a16:creationId xmlns:a16="http://schemas.microsoft.com/office/drawing/2014/main" id="{AE8E2788-6513-466A-AE44-1EEB6A35A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3" y="2785629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8" name="Oval 16">
            <a:extLst>
              <a:ext uri="{FF2B5EF4-FFF2-40B4-BE49-F238E27FC236}">
                <a16:creationId xmlns:a16="http://schemas.microsoft.com/office/drawing/2014/main" id="{F357F331-D418-40CA-8F73-977E7B1DE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75" y="367384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Oval 16">
            <a:extLst>
              <a:ext uri="{FF2B5EF4-FFF2-40B4-BE49-F238E27FC236}">
                <a16:creationId xmlns:a16="http://schemas.microsoft.com/office/drawing/2014/main" id="{2F90AFA2-B7E7-4235-9E4E-76D3D31BE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733" y="3717062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0" name="Oval 16">
            <a:extLst>
              <a:ext uri="{FF2B5EF4-FFF2-40B4-BE49-F238E27FC236}">
                <a16:creationId xmlns:a16="http://schemas.microsoft.com/office/drawing/2014/main" id="{9978C846-23E0-4720-A3BD-3E841ABF2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823" y="4699706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0" name="Oval 16">
            <a:extLst>
              <a:ext uri="{FF2B5EF4-FFF2-40B4-BE49-F238E27FC236}">
                <a16:creationId xmlns:a16="http://schemas.microsoft.com/office/drawing/2014/main" id="{1B377E9E-CBDD-46FF-9DC5-12DB3D78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240" y="4698318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25A012-5CE2-4374-947A-E6B741388735}"/>
              </a:ext>
            </a:extLst>
          </p:cNvPr>
          <p:cNvSpPr txBox="1"/>
          <p:nvPr/>
        </p:nvSpPr>
        <p:spPr>
          <a:xfrm>
            <a:off x="5239066" y="2032086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6D09AC-AE78-421C-B3DB-AEF2D6370FCC}"/>
              </a:ext>
            </a:extLst>
          </p:cNvPr>
          <p:cNvSpPr txBox="1"/>
          <p:nvPr/>
        </p:nvSpPr>
        <p:spPr>
          <a:xfrm>
            <a:off x="3596633" y="2800140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9C0810-45DB-4BED-8A4A-AAD037E97D0F}"/>
              </a:ext>
            </a:extLst>
          </p:cNvPr>
          <p:cNvSpPr txBox="1"/>
          <p:nvPr/>
        </p:nvSpPr>
        <p:spPr>
          <a:xfrm>
            <a:off x="6882718" y="2807577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64BB223-64E1-4C31-9874-3C4159442E7B}"/>
              </a:ext>
            </a:extLst>
          </p:cNvPr>
          <p:cNvSpPr/>
          <p:nvPr/>
        </p:nvSpPr>
        <p:spPr>
          <a:xfrm>
            <a:off x="2903157" y="3692930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21C67E-466B-421C-9A89-FAC56B80761B}"/>
              </a:ext>
            </a:extLst>
          </p:cNvPr>
          <p:cNvSpPr/>
          <p:nvPr/>
        </p:nvSpPr>
        <p:spPr>
          <a:xfrm>
            <a:off x="6165861" y="3717062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28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6E85F26-7622-4CF0-BC9D-03FFE3A8CB9C}"/>
              </a:ext>
            </a:extLst>
          </p:cNvPr>
          <p:cNvSpPr/>
          <p:nvPr/>
        </p:nvSpPr>
        <p:spPr>
          <a:xfrm>
            <a:off x="7704704" y="3732263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40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7538A69-7A36-4C5E-A200-D582D45D7718}"/>
              </a:ext>
            </a:extLst>
          </p:cNvPr>
          <p:cNvSpPr/>
          <p:nvPr/>
        </p:nvSpPr>
        <p:spPr>
          <a:xfrm>
            <a:off x="7161120" y="4753780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35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9E9601C-5C28-414C-807F-71627924767B}"/>
              </a:ext>
            </a:extLst>
          </p:cNvPr>
          <p:cNvSpPr/>
          <p:nvPr/>
        </p:nvSpPr>
        <p:spPr>
          <a:xfrm>
            <a:off x="8384038" y="4750066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F73BDB3-79DA-4DD7-8964-10CDF1D46A53}"/>
              </a:ext>
            </a:extLst>
          </p:cNvPr>
          <p:cNvSpPr/>
          <p:nvPr/>
        </p:nvSpPr>
        <p:spPr>
          <a:xfrm>
            <a:off x="4924217" y="4729408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E581F2-847D-4C31-A549-8C6326F3AFD2}"/>
              </a:ext>
            </a:extLst>
          </p:cNvPr>
          <p:cNvSpPr/>
          <p:nvPr/>
        </p:nvSpPr>
        <p:spPr>
          <a:xfrm>
            <a:off x="2270802" y="4722377"/>
            <a:ext cx="3064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FDB9AB1-D053-4A39-9CF0-0000BBF40469}"/>
              </a:ext>
            </a:extLst>
          </p:cNvPr>
          <p:cNvSpPr/>
          <p:nvPr/>
        </p:nvSpPr>
        <p:spPr>
          <a:xfrm>
            <a:off x="4261951" y="3723407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088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704-0845-4814-BDD1-1090D74F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Trees for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3FF9-94F9-4214-8B87-ECCB104A3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4/154</a:t>
            </a:r>
          </a:p>
        </p:txBody>
      </p:sp>
      <p:graphicFrame>
        <p:nvGraphicFramePr>
          <p:cNvPr id="8" name="Content Placeholder 36">
            <a:extLst>
              <a:ext uri="{FF2B5EF4-FFF2-40B4-BE49-F238E27FC236}">
                <a16:creationId xmlns:a16="http://schemas.microsoft.com/office/drawing/2014/main" id="{98799D54-4079-4CC6-ADD3-909973155F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4767245"/>
              </p:ext>
            </p:extLst>
          </p:nvPr>
        </p:nvGraphicFramePr>
        <p:xfrm>
          <a:off x="4724398" y="1950356"/>
          <a:ext cx="6496050" cy="61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94772828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813799016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428529495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61839939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69495300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87273513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66061946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91123354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04571097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735038221"/>
                    </a:ext>
                  </a:extLst>
                </a:gridCol>
              </a:tblGrid>
              <a:tr h="61867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798664"/>
                  </a:ext>
                </a:extLst>
              </a:tr>
            </a:tbl>
          </a:graphicData>
        </a:graphic>
      </p:graphicFrame>
      <p:sp>
        <p:nvSpPr>
          <p:cNvPr id="11" name="Oval 16">
            <a:extLst>
              <a:ext uri="{FF2B5EF4-FFF2-40B4-BE49-F238E27FC236}">
                <a16:creationId xmlns:a16="http://schemas.microsoft.com/office/drawing/2014/main" id="{A0FCD6DC-F3DE-4037-914F-FD4ADB0B4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00" y="1836732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11732F-D38D-4051-B944-F7022EB87EC5}"/>
              </a:ext>
            </a:extLst>
          </p:cNvPr>
          <p:cNvSpPr txBox="1"/>
          <p:nvPr/>
        </p:nvSpPr>
        <p:spPr>
          <a:xfrm>
            <a:off x="771089" y="185859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23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704-0845-4814-BDD1-1090D74F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Trees for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3FF9-94F9-4214-8B87-ECCB104A3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5/154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8E12DAF-707E-4E72-BDF9-7557BEBE0721}"/>
              </a:ext>
            </a:extLst>
          </p:cNvPr>
          <p:cNvGrpSpPr/>
          <p:nvPr/>
        </p:nvGrpSpPr>
        <p:grpSpPr>
          <a:xfrm>
            <a:off x="1100139" y="2189797"/>
            <a:ext cx="588183" cy="601045"/>
            <a:chOff x="11040530" y="3901805"/>
            <a:chExt cx="588183" cy="60104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1E0463E-643F-4F3D-9F87-5B47209C2E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16">
              <a:extLst>
                <a:ext uri="{FF2B5EF4-FFF2-40B4-BE49-F238E27FC236}">
                  <a16:creationId xmlns:a16="http://schemas.microsoft.com/office/drawing/2014/main" id="{76B22AB4-B8FF-434A-87F3-72F70340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F171F3F-E8BF-4C97-A4E7-D3E142A877B8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</p:grpSp>
      <p:sp>
        <p:nvSpPr>
          <p:cNvPr id="38" name="Oval 16">
            <a:extLst>
              <a:ext uri="{FF2B5EF4-FFF2-40B4-BE49-F238E27FC236}">
                <a16:creationId xmlns:a16="http://schemas.microsoft.com/office/drawing/2014/main" id="{B844FF80-0652-41DF-BA4E-11AE9205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00" y="1836732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FF4764-8B50-4D1C-A910-FEDABD07D9DE}"/>
              </a:ext>
            </a:extLst>
          </p:cNvPr>
          <p:cNvSpPr txBox="1"/>
          <p:nvPr/>
        </p:nvSpPr>
        <p:spPr>
          <a:xfrm>
            <a:off x="771089" y="185859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7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B18D14F-D2F5-4C42-A795-951964CB16F9}"/>
              </a:ext>
            </a:extLst>
          </p:cNvPr>
          <p:cNvGrpSpPr/>
          <p:nvPr/>
        </p:nvGrpSpPr>
        <p:grpSpPr>
          <a:xfrm>
            <a:off x="1612500" y="2655833"/>
            <a:ext cx="588183" cy="601045"/>
            <a:chOff x="11040530" y="3901805"/>
            <a:chExt cx="588183" cy="60104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4D6CC65-9E22-4F17-A636-3C2024249E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16">
              <a:extLst>
                <a:ext uri="{FF2B5EF4-FFF2-40B4-BE49-F238E27FC236}">
                  <a16:creationId xmlns:a16="http://schemas.microsoft.com/office/drawing/2014/main" id="{FC4FD6FF-FB70-460C-BF4A-7CC386851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0D8AF6-3E72-4733-902D-C5C5989DE6C1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C259E69-8813-42FB-883D-EC94FB1688DD}"/>
              </a:ext>
            </a:extLst>
          </p:cNvPr>
          <p:cNvGrpSpPr/>
          <p:nvPr/>
        </p:nvGrpSpPr>
        <p:grpSpPr>
          <a:xfrm>
            <a:off x="2124861" y="3121869"/>
            <a:ext cx="588183" cy="601045"/>
            <a:chOff x="11040530" y="3901805"/>
            <a:chExt cx="588183" cy="601045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976BBB6-1CC9-40DB-AA06-5D1FC3F746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16">
              <a:extLst>
                <a:ext uri="{FF2B5EF4-FFF2-40B4-BE49-F238E27FC236}">
                  <a16:creationId xmlns:a16="http://schemas.microsoft.com/office/drawing/2014/main" id="{0BA9D559-2ED6-4D70-8F24-4452D55EC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934E190-7AF7-427B-A9DF-6FF63D1BE77B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17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4806373-54C7-46A2-8769-87DAD7675353}"/>
              </a:ext>
            </a:extLst>
          </p:cNvPr>
          <p:cNvGrpSpPr/>
          <p:nvPr/>
        </p:nvGrpSpPr>
        <p:grpSpPr>
          <a:xfrm>
            <a:off x="2627697" y="3614643"/>
            <a:ext cx="588183" cy="601045"/>
            <a:chOff x="11040530" y="3901805"/>
            <a:chExt cx="588183" cy="601045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AC1247A-89E1-4994-86F8-C2E062F705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16">
              <a:extLst>
                <a:ext uri="{FF2B5EF4-FFF2-40B4-BE49-F238E27FC236}">
                  <a16:creationId xmlns:a16="http://schemas.microsoft.com/office/drawing/2014/main" id="{99FBE6B7-832F-4BC7-8BA2-147D57C56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D402042-E4C8-4C3E-B1A5-AEB0B6A77F46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24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F500884-1D4F-4067-BFEE-3740F46C9C51}"/>
              </a:ext>
            </a:extLst>
          </p:cNvPr>
          <p:cNvGrpSpPr/>
          <p:nvPr/>
        </p:nvGrpSpPr>
        <p:grpSpPr>
          <a:xfrm>
            <a:off x="3140058" y="4080679"/>
            <a:ext cx="588183" cy="601045"/>
            <a:chOff x="11040530" y="3901805"/>
            <a:chExt cx="588183" cy="601045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017A7AC-753D-4362-86D6-0727046E1E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16">
              <a:extLst>
                <a:ext uri="{FF2B5EF4-FFF2-40B4-BE49-F238E27FC236}">
                  <a16:creationId xmlns:a16="http://schemas.microsoft.com/office/drawing/2014/main" id="{19DF257B-A3A4-445C-94BE-CF2761080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AF375D9-34D9-4904-9AED-C1C6DD17B870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39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779B068-4ADC-4D51-87B8-4F7F3656B699}"/>
              </a:ext>
            </a:extLst>
          </p:cNvPr>
          <p:cNvGrpSpPr/>
          <p:nvPr/>
        </p:nvGrpSpPr>
        <p:grpSpPr>
          <a:xfrm>
            <a:off x="3652419" y="4556240"/>
            <a:ext cx="588183" cy="601045"/>
            <a:chOff x="11040530" y="3901805"/>
            <a:chExt cx="588183" cy="601045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47BAA6F-D3DC-4672-BECB-8E8789DC30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16">
              <a:extLst>
                <a:ext uri="{FF2B5EF4-FFF2-40B4-BE49-F238E27FC236}">
                  <a16:creationId xmlns:a16="http://schemas.microsoft.com/office/drawing/2014/main" id="{2208617C-DEE6-49C3-B40C-2A67091CA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937EB02-212C-4E2B-8971-1820DCC2FE16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40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864FEC1-E1C6-47A0-9D08-899CF74AE495}"/>
              </a:ext>
            </a:extLst>
          </p:cNvPr>
          <p:cNvGrpSpPr/>
          <p:nvPr/>
        </p:nvGrpSpPr>
        <p:grpSpPr>
          <a:xfrm>
            <a:off x="4161806" y="5079068"/>
            <a:ext cx="588183" cy="601045"/>
            <a:chOff x="11040530" y="3901805"/>
            <a:chExt cx="588183" cy="601045"/>
          </a:xfrm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6ABB079-374E-41D7-8F5A-47F3EB99B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16">
              <a:extLst>
                <a:ext uri="{FF2B5EF4-FFF2-40B4-BE49-F238E27FC236}">
                  <a16:creationId xmlns:a16="http://schemas.microsoft.com/office/drawing/2014/main" id="{156D4A02-EFD1-4A00-B2BB-9C27BD516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B9FADDA-AA5C-464A-BE27-10355817C2D9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56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459DEA3-95B6-49ED-9AD6-968F9E642DFE}"/>
              </a:ext>
            </a:extLst>
          </p:cNvPr>
          <p:cNvGrpSpPr/>
          <p:nvPr/>
        </p:nvGrpSpPr>
        <p:grpSpPr>
          <a:xfrm>
            <a:off x="4606908" y="5638640"/>
            <a:ext cx="588183" cy="601045"/>
            <a:chOff x="11040530" y="3901805"/>
            <a:chExt cx="588183" cy="601045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472551A-585D-4EC5-A8DE-0F66E7C4D4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16">
              <a:extLst>
                <a:ext uri="{FF2B5EF4-FFF2-40B4-BE49-F238E27FC236}">
                  <a16:creationId xmlns:a16="http://schemas.microsoft.com/office/drawing/2014/main" id="{FFF23C89-C5C3-4B43-9964-F4B5A6836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9EF9F45-DE61-40AD-A85B-0AADA9D524CA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65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73B5B42-E50F-42D6-89E9-53C816A07B52}"/>
              </a:ext>
            </a:extLst>
          </p:cNvPr>
          <p:cNvGrpSpPr/>
          <p:nvPr/>
        </p:nvGrpSpPr>
        <p:grpSpPr>
          <a:xfrm>
            <a:off x="5099871" y="6169868"/>
            <a:ext cx="588183" cy="601045"/>
            <a:chOff x="11040530" y="3901805"/>
            <a:chExt cx="588183" cy="601045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30BD8A3-7D15-41D9-910D-22D6A63C46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40530" y="3901805"/>
              <a:ext cx="216469" cy="23234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Oval 16">
              <a:extLst>
                <a:ext uri="{FF2B5EF4-FFF2-40B4-BE49-F238E27FC236}">
                  <a16:creationId xmlns:a16="http://schemas.microsoft.com/office/drawing/2014/main" id="{27D5FDFE-D8E9-4996-9240-399B773D0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360" y="4067319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CB62D43-AD85-456A-A367-A41442D18880}"/>
                </a:ext>
              </a:extLst>
            </p:cNvPr>
            <p:cNvSpPr/>
            <p:nvPr/>
          </p:nvSpPr>
          <p:spPr>
            <a:xfrm>
              <a:off x="11168331" y="4082520"/>
              <a:ext cx="4603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78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9511F94-0C42-4FED-BA34-7AA8E2200DB9}"/>
              </a:ext>
            </a:extLst>
          </p:cNvPr>
          <p:cNvGrpSpPr/>
          <p:nvPr/>
        </p:nvGrpSpPr>
        <p:grpSpPr>
          <a:xfrm>
            <a:off x="532039" y="1874405"/>
            <a:ext cx="971417" cy="4915558"/>
            <a:chOff x="238125" y="1732892"/>
            <a:chExt cx="971417" cy="4915558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A8110FD-556B-4EFC-B992-206715AE9860}"/>
                </a:ext>
              </a:extLst>
            </p:cNvPr>
            <p:cNvSpPr txBox="1"/>
            <p:nvPr/>
          </p:nvSpPr>
          <p:spPr>
            <a:xfrm>
              <a:off x="289097" y="4086112"/>
              <a:ext cx="9204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h=n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1B8CE3C-F913-44C1-AD7D-7C680A5AA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125" y="1732892"/>
              <a:ext cx="0" cy="491555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9" name="Content Placeholder 36">
            <a:extLst>
              <a:ext uri="{FF2B5EF4-FFF2-40B4-BE49-F238E27FC236}">
                <a16:creationId xmlns:a16="http://schemas.microsoft.com/office/drawing/2014/main" id="{799BAAD2-A0E6-4BB3-AA1E-B4DE1FF877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4767245"/>
              </p:ext>
            </p:extLst>
          </p:nvPr>
        </p:nvGraphicFramePr>
        <p:xfrm>
          <a:off x="4724398" y="1950356"/>
          <a:ext cx="6496050" cy="618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9605">
                  <a:extLst>
                    <a:ext uri="{9D8B030D-6E8A-4147-A177-3AD203B41FA5}">
                      <a16:colId xmlns:a16="http://schemas.microsoft.com/office/drawing/2014/main" val="94772828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813799016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428529495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61839939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69495300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87273513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660619462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91123354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045710971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2735038221"/>
                    </a:ext>
                  </a:extLst>
                </a:gridCol>
              </a:tblGrid>
              <a:tr h="61867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79866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2125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9704-0845-4814-BDD1-1090D74F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Trees for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43FF9-94F9-4214-8B87-ECCB104A32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6/154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617B3B-2825-4969-8F7B-1BE5EF2C4050}"/>
              </a:ext>
            </a:extLst>
          </p:cNvPr>
          <p:cNvCxnSpPr/>
          <p:nvPr/>
        </p:nvCxnSpPr>
        <p:spPr>
          <a:xfrm flipH="1" flipV="1">
            <a:off x="5611377" y="2314846"/>
            <a:ext cx="1853477" cy="11790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305087-5E7A-49E5-A5EA-4585290D92AD}"/>
              </a:ext>
            </a:extLst>
          </p:cNvPr>
          <p:cNvCxnSpPr/>
          <p:nvPr/>
        </p:nvCxnSpPr>
        <p:spPr>
          <a:xfrm flipV="1">
            <a:off x="3608714" y="2445342"/>
            <a:ext cx="1804150" cy="10422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16">
            <a:extLst>
              <a:ext uri="{FF2B5EF4-FFF2-40B4-BE49-F238E27FC236}">
                <a16:creationId xmlns:a16="http://schemas.microsoft.com/office/drawing/2014/main" id="{1AFB604A-F11D-42FC-B3ED-0022BCF22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804" y="2205363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A3F1A1-9E7F-472A-BECD-0F13BB3BCD5A}"/>
              </a:ext>
            </a:extLst>
          </p:cNvPr>
          <p:cNvCxnSpPr/>
          <p:nvPr/>
        </p:nvCxnSpPr>
        <p:spPr>
          <a:xfrm flipH="1" flipV="1">
            <a:off x="3673141" y="3424392"/>
            <a:ext cx="587631" cy="911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667D8A-935F-4C74-A295-F8DA5C0E05ED}"/>
              </a:ext>
            </a:extLst>
          </p:cNvPr>
          <p:cNvCxnSpPr/>
          <p:nvPr/>
        </p:nvCxnSpPr>
        <p:spPr>
          <a:xfrm flipV="1">
            <a:off x="2888227" y="3493941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6">
            <a:extLst>
              <a:ext uri="{FF2B5EF4-FFF2-40B4-BE49-F238E27FC236}">
                <a16:creationId xmlns:a16="http://schemas.microsoft.com/office/drawing/2014/main" id="{C424B5A9-F26E-48EE-B172-D0E020A04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40" y="3337734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7310FEA2-D3F9-43BF-BD62-BA5C725EF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382" y="4225951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59D1206F-4EEC-46AF-80A2-435331E58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61" y="4269167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17D0F3-DC80-4791-B3A9-154166836598}"/>
              </a:ext>
            </a:extLst>
          </p:cNvPr>
          <p:cNvCxnSpPr/>
          <p:nvPr/>
        </p:nvCxnSpPr>
        <p:spPr>
          <a:xfrm flipH="1" flipV="1">
            <a:off x="7516590" y="3442980"/>
            <a:ext cx="587631" cy="9116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DF10AD-9B1A-43B7-8443-841D41B52C38}"/>
              </a:ext>
            </a:extLst>
          </p:cNvPr>
          <p:cNvCxnSpPr/>
          <p:nvPr/>
        </p:nvCxnSpPr>
        <p:spPr>
          <a:xfrm flipV="1">
            <a:off x="6731676" y="3512529"/>
            <a:ext cx="688576" cy="8843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16">
            <a:extLst>
              <a:ext uri="{FF2B5EF4-FFF2-40B4-BE49-F238E27FC236}">
                <a16:creationId xmlns:a16="http://schemas.microsoft.com/office/drawing/2014/main" id="{2F6E55BF-C5DA-41EF-9B56-15DBCDB6F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7089" y="3356322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Oval 16">
            <a:extLst>
              <a:ext uri="{FF2B5EF4-FFF2-40B4-BE49-F238E27FC236}">
                <a16:creationId xmlns:a16="http://schemas.microsoft.com/office/drawing/2014/main" id="{FB011D5B-D99C-4170-ACDD-BDDDA3A33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831" y="4244539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2823B7AC-D100-4488-BA7E-7A4F48D71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910" y="4287755"/>
            <a:ext cx="435531" cy="43553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083B70-A336-4FE6-8BD1-E8104A55C598}"/>
              </a:ext>
            </a:extLst>
          </p:cNvPr>
          <p:cNvSpPr txBox="1"/>
          <p:nvPr/>
        </p:nvSpPr>
        <p:spPr>
          <a:xfrm>
            <a:off x="5426093" y="2227223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70915D-AD34-43E4-9258-67BD22913839}"/>
              </a:ext>
            </a:extLst>
          </p:cNvPr>
          <p:cNvSpPr txBox="1"/>
          <p:nvPr/>
        </p:nvSpPr>
        <p:spPr>
          <a:xfrm>
            <a:off x="3448925" y="3370833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002B0-C9CF-4566-B050-2FE75D55DE9D}"/>
              </a:ext>
            </a:extLst>
          </p:cNvPr>
          <p:cNvSpPr txBox="1"/>
          <p:nvPr/>
        </p:nvSpPr>
        <p:spPr>
          <a:xfrm>
            <a:off x="7314674" y="3378270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051CE3-90C3-4EA6-BEC5-9F16BF70A6FD}"/>
              </a:ext>
            </a:extLst>
          </p:cNvPr>
          <p:cNvSpPr/>
          <p:nvPr/>
        </p:nvSpPr>
        <p:spPr>
          <a:xfrm>
            <a:off x="2755449" y="4263623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D3CCE-9DAA-45EC-8103-7F3124994A1A}"/>
              </a:ext>
            </a:extLst>
          </p:cNvPr>
          <p:cNvSpPr/>
          <p:nvPr/>
        </p:nvSpPr>
        <p:spPr>
          <a:xfrm>
            <a:off x="6597817" y="4287755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004F4C-7F1F-471D-A4FE-5EB6F30307C6}"/>
              </a:ext>
            </a:extLst>
          </p:cNvPr>
          <p:cNvSpPr/>
          <p:nvPr/>
        </p:nvSpPr>
        <p:spPr>
          <a:xfrm>
            <a:off x="7948881" y="4302956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40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11566C-AC2E-4928-B4A8-3D4C9B7963CD}"/>
              </a:ext>
            </a:extLst>
          </p:cNvPr>
          <p:cNvSpPr/>
          <p:nvPr/>
        </p:nvSpPr>
        <p:spPr>
          <a:xfrm>
            <a:off x="4114243" y="4294100"/>
            <a:ext cx="4283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18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9F4EB7-0B74-4728-9229-3AE8E47766F3}"/>
              </a:ext>
            </a:extLst>
          </p:cNvPr>
          <p:cNvGrpSpPr/>
          <p:nvPr/>
        </p:nvGrpSpPr>
        <p:grpSpPr>
          <a:xfrm>
            <a:off x="9037905" y="1896807"/>
            <a:ext cx="1506820" cy="2736148"/>
            <a:chOff x="238125" y="1732892"/>
            <a:chExt cx="1506820" cy="491555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29B06F7-6AAA-4A42-8125-725A904AF70B}"/>
                </a:ext>
              </a:extLst>
            </p:cNvPr>
            <p:cNvSpPr txBox="1"/>
            <p:nvPr/>
          </p:nvSpPr>
          <p:spPr>
            <a:xfrm>
              <a:off x="289097" y="4086111"/>
              <a:ext cx="1455848" cy="9399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h=log n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4C80A8-F32B-4E58-9D38-B68914132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125" y="1732892"/>
              <a:ext cx="0" cy="491555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D1F59B6-A902-46F3-B986-B84046B5F0DB}"/>
              </a:ext>
            </a:extLst>
          </p:cNvPr>
          <p:cNvSpPr/>
          <p:nvPr/>
        </p:nvSpPr>
        <p:spPr>
          <a:xfrm>
            <a:off x="399988" y="5700065"/>
            <a:ext cx="113920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31F20"/>
                </a:solidFill>
                <a:latin typeface="NimbusRomNo9L-Regu"/>
              </a:rPr>
              <a:t>In order to avoid the poor performance, we need ways of maintaining the height of a search tree to be logarithmic in the number of nodes it has.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97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70EF24F-0E8C-4330-8CB0-999023BCB31D}"/>
              </a:ext>
            </a:extLst>
          </p:cNvPr>
          <p:cNvCxnSpPr>
            <a:cxnSpLocks/>
          </p:cNvCxnSpPr>
          <p:nvPr/>
        </p:nvCxnSpPr>
        <p:spPr>
          <a:xfrm>
            <a:off x="4053270" y="4566785"/>
            <a:ext cx="250688" cy="35080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EB9D011-913B-472A-ADFD-C3EF3CD0203B}"/>
              </a:ext>
            </a:extLst>
          </p:cNvPr>
          <p:cNvCxnSpPr>
            <a:cxnSpLocks/>
          </p:cNvCxnSpPr>
          <p:nvPr/>
        </p:nvCxnSpPr>
        <p:spPr>
          <a:xfrm flipH="1">
            <a:off x="3580796" y="4566785"/>
            <a:ext cx="221786" cy="47020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CA43657-997F-45AD-B2D5-890887926227}"/>
              </a:ext>
            </a:extLst>
          </p:cNvPr>
          <p:cNvCxnSpPr>
            <a:cxnSpLocks/>
          </p:cNvCxnSpPr>
          <p:nvPr/>
        </p:nvCxnSpPr>
        <p:spPr>
          <a:xfrm flipH="1">
            <a:off x="2728242" y="3703599"/>
            <a:ext cx="221786" cy="4702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80A61CE-78D7-4A12-BEEB-989885DAF75F}"/>
              </a:ext>
            </a:extLst>
          </p:cNvPr>
          <p:cNvCxnSpPr>
            <a:cxnSpLocks/>
          </p:cNvCxnSpPr>
          <p:nvPr/>
        </p:nvCxnSpPr>
        <p:spPr>
          <a:xfrm flipH="1">
            <a:off x="6872976" y="5402608"/>
            <a:ext cx="221786" cy="47020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2F53FA0-34C7-47A0-9F3A-00F2E8EF33ED}"/>
              </a:ext>
            </a:extLst>
          </p:cNvPr>
          <p:cNvCxnSpPr>
            <a:cxnSpLocks/>
          </p:cNvCxnSpPr>
          <p:nvPr/>
        </p:nvCxnSpPr>
        <p:spPr>
          <a:xfrm>
            <a:off x="7345450" y="5402608"/>
            <a:ext cx="250688" cy="35080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F1E103D-B82D-4553-97E8-D43A59F3C857}"/>
              </a:ext>
            </a:extLst>
          </p:cNvPr>
          <p:cNvCxnSpPr>
            <a:cxnSpLocks/>
          </p:cNvCxnSpPr>
          <p:nvPr/>
        </p:nvCxnSpPr>
        <p:spPr>
          <a:xfrm>
            <a:off x="5705102" y="5387222"/>
            <a:ext cx="250688" cy="35080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835C454-4DB3-4FA9-B847-B69BC25A6485}"/>
              </a:ext>
            </a:extLst>
          </p:cNvPr>
          <p:cNvCxnSpPr>
            <a:cxnSpLocks/>
          </p:cNvCxnSpPr>
          <p:nvPr/>
        </p:nvCxnSpPr>
        <p:spPr>
          <a:xfrm flipH="1">
            <a:off x="5232628" y="5387222"/>
            <a:ext cx="221786" cy="47020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A845684-DAAC-40C7-89DE-11211F7E74EB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6587276" y="4482829"/>
            <a:ext cx="415788" cy="4107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BD8F9AE-F869-4301-92D3-90E7A125EAF1}"/>
              </a:ext>
            </a:extLst>
          </p:cNvPr>
          <p:cNvCxnSpPr>
            <a:cxnSpLocks/>
            <a:endCxn id="107" idx="7"/>
          </p:cNvCxnSpPr>
          <p:nvPr/>
        </p:nvCxnSpPr>
        <p:spPr>
          <a:xfrm flipH="1">
            <a:off x="5817312" y="4512799"/>
            <a:ext cx="356788" cy="3803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263E6AB-4819-4136-A46B-9189F276671C}"/>
              </a:ext>
            </a:extLst>
          </p:cNvPr>
          <p:cNvCxnSpPr>
            <a:cxnSpLocks/>
          </p:cNvCxnSpPr>
          <p:nvPr/>
        </p:nvCxnSpPr>
        <p:spPr>
          <a:xfrm>
            <a:off x="9026776" y="4534499"/>
            <a:ext cx="250688" cy="3508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6D579CD-ACC6-4F56-8DD0-49AA827BF408}"/>
              </a:ext>
            </a:extLst>
          </p:cNvPr>
          <p:cNvCxnSpPr>
            <a:cxnSpLocks/>
          </p:cNvCxnSpPr>
          <p:nvPr/>
        </p:nvCxnSpPr>
        <p:spPr>
          <a:xfrm flipH="1">
            <a:off x="8554302" y="4534499"/>
            <a:ext cx="221786" cy="4702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84B5A8F-BA9D-4D34-8F63-F1CF44DE6C53}"/>
              </a:ext>
            </a:extLst>
          </p:cNvPr>
          <p:cNvCxnSpPr>
            <a:cxnSpLocks/>
          </p:cNvCxnSpPr>
          <p:nvPr/>
        </p:nvCxnSpPr>
        <p:spPr>
          <a:xfrm>
            <a:off x="8351156" y="3633421"/>
            <a:ext cx="464973" cy="4379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C0CFE90-856C-4D82-BB8E-4DA2535AA728}"/>
              </a:ext>
            </a:extLst>
          </p:cNvPr>
          <p:cNvCxnSpPr>
            <a:cxnSpLocks/>
          </p:cNvCxnSpPr>
          <p:nvPr/>
        </p:nvCxnSpPr>
        <p:spPr>
          <a:xfrm flipH="1">
            <a:off x="6561532" y="3611433"/>
            <a:ext cx="1213699" cy="6021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45225977-3000-430D-92E9-D61018174953}"/>
              </a:ext>
            </a:extLst>
          </p:cNvPr>
          <p:cNvCxnSpPr>
            <a:cxnSpLocks/>
          </p:cNvCxnSpPr>
          <p:nvPr/>
        </p:nvCxnSpPr>
        <p:spPr>
          <a:xfrm>
            <a:off x="5050636" y="2708841"/>
            <a:ext cx="2784718" cy="6567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7/154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84602-91D1-402E-8339-363466F2C3E5}"/>
              </a:ext>
            </a:extLst>
          </p:cNvPr>
          <p:cNvSpPr/>
          <p:nvPr/>
        </p:nvSpPr>
        <p:spPr>
          <a:xfrm>
            <a:off x="2890157" y="2568209"/>
            <a:ext cx="187779" cy="24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8A4D22-6162-4EE8-A3BE-392C5956C419}"/>
              </a:ext>
            </a:extLst>
          </p:cNvPr>
          <p:cNvCxnSpPr>
            <a:cxnSpLocks/>
          </p:cNvCxnSpPr>
          <p:nvPr/>
        </p:nvCxnSpPr>
        <p:spPr>
          <a:xfrm flipV="1">
            <a:off x="3176598" y="2743420"/>
            <a:ext cx="1393738" cy="6855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6">
            <a:extLst>
              <a:ext uri="{FF2B5EF4-FFF2-40B4-BE49-F238E27FC236}">
                <a16:creationId xmlns:a16="http://schemas.microsoft.com/office/drawing/2014/main" id="{6B915BCD-2100-48BD-8935-3CD901945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22" y="23212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3CB9FE-1123-426E-97C8-410A61F2AEB6}"/>
              </a:ext>
            </a:extLst>
          </p:cNvPr>
          <p:cNvSpPr txBox="1"/>
          <p:nvPr/>
        </p:nvSpPr>
        <p:spPr>
          <a:xfrm>
            <a:off x="4515552" y="24510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4A96A3-0E2D-44CA-A62A-224C5CAF8CE7}"/>
              </a:ext>
            </a:extLst>
          </p:cNvPr>
          <p:cNvSpPr txBox="1"/>
          <p:nvPr/>
        </p:nvSpPr>
        <p:spPr>
          <a:xfrm>
            <a:off x="2870294" y="3294744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860E69C-28B1-47F3-87E2-9BD109D27937}"/>
              </a:ext>
            </a:extLst>
          </p:cNvPr>
          <p:cNvSpPr/>
          <p:nvPr/>
        </p:nvSpPr>
        <p:spPr>
          <a:xfrm>
            <a:off x="2454626" y="4104090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17B245-8260-46E3-BBA4-A02298F887D0}"/>
              </a:ext>
            </a:extLst>
          </p:cNvPr>
          <p:cNvSpPr/>
          <p:nvPr/>
        </p:nvSpPr>
        <p:spPr>
          <a:xfrm>
            <a:off x="2440409" y="4124396"/>
            <a:ext cx="4203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nil</a:t>
            </a:r>
          </a:p>
        </p:txBody>
      </p:sp>
      <p:sp>
        <p:nvSpPr>
          <p:cNvPr id="100" name="Oval 16">
            <a:extLst>
              <a:ext uri="{FF2B5EF4-FFF2-40B4-BE49-F238E27FC236}">
                <a16:creationId xmlns:a16="http://schemas.microsoft.com/office/drawing/2014/main" id="{DF8EC83B-8FAD-4D35-8E13-5EEB91AC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8512" y="3132670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Oval 16">
            <a:extLst>
              <a:ext uri="{FF2B5EF4-FFF2-40B4-BE49-F238E27FC236}">
                <a16:creationId xmlns:a16="http://schemas.microsoft.com/office/drawing/2014/main" id="{1CF235A1-B512-4FB8-A7A1-096DE6FC8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572" y="3135263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3" name="Oval 16">
            <a:extLst>
              <a:ext uri="{FF2B5EF4-FFF2-40B4-BE49-F238E27FC236}">
                <a16:creationId xmlns:a16="http://schemas.microsoft.com/office/drawing/2014/main" id="{E3E2A40F-A55A-42B3-917C-4EF47259F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1947" y="397589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4" name="Oval 16">
            <a:extLst>
              <a:ext uri="{FF2B5EF4-FFF2-40B4-BE49-F238E27FC236}">
                <a16:creationId xmlns:a16="http://schemas.microsoft.com/office/drawing/2014/main" id="{6EBCB40E-33CE-4DB1-869C-9931B2B79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344" y="3967730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5" name="Oval 16">
            <a:extLst>
              <a:ext uri="{FF2B5EF4-FFF2-40B4-BE49-F238E27FC236}">
                <a16:creationId xmlns:a16="http://schemas.microsoft.com/office/drawing/2014/main" id="{D41667A0-41BC-4B3A-8FB6-CB60029D2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397" y="3962950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6" name="Oval 16">
            <a:extLst>
              <a:ext uri="{FF2B5EF4-FFF2-40B4-BE49-F238E27FC236}">
                <a16:creationId xmlns:a16="http://schemas.microsoft.com/office/drawing/2014/main" id="{7ACECB0C-D9EE-4475-8CCD-8364D78B4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597" y="479810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7" name="Oval 16">
            <a:extLst>
              <a:ext uri="{FF2B5EF4-FFF2-40B4-BE49-F238E27FC236}">
                <a16:creationId xmlns:a16="http://schemas.microsoft.com/office/drawing/2014/main" id="{D7ACB990-E9B2-4BCA-B8DD-F28274F31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0892" y="4797696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FF63A26-525F-440B-A5D7-5E75F3BF852C}"/>
              </a:ext>
            </a:extLst>
          </p:cNvPr>
          <p:cNvSpPr/>
          <p:nvPr/>
        </p:nvSpPr>
        <p:spPr>
          <a:xfrm>
            <a:off x="3274123" y="4922341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27D39E0-0D77-4F38-958E-FE1E85F62873}"/>
              </a:ext>
            </a:extLst>
          </p:cNvPr>
          <p:cNvSpPr/>
          <p:nvPr/>
        </p:nvSpPr>
        <p:spPr>
          <a:xfrm>
            <a:off x="4118351" y="491417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7133C79-A1AF-4B0B-9D21-15BD0FAA9D6D}"/>
              </a:ext>
            </a:extLst>
          </p:cNvPr>
          <p:cNvSpPr/>
          <p:nvPr/>
        </p:nvSpPr>
        <p:spPr>
          <a:xfrm>
            <a:off x="9107348" y="491417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259CABF-CC2E-46C3-977E-8F3209DCEEF7}"/>
              </a:ext>
            </a:extLst>
          </p:cNvPr>
          <p:cNvSpPr/>
          <p:nvPr/>
        </p:nvSpPr>
        <p:spPr>
          <a:xfrm>
            <a:off x="8247348" y="4906013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EB54678-8990-4FD5-A4EF-B08E68BB2740}"/>
              </a:ext>
            </a:extLst>
          </p:cNvPr>
          <p:cNvSpPr/>
          <p:nvPr/>
        </p:nvSpPr>
        <p:spPr>
          <a:xfrm>
            <a:off x="7447276" y="5743122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AC725E8-302F-4C74-A3A2-CFB1AB9105AA}"/>
              </a:ext>
            </a:extLst>
          </p:cNvPr>
          <p:cNvSpPr/>
          <p:nvPr/>
        </p:nvSpPr>
        <p:spPr>
          <a:xfrm>
            <a:off x="6587276" y="5734958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639B722-2B36-4E6C-9C58-AA2BD1F67482}"/>
              </a:ext>
            </a:extLst>
          </p:cNvPr>
          <p:cNvSpPr/>
          <p:nvPr/>
        </p:nvSpPr>
        <p:spPr>
          <a:xfrm>
            <a:off x="5789926" y="5745084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A50A60D-1240-4A52-84CA-06588EED252F}"/>
              </a:ext>
            </a:extLst>
          </p:cNvPr>
          <p:cNvSpPr/>
          <p:nvPr/>
        </p:nvSpPr>
        <p:spPr>
          <a:xfrm>
            <a:off x="4929926" y="5736920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1C48A81-883C-44AD-8391-68D0F8F5999A}"/>
              </a:ext>
            </a:extLst>
          </p:cNvPr>
          <p:cNvCxnSpPr>
            <a:cxnSpLocks/>
            <a:stCxn id="100" idx="5"/>
            <a:endCxn id="103" idx="1"/>
          </p:cNvCxnSpPr>
          <p:nvPr/>
        </p:nvCxnSpPr>
        <p:spPr>
          <a:xfrm>
            <a:off x="3314932" y="3689090"/>
            <a:ext cx="392482" cy="3822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DD4C5525-1E31-4AA6-8448-BFCB025CD367}"/>
              </a:ext>
            </a:extLst>
          </p:cNvPr>
          <p:cNvSpPr txBox="1"/>
          <p:nvPr/>
        </p:nvSpPr>
        <p:spPr>
          <a:xfrm>
            <a:off x="2871857" y="3276603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6191488-CC7E-489B-BFA9-D670EF7F7CA5}"/>
              </a:ext>
            </a:extLst>
          </p:cNvPr>
          <p:cNvSpPr txBox="1"/>
          <p:nvPr/>
        </p:nvSpPr>
        <p:spPr>
          <a:xfrm>
            <a:off x="3706917" y="4108779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2298EDE-7D0F-4811-9F56-0C2ACA02CAA3}"/>
              </a:ext>
            </a:extLst>
          </p:cNvPr>
          <p:cNvSpPr txBox="1"/>
          <p:nvPr/>
        </p:nvSpPr>
        <p:spPr>
          <a:xfrm>
            <a:off x="7804897" y="324371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C888661-D626-48D3-A56F-E1FA8A2468C7}"/>
              </a:ext>
            </a:extLst>
          </p:cNvPr>
          <p:cNvSpPr txBox="1"/>
          <p:nvPr/>
        </p:nvSpPr>
        <p:spPr>
          <a:xfrm>
            <a:off x="8610970" y="4105513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9DD201E-8F38-4924-8A73-592F55C91A11}"/>
              </a:ext>
            </a:extLst>
          </p:cNvPr>
          <p:cNvSpPr txBox="1"/>
          <p:nvPr/>
        </p:nvSpPr>
        <p:spPr>
          <a:xfrm>
            <a:off x="6136070" y="408676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4319BD-ABB2-4A2A-888F-7FF9CB3E49D9}"/>
              </a:ext>
            </a:extLst>
          </p:cNvPr>
          <p:cNvSpPr txBox="1"/>
          <p:nvPr/>
        </p:nvSpPr>
        <p:spPr>
          <a:xfrm>
            <a:off x="6969857" y="491415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E4D2AB1-A0C2-4527-8150-A464D3E62D7F}"/>
              </a:ext>
            </a:extLst>
          </p:cNvPr>
          <p:cNvSpPr txBox="1"/>
          <p:nvPr/>
        </p:nvSpPr>
        <p:spPr>
          <a:xfrm>
            <a:off x="5319002" y="4930537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48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External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047815"/>
                <a:ext cx="10759161" cy="2809934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a list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points on a line and some intervals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on x-axis. Locate all the points in a given interval on that line.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Input: points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…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, intervals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, ….,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Output: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{67,7,95,60,91}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intervals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[3,19],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[30,49], 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[59,70], 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[89,</m:t>
                    </m:r>
                    <m:r>
                      <a:rPr lang="en-US" sz="2000" b="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rgbClr val="FF9900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Output: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60,</m:t>
                    </m:r>
                    <m:r>
                      <a:rPr lang="en-US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67∈</m:t>
                    </m:r>
                    <m:r>
                      <a:rPr lang="en-US" sz="2000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[59,70]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[3</m:t>
                    </m:r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19]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 b="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95,91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89,99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accent2"/>
                  </a:solidFill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0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047815"/>
                <a:ext cx="10759161" cy="2809934"/>
              </a:xfrm>
              <a:blipFill>
                <a:blip r:embed="rId4"/>
                <a:stretch>
                  <a:fillRect l="-283" t="-3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8C222-48A6-4DAD-AE48-7A431F875A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8/154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BBA0F0-0B92-4F62-AF00-164D077DAF92}"/>
              </a:ext>
            </a:extLst>
          </p:cNvPr>
          <p:cNvCxnSpPr/>
          <p:nvPr/>
        </p:nvCxnSpPr>
        <p:spPr>
          <a:xfrm>
            <a:off x="699247" y="5289176"/>
            <a:ext cx="103900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E9828E-9ACA-41ED-9612-55DD7F37523D}"/>
              </a:ext>
            </a:extLst>
          </p:cNvPr>
          <p:cNvSpPr txBox="1"/>
          <p:nvPr/>
        </p:nvSpPr>
        <p:spPr>
          <a:xfrm flipH="1">
            <a:off x="2089671" y="4996788"/>
            <a:ext cx="9878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[          ]     </a:t>
            </a:r>
            <a:r>
              <a:rPr lang="en-US" sz="3200" dirty="0">
                <a:solidFill>
                  <a:srgbClr val="FF0000"/>
                </a:solidFill>
              </a:rPr>
              <a:t>[               ]</a:t>
            </a:r>
            <a:r>
              <a:rPr lang="en-US" sz="3200" dirty="0"/>
              <a:t>     </a:t>
            </a:r>
            <a:r>
              <a:rPr lang="en-US" sz="3200" dirty="0">
                <a:solidFill>
                  <a:srgbClr val="00B0F0"/>
                </a:solidFill>
              </a:rPr>
              <a:t>[     ]</a:t>
            </a:r>
            <a:r>
              <a:rPr lang="en-US" sz="3200" dirty="0">
                <a:solidFill>
                  <a:srgbClr val="FF9900"/>
                </a:solidFill>
              </a:rPr>
              <a:t>             [     ]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991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D72DA71-3CCE-4405-8793-496729C57E5B}"/>
              </a:ext>
            </a:extLst>
          </p:cNvPr>
          <p:cNvCxnSpPr>
            <a:cxnSpLocks/>
          </p:cNvCxnSpPr>
          <p:nvPr/>
        </p:nvCxnSpPr>
        <p:spPr>
          <a:xfrm>
            <a:off x="6681591" y="3203566"/>
            <a:ext cx="644435" cy="6490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External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047815"/>
                <a:ext cx="4923065" cy="166357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{67,7,95,60,91}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intervals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[3,19],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[30,49], 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[59,70], 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[89,</m:t>
                    </m:r>
                    <m:r>
                      <a:rPr lang="en-US" sz="2000" b="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2000" i="1" dirty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accent2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Output: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60,</m:t>
                    </m:r>
                    <m:r>
                      <a:rPr lang="en-US" sz="20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67∈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59,70</m:t>
                        </m:r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7∈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3,19</m:t>
                        </m:r>
                      </m:e>
                    </m:d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95,91∈[89,</m:t>
                    </m:r>
                    <m:r>
                      <a:rPr lang="en-US" sz="2000" b="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sz="2000" i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0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047815"/>
                <a:ext cx="4923065" cy="1663573"/>
              </a:xfrm>
              <a:blipFill>
                <a:blip r:embed="rId5"/>
                <a:stretch>
                  <a:fillRect l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8C222-48A6-4DAD-AE48-7A431F875A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9/154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384F6A-93E3-42C6-A17C-7966C9438F0F}"/>
              </a:ext>
            </a:extLst>
          </p:cNvPr>
          <p:cNvCxnSpPr/>
          <p:nvPr/>
        </p:nvCxnSpPr>
        <p:spPr>
          <a:xfrm>
            <a:off x="699247" y="5289176"/>
            <a:ext cx="103900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6D6EAA-BEFE-4687-92DE-A89B3BCAD92C}"/>
              </a:ext>
            </a:extLst>
          </p:cNvPr>
          <p:cNvSpPr txBox="1"/>
          <p:nvPr/>
        </p:nvSpPr>
        <p:spPr>
          <a:xfrm flipH="1">
            <a:off x="2089671" y="4996788"/>
            <a:ext cx="9878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[          ]     </a:t>
            </a:r>
            <a:r>
              <a:rPr lang="en-US" sz="3200" dirty="0">
                <a:solidFill>
                  <a:srgbClr val="FF0000"/>
                </a:solidFill>
              </a:rPr>
              <a:t>[               ]</a:t>
            </a:r>
            <a:r>
              <a:rPr lang="en-US" sz="3200" dirty="0"/>
              <a:t>     </a:t>
            </a:r>
            <a:r>
              <a:rPr lang="en-US" sz="3200" dirty="0">
                <a:solidFill>
                  <a:srgbClr val="00B0F0"/>
                </a:solidFill>
              </a:rPr>
              <a:t>[     ]</a:t>
            </a:r>
            <a:r>
              <a:rPr lang="en-US" sz="3200" dirty="0"/>
              <a:t>             </a:t>
            </a:r>
            <a:r>
              <a:rPr lang="en-US" sz="3200" dirty="0">
                <a:solidFill>
                  <a:srgbClr val="FF9900"/>
                </a:solidFill>
              </a:rPr>
              <a:t>[     ]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1E829-7A0E-493E-95CA-E1500D1D3FB6}"/>
              </a:ext>
            </a:extLst>
          </p:cNvPr>
          <p:cNvSpPr/>
          <p:nvPr/>
        </p:nvSpPr>
        <p:spPr>
          <a:xfrm>
            <a:off x="4652682" y="4267200"/>
            <a:ext cx="1515036" cy="5213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C5D31F-E2B7-43FF-9AAC-EA6E9F207E8B}"/>
              </a:ext>
            </a:extLst>
          </p:cNvPr>
          <p:cNvSpPr/>
          <p:nvPr/>
        </p:nvSpPr>
        <p:spPr>
          <a:xfrm>
            <a:off x="6615953" y="4279612"/>
            <a:ext cx="1515036" cy="521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D00786-7061-4035-BA6F-60F0C25B0CCF}"/>
              </a:ext>
            </a:extLst>
          </p:cNvPr>
          <p:cNvSpPr/>
          <p:nvPr/>
        </p:nvSpPr>
        <p:spPr>
          <a:xfrm>
            <a:off x="8579224" y="4239604"/>
            <a:ext cx="1515036" cy="52135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EEC85C-DA53-413B-A283-1CB60CC12F42}"/>
              </a:ext>
            </a:extLst>
          </p:cNvPr>
          <p:cNvSpPr/>
          <p:nvPr/>
        </p:nvSpPr>
        <p:spPr>
          <a:xfrm>
            <a:off x="10476050" y="4286160"/>
            <a:ext cx="1515036" cy="521357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065868-D4D5-447B-9527-B0A2FD769898}"/>
              </a:ext>
            </a:extLst>
          </p:cNvPr>
          <p:cNvCxnSpPr>
            <a:cxnSpLocks/>
          </p:cNvCxnSpPr>
          <p:nvPr/>
        </p:nvCxnSpPr>
        <p:spPr>
          <a:xfrm>
            <a:off x="7492746" y="4051219"/>
            <a:ext cx="314300" cy="356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3E06DF-1921-4499-8424-F5EF2434560D}"/>
              </a:ext>
            </a:extLst>
          </p:cNvPr>
          <p:cNvCxnSpPr>
            <a:cxnSpLocks/>
          </p:cNvCxnSpPr>
          <p:nvPr/>
        </p:nvCxnSpPr>
        <p:spPr>
          <a:xfrm flipH="1">
            <a:off x="6861939" y="4051219"/>
            <a:ext cx="380119" cy="3105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830975-8931-453E-ABC8-5016CC5F8B68}"/>
              </a:ext>
            </a:extLst>
          </p:cNvPr>
          <p:cNvCxnSpPr>
            <a:cxnSpLocks/>
          </p:cNvCxnSpPr>
          <p:nvPr/>
        </p:nvCxnSpPr>
        <p:spPr>
          <a:xfrm flipH="1">
            <a:off x="5570702" y="3238258"/>
            <a:ext cx="704855" cy="5756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75F2B3-9627-47CC-91A0-15F191A59904}"/>
              </a:ext>
            </a:extLst>
          </p:cNvPr>
          <p:cNvCxnSpPr>
            <a:cxnSpLocks/>
          </p:cNvCxnSpPr>
          <p:nvPr/>
        </p:nvCxnSpPr>
        <p:spPr>
          <a:xfrm>
            <a:off x="9398387" y="3977135"/>
            <a:ext cx="415788" cy="4107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EBC17C-6041-4771-818E-7C8950E962C0}"/>
              </a:ext>
            </a:extLst>
          </p:cNvPr>
          <p:cNvCxnSpPr>
            <a:cxnSpLocks/>
          </p:cNvCxnSpPr>
          <p:nvPr/>
        </p:nvCxnSpPr>
        <p:spPr>
          <a:xfrm flipH="1">
            <a:off x="8825210" y="4075881"/>
            <a:ext cx="366194" cy="293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DC89E8-18CF-4C80-970B-6BC3D7AD179E}"/>
              </a:ext>
            </a:extLst>
          </p:cNvPr>
          <p:cNvCxnSpPr>
            <a:cxnSpLocks/>
          </p:cNvCxnSpPr>
          <p:nvPr/>
        </p:nvCxnSpPr>
        <p:spPr>
          <a:xfrm>
            <a:off x="11367409" y="4042946"/>
            <a:ext cx="346284" cy="371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199E4CF-401F-429F-B121-BA76514A5A82}"/>
              </a:ext>
            </a:extLst>
          </p:cNvPr>
          <p:cNvCxnSpPr>
            <a:cxnSpLocks/>
          </p:cNvCxnSpPr>
          <p:nvPr/>
        </p:nvCxnSpPr>
        <p:spPr>
          <a:xfrm flipH="1">
            <a:off x="10721022" y="4109265"/>
            <a:ext cx="281799" cy="305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EB5A8B4-C350-4B88-86B3-F39DBC62F3D9}"/>
              </a:ext>
            </a:extLst>
          </p:cNvPr>
          <p:cNvCxnSpPr>
            <a:cxnSpLocks/>
          </p:cNvCxnSpPr>
          <p:nvPr/>
        </p:nvCxnSpPr>
        <p:spPr>
          <a:xfrm>
            <a:off x="10517581" y="3273447"/>
            <a:ext cx="680359" cy="579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46A15D-6CBE-4A92-AEDB-A79522F88533}"/>
              </a:ext>
            </a:extLst>
          </p:cNvPr>
          <p:cNvCxnSpPr>
            <a:cxnSpLocks/>
          </p:cNvCxnSpPr>
          <p:nvPr/>
        </p:nvCxnSpPr>
        <p:spPr>
          <a:xfrm flipH="1">
            <a:off x="9464841" y="3242004"/>
            <a:ext cx="741105" cy="6256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426C1BE-EE4C-4535-B265-4282009EC1BB}"/>
              </a:ext>
            </a:extLst>
          </p:cNvPr>
          <p:cNvCxnSpPr>
            <a:cxnSpLocks/>
          </p:cNvCxnSpPr>
          <p:nvPr/>
        </p:nvCxnSpPr>
        <p:spPr>
          <a:xfrm>
            <a:off x="8490112" y="2193275"/>
            <a:ext cx="1803330" cy="848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A82C80C-72FA-41B1-809E-16148E68F6D2}"/>
              </a:ext>
            </a:extLst>
          </p:cNvPr>
          <p:cNvSpPr/>
          <p:nvPr/>
        </p:nvSpPr>
        <p:spPr>
          <a:xfrm>
            <a:off x="6313305" y="2150613"/>
            <a:ext cx="187779" cy="24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8F1EB9-645E-42BD-927B-856104BE3945}"/>
              </a:ext>
            </a:extLst>
          </p:cNvPr>
          <p:cNvCxnSpPr>
            <a:cxnSpLocks/>
          </p:cNvCxnSpPr>
          <p:nvPr/>
        </p:nvCxnSpPr>
        <p:spPr>
          <a:xfrm flipV="1">
            <a:off x="6648699" y="2210491"/>
            <a:ext cx="1393738" cy="6855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>
            <a:extLst>
              <a:ext uri="{FF2B5EF4-FFF2-40B4-BE49-F238E27FC236}">
                <a16:creationId xmlns:a16="http://schemas.microsoft.com/office/drawing/2014/main" id="{88CBA6FB-2107-48B9-9153-2B343B76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159" y="1873500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91EB6A-D8DC-4401-91C9-1345109345CA}"/>
              </a:ext>
            </a:extLst>
          </p:cNvPr>
          <p:cNvSpPr txBox="1"/>
          <p:nvPr/>
        </p:nvSpPr>
        <p:spPr>
          <a:xfrm>
            <a:off x="7955028" y="1935530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842CC-20F1-48B3-9621-5920BCFBA4A9}"/>
              </a:ext>
            </a:extLst>
          </p:cNvPr>
          <p:cNvSpPr txBox="1"/>
          <p:nvPr/>
        </p:nvSpPr>
        <p:spPr>
          <a:xfrm>
            <a:off x="6293442" y="2877148"/>
            <a:ext cx="428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53" name="Oval 16">
            <a:extLst>
              <a:ext uri="{FF2B5EF4-FFF2-40B4-BE49-F238E27FC236}">
                <a16:creationId xmlns:a16="http://schemas.microsoft.com/office/drawing/2014/main" id="{C96557D3-8FFD-42AD-964A-E7A80C87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720" y="2810000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" name="Oval 16">
            <a:extLst>
              <a:ext uri="{FF2B5EF4-FFF2-40B4-BE49-F238E27FC236}">
                <a16:creationId xmlns:a16="http://schemas.microsoft.com/office/drawing/2014/main" id="{C679FB2C-217B-4152-AC3B-7AF3B79C4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4476" y="2841438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30B7A157-13A0-4DD3-A21F-F1FBF3EE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079" y="3684966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0F35E647-DB91-4C48-AEB6-0B20A5568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195" y="3660953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88A77772-584A-44F1-8EB3-BE1971204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0667" y="3673134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2F5104-7A4D-4D31-B7F7-267B57FFA9B9}"/>
              </a:ext>
            </a:extLst>
          </p:cNvPr>
          <p:cNvSpPr txBox="1"/>
          <p:nvPr/>
        </p:nvSpPr>
        <p:spPr>
          <a:xfrm>
            <a:off x="6229075" y="285798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DA15FA-2ED1-4A41-878F-277425FF2AEC}"/>
              </a:ext>
            </a:extLst>
          </p:cNvPr>
          <p:cNvSpPr txBox="1"/>
          <p:nvPr/>
        </p:nvSpPr>
        <p:spPr>
          <a:xfrm>
            <a:off x="7112627" y="373330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30F24-D5BC-4042-9FF0-399A3B1F2D3D}"/>
              </a:ext>
            </a:extLst>
          </p:cNvPr>
          <p:cNvSpPr txBox="1"/>
          <p:nvPr/>
        </p:nvSpPr>
        <p:spPr>
          <a:xfrm>
            <a:off x="10108077" y="28750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66109B-5F18-4E72-9BD3-72B82C6A13A2}"/>
              </a:ext>
            </a:extLst>
          </p:cNvPr>
          <p:cNvSpPr txBox="1"/>
          <p:nvPr/>
        </p:nvSpPr>
        <p:spPr>
          <a:xfrm>
            <a:off x="10977473" y="3736028"/>
            <a:ext cx="591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126F19-180F-4621-965C-F65F4C66D24D}"/>
              </a:ext>
            </a:extLst>
          </p:cNvPr>
          <p:cNvSpPr txBox="1"/>
          <p:nvPr/>
        </p:nvSpPr>
        <p:spPr>
          <a:xfrm>
            <a:off x="9127011" y="372758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59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B1E2393-6540-4696-BB69-8C3A74B38A3D}"/>
              </a:ext>
            </a:extLst>
          </p:cNvPr>
          <p:cNvCxnSpPr>
            <a:cxnSpLocks/>
          </p:cNvCxnSpPr>
          <p:nvPr/>
        </p:nvCxnSpPr>
        <p:spPr>
          <a:xfrm flipH="1">
            <a:off x="4989506" y="4086863"/>
            <a:ext cx="281799" cy="305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633E48F-D622-4C21-B64C-A79DCCAB78C7}"/>
              </a:ext>
            </a:extLst>
          </p:cNvPr>
          <p:cNvCxnSpPr>
            <a:cxnSpLocks/>
          </p:cNvCxnSpPr>
          <p:nvPr/>
        </p:nvCxnSpPr>
        <p:spPr>
          <a:xfrm>
            <a:off x="5571470" y="4071013"/>
            <a:ext cx="314300" cy="356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6">
            <a:extLst>
              <a:ext uri="{FF2B5EF4-FFF2-40B4-BE49-F238E27FC236}">
                <a16:creationId xmlns:a16="http://schemas.microsoft.com/office/drawing/2014/main" id="{76531F92-4FDA-472A-BB19-BE59ABBB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803" y="3704760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01EDAE-FCEA-4CDC-A7E2-CA1CA7873256}"/>
              </a:ext>
            </a:extLst>
          </p:cNvPr>
          <p:cNvSpPr txBox="1"/>
          <p:nvPr/>
        </p:nvSpPr>
        <p:spPr>
          <a:xfrm>
            <a:off x="5238452" y="3778528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E7F177-CE2F-47B5-B14A-1F1AA0079D0E}"/>
              </a:ext>
            </a:extLst>
          </p:cNvPr>
          <p:cNvSpPr/>
          <p:nvPr/>
        </p:nvSpPr>
        <p:spPr>
          <a:xfrm>
            <a:off x="4782523" y="4345540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6710C29-689B-4B9C-B2C4-86BECD23EA72}"/>
              </a:ext>
            </a:extLst>
          </p:cNvPr>
          <p:cNvSpPr/>
          <p:nvPr/>
        </p:nvSpPr>
        <p:spPr>
          <a:xfrm>
            <a:off x="5644345" y="4337719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19</a:t>
            </a:r>
            <a:endParaRPr lang="en-US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1C7E9A7-6DD8-4D77-899C-AE6387DB9670}"/>
              </a:ext>
            </a:extLst>
          </p:cNvPr>
          <p:cNvSpPr/>
          <p:nvPr/>
        </p:nvSpPr>
        <p:spPr>
          <a:xfrm>
            <a:off x="6674015" y="4334960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1D82BA6-635F-467E-AE92-431D74E6C474}"/>
              </a:ext>
            </a:extLst>
          </p:cNvPr>
          <p:cNvSpPr/>
          <p:nvPr/>
        </p:nvSpPr>
        <p:spPr>
          <a:xfrm>
            <a:off x="7535837" y="4327139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49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97FA66-CA71-43BC-8644-083665935135}"/>
              </a:ext>
            </a:extLst>
          </p:cNvPr>
          <p:cNvSpPr/>
          <p:nvPr/>
        </p:nvSpPr>
        <p:spPr>
          <a:xfrm>
            <a:off x="8691480" y="4310720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59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2DE887-9343-4AED-BF1F-D71D27BB0529}"/>
              </a:ext>
            </a:extLst>
          </p:cNvPr>
          <p:cNvSpPr/>
          <p:nvPr/>
        </p:nvSpPr>
        <p:spPr>
          <a:xfrm>
            <a:off x="9553302" y="4302899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70</a:t>
            </a:r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2F2A6B1-472A-4CB6-A0AE-67D04F1E6E0E}"/>
              </a:ext>
            </a:extLst>
          </p:cNvPr>
          <p:cNvSpPr/>
          <p:nvPr/>
        </p:nvSpPr>
        <p:spPr>
          <a:xfrm>
            <a:off x="10597155" y="4358365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89</a:t>
            </a:r>
            <a:endParaRPr lang="en-US" sz="1600" dirty="0">
              <a:solidFill>
                <a:srgbClr val="FF99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2F7C01E-B841-44E3-9401-3FFC7CD820ED}"/>
              </a:ext>
            </a:extLst>
          </p:cNvPr>
          <p:cNvSpPr/>
          <p:nvPr/>
        </p:nvSpPr>
        <p:spPr>
          <a:xfrm>
            <a:off x="11458977" y="4350544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99</a:t>
            </a:r>
            <a:endParaRPr lang="en-US" dirty="0">
              <a:solidFill>
                <a:srgbClr val="FF9900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15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D72DA71-3CCE-4405-8793-496729C57E5B}"/>
              </a:ext>
            </a:extLst>
          </p:cNvPr>
          <p:cNvCxnSpPr>
            <a:cxnSpLocks/>
          </p:cNvCxnSpPr>
          <p:nvPr/>
        </p:nvCxnSpPr>
        <p:spPr>
          <a:xfrm>
            <a:off x="4447350" y="3538094"/>
            <a:ext cx="644435" cy="6490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the Tree?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8C222-48A6-4DAD-AE48-7A431F875AE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10/154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065868-D4D5-447B-9527-B0A2FD769898}"/>
              </a:ext>
            </a:extLst>
          </p:cNvPr>
          <p:cNvCxnSpPr>
            <a:cxnSpLocks/>
          </p:cNvCxnSpPr>
          <p:nvPr/>
        </p:nvCxnSpPr>
        <p:spPr>
          <a:xfrm>
            <a:off x="5258505" y="4385747"/>
            <a:ext cx="314300" cy="356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3E06DF-1921-4499-8424-F5EF2434560D}"/>
              </a:ext>
            </a:extLst>
          </p:cNvPr>
          <p:cNvCxnSpPr>
            <a:cxnSpLocks/>
          </p:cNvCxnSpPr>
          <p:nvPr/>
        </p:nvCxnSpPr>
        <p:spPr>
          <a:xfrm flipH="1">
            <a:off x="4627698" y="4385747"/>
            <a:ext cx="380119" cy="3105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830975-8931-453E-ABC8-5016CC5F8B68}"/>
              </a:ext>
            </a:extLst>
          </p:cNvPr>
          <p:cNvCxnSpPr>
            <a:cxnSpLocks/>
          </p:cNvCxnSpPr>
          <p:nvPr/>
        </p:nvCxnSpPr>
        <p:spPr>
          <a:xfrm flipH="1">
            <a:off x="3336461" y="3572786"/>
            <a:ext cx="704855" cy="5756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75F2B3-9627-47CC-91A0-15F191A59904}"/>
              </a:ext>
            </a:extLst>
          </p:cNvPr>
          <p:cNvCxnSpPr>
            <a:cxnSpLocks/>
          </p:cNvCxnSpPr>
          <p:nvPr/>
        </p:nvCxnSpPr>
        <p:spPr>
          <a:xfrm>
            <a:off x="7164146" y="4311663"/>
            <a:ext cx="415788" cy="4107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EBC17C-6041-4771-818E-7C8950E962C0}"/>
              </a:ext>
            </a:extLst>
          </p:cNvPr>
          <p:cNvCxnSpPr>
            <a:cxnSpLocks/>
          </p:cNvCxnSpPr>
          <p:nvPr/>
        </p:nvCxnSpPr>
        <p:spPr>
          <a:xfrm flipH="1">
            <a:off x="6590969" y="4410409"/>
            <a:ext cx="366194" cy="293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DC89E8-18CF-4C80-970B-6BC3D7AD179E}"/>
              </a:ext>
            </a:extLst>
          </p:cNvPr>
          <p:cNvCxnSpPr>
            <a:cxnSpLocks/>
          </p:cNvCxnSpPr>
          <p:nvPr/>
        </p:nvCxnSpPr>
        <p:spPr>
          <a:xfrm>
            <a:off x="9133168" y="4377474"/>
            <a:ext cx="346284" cy="371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199E4CF-401F-429F-B121-BA76514A5A82}"/>
              </a:ext>
            </a:extLst>
          </p:cNvPr>
          <p:cNvCxnSpPr>
            <a:cxnSpLocks/>
          </p:cNvCxnSpPr>
          <p:nvPr/>
        </p:nvCxnSpPr>
        <p:spPr>
          <a:xfrm flipH="1">
            <a:off x="8486781" y="4443793"/>
            <a:ext cx="281799" cy="305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EB5A8B4-C350-4B88-86B3-F39DBC62F3D9}"/>
              </a:ext>
            </a:extLst>
          </p:cNvPr>
          <p:cNvCxnSpPr>
            <a:cxnSpLocks/>
          </p:cNvCxnSpPr>
          <p:nvPr/>
        </p:nvCxnSpPr>
        <p:spPr>
          <a:xfrm>
            <a:off x="8283340" y="3607975"/>
            <a:ext cx="680359" cy="579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46A15D-6CBE-4A92-AEDB-A79522F88533}"/>
              </a:ext>
            </a:extLst>
          </p:cNvPr>
          <p:cNvCxnSpPr>
            <a:cxnSpLocks/>
          </p:cNvCxnSpPr>
          <p:nvPr/>
        </p:nvCxnSpPr>
        <p:spPr>
          <a:xfrm flipH="1">
            <a:off x="7230600" y="3576532"/>
            <a:ext cx="741105" cy="6256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426C1BE-EE4C-4535-B265-4282009EC1BB}"/>
              </a:ext>
            </a:extLst>
          </p:cNvPr>
          <p:cNvCxnSpPr>
            <a:cxnSpLocks/>
          </p:cNvCxnSpPr>
          <p:nvPr/>
        </p:nvCxnSpPr>
        <p:spPr>
          <a:xfrm>
            <a:off x="6262481" y="2527803"/>
            <a:ext cx="1803330" cy="8481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A82C80C-72FA-41B1-809E-16148E68F6D2}"/>
              </a:ext>
            </a:extLst>
          </p:cNvPr>
          <p:cNvSpPr/>
          <p:nvPr/>
        </p:nvSpPr>
        <p:spPr>
          <a:xfrm>
            <a:off x="4079064" y="2485141"/>
            <a:ext cx="187779" cy="2449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8F1EB9-645E-42BD-927B-856104BE3945}"/>
              </a:ext>
            </a:extLst>
          </p:cNvPr>
          <p:cNvCxnSpPr>
            <a:cxnSpLocks/>
          </p:cNvCxnSpPr>
          <p:nvPr/>
        </p:nvCxnSpPr>
        <p:spPr>
          <a:xfrm flipV="1">
            <a:off x="4421068" y="2545019"/>
            <a:ext cx="1393738" cy="6855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16">
            <a:extLst>
              <a:ext uri="{FF2B5EF4-FFF2-40B4-BE49-F238E27FC236}">
                <a16:creationId xmlns:a16="http://schemas.microsoft.com/office/drawing/2014/main" id="{88CBA6FB-2107-48B9-9153-2B343B76A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528" y="2208028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91EB6A-D8DC-4401-91C9-1345109345CA}"/>
              </a:ext>
            </a:extLst>
          </p:cNvPr>
          <p:cNvSpPr txBox="1"/>
          <p:nvPr/>
        </p:nvSpPr>
        <p:spPr>
          <a:xfrm>
            <a:off x="5727397" y="227005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49</a:t>
            </a:r>
          </a:p>
        </p:txBody>
      </p:sp>
      <p:sp>
        <p:nvSpPr>
          <p:cNvPr id="53" name="Oval 16">
            <a:extLst>
              <a:ext uri="{FF2B5EF4-FFF2-40B4-BE49-F238E27FC236}">
                <a16:creationId xmlns:a16="http://schemas.microsoft.com/office/drawing/2014/main" id="{C96557D3-8FFD-42AD-964A-E7A80C870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5463" y="3135968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" name="Oval 16">
            <a:extLst>
              <a:ext uri="{FF2B5EF4-FFF2-40B4-BE49-F238E27FC236}">
                <a16:creationId xmlns:a16="http://schemas.microsoft.com/office/drawing/2014/main" id="{C679FB2C-217B-4152-AC3B-7AF3B79C4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235" y="3175966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5" name="Oval 16">
            <a:extLst>
              <a:ext uri="{FF2B5EF4-FFF2-40B4-BE49-F238E27FC236}">
                <a16:creationId xmlns:a16="http://schemas.microsoft.com/office/drawing/2014/main" id="{30B7A157-13A0-4DD3-A21F-F1FBF3EE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38" y="4019494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6" name="Oval 16">
            <a:extLst>
              <a:ext uri="{FF2B5EF4-FFF2-40B4-BE49-F238E27FC236}">
                <a16:creationId xmlns:a16="http://schemas.microsoft.com/office/drawing/2014/main" id="{0F35E647-DB91-4C48-AEB6-0B20A5568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954" y="3995481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7" name="Oval 16">
            <a:extLst>
              <a:ext uri="{FF2B5EF4-FFF2-40B4-BE49-F238E27FC236}">
                <a16:creationId xmlns:a16="http://schemas.microsoft.com/office/drawing/2014/main" id="{88A77772-584A-44F1-8EB3-BE1971204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6426" y="4007662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2F5104-7A4D-4D31-B7F7-267B57FFA9B9}"/>
              </a:ext>
            </a:extLst>
          </p:cNvPr>
          <p:cNvSpPr txBox="1"/>
          <p:nvPr/>
        </p:nvSpPr>
        <p:spPr>
          <a:xfrm>
            <a:off x="4007535" y="319081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19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DA15FA-2ED1-4A41-878F-277425FF2AEC}"/>
              </a:ext>
            </a:extLst>
          </p:cNvPr>
          <p:cNvSpPr txBox="1"/>
          <p:nvPr/>
        </p:nvSpPr>
        <p:spPr>
          <a:xfrm>
            <a:off x="4878386" y="406783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130F24-D5BC-4042-9FF0-399A3B1F2D3D}"/>
              </a:ext>
            </a:extLst>
          </p:cNvPr>
          <p:cNvSpPr txBox="1"/>
          <p:nvPr/>
        </p:nvSpPr>
        <p:spPr>
          <a:xfrm>
            <a:off x="7873836" y="320962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66109B-5F18-4E72-9BD3-72B82C6A13A2}"/>
              </a:ext>
            </a:extLst>
          </p:cNvPr>
          <p:cNvSpPr txBox="1"/>
          <p:nvPr/>
        </p:nvSpPr>
        <p:spPr>
          <a:xfrm>
            <a:off x="8743232" y="4070556"/>
            <a:ext cx="591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126F19-180F-4621-965C-F65F4C66D24D}"/>
              </a:ext>
            </a:extLst>
          </p:cNvPr>
          <p:cNvSpPr txBox="1"/>
          <p:nvPr/>
        </p:nvSpPr>
        <p:spPr>
          <a:xfrm>
            <a:off x="6892770" y="406211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59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B1E2393-6540-4696-BB69-8C3A74B38A3D}"/>
              </a:ext>
            </a:extLst>
          </p:cNvPr>
          <p:cNvCxnSpPr>
            <a:cxnSpLocks/>
          </p:cNvCxnSpPr>
          <p:nvPr/>
        </p:nvCxnSpPr>
        <p:spPr>
          <a:xfrm flipH="1">
            <a:off x="2755265" y="4421391"/>
            <a:ext cx="281799" cy="3054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633E48F-D622-4C21-B64C-A79DCCAB78C7}"/>
              </a:ext>
            </a:extLst>
          </p:cNvPr>
          <p:cNvCxnSpPr>
            <a:cxnSpLocks/>
          </p:cNvCxnSpPr>
          <p:nvPr/>
        </p:nvCxnSpPr>
        <p:spPr>
          <a:xfrm>
            <a:off x="3337229" y="4405541"/>
            <a:ext cx="314300" cy="356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16">
            <a:extLst>
              <a:ext uri="{FF2B5EF4-FFF2-40B4-BE49-F238E27FC236}">
                <a16:creationId xmlns:a16="http://schemas.microsoft.com/office/drawing/2014/main" id="{76531F92-4FDA-472A-BB19-BE59ABBB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562" y="4039288"/>
            <a:ext cx="533381" cy="5333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01EDAE-FCEA-4CDC-A7E2-CA1CA7873256}"/>
              </a:ext>
            </a:extLst>
          </p:cNvPr>
          <p:cNvSpPr txBox="1"/>
          <p:nvPr/>
        </p:nvSpPr>
        <p:spPr>
          <a:xfrm>
            <a:off x="3004211" y="4113056"/>
            <a:ext cx="336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8E7F177-CE2F-47B5-B14A-1F1AA0079D0E}"/>
              </a:ext>
            </a:extLst>
          </p:cNvPr>
          <p:cNvSpPr/>
          <p:nvPr/>
        </p:nvSpPr>
        <p:spPr>
          <a:xfrm>
            <a:off x="2548282" y="4680068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6710C29-689B-4B9C-B2C4-86BECD23EA72}"/>
              </a:ext>
            </a:extLst>
          </p:cNvPr>
          <p:cNvSpPr/>
          <p:nvPr/>
        </p:nvSpPr>
        <p:spPr>
          <a:xfrm>
            <a:off x="3410104" y="467224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19</a:t>
            </a:r>
            <a:endParaRPr lang="en-US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1C7E9A7-6DD8-4D77-899C-AE6387DB9670}"/>
              </a:ext>
            </a:extLst>
          </p:cNvPr>
          <p:cNvSpPr/>
          <p:nvPr/>
        </p:nvSpPr>
        <p:spPr>
          <a:xfrm>
            <a:off x="4439774" y="4669488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1D82BA6-635F-467E-AE92-431D74E6C474}"/>
              </a:ext>
            </a:extLst>
          </p:cNvPr>
          <p:cNvSpPr/>
          <p:nvPr/>
        </p:nvSpPr>
        <p:spPr>
          <a:xfrm>
            <a:off x="5301596" y="466166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49</a:t>
            </a:r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97FA66-CA71-43BC-8644-083665935135}"/>
              </a:ext>
            </a:extLst>
          </p:cNvPr>
          <p:cNvSpPr/>
          <p:nvPr/>
        </p:nvSpPr>
        <p:spPr>
          <a:xfrm>
            <a:off x="6457239" y="4645248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59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2DE887-9343-4AED-BF1F-D71D27BB0529}"/>
              </a:ext>
            </a:extLst>
          </p:cNvPr>
          <p:cNvSpPr/>
          <p:nvPr/>
        </p:nvSpPr>
        <p:spPr>
          <a:xfrm>
            <a:off x="7319061" y="463742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70</a:t>
            </a:r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2F2A6B1-472A-4CB6-A0AE-67D04F1E6E0E}"/>
              </a:ext>
            </a:extLst>
          </p:cNvPr>
          <p:cNvSpPr/>
          <p:nvPr/>
        </p:nvSpPr>
        <p:spPr>
          <a:xfrm>
            <a:off x="8362914" y="4692893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89</a:t>
            </a:r>
            <a:endParaRPr lang="en-US" sz="1600" dirty="0">
              <a:solidFill>
                <a:srgbClr val="FF9900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2F7C01E-B841-44E3-9401-3FFC7CD820ED}"/>
              </a:ext>
            </a:extLst>
          </p:cNvPr>
          <p:cNvSpPr/>
          <p:nvPr/>
        </p:nvSpPr>
        <p:spPr>
          <a:xfrm>
            <a:off x="9224736" y="4685072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99</a:t>
            </a:r>
            <a:endParaRPr lang="en-US" dirty="0">
              <a:solidFill>
                <a:srgbClr val="FF99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0D963-5990-429E-9C55-9196B1E0C242}"/>
              </a:ext>
            </a:extLst>
          </p:cNvPr>
          <p:cNvSpPr/>
          <p:nvPr/>
        </p:nvSpPr>
        <p:spPr>
          <a:xfrm>
            <a:off x="4468929" y="5845766"/>
            <a:ext cx="3596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parent value is </a:t>
            </a:r>
            <a:r>
              <a:rPr lang="en-US" b="1" dirty="0"/>
              <a:t>max of left’s leaves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8EFCAF-B290-41C7-9A22-1228C1F8BBA1}"/>
              </a:ext>
            </a:extLst>
          </p:cNvPr>
          <p:cNvSpPr/>
          <p:nvPr/>
        </p:nvSpPr>
        <p:spPr>
          <a:xfrm>
            <a:off x="581192" y="2107967"/>
            <a:ext cx="21005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 the intervals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Pair them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77F5FAD-84AE-4DDF-81F4-EF94423BA594}"/>
              </a:ext>
            </a:extLst>
          </p:cNvPr>
          <p:cNvSpPr/>
          <p:nvPr/>
        </p:nvSpPr>
        <p:spPr>
          <a:xfrm>
            <a:off x="2459972" y="4609697"/>
            <a:ext cx="1515036" cy="5213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808BAB-0623-4900-8F90-0BF525FBF700}"/>
              </a:ext>
            </a:extLst>
          </p:cNvPr>
          <p:cNvSpPr/>
          <p:nvPr/>
        </p:nvSpPr>
        <p:spPr>
          <a:xfrm>
            <a:off x="4315664" y="4622109"/>
            <a:ext cx="1515036" cy="521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4D4D33-6990-41F2-AB3A-1749F9891442}"/>
              </a:ext>
            </a:extLst>
          </p:cNvPr>
          <p:cNvSpPr/>
          <p:nvPr/>
        </p:nvSpPr>
        <p:spPr>
          <a:xfrm>
            <a:off x="6386514" y="4582101"/>
            <a:ext cx="1515036" cy="52135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B89F5BD-D47D-4350-AB46-2DF5BC837AEA}"/>
              </a:ext>
            </a:extLst>
          </p:cNvPr>
          <p:cNvSpPr/>
          <p:nvPr/>
        </p:nvSpPr>
        <p:spPr>
          <a:xfrm>
            <a:off x="8283340" y="4628657"/>
            <a:ext cx="1515036" cy="521357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249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/>
      <p:bldP spid="53" grpId="0" animBg="1"/>
      <p:bldP spid="54" grpId="0" animBg="1"/>
      <p:bldP spid="55" grpId="0" animBg="1"/>
      <p:bldP spid="56" grpId="0" animBg="1"/>
      <p:bldP spid="57" grpId="0" animBg="1"/>
      <p:bldP spid="59" grpId="0"/>
      <p:bldP spid="60" grpId="0"/>
      <p:bldP spid="61" grpId="0"/>
      <p:bldP spid="62" grpId="0"/>
      <p:bldP spid="63" grpId="0"/>
      <p:bldP spid="80" grpId="0" animBg="1"/>
      <p:bldP spid="81" grpId="0"/>
      <p:bldP spid="64" grpId="0" animBg="1"/>
      <p:bldP spid="65" grpId="0" animBg="1"/>
      <p:bldP spid="66" grpId="0" animBg="1"/>
      <p:bldP spid="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ADE6-DAE2-446C-9DF5-0BC45887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E4D2-D151-47EC-A8E3-2C364142C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5193"/>
            <a:ext cx="10906125" cy="371937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Rank-balanced tree </a:t>
            </a:r>
            <a:r>
              <a:rPr lang="en-US" sz="2400" dirty="0"/>
              <a:t>is a binary tree with logarithmic height. </a:t>
            </a:r>
          </a:p>
          <a:p>
            <a:endParaRPr lang="en-US" sz="2400" dirty="0"/>
          </a:p>
          <a:p>
            <a:pPr marL="1410462" lvl="3" indent="-514350">
              <a:buFont typeface="+mj-lt"/>
              <a:buAutoNum type="arabicPeriod"/>
            </a:pPr>
            <a:r>
              <a:rPr lang="en-US" sz="2400" dirty="0"/>
              <a:t>AVL trees</a:t>
            </a:r>
          </a:p>
          <a:p>
            <a:pPr marL="1410462" lvl="3" indent="-514350">
              <a:buFont typeface="+mj-lt"/>
              <a:buAutoNum type="arabicPeriod"/>
            </a:pPr>
            <a:r>
              <a:rPr lang="en-US" sz="2400" dirty="0"/>
              <a:t>Red-black trees</a:t>
            </a:r>
          </a:p>
          <a:p>
            <a:pPr marL="1410462" lvl="3" indent="-51435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By performing a certain kind of restructuring actions (</a:t>
            </a:r>
            <a:r>
              <a:rPr lang="en-US" sz="2400" dirty="0">
                <a:solidFill>
                  <a:srgbClr val="00B0F0"/>
                </a:solidFill>
              </a:rPr>
              <a:t>rotation</a:t>
            </a:r>
            <a:r>
              <a:rPr lang="en-US" sz="2400" dirty="0"/>
              <a:t>), we change a tree to a rank-balanced tree.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3BC06-9797-450B-BE7E-8A7365148B3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26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BBBF-1480-40EB-97FF-5DCAB520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AFA6F-C501-48CC-8754-A0AB7B1BB5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Lets define the </a:t>
                </a:r>
                <a:r>
                  <a:rPr lang="en-US" sz="2400" dirty="0">
                    <a:solidFill>
                      <a:srgbClr val="00B050"/>
                    </a:solidFill>
                  </a:rPr>
                  <a:t>Balance factor </a:t>
                </a:r>
                <a:r>
                  <a:rPr lang="en-US" sz="2400" dirty="0"/>
                  <a:t>of a node v as follows:</a:t>
                </a:r>
              </a:p>
              <a:p>
                <a:pPr marL="118872" indent="0" algn="ctr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BF(v)= height(left-subtree) − height(right-subtree)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If for all nodes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𝐵𝐹</m:t>
                        </m:r>
                        <m:d>
                          <m:dPr>
                            <m:ctrlPr>
                              <a:rPr lang="en-US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≤1 </m:t>
                    </m:r>
                  </m:oMath>
                </a14:m>
                <a:r>
                  <a:rPr lang="en-US" sz="2400" dirty="0"/>
                  <a:t>the tree is called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AVL</a:t>
                </a:r>
                <a:r>
                  <a:rPr lang="en-US" sz="2400" dirty="0"/>
                  <a:t>.</a:t>
                </a:r>
              </a:p>
              <a:p>
                <a:pPr marL="118872" indent="0" algn="ctr">
                  <a:lnSpc>
                    <a:spcPct val="150000"/>
                  </a:lnSpc>
                  <a:buNone/>
                </a:pPr>
                <a:endParaRPr 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2AFA6F-C501-48CC-8754-A0AB7B1BB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FC364-D28D-4B1D-B67C-9E16F1B63DD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458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13/154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70386-52C2-426B-B412-CC0D69A49351}"/>
              </a:ext>
            </a:extLst>
          </p:cNvPr>
          <p:cNvSpPr txBox="1"/>
          <p:nvPr/>
        </p:nvSpPr>
        <p:spPr>
          <a:xfrm>
            <a:off x="806176" y="2177610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heights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CBD7BB-3E1D-439C-AF76-A5ECC3988CED}"/>
              </a:ext>
            </a:extLst>
          </p:cNvPr>
          <p:cNvSpPr txBox="1"/>
          <p:nvPr/>
        </p:nvSpPr>
        <p:spPr>
          <a:xfrm>
            <a:off x="9548974" y="3590518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5F2D0B-2A8E-4F4F-BDEA-C1B12F03D86D}"/>
              </a:ext>
            </a:extLst>
          </p:cNvPr>
          <p:cNvGrpSpPr/>
          <p:nvPr/>
        </p:nvGrpSpPr>
        <p:grpSpPr>
          <a:xfrm>
            <a:off x="2839749" y="1847706"/>
            <a:ext cx="7088253" cy="3824471"/>
            <a:chOff x="2839749" y="1847706"/>
            <a:chExt cx="7088253" cy="382447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EE7876-0EEC-4B46-8C51-A43112EE8DA6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06CE2A2-139A-42F5-9FD1-B9CBBE9CE24F}"/>
                </a:ext>
              </a:extLst>
            </p:cNvPr>
            <p:cNvGrpSpPr/>
            <p:nvPr/>
          </p:nvGrpSpPr>
          <p:grpSpPr>
            <a:xfrm>
              <a:off x="2839749" y="1847706"/>
              <a:ext cx="7088253" cy="3824471"/>
              <a:chOff x="2454626" y="2321247"/>
              <a:chExt cx="7088253" cy="3824471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ECC2818-67D9-41E3-990E-708668C830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73878" y="540260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389EE1A-728D-4264-81A5-B72205479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3270" y="4566785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D7B79FB-2D06-4E0C-A81F-F5F6E7E024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80796" y="4566785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5E1E066-BCC1-48D5-9F25-B8257A9CA4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8242" y="3703599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AED304B-F2AC-476B-9149-539DB0FCF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5450" y="540260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DDEF5D9-A0A2-4001-89F5-C01CF5F5D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5102" y="5387222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348496E-1832-44DE-9810-55DD340A07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32628" y="5387222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79694DB-B2CD-4C97-B387-624D0ECE9B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8178" y="4482829"/>
                <a:ext cx="415788" cy="3384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6503CCE-F176-4590-9DD7-EFB53064CD77}"/>
                  </a:ext>
                </a:extLst>
              </p:cNvPr>
              <p:cNvCxnSpPr>
                <a:cxnSpLocks/>
                <a:endCxn id="62" idx="7"/>
              </p:cNvCxnSpPr>
              <p:nvPr/>
            </p:nvCxnSpPr>
            <p:spPr>
              <a:xfrm flipH="1">
                <a:off x="5817312" y="4512799"/>
                <a:ext cx="356788" cy="38036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51CF74E-DB5E-4B69-9670-B061BDD79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6776" y="4534499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B3F9E6F-2CE3-489F-BACF-BE24B9E3F2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54302" y="4534499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56E43B4-73A4-44A3-8C69-015715704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156" y="3633421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FCDE8A1-D958-4BB3-B0D0-6BBBD28AE7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1532" y="3611433"/>
                <a:ext cx="1213699" cy="602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3C105DD-7885-4550-8152-A8EE2159A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0636" y="2708841"/>
                <a:ext cx="2784718" cy="6567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B62D9CC8-B58A-4007-9825-FAF6F27150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6598" y="2743420"/>
                <a:ext cx="1393738" cy="68558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16">
                <a:extLst>
                  <a:ext uri="{FF2B5EF4-FFF2-40B4-BE49-F238E27FC236}">
                    <a16:creationId xmlns:a16="http://schemas.microsoft.com/office/drawing/2014/main" id="{B1890980-8C25-48C9-802A-3F6B10ACF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922" y="2321247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9452E58-7098-4625-BF9B-FBF775B90FBE}"/>
                  </a:ext>
                </a:extLst>
              </p:cNvPr>
              <p:cNvSpPr txBox="1"/>
              <p:nvPr/>
            </p:nvSpPr>
            <p:spPr>
              <a:xfrm>
                <a:off x="4515552" y="24510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44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AF9D7A5-1D03-4193-B4E1-6CAA3B09FED9}"/>
                  </a:ext>
                </a:extLst>
              </p:cNvPr>
              <p:cNvSpPr txBox="1"/>
              <p:nvPr/>
            </p:nvSpPr>
            <p:spPr>
              <a:xfrm>
                <a:off x="2870294" y="3294744"/>
                <a:ext cx="428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94CF0FB-E76D-498D-81BE-75DEA615366B}"/>
                  </a:ext>
                </a:extLst>
              </p:cNvPr>
              <p:cNvSpPr/>
              <p:nvPr/>
            </p:nvSpPr>
            <p:spPr>
              <a:xfrm>
                <a:off x="2454626" y="4104090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16">
                <a:extLst>
                  <a:ext uri="{FF2B5EF4-FFF2-40B4-BE49-F238E27FC236}">
                    <a16:creationId xmlns:a16="http://schemas.microsoft.com/office/drawing/2014/main" id="{EB68F6E6-3703-42F9-95EA-9116E9EA2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8512" y="313267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8" name="Oval 16">
                <a:extLst>
                  <a:ext uri="{FF2B5EF4-FFF2-40B4-BE49-F238E27FC236}">
                    <a16:creationId xmlns:a16="http://schemas.microsoft.com/office/drawing/2014/main" id="{E108792F-867B-48BE-BE85-F49D0D0CF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3572" y="3135263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9" name="Oval 16">
                <a:extLst>
                  <a:ext uri="{FF2B5EF4-FFF2-40B4-BE49-F238E27FC236}">
                    <a16:creationId xmlns:a16="http://schemas.microsoft.com/office/drawing/2014/main" id="{E9389009-62D7-4265-8A7E-8FF92DC67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947" y="397589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0" name="Oval 16">
                <a:extLst>
                  <a:ext uri="{FF2B5EF4-FFF2-40B4-BE49-F238E27FC236}">
                    <a16:creationId xmlns:a16="http://schemas.microsoft.com/office/drawing/2014/main" id="{A076190F-750B-4856-8ED0-7071A7C88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3344" y="396773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221077CB-5915-4CFC-93DE-BE797C6E3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7397" y="396295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2" name="Oval 16">
                <a:extLst>
                  <a:ext uri="{FF2B5EF4-FFF2-40B4-BE49-F238E27FC236}">
                    <a16:creationId xmlns:a16="http://schemas.microsoft.com/office/drawing/2014/main" id="{C959E58E-AAD0-402D-AEC0-FA2BFFC9E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0892" y="4797696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1978B6F-BE98-4357-81AE-ABBB6399105F}"/>
                  </a:ext>
                </a:extLst>
              </p:cNvPr>
              <p:cNvSpPr/>
              <p:nvPr/>
            </p:nvSpPr>
            <p:spPr>
              <a:xfrm>
                <a:off x="3274123" y="4922341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478DEE8-6684-46B7-897B-85E2135A1684}"/>
                  </a:ext>
                </a:extLst>
              </p:cNvPr>
              <p:cNvSpPr/>
              <p:nvPr/>
            </p:nvSpPr>
            <p:spPr>
              <a:xfrm>
                <a:off x="4118351" y="4914177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A59AB2A-D255-4B0B-BA3F-C44211944B3B}"/>
                  </a:ext>
                </a:extLst>
              </p:cNvPr>
              <p:cNvSpPr/>
              <p:nvPr/>
            </p:nvSpPr>
            <p:spPr>
              <a:xfrm>
                <a:off x="9107348" y="4914177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B08790D-ACE6-4EF8-A080-47D5A84D8651}"/>
                  </a:ext>
                </a:extLst>
              </p:cNvPr>
              <p:cNvSpPr/>
              <p:nvPr/>
            </p:nvSpPr>
            <p:spPr>
              <a:xfrm>
                <a:off x="8247348" y="4906013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7A3AAE7-F9A4-48BE-A00F-D5DFD2A12962}"/>
                  </a:ext>
                </a:extLst>
              </p:cNvPr>
              <p:cNvSpPr/>
              <p:nvPr/>
            </p:nvSpPr>
            <p:spPr>
              <a:xfrm>
                <a:off x="7448178" y="5690827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74AA168-981C-41D7-A495-2FB596C69A48}"/>
                  </a:ext>
                </a:extLst>
              </p:cNvPr>
              <p:cNvSpPr/>
              <p:nvPr/>
            </p:nvSpPr>
            <p:spPr>
              <a:xfrm>
                <a:off x="6588178" y="5682663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561580C-3A37-4A3D-A66A-15623C6C1D7F}"/>
                  </a:ext>
                </a:extLst>
              </p:cNvPr>
              <p:cNvSpPr/>
              <p:nvPr/>
            </p:nvSpPr>
            <p:spPr>
              <a:xfrm>
                <a:off x="4929926" y="5736920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46C2279-1D8A-459E-B3EE-F24C79194C11}"/>
                  </a:ext>
                </a:extLst>
              </p:cNvPr>
              <p:cNvCxnSpPr>
                <a:cxnSpLocks/>
                <a:stCxn id="57" idx="5"/>
                <a:endCxn id="59" idx="1"/>
              </p:cNvCxnSpPr>
              <p:nvPr/>
            </p:nvCxnSpPr>
            <p:spPr>
              <a:xfrm>
                <a:off x="3314932" y="3689090"/>
                <a:ext cx="392482" cy="3822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A5013AE-9271-48A9-AC87-AB0F9E25BC8E}"/>
                  </a:ext>
                </a:extLst>
              </p:cNvPr>
              <p:cNvSpPr txBox="1"/>
              <p:nvPr/>
            </p:nvSpPr>
            <p:spPr>
              <a:xfrm>
                <a:off x="2871857" y="3276603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D0D1D09-ECC1-403C-BFE6-22F523CF1FC7}"/>
                  </a:ext>
                </a:extLst>
              </p:cNvPr>
              <p:cNvSpPr txBox="1"/>
              <p:nvPr/>
            </p:nvSpPr>
            <p:spPr>
              <a:xfrm>
                <a:off x="3706917" y="4108779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32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698D1C1-BCE7-45EB-AE86-1828B2E0CDEC}"/>
                  </a:ext>
                </a:extLst>
              </p:cNvPr>
              <p:cNvSpPr txBox="1"/>
              <p:nvPr/>
            </p:nvSpPr>
            <p:spPr>
              <a:xfrm>
                <a:off x="7804897" y="3243710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78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154E6B4-546D-4C65-9469-EEBB0BD03BE3}"/>
                  </a:ext>
                </a:extLst>
              </p:cNvPr>
              <p:cNvSpPr txBox="1"/>
              <p:nvPr/>
            </p:nvSpPr>
            <p:spPr>
              <a:xfrm>
                <a:off x="8610970" y="4105513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D2ACC50-6447-4CDF-B844-1B5E3AD328AB}"/>
                  </a:ext>
                </a:extLst>
              </p:cNvPr>
              <p:cNvSpPr txBox="1"/>
              <p:nvPr/>
            </p:nvSpPr>
            <p:spPr>
              <a:xfrm>
                <a:off x="6136070" y="4086767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D0AD8CF-5A1E-41A2-9657-468DC28AB2C7}"/>
                  </a:ext>
                </a:extLst>
              </p:cNvPr>
              <p:cNvSpPr txBox="1"/>
              <p:nvPr/>
            </p:nvSpPr>
            <p:spPr>
              <a:xfrm>
                <a:off x="5319002" y="4930537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48</a:t>
                </a:r>
              </a:p>
            </p:txBody>
          </p:sp>
        </p:grp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26F8D614-4C22-48C1-9D93-919E0423A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999" y="4303484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94EF32-9069-45A4-BE8F-E509C87CE2C4}"/>
                </a:ext>
              </a:extLst>
            </p:cNvPr>
            <p:cNvSpPr txBox="1"/>
            <p:nvPr/>
          </p:nvSpPr>
          <p:spPr>
            <a:xfrm>
              <a:off x="7332605" y="442782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62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C51581B-2CE0-40B5-A54B-F1222C12BDDB}"/>
              </a:ext>
            </a:extLst>
          </p:cNvPr>
          <p:cNvSpPr txBox="1"/>
          <p:nvPr/>
        </p:nvSpPr>
        <p:spPr>
          <a:xfrm>
            <a:off x="3663262" y="482793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C9218C-B48A-4BEB-AC09-C0443FC267A5}"/>
              </a:ext>
            </a:extLst>
          </p:cNvPr>
          <p:cNvSpPr txBox="1"/>
          <p:nvPr/>
        </p:nvSpPr>
        <p:spPr>
          <a:xfrm>
            <a:off x="3792064" y="2793268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C157F5F-F892-47BD-A1CF-70C914CDC034}"/>
              </a:ext>
            </a:extLst>
          </p:cNvPr>
          <p:cNvSpPr txBox="1"/>
          <p:nvPr/>
        </p:nvSpPr>
        <p:spPr>
          <a:xfrm>
            <a:off x="6288441" y="329251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154DEB-41D1-49AF-B676-4CD4A7341025}"/>
              </a:ext>
            </a:extLst>
          </p:cNvPr>
          <p:cNvSpPr txBox="1"/>
          <p:nvPr/>
        </p:nvSpPr>
        <p:spPr>
          <a:xfrm>
            <a:off x="8736279" y="245187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39D546D-6511-42AC-A01E-A0B381AD9B86}"/>
              </a:ext>
            </a:extLst>
          </p:cNvPr>
          <p:cNvSpPr txBox="1"/>
          <p:nvPr/>
        </p:nvSpPr>
        <p:spPr>
          <a:xfrm>
            <a:off x="2875741" y="397842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29FACF-435D-4A44-9250-B3330FBC5232}"/>
              </a:ext>
            </a:extLst>
          </p:cNvPr>
          <p:cNvSpPr txBox="1"/>
          <p:nvPr/>
        </p:nvSpPr>
        <p:spPr>
          <a:xfrm>
            <a:off x="5474685" y="188928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808B3E9-4A40-4720-B22E-CD1B48194A23}"/>
              </a:ext>
            </a:extLst>
          </p:cNvPr>
          <p:cNvSpPr txBox="1"/>
          <p:nvPr/>
        </p:nvSpPr>
        <p:spPr>
          <a:xfrm>
            <a:off x="4515431" y="482129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827AED-080B-41BE-AD69-A1CA64D23A79}"/>
              </a:ext>
            </a:extLst>
          </p:cNvPr>
          <p:cNvSpPr txBox="1"/>
          <p:nvPr/>
        </p:nvSpPr>
        <p:spPr>
          <a:xfrm>
            <a:off x="5329453" y="567122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26B9895-B582-453C-8F70-AEC6A9AF8ABF}"/>
              </a:ext>
            </a:extLst>
          </p:cNvPr>
          <p:cNvSpPr txBox="1"/>
          <p:nvPr/>
        </p:nvSpPr>
        <p:spPr>
          <a:xfrm>
            <a:off x="6205491" y="562441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ACB43F9-0D10-4BF1-AA71-50661F3AB6C8}"/>
              </a:ext>
            </a:extLst>
          </p:cNvPr>
          <p:cNvSpPr txBox="1"/>
          <p:nvPr/>
        </p:nvSpPr>
        <p:spPr>
          <a:xfrm>
            <a:off x="7011490" y="5689304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B6D734-02DE-4C00-A70E-B4F179FDFE4C}"/>
              </a:ext>
            </a:extLst>
          </p:cNvPr>
          <p:cNvSpPr txBox="1"/>
          <p:nvPr/>
        </p:nvSpPr>
        <p:spPr>
          <a:xfrm>
            <a:off x="8657184" y="485139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F3D398-4169-40E6-B7E6-83242C6A95D8}"/>
              </a:ext>
            </a:extLst>
          </p:cNvPr>
          <p:cNvSpPr txBox="1"/>
          <p:nvPr/>
        </p:nvSpPr>
        <p:spPr>
          <a:xfrm>
            <a:off x="4551254" y="336935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DF9423E-CB72-4FD4-A163-94380A0191EE}"/>
              </a:ext>
            </a:extLst>
          </p:cNvPr>
          <p:cNvSpPr txBox="1"/>
          <p:nvPr/>
        </p:nvSpPr>
        <p:spPr>
          <a:xfrm>
            <a:off x="7879958" y="562441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D5B4C3-E13A-4FD4-AF9E-AF1805668F34}"/>
              </a:ext>
            </a:extLst>
          </p:cNvPr>
          <p:cNvSpPr txBox="1"/>
          <p:nvPr/>
        </p:nvSpPr>
        <p:spPr>
          <a:xfrm>
            <a:off x="9582663" y="4798643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0563B33-F569-4DAC-B24F-DCC719923DE4}"/>
              </a:ext>
            </a:extLst>
          </p:cNvPr>
          <p:cNvSpPr txBox="1"/>
          <p:nvPr/>
        </p:nvSpPr>
        <p:spPr>
          <a:xfrm>
            <a:off x="5595633" y="394399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9C6952A-A8A4-4824-9240-D53454E5E00A}"/>
              </a:ext>
            </a:extLst>
          </p:cNvPr>
          <p:cNvSpPr txBox="1"/>
          <p:nvPr/>
        </p:nvSpPr>
        <p:spPr>
          <a:xfrm>
            <a:off x="7752661" y="418557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473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14/154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70386-52C2-426B-B412-CC0D69A49351}"/>
              </a:ext>
            </a:extLst>
          </p:cNvPr>
          <p:cNvSpPr txBox="1"/>
          <p:nvPr/>
        </p:nvSpPr>
        <p:spPr>
          <a:xfrm>
            <a:off x="609600" y="2106996"/>
            <a:ext cx="201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Balance factor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3A8E6-AA07-48A8-96A6-352AABE15C59}"/>
              </a:ext>
            </a:extLst>
          </p:cNvPr>
          <p:cNvSpPr txBox="1"/>
          <p:nvPr/>
        </p:nvSpPr>
        <p:spPr>
          <a:xfrm>
            <a:off x="3630562" y="3627889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96160-A84A-4FBA-A158-4B692E6FCE27}"/>
              </a:ext>
            </a:extLst>
          </p:cNvPr>
          <p:cNvSpPr txBox="1"/>
          <p:nvPr/>
        </p:nvSpPr>
        <p:spPr>
          <a:xfrm>
            <a:off x="2702965" y="2538292"/>
            <a:ext cx="39946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43DB0-0ADC-4519-889F-E6F8ED472D78}"/>
              </a:ext>
            </a:extLst>
          </p:cNvPr>
          <p:cNvSpPr txBox="1"/>
          <p:nvPr/>
        </p:nvSpPr>
        <p:spPr>
          <a:xfrm>
            <a:off x="5285201" y="4185572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C757A-05A0-4311-8D4B-DF2556027DE2}"/>
              </a:ext>
            </a:extLst>
          </p:cNvPr>
          <p:cNvSpPr txBox="1"/>
          <p:nvPr/>
        </p:nvSpPr>
        <p:spPr>
          <a:xfrm>
            <a:off x="7447725" y="3876975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139FC-8C07-46D7-87C6-C671F3358895}"/>
              </a:ext>
            </a:extLst>
          </p:cNvPr>
          <p:cNvSpPr txBox="1"/>
          <p:nvPr/>
        </p:nvSpPr>
        <p:spPr>
          <a:xfrm>
            <a:off x="9289319" y="3091201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483B0-7A1F-4588-AE40-367BBB5C1750}"/>
              </a:ext>
            </a:extLst>
          </p:cNvPr>
          <p:cNvSpPr txBox="1"/>
          <p:nvPr/>
        </p:nvSpPr>
        <p:spPr>
          <a:xfrm>
            <a:off x="6633380" y="3092774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27C3EC-941A-4C3F-A15A-22D322AC784E}"/>
              </a:ext>
            </a:extLst>
          </p:cNvPr>
          <p:cNvSpPr txBox="1"/>
          <p:nvPr/>
        </p:nvSpPr>
        <p:spPr>
          <a:xfrm>
            <a:off x="8288604" y="2246074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632A9-AD93-4AFA-9DCB-92E0F139F7FF}"/>
              </a:ext>
            </a:extLst>
          </p:cNvPr>
          <p:cNvSpPr txBox="1"/>
          <p:nvPr/>
        </p:nvSpPr>
        <p:spPr>
          <a:xfrm>
            <a:off x="4309025" y="1907933"/>
            <a:ext cx="39946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ADE135-1684-4FCF-9D34-EDDC84AD1AE3}"/>
              </a:ext>
            </a:extLst>
          </p:cNvPr>
          <p:cNvSpPr txBox="1"/>
          <p:nvPr/>
        </p:nvSpPr>
        <p:spPr>
          <a:xfrm>
            <a:off x="2413332" y="3691626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2F4284-3DE1-4198-9A6C-B1D4319BABE1}"/>
              </a:ext>
            </a:extLst>
          </p:cNvPr>
          <p:cNvSpPr txBox="1"/>
          <p:nvPr/>
        </p:nvSpPr>
        <p:spPr>
          <a:xfrm>
            <a:off x="3256980" y="4571404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5BD9C-F6EC-4CD7-9363-0C3110D4E6A4}"/>
              </a:ext>
            </a:extLst>
          </p:cNvPr>
          <p:cNvSpPr txBox="1"/>
          <p:nvPr/>
        </p:nvSpPr>
        <p:spPr>
          <a:xfrm>
            <a:off x="4180950" y="4851396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36D08-BB97-454F-B53B-A9A57A8EBF26}"/>
              </a:ext>
            </a:extLst>
          </p:cNvPr>
          <p:cNvSpPr txBox="1"/>
          <p:nvPr/>
        </p:nvSpPr>
        <p:spPr>
          <a:xfrm>
            <a:off x="4958346" y="5258098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9D1B2B-EB3F-4215-8A4A-7C05CF3A923D}"/>
              </a:ext>
            </a:extLst>
          </p:cNvPr>
          <p:cNvSpPr txBox="1"/>
          <p:nvPr/>
        </p:nvSpPr>
        <p:spPr>
          <a:xfrm>
            <a:off x="7629308" y="5686995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D7320E-970D-40EA-8CCB-16585929E617}"/>
              </a:ext>
            </a:extLst>
          </p:cNvPr>
          <p:cNvSpPr txBox="1"/>
          <p:nvPr/>
        </p:nvSpPr>
        <p:spPr>
          <a:xfrm>
            <a:off x="9967943" y="4440014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D10FA-59F3-43BF-B36D-DEE866A43444}"/>
              </a:ext>
            </a:extLst>
          </p:cNvPr>
          <p:cNvSpPr txBox="1"/>
          <p:nvPr/>
        </p:nvSpPr>
        <p:spPr>
          <a:xfrm>
            <a:off x="6779717" y="5689304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96E6D-5F30-435B-97AB-F456167418F6}"/>
              </a:ext>
            </a:extLst>
          </p:cNvPr>
          <p:cNvSpPr txBox="1"/>
          <p:nvPr/>
        </p:nvSpPr>
        <p:spPr>
          <a:xfrm>
            <a:off x="5947971" y="5715263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68015D-C757-4416-98BB-AB079E2D0899}"/>
              </a:ext>
            </a:extLst>
          </p:cNvPr>
          <p:cNvSpPr txBox="1"/>
          <p:nvPr/>
        </p:nvSpPr>
        <p:spPr>
          <a:xfrm>
            <a:off x="8258988" y="4520917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DF3E3E6-6DF2-4BDE-8B20-9CB2B8F772C5}"/>
              </a:ext>
            </a:extLst>
          </p:cNvPr>
          <p:cNvSpPr txBox="1"/>
          <p:nvPr/>
        </p:nvSpPr>
        <p:spPr>
          <a:xfrm>
            <a:off x="9548974" y="3590518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DFC7964-2C01-44AE-8EDD-D372E8B3CC10}"/>
              </a:ext>
            </a:extLst>
          </p:cNvPr>
          <p:cNvGrpSpPr/>
          <p:nvPr/>
        </p:nvGrpSpPr>
        <p:grpSpPr>
          <a:xfrm>
            <a:off x="2839749" y="1847706"/>
            <a:ext cx="7088253" cy="3824471"/>
            <a:chOff x="2839749" y="1847706"/>
            <a:chExt cx="7088253" cy="3824471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3BFBED-46D2-48BB-9857-14647B840D0C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9C924DE-B38A-4157-A21C-06FB8191A57F}"/>
                </a:ext>
              </a:extLst>
            </p:cNvPr>
            <p:cNvGrpSpPr/>
            <p:nvPr/>
          </p:nvGrpSpPr>
          <p:grpSpPr>
            <a:xfrm>
              <a:off x="2839749" y="1847706"/>
              <a:ext cx="7088253" cy="3824471"/>
              <a:chOff x="2454626" y="2321247"/>
              <a:chExt cx="7088253" cy="3824471"/>
            </a:xfrm>
          </p:grpSpPr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50E7332-F789-4D60-8BFE-01BA572932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73878" y="540260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1D27B9A-8208-43C1-86A7-B68622E59F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3270" y="4566785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8C2368B1-0A2A-4698-869A-186B3E5B66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80796" y="4566785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11060DB-3E8B-4579-BDED-F8B14F3538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8242" y="3703599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083E5BA-C4FF-4F4C-9992-78D28AC23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5450" y="540260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9E5249C6-FD61-49ED-886C-DF1EE8E10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5102" y="5387222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7C25B7DD-6994-49A4-9946-CDBCB96639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32628" y="5387222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358E479-2F73-49D4-9DB7-51868CB4A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8178" y="4482829"/>
                <a:ext cx="415788" cy="3384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2284BAD8-A18D-4373-9101-436CFB0438A5}"/>
                  </a:ext>
                </a:extLst>
              </p:cNvPr>
              <p:cNvCxnSpPr>
                <a:cxnSpLocks/>
                <a:endCxn id="126" idx="7"/>
              </p:cNvCxnSpPr>
              <p:nvPr/>
            </p:nvCxnSpPr>
            <p:spPr>
              <a:xfrm flipH="1">
                <a:off x="5817312" y="4512799"/>
                <a:ext cx="356788" cy="38036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1101E21-CF4F-4B51-9C6D-1D995DC96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6776" y="4534499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C4795CB-2B29-459A-8683-78EAE71BCC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54302" y="4534499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A45097A-BF74-4987-A5ED-4255FB876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156" y="3633421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3F6E4967-DBD2-4D7B-844A-AA771566AA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1532" y="3611433"/>
                <a:ext cx="1213699" cy="6021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D6972BE-5EC2-4A6D-A6E4-18440FC5C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0636" y="2708841"/>
                <a:ext cx="2784718" cy="6567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42CAAE2C-E653-4F98-B3DE-B73851BDA9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6598" y="2743420"/>
                <a:ext cx="1393738" cy="68558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Oval 16">
                <a:extLst>
                  <a:ext uri="{FF2B5EF4-FFF2-40B4-BE49-F238E27FC236}">
                    <a16:creationId xmlns:a16="http://schemas.microsoft.com/office/drawing/2014/main" id="{6EBD5A66-BF11-43CD-A366-82E4C18F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922" y="2321247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134EFDE-B107-4BB9-8F09-22E74F536940}"/>
                  </a:ext>
                </a:extLst>
              </p:cNvPr>
              <p:cNvSpPr txBox="1"/>
              <p:nvPr/>
            </p:nvSpPr>
            <p:spPr>
              <a:xfrm>
                <a:off x="4515552" y="24510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44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85AB269-2A78-4A46-9C1B-33A2973BEBFE}"/>
                  </a:ext>
                </a:extLst>
              </p:cNvPr>
              <p:cNvSpPr txBox="1"/>
              <p:nvPr/>
            </p:nvSpPr>
            <p:spPr>
              <a:xfrm>
                <a:off x="2870294" y="3294744"/>
                <a:ext cx="428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4CED5A60-A2A6-435E-B3F7-3E74B79E240F}"/>
                  </a:ext>
                </a:extLst>
              </p:cNvPr>
              <p:cNvSpPr/>
              <p:nvPr/>
            </p:nvSpPr>
            <p:spPr>
              <a:xfrm>
                <a:off x="2454626" y="4104090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6">
                <a:extLst>
                  <a:ext uri="{FF2B5EF4-FFF2-40B4-BE49-F238E27FC236}">
                    <a16:creationId xmlns:a16="http://schemas.microsoft.com/office/drawing/2014/main" id="{314DCAD0-DDD3-416F-A171-5DC8C536C3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8512" y="313267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2" name="Oval 16">
                <a:extLst>
                  <a:ext uri="{FF2B5EF4-FFF2-40B4-BE49-F238E27FC236}">
                    <a16:creationId xmlns:a16="http://schemas.microsoft.com/office/drawing/2014/main" id="{6F97909A-C9F9-4982-A768-154BE1842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3572" y="3135263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3" name="Oval 16">
                <a:extLst>
                  <a:ext uri="{FF2B5EF4-FFF2-40B4-BE49-F238E27FC236}">
                    <a16:creationId xmlns:a16="http://schemas.microsoft.com/office/drawing/2014/main" id="{D2FD5EC9-6BB0-42E9-8461-9329B1274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947" y="397589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A6993B72-A00B-4977-AF2F-62C27B9F5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3344" y="396773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082DE8CC-EB25-43C1-8891-F7BE5FF46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7397" y="3962950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Oval 16">
                <a:extLst>
                  <a:ext uri="{FF2B5EF4-FFF2-40B4-BE49-F238E27FC236}">
                    <a16:creationId xmlns:a16="http://schemas.microsoft.com/office/drawing/2014/main" id="{7F53084F-4EB0-4012-A0FC-DB39844F7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0892" y="4797696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C182BBE1-A482-497E-8B99-FD55A798B9F1}"/>
                  </a:ext>
                </a:extLst>
              </p:cNvPr>
              <p:cNvSpPr/>
              <p:nvPr/>
            </p:nvSpPr>
            <p:spPr>
              <a:xfrm>
                <a:off x="3274123" y="4922341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3BBF193-E344-42D1-BEB7-D1F9CE8E5FCE}"/>
                  </a:ext>
                </a:extLst>
              </p:cNvPr>
              <p:cNvSpPr/>
              <p:nvPr/>
            </p:nvSpPr>
            <p:spPr>
              <a:xfrm>
                <a:off x="4118351" y="4914177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DA331D4-3FC9-4319-A575-470892C17C58}"/>
                  </a:ext>
                </a:extLst>
              </p:cNvPr>
              <p:cNvSpPr/>
              <p:nvPr/>
            </p:nvSpPr>
            <p:spPr>
              <a:xfrm>
                <a:off x="9107348" y="4914177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CA3344D-1A99-4291-B932-BA3455619558}"/>
                  </a:ext>
                </a:extLst>
              </p:cNvPr>
              <p:cNvSpPr/>
              <p:nvPr/>
            </p:nvSpPr>
            <p:spPr>
              <a:xfrm>
                <a:off x="8247348" y="4906013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3D7EDD61-E42A-4C6B-B208-6D838A0AB1FE}"/>
                  </a:ext>
                </a:extLst>
              </p:cNvPr>
              <p:cNvSpPr/>
              <p:nvPr/>
            </p:nvSpPr>
            <p:spPr>
              <a:xfrm>
                <a:off x="7448178" y="5690827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7E0B587-A2A5-48B7-97DE-3766F22FA8C3}"/>
                  </a:ext>
                </a:extLst>
              </p:cNvPr>
              <p:cNvSpPr/>
              <p:nvPr/>
            </p:nvSpPr>
            <p:spPr>
              <a:xfrm>
                <a:off x="6588178" y="5682663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47C275AB-8A6F-4A7B-8B92-512EE06F01FC}"/>
                  </a:ext>
                </a:extLst>
              </p:cNvPr>
              <p:cNvSpPr/>
              <p:nvPr/>
            </p:nvSpPr>
            <p:spPr>
              <a:xfrm>
                <a:off x="4929926" y="5736920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A404CF5-7088-4FE2-BCB0-E6F9C21E6EF7}"/>
                  </a:ext>
                </a:extLst>
              </p:cNvPr>
              <p:cNvCxnSpPr>
                <a:cxnSpLocks/>
                <a:stCxn id="121" idx="5"/>
                <a:endCxn id="123" idx="1"/>
              </p:cNvCxnSpPr>
              <p:nvPr/>
            </p:nvCxnSpPr>
            <p:spPr>
              <a:xfrm>
                <a:off x="3314932" y="3689090"/>
                <a:ext cx="392482" cy="3822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19A8B86-05B6-4C25-9B51-359C1D6B7DEB}"/>
                  </a:ext>
                </a:extLst>
              </p:cNvPr>
              <p:cNvSpPr txBox="1"/>
              <p:nvPr/>
            </p:nvSpPr>
            <p:spPr>
              <a:xfrm>
                <a:off x="2871857" y="3276603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037741F-3494-4B10-A81A-32FAFC122366}"/>
                  </a:ext>
                </a:extLst>
              </p:cNvPr>
              <p:cNvSpPr txBox="1"/>
              <p:nvPr/>
            </p:nvSpPr>
            <p:spPr>
              <a:xfrm>
                <a:off x="3706917" y="4108779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32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E5773E2-41E5-42F8-994F-2E5C0CB91FB0}"/>
                  </a:ext>
                </a:extLst>
              </p:cNvPr>
              <p:cNvSpPr txBox="1"/>
              <p:nvPr/>
            </p:nvSpPr>
            <p:spPr>
              <a:xfrm>
                <a:off x="7804897" y="3243710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78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409455E5-DE3A-4397-945D-572941961B61}"/>
                  </a:ext>
                </a:extLst>
              </p:cNvPr>
              <p:cNvSpPr txBox="1"/>
              <p:nvPr/>
            </p:nvSpPr>
            <p:spPr>
              <a:xfrm>
                <a:off x="8610970" y="4105513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EC19AC75-1487-447B-8F0A-0E80813093FF}"/>
                  </a:ext>
                </a:extLst>
              </p:cNvPr>
              <p:cNvSpPr txBox="1"/>
              <p:nvPr/>
            </p:nvSpPr>
            <p:spPr>
              <a:xfrm>
                <a:off x="6136070" y="4086767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50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0997C1E8-5BAA-4759-813E-2303AF14587C}"/>
                  </a:ext>
                </a:extLst>
              </p:cNvPr>
              <p:cNvSpPr txBox="1"/>
              <p:nvPr/>
            </p:nvSpPr>
            <p:spPr>
              <a:xfrm>
                <a:off x="5319002" y="4930537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48</a:t>
                </a:r>
              </a:p>
            </p:txBody>
          </p:sp>
        </p:grpSp>
        <p:sp>
          <p:nvSpPr>
            <p:cNvPr id="100" name="Oval 16">
              <a:extLst>
                <a:ext uri="{FF2B5EF4-FFF2-40B4-BE49-F238E27FC236}">
                  <a16:creationId xmlns:a16="http://schemas.microsoft.com/office/drawing/2014/main" id="{4B7D31BC-09D4-485B-A0D9-022D1102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2999" y="4303484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4E094EA-B6A2-42AC-9A3C-AD5CC2D1D47D}"/>
                </a:ext>
              </a:extLst>
            </p:cNvPr>
            <p:cNvSpPr txBox="1"/>
            <p:nvPr/>
          </p:nvSpPr>
          <p:spPr>
            <a:xfrm>
              <a:off x="7332605" y="442782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62</a:t>
              </a: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63DC394-4DAD-47CE-B975-1D55850B1D6D}"/>
              </a:ext>
            </a:extLst>
          </p:cNvPr>
          <p:cNvSpPr txBox="1"/>
          <p:nvPr/>
        </p:nvSpPr>
        <p:spPr>
          <a:xfrm>
            <a:off x="3663262" y="482793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ED67C2-1FE8-416F-BA40-F6246998D545}"/>
              </a:ext>
            </a:extLst>
          </p:cNvPr>
          <p:cNvSpPr txBox="1"/>
          <p:nvPr/>
        </p:nvSpPr>
        <p:spPr>
          <a:xfrm>
            <a:off x="3792064" y="2793268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6C48F54-DDF9-4C10-B724-96BAAE1C80DF}"/>
              </a:ext>
            </a:extLst>
          </p:cNvPr>
          <p:cNvSpPr txBox="1"/>
          <p:nvPr/>
        </p:nvSpPr>
        <p:spPr>
          <a:xfrm>
            <a:off x="6288441" y="329251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0BD61B7-B174-4B27-99D6-C98FF2B147BB}"/>
              </a:ext>
            </a:extLst>
          </p:cNvPr>
          <p:cNvSpPr txBox="1"/>
          <p:nvPr/>
        </p:nvSpPr>
        <p:spPr>
          <a:xfrm>
            <a:off x="8736279" y="245187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3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E2F126A-E935-4F7A-8A82-75452EF0E8F6}"/>
              </a:ext>
            </a:extLst>
          </p:cNvPr>
          <p:cNvSpPr txBox="1"/>
          <p:nvPr/>
        </p:nvSpPr>
        <p:spPr>
          <a:xfrm>
            <a:off x="2875741" y="397842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10DB1F1-15AB-46F2-862A-026C8B8CC3DE}"/>
              </a:ext>
            </a:extLst>
          </p:cNvPr>
          <p:cNvSpPr txBox="1"/>
          <p:nvPr/>
        </p:nvSpPr>
        <p:spPr>
          <a:xfrm>
            <a:off x="5474685" y="188928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14070EE-4EBE-4B3D-BDE1-796D2B0B594D}"/>
              </a:ext>
            </a:extLst>
          </p:cNvPr>
          <p:cNvSpPr txBox="1"/>
          <p:nvPr/>
        </p:nvSpPr>
        <p:spPr>
          <a:xfrm>
            <a:off x="4515431" y="482129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81AA28C-9255-41EB-98CE-C0BB0EA112B4}"/>
              </a:ext>
            </a:extLst>
          </p:cNvPr>
          <p:cNvSpPr txBox="1"/>
          <p:nvPr/>
        </p:nvSpPr>
        <p:spPr>
          <a:xfrm>
            <a:off x="5329453" y="567122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C213A41-1E02-46C6-817A-346F77C45F7F}"/>
              </a:ext>
            </a:extLst>
          </p:cNvPr>
          <p:cNvSpPr txBox="1"/>
          <p:nvPr/>
        </p:nvSpPr>
        <p:spPr>
          <a:xfrm>
            <a:off x="6205491" y="562441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13F2A3B-0339-4673-89A5-98BAEAD77DF2}"/>
              </a:ext>
            </a:extLst>
          </p:cNvPr>
          <p:cNvSpPr txBox="1"/>
          <p:nvPr/>
        </p:nvSpPr>
        <p:spPr>
          <a:xfrm>
            <a:off x="7011490" y="5689304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81A012-D5B7-42C0-A66B-A2745BC50FA5}"/>
              </a:ext>
            </a:extLst>
          </p:cNvPr>
          <p:cNvSpPr txBox="1"/>
          <p:nvPr/>
        </p:nvSpPr>
        <p:spPr>
          <a:xfrm>
            <a:off x="8657184" y="485139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F810EC3-D7F6-4986-B763-CECC1236CD0B}"/>
              </a:ext>
            </a:extLst>
          </p:cNvPr>
          <p:cNvSpPr txBox="1"/>
          <p:nvPr/>
        </p:nvSpPr>
        <p:spPr>
          <a:xfrm>
            <a:off x="4551254" y="3369351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F12503B-C23E-42DC-9595-1DE29CCABB23}"/>
              </a:ext>
            </a:extLst>
          </p:cNvPr>
          <p:cNvSpPr txBox="1"/>
          <p:nvPr/>
        </p:nvSpPr>
        <p:spPr>
          <a:xfrm>
            <a:off x="7879958" y="562441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8C4B6D2-57AA-457C-9277-9DFBAFF1685B}"/>
              </a:ext>
            </a:extLst>
          </p:cNvPr>
          <p:cNvSpPr txBox="1"/>
          <p:nvPr/>
        </p:nvSpPr>
        <p:spPr>
          <a:xfrm>
            <a:off x="9582663" y="4798643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6D3E071-B67F-484E-BB35-BCF22DCDA37B}"/>
              </a:ext>
            </a:extLst>
          </p:cNvPr>
          <p:cNvSpPr txBox="1"/>
          <p:nvPr/>
        </p:nvSpPr>
        <p:spPr>
          <a:xfrm>
            <a:off x="5595633" y="3943996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CB77CAF-FD75-46EF-A778-4AB6B1AE4F96}"/>
              </a:ext>
            </a:extLst>
          </p:cNvPr>
          <p:cNvSpPr txBox="1"/>
          <p:nvPr/>
        </p:nvSpPr>
        <p:spPr>
          <a:xfrm>
            <a:off x="7752661" y="4185572"/>
            <a:ext cx="32252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651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15/154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70386-52C2-426B-B412-CC0D69A49351}"/>
              </a:ext>
            </a:extLst>
          </p:cNvPr>
          <p:cNvSpPr txBox="1"/>
          <p:nvPr/>
        </p:nvSpPr>
        <p:spPr>
          <a:xfrm>
            <a:off x="609600" y="2106996"/>
            <a:ext cx="201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Balance factor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68C772C-484E-4F10-ADF4-A21F78C3B35F}"/>
              </a:ext>
            </a:extLst>
          </p:cNvPr>
          <p:cNvGrpSpPr/>
          <p:nvPr/>
        </p:nvGrpSpPr>
        <p:grpSpPr>
          <a:xfrm>
            <a:off x="2575383" y="1847706"/>
            <a:ext cx="7352619" cy="4255213"/>
            <a:chOff x="2575383" y="1847706"/>
            <a:chExt cx="7352619" cy="4255213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4BCAF41-8BC3-4A56-8129-31722F3E23B6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3195EAB2-E063-43D8-A1A4-6504054BE9BE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255213"/>
              <a:chOff x="2575383" y="1847706"/>
              <a:chExt cx="7352619" cy="4255213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B9EFAB16-DAB2-4692-9066-1FF4538E5CF3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312727" y="2394726"/>
                <a:chExt cx="7352619" cy="4255213"/>
              </a:xfrm>
            </p:grpSpPr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EAA99CF0-E5FE-4546-A38C-6D69A2635C11}"/>
                    </a:ext>
                  </a:extLst>
                </p:cNvPr>
                <p:cNvSpPr txBox="1"/>
                <p:nvPr/>
              </p:nvSpPr>
              <p:spPr>
                <a:xfrm>
                  <a:off x="3881082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7252D5EF-6380-4288-81AB-A64DB5475FFC}"/>
                    </a:ext>
                  </a:extLst>
                </p:cNvPr>
                <p:cNvSpPr txBox="1"/>
                <p:nvPr/>
              </p:nvSpPr>
              <p:spPr>
                <a:xfrm>
                  <a:off x="2312727" y="3148849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BD9BEAF4-F203-4EE3-990A-312E50E52561}"/>
                    </a:ext>
                  </a:extLst>
                </p:cNvPr>
                <p:cNvSpPr txBox="1"/>
                <p:nvPr/>
              </p:nvSpPr>
              <p:spPr>
                <a:xfrm>
                  <a:off x="5600700" y="443594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469F418C-9B60-4A3A-8919-95517BF5F9C8}"/>
                    </a:ext>
                  </a:extLst>
                </p:cNvPr>
                <p:cNvSpPr txBox="1"/>
                <p:nvPr/>
              </p:nvSpPr>
              <p:spPr>
                <a:xfrm>
                  <a:off x="7282127" y="443221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54B0F625-2E62-41AC-B6E0-71955DCEE2D1}"/>
                    </a:ext>
                  </a:extLst>
                </p:cNvPr>
                <p:cNvSpPr txBox="1"/>
                <p:nvPr/>
              </p:nvSpPr>
              <p:spPr>
                <a:xfrm>
                  <a:off x="8901377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80495C8C-132E-4130-8A48-AEA7B2A7484C}"/>
                    </a:ext>
                  </a:extLst>
                </p:cNvPr>
                <p:cNvSpPr txBox="1"/>
                <p:nvPr/>
              </p:nvSpPr>
              <p:spPr>
                <a:xfrm>
                  <a:off x="6457950" y="353107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187B5C4-9779-42F7-BFA5-F7055760F6D2}"/>
                    </a:ext>
                  </a:extLst>
                </p:cNvPr>
                <p:cNvSpPr txBox="1"/>
                <p:nvPr/>
              </p:nvSpPr>
              <p:spPr>
                <a:xfrm>
                  <a:off x="8025077" y="274629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1</a:t>
                  </a: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ED92836D-15DC-4BCB-BEFE-43B11E9F2D7D}"/>
                    </a:ext>
                  </a:extLst>
                </p:cNvPr>
                <p:cNvSpPr txBox="1"/>
                <p:nvPr/>
              </p:nvSpPr>
              <p:spPr>
                <a:xfrm>
                  <a:off x="3995002" y="2440537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CEC82243-4D13-44AC-98A5-E76F6412AAB5}"/>
                    </a:ext>
                  </a:extLst>
                </p:cNvPr>
                <p:cNvSpPr txBox="1"/>
                <p:nvPr/>
              </p:nvSpPr>
              <p:spPr>
                <a:xfrm>
                  <a:off x="2633686" y="4616884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D68EB18E-5DA3-4F07-A420-2A47573EC2FC}"/>
                    </a:ext>
                  </a:extLst>
                </p:cNvPr>
                <p:cNvSpPr txBox="1"/>
                <p:nvPr/>
              </p:nvSpPr>
              <p:spPr>
                <a:xfrm>
                  <a:off x="3435557" y="545053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2C5C193-22ED-435C-987D-882FE0A6290F}"/>
                    </a:ext>
                  </a:extLst>
                </p:cNvPr>
                <p:cNvSpPr txBox="1"/>
                <p:nvPr/>
              </p:nvSpPr>
              <p:spPr>
                <a:xfrm>
                  <a:off x="4267130" y="545143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1F8F5FE6-DE34-46CA-8EDA-B30A54CFC7E6}"/>
                    </a:ext>
                  </a:extLst>
                </p:cNvPr>
                <p:cNvSpPr txBox="1"/>
                <p:nvPr/>
              </p:nvSpPr>
              <p:spPr>
                <a:xfrm>
                  <a:off x="5108896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3797884F-649E-4A9D-9C26-4C5B56B669D4}"/>
                    </a:ext>
                  </a:extLst>
                </p:cNvPr>
                <p:cNvSpPr txBox="1"/>
                <p:nvPr/>
              </p:nvSpPr>
              <p:spPr>
                <a:xfrm>
                  <a:off x="7627148" y="626638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5CFD0B5D-EA11-41AD-A89A-BEBE437474B1}"/>
                    </a:ext>
                  </a:extLst>
                </p:cNvPr>
                <p:cNvSpPr txBox="1"/>
                <p:nvPr/>
              </p:nvSpPr>
              <p:spPr>
                <a:xfrm>
                  <a:off x="9286318" y="545755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9E744D5B-82F9-41FB-882F-027B86FBAD5E}"/>
                    </a:ext>
                  </a:extLst>
                </p:cNvPr>
                <p:cNvSpPr txBox="1"/>
                <p:nvPr/>
              </p:nvSpPr>
              <p:spPr>
                <a:xfrm>
                  <a:off x="6780474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16C3C3C3-6309-45D0-B630-730A4A532461}"/>
                    </a:ext>
                  </a:extLst>
                </p:cNvPr>
                <p:cNvSpPr txBox="1"/>
                <p:nvPr/>
              </p:nvSpPr>
              <p:spPr>
                <a:xfrm>
                  <a:off x="8414180" y="547834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F9BB2DB1-20B6-427A-BF12-D9B324E0AD56}"/>
                    </a:ext>
                  </a:extLst>
                </p:cNvPr>
                <p:cNvGrpSpPr/>
                <p:nvPr/>
              </p:nvGrpSpPr>
              <p:grpSpPr>
                <a:xfrm>
                  <a:off x="2577093" y="2394726"/>
                  <a:ext cx="7088253" cy="3824471"/>
                  <a:chOff x="2454626" y="2321247"/>
                  <a:chExt cx="7088253" cy="3824471"/>
                </a:xfrm>
              </p:grpSpPr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9C6F78B9-B0A5-4E7A-8A41-36860AFE7F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73878" y="5402608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684528CF-B7D1-4ECD-B27E-3BF69D1205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53270" y="4566785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33DDE860-52F2-4F76-8F8B-A615DBAE59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80796" y="4566785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E72D9765-5199-41D0-B503-AC376BE3A5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8242" y="37035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F6D8337A-E145-49C1-8DE6-D1254C70C8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45450" y="5402608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D8C0BE38-50FE-4D4E-AE5E-9B2310A8D7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05102" y="5387222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3E694130-9C24-4413-9FE8-403CF5BE11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32628" y="5387222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A5BA830D-C5B6-4DFB-96C4-8C8184009C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88178" y="4482829"/>
                    <a:ext cx="415788" cy="33846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038465B4-6C46-4768-8FB1-DE779DB30740}"/>
                      </a:ext>
                    </a:extLst>
                  </p:cNvPr>
                  <p:cNvCxnSpPr>
                    <a:cxnSpLocks/>
                    <a:endCxn id="232" idx="7"/>
                  </p:cNvCxnSpPr>
                  <p:nvPr/>
                </p:nvCxnSpPr>
                <p:spPr>
                  <a:xfrm flipH="1">
                    <a:off x="5817312" y="4512799"/>
                    <a:ext cx="356788" cy="38036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7EF82067-8714-4320-9115-9EB40E277F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6776" y="4534499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A71C3DAC-28A0-4DA1-9898-162EFDDAEA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554302" y="45344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10CF5464-5BE4-4942-8EB6-5D1A423759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51156" y="3633421"/>
                    <a:ext cx="464973" cy="43794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2FBA0D2A-EFB0-463B-B9FF-3319999B47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1532" y="3611433"/>
                    <a:ext cx="1213699" cy="602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1466D29C-AE61-426B-B1EA-1E1131CE0B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0636" y="2708841"/>
                    <a:ext cx="2784718" cy="65674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DEF4DC9B-9659-4263-BB0E-98CC111F7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76598" y="2743420"/>
                    <a:ext cx="1393738" cy="68558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3" name="Oval 16">
                    <a:extLst>
                      <a:ext uri="{FF2B5EF4-FFF2-40B4-BE49-F238E27FC236}">
                        <a16:creationId xmlns:a16="http://schemas.microsoft.com/office/drawing/2014/main" id="{B0C770C1-BC60-4AAC-A4B4-10477AFCCF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27922" y="2321247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49A4651E-34B6-490A-839B-2B4A3649D425}"/>
                      </a:ext>
                    </a:extLst>
                  </p:cNvPr>
                  <p:cNvSpPr txBox="1"/>
                  <p:nvPr/>
                </p:nvSpPr>
                <p:spPr>
                  <a:xfrm>
                    <a:off x="4515552" y="245109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44</a:t>
                    </a:r>
                  </a:p>
                </p:txBody>
              </p:sp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2A1AC4F4-6716-4BFE-A2E7-B68A90FA2ECC}"/>
                      </a:ext>
                    </a:extLst>
                  </p:cNvPr>
                  <p:cNvSpPr txBox="1"/>
                  <p:nvPr/>
                </p:nvSpPr>
                <p:spPr>
                  <a:xfrm>
                    <a:off x="2870294" y="3294744"/>
                    <a:ext cx="42832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1518E724-BBC9-48EF-8776-25B40AC9B163}"/>
                      </a:ext>
                    </a:extLst>
                  </p:cNvPr>
                  <p:cNvSpPr/>
                  <p:nvPr/>
                </p:nvSpPr>
                <p:spPr>
                  <a:xfrm>
                    <a:off x="2454626" y="410409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7" name="Oval 16">
                    <a:extLst>
                      <a:ext uri="{FF2B5EF4-FFF2-40B4-BE49-F238E27FC236}">
                        <a16:creationId xmlns:a16="http://schemas.microsoft.com/office/drawing/2014/main" id="{EC47AED5-D893-450A-92BE-0DBA7CD5EA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8512" y="313267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28" name="Oval 16">
                    <a:extLst>
                      <a:ext uri="{FF2B5EF4-FFF2-40B4-BE49-F238E27FC236}">
                        <a16:creationId xmlns:a16="http://schemas.microsoft.com/office/drawing/2014/main" id="{8FF2A264-5419-4600-8C8B-5CBA525660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23572" y="3135263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29" name="Oval 16">
                    <a:extLst>
                      <a:ext uri="{FF2B5EF4-FFF2-40B4-BE49-F238E27FC236}">
                        <a16:creationId xmlns:a16="http://schemas.microsoft.com/office/drawing/2014/main" id="{9CF0487B-2CC4-4C1B-A7AD-901A3B4EC2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11947" y="3975894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30" name="Oval 16">
                    <a:extLst>
                      <a:ext uri="{FF2B5EF4-FFF2-40B4-BE49-F238E27FC236}">
                        <a16:creationId xmlns:a16="http://schemas.microsoft.com/office/drawing/2014/main" id="{F9E0D295-D34C-435B-BCE1-D1DA8DFAF1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63344" y="396773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31" name="Oval 16">
                    <a:extLst>
                      <a:ext uri="{FF2B5EF4-FFF2-40B4-BE49-F238E27FC236}">
                        <a16:creationId xmlns:a16="http://schemas.microsoft.com/office/drawing/2014/main" id="{FF556133-75F7-4900-9764-9CFEF72B24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47397" y="396295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32" name="Oval 16">
                    <a:extLst>
                      <a:ext uri="{FF2B5EF4-FFF2-40B4-BE49-F238E27FC236}">
                        <a16:creationId xmlns:a16="http://schemas.microsoft.com/office/drawing/2014/main" id="{5A4A7D0B-F7D2-4E7B-8110-6F88A7B525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60892" y="4797696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79D5FC6F-B64C-455A-AB20-001A05F350F8}"/>
                      </a:ext>
                    </a:extLst>
                  </p:cNvPr>
                  <p:cNvSpPr/>
                  <p:nvPr/>
                </p:nvSpPr>
                <p:spPr>
                  <a:xfrm>
                    <a:off x="3274123" y="4922341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F8AF9BDC-5339-4B65-A74B-EE2FB04EA69C}"/>
                      </a:ext>
                    </a:extLst>
                  </p:cNvPr>
                  <p:cNvSpPr/>
                  <p:nvPr/>
                </p:nvSpPr>
                <p:spPr>
                  <a:xfrm>
                    <a:off x="4118351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4B3ABED2-648E-490F-96A5-3519C7C0F531}"/>
                      </a:ext>
                    </a:extLst>
                  </p:cNvPr>
                  <p:cNvSpPr/>
                  <p:nvPr/>
                </p:nvSpPr>
                <p:spPr>
                  <a:xfrm>
                    <a:off x="9107348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0B051CD0-1968-4FEA-A8C2-F303C541C04B}"/>
                      </a:ext>
                    </a:extLst>
                  </p:cNvPr>
                  <p:cNvSpPr/>
                  <p:nvPr/>
                </p:nvSpPr>
                <p:spPr>
                  <a:xfrm>
                    <a:off x="8247348" y="4906013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401ACAA3-4E5F-4663-91E2-BAB7A59C035B}"/>
                      </a:ext>
                    </a:extLst>
                  </p:cNvPr>
                  <p:cNvSpPr/>
                  <p:nvPr/>
                </p:nvSpPr>
                <p:spPr>
                  <a:xfrm>
                    <a:off x="7448178" y="5690827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36D3F09A-2AEF-4793-960E-416B3946FC12}"/>
                      </a:ext>
                    </a:extLst>
                  </p:cNvPr>
                  <p:cNvSpPr/>
                  <p:nvPr/>
                </p:nvSpPr>
                <p:spPr>
                  <a:xfrm>
                    <a:off x="6588178" y="5682663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5EA2F512-6872-4F34-860C-DAAA1EB445DC}"/>
                      </a:ext>
                    </a:extLst>
                  </p:cNvPr>
                  <p:cNvSpPr/>
                  <p:nvPr/>
                </p:nvSpPr>
                <p:spPr>
                  <a:xfrm>
                    <a:off x="4929926" y="573692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67D08A5B-D94D-4099-8F1C-7A00A2B901B2}"/>
                      </a:ext>
                    </a:extLst>
                  </p:cNvPr>
                  <p:cNvCxnSpPr>
                    <a:cxnSpLocks/>
                    <a:stCxn id="227" idx="5"/>
                    <a:endCxn id="229" idx="1"/>
                  </p:cNvCxnSpPr>
                  <p:nvPr/>
                </p:nvCxnSpPr>
                <p:spPr>
                  <a:xfrm>
                    <a:off x="3314932" y="3689090"/>
                    <a:ext cx="392482" cy="38227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A64D3FD3-E69B-4C9D-866A-B2F72C17B3D9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857" y="327660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94DA7D3F-746A-4000-81CA-27C4CF971848}"/>
                      </a:ext>
                    </a:extLst>
                  </p:cNvPr>
                  <p:cNvSpPr txBox="1"/>
                  <p:nvPr/>
                </p:nvSpPr>
                <p:spPr>
                  <a:xfrm>
                    <a:off x="3706917" y="4108779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32</a:t>
                    </a:r>
                  </a:p>
                </p:txBody>
              </p:sp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713FC08B-212F-4A71-935F-35CE14928282}"/>
                      </a:ext>
                    </a:extLst>
                  </p:cNvPr>
                  <p:cNvSpPr txBox="1"/>
                  <p:nvPr/>
                </p:nvSpPr>
                <p:spPr>
                  <a:xfrm>
                    <a:off x="7804897" y="3243710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78</a:t>
                    </a:r>
                  </a:p>
                </p:txBody>
              </p:sp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B5AC07A0-8A7F-4FF6-A1A6-8BC7DF0116D4}"/>
                      </a:ext>
                    </a:extLst>
                  </p:cNvPr>
                  <p:cNvSpPr txBox="1"/>
                  <p:nvPr/>
                </p:nvSpPr>
                <p:spPr>
                  <a:xfrm>
                    <a:off x="8610970" y="410551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88</a:t>
                    </a: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F21D2AD3-F380-42AB-8E6A-CD4184FF1AF2}"/>
                      </a:ext>
                    </a:extLst>
                  </p:cNvPr>
                  <p:cNvSpPr txBox="1"/>
                  <p:nvPr/>
                </p:nvSpPr>
                <p:spPr>
                  <a:xfrm>
                    <a:off x="6136070" y="408676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50</a:t>
                    </a:r>
                  </a:p>
                </p:txBody>
              </p:sp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0A5EE333-B5F1-4E59-94B5-15C93C01E07B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002" y="493053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48</a:t>
                    </a:r>
                  </a:p>
                </p:txBody>
              </p:sp>
            </p:grpSp>
          </p:grpSp>
          <p:sp>
            <p:nvSpPr>
              <p:cNvPr id="189" name="Oval 16">
                <a:extLst>
                  <a:ext uri="{FF2B5EF4-FFF2-40B4-BE49-F238E27FC236}">
                    <a16:creationId xmlns:a16="http://schemas.microsoft.com/office/drawing/2014/main" id="{F970B14D-AEBF-4193-A9FA-0B2CC5B94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2999" y="430348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4790CA3-E7A4-4BB2-ADA3-5DB3E7A26A39}"/>
                  </a:ext>
                </a:extLst>
              </p:cNvPr>
              <p:cNvSpPr txBox="1"/>
              <p:nvPr/>
            </p:nvSpPr>
            <p:spPr>
              <a:xfrm>
                <a:off x="7332605" y="442782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62</a:t>
                </a:r>
              </a:p>
            </p:txBody>
          </p:sp>
        </p:grp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53033B63-155A-49C0-AF3E-324B25AF4EBB}"/>
              </a:ext>
            </a:extLst>
          </p:cNvPr>
          <p:cNvSpPr txBox="1"/>
          <p:nvPr/>
        </p:nvSpPr>
        <p:spPr>
          <a:xfrm>
            <a:off x="6202435" y="5733587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4160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4BA8-E174-4CD4-B679-6D3801F7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12371-F9C1-42BB-AF1D-5121C00A5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9821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800" dirty="0">
                <a:solidFill>
                  <a:schemeClr val="tx1"/>
                </a:solidFill>
              </a:rPr>
              <a:t>An AVL tree may perform the following four kinds of rotations, when it is getting unbalanced: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Single rotations </a:t>
            </a:r>
          </a:p>
          <a:p>
            <a:pPr marL="957222" lvl="1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2600" dirty="0">
                <a:solidFill>
                  <a:schemeClr val="tx1"/>
                </a:solidFill>
              </a:rPr>
              <a:t>Left rotation</a:t>
            </a:r>
          </a:p>
          <a:p>
            <a:pPr marL="957222" lvl="1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2600" dirty="0">
                <a:solidFill>
                  <a:schemeClr val="tx1"/>
                </a:solidFill>
              </a:rPr>
              <a:t>Right rotation</a:t>
            </a:r>
          </a:p>
          <a:p>
            <a:pPr marL="633222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Double rotations</a:t>
            </a:r>
          </a:p>
          <a:p>
            <a:pPr marL="957222" lvl="1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2600" dirty="0">
                <a:solidFill>
                  <a:schemeClr val="tx1"/>
                </a:solidFill>
              </a:rPr>
              <a:t>Left-Right rotation</a:t>
            </a:r>
          </a:p>
          <a:p>
            <a:pPr marL="957222" lvl="1" indent="-514350">
              <a:lnSpc>
                <a:spcPct val="160000"/>
              </a:lnSpc>
              <a:buFont typeface="+mj-lt"/>
              <a:buAutoNum type="alphaLcParenR"/>
            </a:pPr>
            <a:r>
              <a:rPr lang="en-US" sz="2600" dirty="0">
                <a:solidFill>
                  <a:schemeClr val="tx1"/>
                </a:solidFill>
              </a:rPr>
              <a:t>Right-Left rotation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E5F5D-65EF-4FB0-9BCB-711A92729E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16/154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920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9E97-2843-3C2C-8172-54F34779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5FFA13-17D7-7A6F-25BD-E720CB570F57}"/>
              </a:ext>
            </a:extLst>
          </p:cNvPr>
          <p:cNvCxnSpPr>
            <a:cxnSpLocks/>
          </p:cNvCxnSpPr>
          <p:nvPr/>
        </p:nvCxnSpPr>
        <p:spPr>
          <a:xfrm flipH="1">
            <a:off x="8045238" y="2178006"/>
            <a:ext cx="1141047" cy="1339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72B9A8-4A0A-D900-CA77-4AD72451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Rotations?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2DB71-C136-7CC7-B48E-644811AE38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30/154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0C11C4-E5B5-D79B-BA82-25431DAA489F}"/>
              </a:ext>
            </a:extLst>
          </p:cNvPr>
          <p:cNvCxnSpPr>
            <a:cxnSpLocks/>
            <a:endCxn id="13" idx="5"/>
          </p:cNvCxnSpPr>
          <p:nvPr/>
        </p:nvCxnSpPr>
        <p:spPr>
          <a:xfrm>
            <a:off x="1591511" y="2161835"/>
            <a:ext cx="2363096" cy="2153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BA9170DE-A78C-31F8-B5E6-40A23C8F8F61}"/>
              </a:ext>
            </a:extLst>
          </p:cNvPr>
          <p:cNvSpPr/>
          <p:nvPr/>
        </p:nvSpPr>
        <p:spPr>
          <a:xfrm>
            <a:off x="5058943" y="2914651"/>
            <a:ext cx="1306350" cy="461225"/>
          </a:xfrm>
          <a:prstGeom prst="notchedRightArrow">
            <a:avLst/>
          </a:prstGeom>
          <a:solidFill>
            <a:srgbClr val="FFFF00"/>
          </a:solidFill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1A89FC-C621-B282-97D7-E226D27D8F8C}"/>
              </a:ext>
            </a:extLst>
          </p:cNvPr>
          <p:cNvCxnSpPr>
            <a:cxnSpLocks/>
          </p:cNvCxnSpPr>
          <p:nvPr/>
        </p:nvCxnSpPr>
        <p:spPr>
          <a:xfrm>
            <a:off x="9149573" y="2476368"/>
            <a:ext cx="1337008" cy="1227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46B336-A929-4D70-D6B6-8CAA4C447B65}"/>
              </a:ext>
            </a:extLst>
          </p:cNvPr>
          <p:cNvGrpSpPr/>
          <p:nvPr/>
        </p:nvGrpSpPr>
        <p:grpSpPr>
          <a:xfrm>
            <a:off x="8717165" y="2132230"/>
            <a:ext cx="614387" cy="614387"/>
            <a:chOff x="10782573" y="3746338"/>
            <a:chExt cx="435531" cy="435531"/>
          </a:xfrm>
        </p:grpSpPr>
        <p:sp>
          <p:nvSpPr>
            <p:cNvPr id="34" name="Oval 16">
              <a:extLst>
                <a:ext uri="{FF2B5EF4-FFF2-40B4-BE49-F238E27FC236}">
                  <a16:creationId xmlns:a16="http://schemas.microsoft.com/office/drawing/2014/main" id="{2CBC22FA-94EA-7EDA-9693-31F105BB4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8EAEEB-5E21-C164-7349-D2398DBBB756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87BBE8F-24B7-0F61-1422-C921792E6795}"/>
              </a:ext>
            </a:extLst>
          </p:cNvPr>
          <p:cNvGrpSpPr/>
          <p:nvPr/>
        </p:nvGrpSpPr>
        <p:grpSpPr>
          <a:xfrm>
            <a:off x="1434173" y="3233391"/>
            <a:ext cx="1231163" cy="2358283"/>
            <a:chOff x="2590770" y="3674624"/>
            <a:chExt cx="1309373" cy="2118643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BB683207-E152-215B-7E51-50EE4C5B4CA7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FE2411-C176-AF06-32F7-523B5C1435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5561" y="3674624"/>
              <a:ext cx="784582" cy="6686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E0F2C3-8DDD-6E83-D8A4-9A76732EAAFC}"/>
              </a:ext>
            </a:extLst>
          </p:cNvPr>
          <p:cNvGrpSpPr/>
          <p:nvPr/>
        </p:nvGrpSpPr>
        <p:grpSpPr>
          <a:xfrm>
            <a:off x="2458644" y="2915112"/>
            <a:ext cx="614387" cy="614387"/>
            <a:chOff x="10782573" y="3746338"/>
            <a:chExt cx="435531" cy="435531"/>
          </a:xfrm>
        </p:grpSpPr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82515E6C-C16F-28BD-A855-BFC4094C5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0EBFF8-FC13-08FB-EA54-731FAACF6D95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7D559CD-E120-8A06-2ACD-8D7956000E52}"/>
              </a:ext>
            </a:extLst>
          </p:cNvPr>
          <p:cNvGrpSpPr/>
          <p:nvPr/>
        </p:nvGrpSpPr>
        <p:grpSpPr>
          <a:xfrm>
            <a:off x="1487095" y="2039308"/>
            <a:ext cx="614387" cy="614387"/>
            <a:chOff x="10782573" y="3746338"/>
            <a:chExt cx="435531" cy="435531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5F6F33BF-C83A-61AE-222D-3A7C91C56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BF11D9D-FBAE-CBBC-17FD-3719B9457289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21DE1C2-688A-F55C-2851-24D016970C43}"/>
              </a:ext>
            </a:extLst>
          </p:cNvPr>
          <p:cNvGrpSpPr/>
          <p:nvPr/>
        </p:nvGrpSpPr>
        <p:grpSpPr>
          <a:xfrm>
            <a:off x="2503333" y="4163389"/>
            <a:ext cx="1119314" cy="1992455"/>
            <a:chOff x="2625884" y="3783730"/>
            <a:chExt cx="1119314" cy="195358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F4021781-337C-1381-CB5F-06C67EF1BA5D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4A922A5-6D1D-CBC5-6A96-8A1B40D26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0455" y="3783730"/>
              <a:ext cx="584743" cy="53126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B5131C8-E295-FC2B-DDED-BBED14362184}"/>
              </a:ext>
            </a:extLst>
          </p:cNvPr>
          <p:cNvGrpSpPr/>
          <p:nvPr/>
        </p:nvGrpSpPr>
        <p:grpSpPr>
          <a:xfrm>
            <a:off x="4044582" y="4098111"/>
            <a:ext cx="1138954" cy="2057733"/>
            <a:chOff x="2536512" y="3672873"/>
            <a:chExt cx="1138954" cy="206443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FFF3D8CE-F9FD-CDA9-98D6-4A90E0641C78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E199894-C5D9-A1F8-9562-CA8F8662268C}"/>
                </a:ext>
              </a:extLst>
            </p:cNvPr>
            <p:cNvCxnSpPr>
              <a:cxnSpLocks/>
              <a:stCxn id="13" idx="6"/>
              <a:endCxn id="60" idx="0"/>
            </p:cNvCxnSpPr>
            <p:nvPr/>
          </p:nvCxnSpPr>
          <p:spPr>
            <a:xfrm>
              <a:off x="2536512" y="3672873"/>
              <a:ext cx="614163" cy="62758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17A212-6C7C-6872-A4AE-6C5A609978C5}"/>
              </a:ext>
            </a:extLst>
          </p:cNvPr>
          <p:cNvGrpSpPr/>
          <p:nvPr/>
        </p:nvGrpSpPr>
        <p:grpSpPr>
          <a:xfrm>
            <a:off x="3430195" y="3790917"/>
            <a:ext cx="614387" cy="614387"/>
            <a:chOff x="10782573" y="3746338"/>
            <a:chExt cx="435531" cy="435531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CDAC4721-4A1F-E5E4-9C27-A44CEAC5C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DD9E94-DE8D-CF77-FBFA-BFA13D42D70B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D943CFF-4302-16DA-5AB4-470D768E7EED}"/>
              </a:ext>
            </a:extLst>
          </p:cNvPr>
          <p:cNvGrpSpPr/>
          <p:nvPr/>
        </p:nvGrpSpPr>
        <p:grpSpPr>
          <a:xfrm>
            <a:off x="6838292" y="3709350"/>
            <a:ext cx="1066726" cy="2001104"/>
            <a:chOff x="924173" y="3333083"/>
            <a:chExt cx="1066726" cy="2001104"/>
          </a:xfrm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932742AA-353C-EA7E-42D9-EF8A381609D3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E6E474D-4619-D480-56F8-8A4FADD04A04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51C48F3-E150-3863-F11B-17E471377BF0}"/>
              </a:ext>
            </a:extLst>
          </p:cNvPr>
          <p:cNvGrpSpPr/>
          <p:nvPr/>
        </p:nvGrpSpPr>
        <p:grpSpPr>
          <a:xfrm>
            <a:off x="8035898" y="3673658"/>
            <a:ext cx="1049582" cy="2049916"/>
            <a:chOff x="2590770" y="3743351"/>
            <a:chExt cx="1049582" cy="2049916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A8F2B9FE-EC65-4F8B-526D-437CD55D5B9C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694D7CD-4C73-EDC2-7780-1934ABB17536}"/>
                </a:ext>
              </a:extLst>
            </p:cNvPr>
            <p:cNvCxnSpPr>
              <a:cxnSpLocks/>
            </p:cNvCxnSpPr>
            <p:nvPr/>
          </p:nvCxnSpPr>
          <p:spPr>
            <a:xfrm>
              <a:off x="2752493" y="3743351"/>
              <a:ext cx="363068" cy="59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C101BD8-CFDB-E068-44C8-E7DEE58602A9}"/>
              </a:ext>
            </a:extLst>
          </p:cNvPr>
          <p:cNvGrpSpPr/>
          <p:nvPr/>
        </p:nvGrpSpPr>
        <p:grpSpPr>
          <a:xfrm>
            <a:off x="9189396" y="3703894"/>
            <a:ext cx="1049582" cy="2019680"/>
            <a:chOff x="2625884" y="3730751"/>
            <a:chExt cx="1049582" cy="20065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0235CBFD-BC27-45DD-2645-8C7CF01488B6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C9BD105-CD2C-2162-A700-57D36D6DF1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0456" y="3730751"/>
              <a:ext cx="328176" cy="584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5972424-28F8-F4C4-ABB0-817441E479B4}"/>
              </a:ext>
            </a:extLst>
          </p:cNvPr>
          <p:cNvGrpSpPr/>
          <p:nvPr/>
        </p:nvGrpSpPr>
        <p:grpSpPr>
          <a:xfrm>
            <a:off x="7788199" y="3256423"/>
            <a:ext cx="614387" cy="614387"/>
            <a:chOff x="10782573" y="3746338"/>
            <a:chExt cx="435531" cy="435531"/>
          </a:xfrm>
        </p:grpSpPr>
        <p:sp>
          <p:nvSpPr>
            <p:cNvPr id="31" name="Oval 16">
              <a:extLst>
                <a:ext uri="{FF2B5EF4-FFF2-40B4-BE49-F238E27FC236}">
                  <a16:creationId xmlns:a16="http://schemas.microsoft.com/office/drawing/2014/main" id="{76DCF2F1-10A2-E2F6-1BD6-3B489E672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EB1660-85BC-0AE8-F0CB-54DD7E757442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3CEC448B-E786-5F7C-AED6-08907EDBF6D8}"/>
              </a:ext>
            </a:extLst>
          </p:cNvPr>
          <p:cNvSpPr/>
          <p:nvPr/>
        </p:nvSpPr>
        <p:spPr>
          <a:xfrm>
            <a:off x="4814385" y="2428050"/>
            <a:ext cx="1846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Rotation at 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943CFF-4302-16DA-5AB4-470D768E7EED}"/>
              </a:ext>
            </a:extLst>
          </p:cNvPr>
          <p:cNvGrpSpPr/>
          <p:nvPr/>
        </p:nvGrpSpPr>
        <p:grpSpPr>
          <a:xfrm>
            <a:off x="443985" y="2428050"/>
            <a:ext cx="1066726" cy="2001104"/>
            <a:chOff x="924173" y="3333083"/>
            <a:chExt cx="1066726" cy="2001104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932742AA-353C-EA7E-42D9-EF8A381609D3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6E474D-4619-D480-56F8-8A4FADD04A04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85D683-502C-574A-E7F5-35A50B4B3E49}"/>
              </a:ext>
            </a:extLst>
          </p:cNvPr>
          <p:cNvGrpSpPr/>
          <p:nvPr/>
        </p:nvGrpSpPr>
        <p:grpSpPr>
          <a:xfrm>
            <a:off x="10486581" y="3592622"/>
            <a:ext cx="1138954" cy="2116994"/>
            <a:chOff x="2536512" y="3672873"/>
            <a:chExt cx="1138954" cy="206443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C265249-FBBA-F067-231A-114374691116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25006F8-28DB-5626-E60E-D9E87A5FE70D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2536512" y="3672873"/>
              <a:ext cx="614163" cy="62758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9AFBEB-4E82-52E7-9B4D-5933981CEBEF}"/>
              </a:ext>
            </a:extLst>
          </p:cNvPr>
          <p:cNvGrpSpPr/>
          <p:nvPr/>
        </p:nvGrpSpPr>
        <p:grpSpPr>
          <a:xfrm>
            <a:off x="9962169" y="3179481"/>
            <a:ext cx="614387" cy="614387"/>
            <a:chOff x="10782573" y="3746338"/>
            <a:chExt cx="435531" cy="435531"/>
          </a:xfrm>
        </p:grpSpPr>
        <p:sp>
          <p:nvSpPr>
            <p:cNvPr id="26" name="Oval 16">
              <a:extLst>
                <a:ext uri="{FF2B5EF4-FFF2-40B4-BE49-F238E27FC236}">
                  <a16:creationId xmlns:a16="http://schemas.microsoft.com/office/drawing/2014/main" id="{98E2451A-76FD-6308-319F-D2E1005F8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F923E2-8854-FC31-C5A4-083ACEB37E45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0732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B10E-B6D0-4ABB-9CE5-05D938EC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3EF21-60FA-401A-B5FD-A99364819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65133"/>
          </a:xfrm>
        </p:spPr>
        <p:txBody>
          <a:bodyPr>
            <a:normAutofit/>
          </a:bodyPr>
          <a:lstStyle/>
          <a:p>
            <a:r>
              <a:rPr lang="en-US" sz="2400" dirty="0"/>
              <a:t>By changing the way a key is inserted to a tree, the tree would be an AVL.</a:t>
            </a:r>
          </a:p>
          <a:p>
            <a:endParaRPr lang="en-US" sz="2400" dirty="0"/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Insert new key as usual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If tree is not an AVL, Perform a </a:t>
            </a:r>
            <a:r>
              <a:rPr lang="en-US" sz="2400" b="1" dirty="0"/>
              <a:t>rotation</a:t>
            </a:r>
          </a:p>
          <a:p>
            <a:pPr marL="633222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BB948-B1B8-4C57-9746-D630F70DD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18/154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949198-A1C9-45A4-93BC-4E0E90EC0038}"/>
              </a:ext>
            </a:extLst>
          </p:cNvPr>
          <p:cNvSpPr/>
          <p:nvPr/>
        </p:nvSpPr>
        <p:spPr>
          <a:xfrm>
            <a:off x="1121591" y="4265387"/>
            <a:ext cx="5262880" cy="6502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70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19/154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D715D05-A889-4120-8E6F-33848A087F3E}"/>
              </a:ext>
            </a:extLst>
          </p:cNvPr>
          <p:cNvSpPr txBox="1"/>
          <p:nvPr/>
        </p:nvSpPr>
        <p:spPr>
          <a:xfrm>
            <a:off x="6225708" y="5733587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784AC9-31E9-44C9-B23C-2F49F233A4E9}"/>
              </a:ext>
            </a:extLst>
          </p:cNvPr>
          <p:cNvGrpSpPr/>
          <p:nvPr/>
        </p:nvGrpSpPr>
        <p:grpSpPr>
          <a:xfrm>
            <a:off x="2575383" y="1847706"/>
            <a:ext cx="7352619" cy="4255213"/>
            <a:chOff x="2575383" y="1847706"/>
            <a:chExt cx="7352619" cy="4255213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D0CB358-BA88-451D-A08D-421F94D93DE6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BEDD171-267A-4843-9559-8BFEF868FF10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255213"/>
              <a:chOff x="2575383" y="1847706"/>
              <a:chExt cx="7352619" cy="4255213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0AD29E8-0249-4376-9774-BF3B26E28381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312727" y="2394726"/>
                <a:chExt cx="7352619" cy="4255213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E199F8F-E888-4D92-A73F-B02D9EBA55DC}"/>
                    </a:ext>
                  </a:extLst>
                </p:cNvPr>
                <p:cNvSpPr txBox="1"/>
                <p:nvPr/>
              </p:nvSpPr>
              <p:spPr>
                <a:xfrm>
                  <a:off x="3881082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AD28629-06BA-4B1E-A241-F57E3538D9BD}"/>
                    </a:ext>
                  </a:extLst>
                </p:cNvPr>
                <p:cNvSpPr txBox="1"/>
                <p:nvPr/>
              </p:nvSpPr>
              <p:spPr>
                <a:xfrm>
                  <a:off x="2312727" y="3148849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E85CEF6-3052-4ACF-A8D1-8111F80857D7}"/>
                    </a:ext>
                  </a:extLst>
                </p:cNvPr>
                <p:cNvSpPr txBox="1"/>
                <p:nvPr/>
              </p:nvSpPr>
              <p:spPr>
                <a:xfrm>
                  <a:off x="5600700" y="443594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32948A-DF77-4362-83C1-C5B2EFCBDF9E}"/>
                    </a:ext>
                  </a:extLst>
                </p:cNvPr>
                <p:cNvSpPr txBox="1"/>
                <p:nvPr/>
              </p:nvSpPr>
              <p:spPr>
                <a:xfrm>
                  <a:off x="7282127" y="443221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DBC34F1-198B-4346-9740-D0D970983640}"/>
                    </a:ext>
                  </a:extLst>
                </p:cNvPr>
                <p:cNvSpPr txBox="1"/>
                <p:nvPr/>
              </p:nvSpPr>
              <p:spPr>
                <a:xfrm>
                  <a:off x="8901377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22F1077-9452-49C8-AA66-C5326E123EDC}"/>
                    </a:ext>
                  </a:extLst>
                </p:cNvPr>
                <p:cNvSpPr txBox="1"/>
                <p:nvPr/>
              </p:nvSpPr>
              <p:spPr>
                <a:xfrm>
                  <a:off x="6457950" y="353107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AC64A6F-1027-4942-A748-48ADCEEEA33D}"/>
                    </a:ext>
                  </a:extLst>
                </p:cNvPr>
                <p:cNvSpPr txBox="1"/>
                <p:nvPr/>
              </p:nvSpPr>
              <p:spPr>
                <a:xfrm>
                  <a:off x="8025077" y="274629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1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3FBCF1-3D88-4451-85C7-621661C71EAD}"/>
                    </a:ext>
                  </a:extLst>
                </p:cNvPr>
                <p:cNvSpPr txBox="1"/>
                <p:nvPr/>
              </p:nvSpPr>
              <p:spPr>
                <a:xfrm>
                  <a:off x="3995002" y="2440537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0E918CD-BF4F-4647-894A-836EAB607281}"/>
                    </a:ext>
                  </a:extLst>
                </p:cNvPr>
                <p:cNvSpPr txBox="1"/>
                <p:nvPr/>
              </p:nvSpPr>
              <p:spPr>
                <a:xfrm>
                  <a:off x="2633686" y="4616884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A9A8BDC-5045-4ADA-98AC-8CCE3579B7D9}"/>
                    </a:ext>
                  </a:extLst>
                </p:cNvPr>
                <p:cNvSpPr txBox="1"/>
                <p:nvPr/>
              </p:nvSpPr>
              <p:spPr>
                <a:xfrm>
                  <a:off x="3435557" y="545053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ED1E6A4-8013-420C-86AE-42B9B209EA26}"/>
                    </a:ext>
                  </a:extLst>
                </p:cNvPr>
                <p:cNvSpPr txBox="1"/>
                <p:nvPr/>
              </p:nvSpPr>
              <p:spPr>
                <a:xfrm>
                  <a:off x="4267130" y="545143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8C14B2A-A6BB-4524-ACE6-F0BDDB17D90D}"/>
                    </a:ext>
                  </a:extLst>
                </p:cNvPr>
                <p:cNvSpPr txBox="1"/>
                <p:nvPr/>
              </p:nvSpPr>
              <p:spPr>
                <a:xfrm>
                  <a:off x="5108896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817EFA0-5F44-423C-973C-99D4C4DA3CBC}"/>
                    </a:ext>
                  </a:extLst>
                </p:cNvPr>
                <p:cNvSpPr txBox="1"/>
                <p:nvPr/>
              </p:nvSpPr>
              <p:spPr>
                <a:xfrm>
                  <a:off x="7627148" y="626638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6A2F97F-2454-4E25-9D35-9F64A04728BB}"/>
                    </a:ext>
                  </a:extLst>
                </p:cNvPr>
                <p:cNvSpPr txBox="1"/>
                <p:nvPr/>
              </p:nvSpPr>
              <p:spPr>
                <a:xfrm>
                  <a:off x="9286318" y="545755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9B09690-9D73-4842-AD56-BD9A83160DFC}"/>
                    </a:ext>
                  </a:extLst>
                </p:cNvPr>
                <p:cNvSpPr txBox="1"/>
                <p:nvPr/>
              </p:nvSpPr>
              <p:spPr>
                <a:xfrm>
                  <a:off x="6780474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00D79F6-3029-4A66-83FD-51CEA4904AB1}"/>
                    </a:ext>
                  </a:extLst>
                </p:cNvPr>
                <p:cNvSpPr txBox="1"/>
                <p:nvPr/>
              </p:nvSpPr>
              <p:spPr>
                <a:xfrm>
                  <a:off x="8414180" y="547834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B49FF07C-BC67-4579-AB71-49B5F97D7BE4}"/>
                    </a:ext>
                  </a:extLst>
                </p:cNvPr>
                <p:cNvGrpSpPr/>
                <p:nvPr/>
              </p:nvGrpSpPr>
              <p:grpSpPr>
                <a:xfrm>
                  <a:off x="2577093" y="2394726"/>
                  <a:ext cx="7088253" cy="3824471"/>
                  <a:chOff x="2454626" y="2321247"/>
                  <a:chExt cx="7088253" cy="3824471"/>
                </a:xfrm>
              </p:grpSpPr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177E7224-E739-4D32-92A1-928057E7BE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73878" y="5402608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EA186C73-D0E1-45C2-960E-A8AE2A300A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53270" y="4566785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9198896F-7164-4304-9F28-933C62E3E9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80796" y="4566785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45DE0C4D-552E-4759-A42B-9FE356A92A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8242" y="37035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E10295DE-C77F-4B2F-A9CF-202AB9B148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45450" y="5402608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D84EC4C3-E610-4545-88F7-4E5E28EDE7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05102" y="5387222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69858E4C-26AE-487B-B95E-62F5BDDAF8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32628" y="5387222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811EC159-BFC1-4427-872E-FCE74E35A3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88178" y="4482829"/>
                    <a:ext cx="415788" cy="33846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B23ABCC5-2198-4B07-B633-61999CE01E26}"/>
                      </a:ext>
                    </a:extLst>
                  </p:cNvPr>
                  <p:cNvCxnSpPr>
                    <a:cxnSpLocks/>
                    <a:endCxn id="71" idx="7"/>
                  </p:cNvCxnSpPr>
                  <p:nvPr/>
                </p:nvCxnSpPr>
                <p:spPr>
                  <a:xfrm flipH="1">
                    <a:off x="5817312" y="4512799"/>
                    <a:ext cx="356788" cy="38036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AB8AA407-A119-4F8A-A024-FCF54FC379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6776" y="4534499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48921BF1-C6DB-4475-A3EA-415242258D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554302" y="45344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F4C4A8DE-58F0-46CF-9893-C717BD42E4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51156" y="3633421"/>
                    <a:ext cx="464973" cy="43794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23B616BB-2E46-4794-84A8-E559E0F29F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1532" y="3611433"/>
                    <a:ext cx="1213699" cy="602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5561349A-02D4-4B0A-ACCF-07E398AB9C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0636" y="2708841"/>
                    <a:ext cx="2784718" cy="65674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905BD4C4-064C-4EA1-A68F-900DD2EB26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76598" y="2743420"/>
                    <a:ext cx="1393738" cy="68558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1" name="Oval 16">
                    <a:extLst>
                      <a:ext uri="{FF2B5EF4-FFF2-40B4-BE49-F238E27FC236}">
                        <a16:creationId xmlns:a16="http://schemas.microsoft.com/office/drawing/2014/main" id="{99A76BE2-5490-41D4-9164-4F8E281E5A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27922" y="2321247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1E86D74-0569-4867-AAEF-83FEDAA2AC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15552" y="245109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44</a:t>
                    </a: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48169AE5-699D-4CB4-BBD1-9272821E588C}"/>
                      </a:ext>
                    </a:extLst>
                  </p:cNvPr>
                  <p:cNvSpPr txBox="1"/>
                  <p:nvPr/>
                </p:nvSpPr>
                <p:spPr>
                  <a:xfrm>
                    <a:off x="2870294" y="3294744"/>
                    <a:ext cx="42832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05F562D7-2808-4E7A-B9F5-29452FCC1ABA}"/>
                      </a:ext>
                    </a:extLst>
                  </p:cNvPr>
                  <p:cNvSpPr/>
                  <p:nvPr/>
                </p:nvSpPr>
                <p:spPr>
                  <a:xfrm>
                    <a:off x="2454626" y="410409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Oval 16">
                    <a:extLst>
                      <a:ext uri="{FF2B5EF4-FFF2-40B4-BE49-F238E27FC236}">
                        <a16:creationId xmlns:a16="http://schemas.microsoft.com/office/drawing/2014/main" id="{C15BE9A3-625C-486B-8D7E-9EEDA34F5D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8512" y="313267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66" name="Oval 16">
                    <a:extLst>
                      <a:ext uri="{FF2B5EF4-FFF2-40B4-BE49-F238E27FC236}">
                        <a16:creationId xmlns:a16="http://schemas.microsoft.com/office/drawing/2014/main" id="{C4EEBD4F-FDDD-4D22-8508-8DE61A5327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23572" y="3135263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67" name="Oval 16">
                    <a:extLst>
                      <a:ext uri="{FF2B5EF4-FFF2-40B4-BE49-F238E27FC236}">
                        <a16:creationId xmlns:a16="http://schemas.microsoft.com/office/drawing/2014/main" id="{B9C59C4D-403D-4E26-88C2-F0D3F89025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11947" y="3975894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68" name="Oval 16">
                    <a:extLst>
                      <a:ext uri="{FF2B5EF4-FFF2-40B4-BE49-F238E27FC236}">
                        <a16:creationId xmlns:a16="http://schemas.microsoft.com/office/drawing/2014/main" id="{FC370E42-81F4-4A4F-B688-87EF0F33DC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63344" y="396773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69" name="Oval 16">
                    <a:extLst>
                      <a:ext uri="{FF2B5EF4-FFF2-40B4-BE49-F238E27FC236}">
                        <a16:creationId xmlns:a16="http://schemas.microsoft.com/office/drawing/2014/main" id="{C1E16D3F-3CB1-4F69-BE0F-BB98B48D1B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47397" y="396295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71" name="Oval 16">
                    <a:extLst>
                      <a:ext uri="{FF2B5EF4-FFF2-40B4-BE49-F238E27FC236}">
                        <a16:creationId xmlns:a16="http://schemas.microsoft.com/office/drawing/2014/main" id="{D2DDC004-474E-4C36-B206-2A29C11B89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60892" y="4797696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9FA3D402-1CDA-4CCE-A225-826EDA47A1E8}"/>
                      </a:ext>
                    </a:extLst>
                  </p:cNvPr>
                  <p:cNvSpPr/>
                  <p:nvPr/>
                </p:nvSpPr>
                <p:spPr>
                  <a:xfrm>
                    <a:off x="3274123" y="4922341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0EF79451-DF61-44A9-8518-E34DD3C5CBE1}"/>
                      </a:ext>
                    </a:extLst>
                  </p:cNvPr>
                  <p:cNvSpPr/>
                  <p:nvPr/>
                </p:nvSpPr>
                <p:spPr>
                  <a:xfrm>
                    <a:off x="4118351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84E96FAE-C050-43D7-BF92-0B010722803D}"/>
                      </a:ext>
                    </a:extLst>
                  </p:cNvPr>
                  <p:cNvSpPr/>
                  <p:nvPr/>
                </p:nvSpPr>
                <p:spPr>
                  <a:xfrm>
                    <a:off x="9107348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5DF586DB-3513-4E5A-BD75-A5356A70F8D1}"/>
                      </a:ext>
                    </a:extLst>
                  </p:cNvPr>
                  <p:cNvSpPr/>
                  <p:nvPr/>
                </p:nvSpPr>
                <p:spPr>
                  <a:xfrm>
                    <a:off x="8247348" y="4906013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A87C3FC2-7AE2-4E43-A0E2-0119EE657B98}"/>
                      </a:ext>
                    </a:extLst>
                  </p:cNvPr>
                  <p:cNvSpPr/>
                  <p:nvPr/>
                </p:nvSpPr>
                <p:spPr>
                  <a:xfrm>
                    <a:off x="7448178" y="5690827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FF43639F-AEDB-4FBB-BC6E-207CE1372BC0}"/>
                      </a:ext>
                    </a:extLst>
                  </p:cNvPr>
                  <p:cNvSpPr/>
                  <p:nvPr/>
                </p:nvSpPr>
                <p:spPr>
                  <a:xfrm>
                    <a:off x="6588178" y="5682663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3E218348-284C-4E49-B86A-5A10D5E92C55}"/>
                      </a:ext>
                    </a:extLst>
                  </p:cNvPr>
                  <p:cNvSpPr/>
                  <p:nvPr/>
                </p:nvSpPr>
                <p:spPr>
                  <a:xfrm>
                    <a:off x="4929926" y="573692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1EA60B92-8285-4E5D-BDD9-11423003889F}"/>
                      </a:ext>
                    </a:extLst>
                  </p:cNvPr>
                  <p:cNvCxnSpPr>
                    <a:cxnSpLocks/>
                    <a:stCxn id="65" idx="5"/>
                    <a:endCxn id="67" idx="1"/>
                  </p:cNvCxnSpPr>
                  <p:nvPr/>
                </p:nvCxnSpPr>
                <p:spPr>
                  <a:xfrm>
                    <a:off x="3314932" y="3689090"/>
                    <a:ext cx="392482" cy="38227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A3DF0061-1A7E-468D-A943-582EFBCDD467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857" y="327660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AD29F4D-D99B-4369-BC42-1DC46E05CCDC}"/>
                      </a:ext>
                    </a:extLst>
                  </p:cNvPr>
                  <p:cNvSpPr txBox="1"/>
                  <p:nvPr/>
                </p:nvSpPr>
                <p:spPr>
                  <a:xfrm>
                    <a:off x="3706917" y="4108779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32</a:t>
                    </a: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8A14AB25-14DC-4E81-9CE6-4466D5F19261}"/>
                      </a:ext>
                    </a:extLst>
                  </p:cNvPr>
                  <p:cNvSpPr txBox="1"/>
                  <p:nvPr/>
                </p:nvSpPr>
                <p:spPr>
                  <a:xfrm>
                    <a:off x="7804897" y="3243710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78</a:t>
                    </a: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9E82A22B-999F-4396-BAD9-54780E6F49CC}"/>
                      </a:ext>
                    </a:extLst>
                  </p:cNvPr>
                  <p:cNvSpPr txBox="1"/>
                  <p:nvPr/>
                </p:nvSpPr>
                <p:spPr>
                  <a:xfrm>
                    <a:off x="8610970" y="410551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88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9B5798C-0854-42E3-AD42-6D35825430C6}"/>
                      </a:ext>
                    </a:extLst>
                  </p:cNvPr>
                  <p:cNvSpPr txBox="1"/>
                  <p:nvPr/>
                </p:nvSpPr>
                <p:spPr>
                  <a:xfrm>
                    <a:off x="6136070" y="408676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50</a:t>
                    </a:r>
                  </a:p>
                </p:txBody>
              </p:sp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AB98E980-9EC9-47E5-989D-084CD505F7D5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002" y="493053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48</a:t>
                    </a:r>
                  </a:p>
                </p:txBody>
              </p:sp>
            </p:grpSp>
          </p:grpSp>
          <p:sp>
            <p:nvSpPr>
              <p:cNvPr id="106" name="Oval 16">
                <a:extLst>
                  <a:ext uri="{FF2B5EF4-FFF2-40B4-BE49-F238E27FC236}">
                    <a16:creationId xmlns:a16="http://schemas.microsoft.com/office/drawing/2014/main" id="{52773039-F3BD-48E8-A581-0F9E9AC91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2999" y="430348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8146B17-AD9D-4CD0-9BFD-D86011CEF718}"/>
                  </a:ext>
                </a:extLst>
              </p:cNvPr>
              <p:cNvSpPr txBox="1"/>
              <p:nvPr/>
            </p:nvSpPr>
            <p:spPr>
              <a:xfrm>
                <a:off x="7332605" y="442782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62</a:t>
                </a:r>
              </a:p>
            </p:txBody>
          </p:sp>
        </p:grpSp>
      </p:grpSp>
      <p:sp>
        <p:nvSpPr>
          <p:cNvPr id="100" name="Oval 16">
            <a:extLst>
              <a:ext uri="{FF2B5EF4-FFF2-40B4-BE49-F238E27FC236}">
                <a16:creationId xmlns:a16="http://schemas.microsoft.com/office/drawing/2014/main" id="{059C73F5-8E4C-487F-BCA9-11444E7F5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867" y="2664306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Oval 16">
            <a:extLst>
              <a:ext uri="{FF2B5EF4-FFF2-40B4-BE49-F238E27FC236}">
                <a16:creationId xmlns:a16="http://schemas.microsoft.com/office/drawing/2014/main" id="{FD3C19E8-4062-4EBB-84C2-86E759E51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657" y="3506227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9" name="Oval 16">
            <a:extLst>
              <a:ext uri="{FF2B5EF4-FFF2-40B4-BE49-F238E27FC236}">
                <a16:creationId xmlns:a16="http://schemas.microsoft.com/office/drawing/2014/main" id="{E8161CED-E81B-4D48-B24D-77D57B67A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330" y="1856431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Oval 16">
            <a:extLst>
              <a:ext uri="{FF2B5EF4-FFF2-40B4-BE49-F238E27FC236}">
                <a16:creationId xmlns:a16="http://schemas.microsoft.com/office/drawing/2014/main" id="{0D4B1D73-2853-42BD-A1D9-EBC72308F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793" y="4303484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39CF072-3F8C-451D-A78C-2EA017E9EDEA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endParaRPr lang="en-US" sz="16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933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0" grpId="1" animBg="1"/>
      <p:bldP spid="101" grpId="0" animBg="1"/>
      <p:bldP spid="101" grpId="1" animBg="1"/>
      <p:bldP spid="99" grpId="0" animBg="1"/>
      <p:bldP spid="99" grpId="1" animBg="1"/>
      <p:bldP spid="10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20/154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F12D937-D06C-4192-B5C6-C61B7326F5C7}"/>
              </a:ext>
            </a:extLst>
          </p:cNvPr>
          <p:cNvGrpSpPr/>
          <p:nvPr/>
        </p:nvGrpSpPr>
        <p:grpSpPr>
          <a:xfrm>
            <a:off x="2575383" y="1847706"/>
            <a:ext cx="7352619" cy="4255213"/>
            <a:chOff x="2575383" y="1847706"/>
            <a:chExt cx="7352619" cy="425521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148A0F-7426-4262-99BB-FB8A1E30000A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4BEE9FF-3134-47CC-B985-BFBED1842372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255213"/>
              <a:chOff x="2575383" y="1847706"/>
              <a:chExt cx="7352619" cy="4255213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B6229657-467D-4AC2-84A7-A448EBBAB8B9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312727" y="2394726"/>
                <a:chExt cx="7352619" cy="4255213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B1B66903-180E-4294-BA21-5C41A883F893}"/>
                    </a:ext>
                  </a:extLst>
                </p:cNvPr>
                <p:cNvSpPr txBox="1"/>
                <p:nvPr/>
              </p:nvSpPr>
              <p:spPr>
                <a:xfrm>
                  <a:off x="3881082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59D4CC3-1266-47D6-A5E9-A4B98C36C26F}"/>
                    </a:ext>
                  </a:extLst>
                </p:cNvPr>
                <p:cNvSpPr txBox="1"/>
                <p:nvPr/>
              </p:nvSpPr>
              <p:spPr>
                <a:xfrm>
                  <a:off x="2312727" y="3148849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8B721608-76A8-4914-B32D-DC54E66EC5AA}"/>
                    </a:ext>
                  </a:extLst>
                </p:cNvPr>
                <p:cNvSpPr txBox="1"/>
                <p:nvPr/>
              </p:nvSpPr>
              <p:spPr>
                <a:xfrm>
                  <a:off x="5600700" y="443594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BDFFF77-DCB1-4DDF-AA39-675B493D5535}"/>
                    </a:ext>
                  </a:extLst>
                </p:cNvPr>
                <p:cNvSpPr txBox="1"/>
                <p:nvPr/>
              </p:nvSpPr>
              <p:spPr>
                <a:xfrm>
                  <a:off x="7282127" y="443221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5A6D1F9-2571-47F1-B8D5-1BDE690D7A0C}"/>
                    </a:ext>
                  </a:extLst>
                </p:cNvPr>
                <p:cNvSpPr txBox="1"/>
                <p:nvPr/>
              </p:nvSpPr>
              <p:spPr>
                <a:xfrm>
                  <a:off x="8901377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FD2734CF-5388-4A3C-94F6-C469FB869ADC}"/>
                    </a:ext>
                  </a:extLst>
                </p:cNvPr>
                <p:cNvSpPr txBox="1"/>
                <p:nvPr/>
              </p:nvSpPr>
              <p:spPr>
                <a:xfrm>
                  <a:off x="6457950" y="353107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AE4BA96-B194-49B4-B9D2-9174AB9F141A}"/>
                    </a:ext>
                  </a:extLst>
                </p:cNvPr>
                <p:cNvSpPr txBox="1"/>
                <p:nvPr/>
              </p:nvSpPr>
              <p:spPr>
                <a:xfrm>
                  <a:off x="8025077" y="274629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1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C6CEFB62-4C63-43DE-9A88-014FB1DC75C1}"/>
                    </a:ext>
                  </a:extLst>
                </p:cNvPr>
                <p:cNvSpPr txBox="1"/>
                <p:nvPr/>
              </p:nvSpPr>
              <p:spPr>
                <a:xfrm>
                  <a:off x="3995002" y="2440537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6F72577-0FE3-451A-B31A-9F411034095B}"/>
                    </a:ext>
                  </a:extLst>
                </p:cNvPr>
                <p:cNvSpPr txBox="1"/>
                <p:nvPr/>
              </p:nvSpPr>
              <p:spPr>
                <a:xfrm>
                  <a:off x="2633686" y="4616884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30735D38-A9C3-4D07-809D-8388C5013573}"/>
                    </a:ext>
                  </a:extLst>
                </p:cNvPr>
                <p:cNvSpPr txBox="1"/>
                <p:nvPr/>
              </p:nvSpPr>
              <p:spPr>
                <a:xfrm>
                  <a:off x="3435557" y="545053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264E191D-857D-40C7-B7FB-FFCFE2AA7F7D}"/>
                    </a:ext>
                  </a:extLst>
                </p:cNvPr>
                <p:cNvSpPr txBox="1"/>
                <p:nvPr/>
              </p:nvSpPr>
              <p:spPr>
                <a:xfrm>
                  <a:off x="4267130" y="545143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29C3482E-26B7-4D43-9785-EA9FFCD65765}"/>
                    </a:ext>
                  </a:extLst>
                </p:cNvPr>
                <p:cNvSpPr txBox="1"/>
                <p:nvPr/>
              </p:nvSpPr>
              <p:spPr>
                <a:xfrm>
                  <a:off x="5108896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27AC13F-9A67-4754-80BB-2CE49EC38790}"/>
                    </a:ext>
                  </a:extLst>
                </p:cNvPr>
                <p:cNvSpPr txBox="1"/>
                <p:nvPr/>
              </p:nvSpPr>
              <p:spPr>
                <a:xfrm>
                  <a:off x="7627148" y="626638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EA9C8D3-AB3B-40DD-B182-8B3FD67582D0}"/>
                    </a:ext>
                  </a:extLst>
                </p:cNvPr>
                <p:cNvSpPr txBox="1"/>
                <p:nvPr/>
              </p:nvSpPr>
              <p:spPr>
                <a:xfrm>
                  <a:off x="9286318" y="545755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DD57CC14-D959-4BD2-BC6F-6A33B933C0E2}"/>
                    </a:ext>
                  </a:extLst>
                </p:cNvPr>
                <p:cNvSpPr txBox="1"/>
                <p:nvPr/>
              </p:nvSpPr>
              <p:spPr>
                <a:xfrm>
                  <a:off x="6780474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83D23FD0-D22B-4CBF-BED8-9539DB1BC8F4}"/>
                    </a:ext>
                  </a:extLst>
                </p:cNvPr>
                <p:cNvSpPr txBox="1"/>
                <p:nvPr/>
              </p:nvSpPr>
              <p:spPr>
                <a:xfrm>
                  <a:off x="8414180" y="547834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D504E2D7-A263-4713-A081-602CFC4BA374}"/>
                    </a:ext>
                  </a:extLst>
                </p:cNvPr>
                <p:cNvGrpSpPr/>
                <p:nvPr/>
              </p:nvGrpSpPr>
              <p:grpSpPr>
                <a:xfrm>
                  <a:off x="2577093" y="2394726"/>
                  <a:ext cx="7088253" cy="3824471"/>
                  <a:chOff x="2454626" y="2321247"/>
                  <a:chExt cx="7088253" cy="3824471"/>
                </a:xfrm>
              </p:grpSpPr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25E56329-7082-4AC6-BE3A-C5EDF9C073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73878" y="5402608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D8DDF368-7C12-4CBD-9271-F843060314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53270" y="4566785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CA49A46E-94CE-4E92-9C6A-9E6F13DE9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80796" y="4566785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DFA7EF9D-C3DB-442D-A9C1-7D04161103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8242" y="37035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8C5A5DCB-9452-4C01-B1BD-AAF44C4B0A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45450" y="5402608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5E4BE9FE-BFE5-434C-A6EA-815126CA18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05102" y="5387222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7181F5C0-85F9-448A-BC1A-CDBE93A282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32628" y="5387222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B54F736F-309A-4C1F-B402-766609228C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88178" y="4482829"/>
                    <a:ext cx="415788" cy="33846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F07D25EE-9E71-4101-A8E7-E513F083CF8B}"/>
                      </a:ext>
                    </a:extLst>
                  </p:cNvPr>
                  <p:cNvCxnSpPr>
                    <a:cxnSpLocks/>
                    <a:endCxn id="139" idx="7"/>
                  </p:cNvCxnSpPr>
                  <p:nvPr/>
                </p:nvCxnSpPr>
                <p:spPr>
                  <a:xfrm flipH="1">
                    <a:off x="5817312" y="4512799"/>
                    <a:ext cx="356788" cy="38036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96AD1E05-C618-499B-AA3F-0082E847A5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6776" y="4534499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05079C47-1487-48D3-9087-4A105D028E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554302" y="45344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3B89BB41-ACB4-44E8-8A90-4583A3A095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51156" y="3633421"/>
                    <a:ext cx="464973" cy="43794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F1407C1B-3508-4358-8FC3-D47718E47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1532" y="3611433"/>
                    <a:ext cx="1213699" cy="602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7377F9FB-C630-4131-A42B-7BBF3F6120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0636" y="2708841"/>
                    <a:ext cx="2784718" cy="65674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0993A98A-3855-41C3-A1BC-DCDD67DEE7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76598" y="2743420"/>
                    <a:ext cx="1393738" cy="68558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0" name="Oval 16">
                    <a:extLst>
                      <a:ext uri="{FF2B5EF4-FFF2-40B4-BE49-F238E27FC236}">
                        <a16:creationId xmlns:a16="http://schemas.microsoft.com/office/drawing/2014/main" id="{4C5DB863-2D0D-4899-8B95-9C90DCA01D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27922" y="2321247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8A048A4A-5C74-4197-910C-8A81E6C7623D}"/>
                      </a:ext>
                    </a:extLst>
                  </p:cNvPr>
                  <p:cNvSpPr txBox="1"/>
                  <p:nvPr/>
                </p:nvSpPr>
                <p:spPr>
                  <a:xfrm>
                    <a:off x="4515552" y="245109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44</a:t>
                    </a:r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A0B838F6-D769-40F8-A686-AD3160751133}"/>
                      </a:ext>
                    </a:extLst>
                  </p:cNvPr>
                  <p:cNvSpPr txBox="1"/>
                  <p:nvPr/>
                </p:nvSpPr>
                <p:spPr>
                  <a:xfrm>
                    <a:off x="2870294" y="3294744"/>
                    <a:ext cx="42832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FEFF797C-150A-4636-A176-C216ECD3F4C6}"/>
                      </a:ext>
                    </a:extLst>
                  </p:cNvPr>
                  <p:cNvSpPr/>
                  <p:nvPr/>
                </p:nvSpPr>
                <p:spPr>
                  <a:xfrm>
                    <a:off x="2454626" y="410409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Oval 16">
                    <a:extLst>
                      <a:ext uri="{FF2B5EF4-FFF2-40B4-BE49-F238E27FC236}">
                        <a16:creationId xmlns:a16="http://schemas.microsoft.com/office/drawing/2014/main" id="{7B38C485-4050-4465-AC9C-D66B3846A8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8512" y="313267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5" name="Oval 16">
                    <a:extLst>
                      <a:ext uri="{FF2B5EF4-FFF2-40B4-BE49-F238E27FC236}">
                        <a16:creationId xmlns:a16="http://schemas.microsoft.com/office/drawing/2014/main" id="{6105A0C1-F58E-4F54-9CC9-4272360385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23572" y="3135263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6" name="Oval 16">
                    <a:extLst>
                      <a:ext uri="{FF2B5EF4-FFF2-40B4-BE49-F238E27FC236}">
                        <a16:creationId xmlns:a16="http://schemas.microsoft.com/office/drawing/2014/main" id="{544D8786-CF54-4688-8378-6ABEB580D1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11947" y="3975894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7" name="Oval 16">
                    <a:extLst>
                      <a:ext uri="{FF2B5EF4-FFF2-40B4-BE49-F238E27FC236}">
                        <a16:creationId xmlns:a16="http://schemas.microsoft.com/office/drawing/2014/main" id="{8319E032-2178-4FAD-ACD3-20209E013A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63344" y="396773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8" name="Oval 16">
                    <a:extLst>
                      <a:ext uri="{FF2B5EF4-FFF2-40B4-BE49-F238E27FC236}">
                        <a16:creationId xmlns:a16="http://schemas.microsoft.com/office/drawing/2014/main" id="{179978D7-84EE-41D5-BF39-C3A46102D7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47397" y="396295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9" name="Oval 16">
                    <a:extLst>
                      <a:ext uri="{FF2B5EF4-FFF2-40B4-BE49-F238E27FC236}">
                        <a16:creationId xmlns:a16="http://schemas.microsoft.com/office/drawing/2014/main" id="{933D54B3-091A-4EBD-820C-BC2F4CCF6F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60892" y="4797696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0" name="Rectangle 139">
                    <a:extLst>
                      <a:ext uri="{FF2B5EF4-FFF2-40B4-BE49-F238E27FC236}">
                        <a16:creationId xmlns:a16="http://schemas.microsoft.com/office/drawing/2014/main" id="{37FD57BC-9DC7-4063-948E-F2E9CF841724}"/>
                      </a:ext>
                    </a:extLst>
                  </p:cNvPr>
                  <p:cNvSpPr/>
                  <p:nvPr/>
                </p:nvSpPr>
                <p:spPr>
                  <a:xfrm>
                    <a:off x="3274123" y="4922341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EB0F4878-0366-40C7-9BC3-5E53845E9EA4}"/>
                      </a:ext>
                    </a:extLst>
                  </p:cNvPr>
                  <p:cNvSpPr/>
                  <p:nvPr/>
                </p:nvSpPr>
                <p:spPr>
                  <a:xfrm>
                    <a:off x="4118351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615B2CDE-4B1B-4C4F-9B66-B93624D92ABC}"/>
                      </a:ext>
                    </a:extLst>
                  </p:cNvPr>
                  <p:cNvSpPr/>
                  <p:nvPr/>
                </p:nvSpPr>
                <p:spPr>
                  <a:xfrm>
                    <a:off x="9107348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37B3488B-69AF-4670-A8AE-1B743E2EC54A}"/>
                      </a:ext>
                    </a:extLst>
                  </p:cNvPr>
                  <p:cNvSpPr/>
                  <p:nvPr/>
                </p:nvSpPr>
                <p:spPr>
                  <a:xfrm>
                    <a:off x="8247348" y="4906013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4EA14038-C631-41D3-B146-C45554AC154E}"/>
                      </a:ext>
                    </a:extLst>
                  </p:cNvPr>
                  <p:cNvSpPr/>
                  <p:nvPr/>
                </p:nvSpPr>
                <p:spPr>
                  <a:xfrm>
                    <a:off x="7448178" y="5690827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7E4E7822-6AFC-4D92-84E3-5AC7CC9A44C2}"/>
                      </a:ext>
                    </a:extLst>
                  </p:cNvPr>
                  <p:cNvSpPr/>
                  <p:nvPr/>
                </p:nvSpPr>
                <p:spPr>
                  <a:xfrm>
                    <a:off x="4929926" y="573692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10A8A23D-61D6-41E3-9560-6E559220395C}"/>
                      </a:ext>
                    </a:extLst>
                  </p:cNvPr>
                  <p:cNvCxnSpPr>
                    <a:cxnSpLocks/>
                    <a:stCxn id="134" idx="5"/>
                    <a:endCxn id="136" idx="1"/>
                  </p:cNvCxnSpPr>
                  <p:nvPr/>
                </p:nvCxnSpPr>
                <p:spPr>
                  <a:xfrm>
                    <a:off x="3314932" y="3689090"/>
                    <a:ext cx="392482" cy="38227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221837F5-9A4B-4B81-9893-01DC290B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857" y="327660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26C4C4B8-20BC-40F5-8875-A90493887B70}"/>
                      </a:ext>
                    </a:extLst>
                  </p:cNvPr>
                  <p:cNvSpPr txBox="1"/>
                  <p:nvPr/>
                </p:nvSpPr>
                <p:spPr>
                  <a:xfrm>
                    <a:off x="3706917" y="4108779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32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F0EFE85E-32A2-4DDF-B055-CFBEA8B69149}"/>
                      </a:ext>
                    </a:extLst>
                  </p:cNvPr>
                  <p:cNvSpPr txBox="1"/>
                  <p:nvPr/>
                </p:nvSpPr>
                <p:spPr>
                  <a:xfrm>
                    <a:off x="7804897" y="3243710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78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1419ABF6-D0F3-4377-AC77-993677D57FD8}"/>
                      </a:ext>
                    </a:extLst>
                  </p:cNvPr>
                  <p:cNvSpPr txBox="1"/>
                  <p:nvPr/>
                </p:nvSpPr>
                <p:spPr>
                  <a:xfrm>
                    <a:off x="8610970" y="410551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88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EE150B5A-D1D7-46A8-B495-CABCA5DCDBE9}"/>
                      </a:ext>
                    </a:extLst>
                  </p:cNvPr>
                  <p:cNvSpPr txBox="1"/>
                  <p:nvPr/>
                </p:nvSpPr>
                <p:spPr>
                  <a:xfrm>
                    <a:off x="6136070" y="408676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50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DCB32120-715F-4A20-9F32-293A762B330C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002" y="493053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48</a:t>
                    </a:r>
                  </a:p>
                </p:txBody>
              </p:sp>
            </p:grpSp>
          </p:grpSp>
          <p:sp>
            <p:nvSpPr>
              <p:cNvPr id="91" name="Oval 16">
                <a:extLst>
                  <a:ext uri="{FF2B5EF4-FFF2-40B4-BE49-F238E27FC236}">
                    <a16:creationId xmlns:a16="http://schemas.microsoft.com/office/drawing/2014/main" id="{3C7AA558-9303-42B8-8DF7-179822239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2999" y="430348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70043C84-D828-41B4-B06C-1C38ADC09064}"/>
                  </a:ext>
                </a:extLst>
              </p:cNvPr>
              <p:cNvSpPr txBox="1"/>
              <p:nvPr/>
            </p:nvSpPr>
            <p:spPr>
              <a:xfrm>
                <a:off x="7332605" y="442782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62</a:t>
                </a:r>
              </a:p>
            </p:txBody>
          </p:sp>
        </p:grp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9F68074-B7D9-4C34-BDDF-0FE18C225C5C}"/>
              </a:ext>
            </a:extLst>
          </p:cNvPr>
          <p:cNvSpPr/>
          <p:nvPr/>
        </p:nvSpPr>
        <p:spPr>
          <a:xfrm>
            <a:off x="6989872" y="5272847"/>
            <a:ext cx="435531" cy="402596"/>
          </a:xfrm>
          <a:prstGeom prst="rect">
            <a:avLst/>
          </a:prstGeom>
          <a:solidFill>
            <a:schemeClr val="bg1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3FA9826-6418-42E4-829E-E93904887453}"/>
              </a:ext>
            </a:extLst>
          </p:cNvPr>
          <p:cNvSpPr txBox="1"/>
          <p:nvPr/>
        </p:nvSpPr>
        <p:spPr>
          <a:xfrm>
            <a:off x="6185880" y="5714745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AF473D1-04FF-4DC8-8815-A09E5E628EE8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endParaRPr lang="en-US" sz="16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417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21/154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F5E97-1986-4489-8C41-3307259D22BE}"/>
              </a:ext>
            </a:extLst>
          </p:cNvPr>
          <p:cNvSpPr txBox="1"/>
          <p:nvPr/>
        </p:nvSpPr>
        <p:spPr>
          <a:xfrm>
            <a:off x="7094230" y="480223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  <a:latin typeface="Arial Rounded MT Bold" panose="020F0704030504030204" pitchFamily="34" charset="0"/>
              </a:rPr>
              <a:t>x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0372630-A373-46F5-B295-EA5E88CDE934}"/>
              </a:ext>
            </a:extLst>
          </p:cNvPr>
          <p:cNvGrpSpPr/>
          <p:nvPr/>
        </p:nvGrpSpPr>
        <p:grpSpPr>
          <a:xfrm>
            <a:off x="2575383" y="1847706"/>
            <a:ext cx="7352619" cy="4255213"/>
            <a:chOff x="2575383" y="1847706"/>
            <a:chExt cx="7352619" cy="425521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6B7F80F-2466-496F-944F-5E5E8F4AAE7C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675EE82-7A44-4F94-8B1E-1DA65D438676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255213"/>
              <a:chOff x="2575383" y="1847706"/>
              <a:chExt cx="7352619" cy="4255213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1AA4D5FA-9C57-436D-9DE8-8796A35AB1B5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312727" y="2394726"/>
                <a:chExt cx="7352619" cy="4255213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BC093BAD-9AE7-4668-A732-7AF8B8D99D68}"/>
                    </a:ext>
                  </a:extLst>
                </p:cNvPr>
                <p:cNvSpPr txBox="1"/>
                <p:nvPr/>
              </p:nvSpPr>
              <p:spPr>
                <a:xfrm>
                  <a:off x="3881082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621C0E99-7CA8-4746-90C6-076DABE6E664}"/>
                    </a:ext>
                  </a:extLst>
                </p:cNvPr>
                <p:cNvSpPr txBox="1"/>
                <p:nvPr/>
              </p:nvSpPr>
              <p:spPr>
                <a:xfrm>
                  <a:off x="2312727" y="3148849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8A6A33D-8972-4590-B638-E3D108D5E298}"/>
                    </a:ext>
                  </a:extLst>
                </p:cNvPr>
                <p:cNvSpPr txBox="1"/>
                <p:nvPr/>
              </p:nvSpPr>
              <p:spPr>
                <a:xfrm>
                  <a:off x="5600700" y="443594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35F9186B-EF7B-4807-8C03-D3B57590DFCB}"/>
                    </a:ext>
                  </a:extLst>
                </p:cNvPr>
                <p:cNvSpPr txBox="1"/>
                <p:nvPr/>
              </p:nvSpPr>
              <p:spPr>
                <a:xfrm>
                  <a:off x="7282127" y="4432218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E1741446-B3D6-4F0A-B8BE-B511FE0238A8}"/>
                    </a:ext>
                  </a:extLst>
                </p:cNvPr>
                <p:cNvSpPr txBox="1"/>
                <p:nvPr/>
              </p:nvSpPr>
              <p:spPr>
                <a:xfrm>
                  <a:off x="8901377" y="362494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F05283F-8320-4A9B-83FD-B19D25F359F5}"/>
                    </a:ext>
                  </a:extLst>
                </p:cNvPr>
                <p:cNvSpPr txBox="1"/>
                <p:nvPr/>
              </p:nvSpPr>
              <p:spPr>
                <a:xfrm>
                  <a:off x="6457950" y="353107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7523D393-8DB7-4D08-93DB-AF86AC38031A}"/>
                    </a:ext>
                  </a:extLst>
                </p:cNvPr>
                <p:cNvSpPr txBox="1"/>
                <p:nvPr/>
              </p:nvSpPr>
              <p:spPr>
                <a:xfrm>
                  <a:off x="8025077" y="2746293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1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B29E92F4-2730-48AD-809B-A8810DAFCADB}"/>
                    </a:ext>
                  </a:extLst>
                </p:cNvPr>
                <p:cNvSpPr txBox="1"/>
                <p:nvPr/>
              </p:nvSpPr>
              <p:spPr>
                <a:xfrm>
                  <a:off x="3995002" y="2440537"/>
                  <a:ext cx="39946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-1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2BC79E9-EE79-4236-B121-680B06B6023F}"/>
                    </a:ext>
                  </a:extLst>
                </p:cNvPr>
                <p:cNvSpPr txBox="1"/>
                <p:nvPr/>
              </p:nvSpPr>
              <p:spPr>
                <a:xfrm>
                  <a:off x="2633686" y="4616884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B49F4698-F8D8-49B4-A32C-B698B3512EB2}"/>
                    </a:ext>
                  </a:extLst>
                </p:cNvPr>
                <p:cNvSpPr txBox="1"/>
                <p:nvPr/>
              </p:nvSpPr>
              <p:spPr>
                <a:xfrm>
                  <a:off x="3435557" y="545053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6FD8C040-FCDC-4EAD-8C06-56CA6D9FB1E7}"/>
                    </a:ext>
                  </a:extLst>
                </p:cNvPr>
                <p:cNvSpPr txBox="1"/>
                <p:nvPr/>
              </p:nvSpPr>
              <p:spPr>
                <a:xfrm>
                  <a:off x="4267130" y="545143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5CE6028-34FE-4729-97A2-A2A853AEAAB3}"/>
                    </a:ext>
                  </a:extLst>
                </p:cNvPr>
                <p:cNvSpPr txBox="1"/>
                <p:nvPr/>
              </p:nvSpPr>
              <p:spPr>
                <a:xfrm>
                  <a:off x="5108896" y="628060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3366E9E7-A6C0-472A-B1C0-BB9BD2ACC883}"/>
                    </a:ext>
                  </a:extLst>
                </p:cNvPr>
                <p:cNvSpPr txBox="1"/>
                <p:nvPr/>
              </p:nvSpPr>
              <p:spPr>
                <a:xfrm>
                  <a:off x="8074206" y="595258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C5EB25AC-0A5A-4BA7-9D6A-96A2C08A4F6D}"/>
                    </a:ext>
                  </a:extLst>
                </p:cNvPr>
                <p:cNvSpPr txBox="1"/>
                <p:nvPr/>
              </p:nvSpPr>
              <p:spPr>
                <a:xfrm>
                  <a:off x="9286318" y="5457557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D4995E8B-F07E-4BE9-A948-3B395B2D1403}"/>
                    </a:ext>
                  </a:extLst>
                </p:cNvPr>
                <p:cNvSpPr txBox="1"/>
                <p:nvPr/>
              </p:nvSpPr>
              <p:spPr>
                <a:xfrm>
                  <a:off x="8414180" y="5478345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2432C98C-9B43-487B-8B2B-78E369A3DD0A}"/>
                    </a:ext>
                  </a:extLst>
                </p:cNvPr>
                <p:cNvGrpSpPr/>
                <p:nvPr/>
              </p:nvGrpSpPr>
              <p:grpSpPr>
                <a:xfrm>
                  <a:off x="2577093" y="2394726"/>
                  <a:ext cx="7088253" cy="3824471"/>
                  <a:chOff x="2454626" y="2321247"/>
                  <a:chExt cx="7088253" cy="3824471"/>
                </a:xfrm>
              </p:grpSpPr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12EB5307-1491-46C3-891C-0346091D6F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873878" y="5402608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40E0A636-7C23-46D2-8A53-1EA2E69DB5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53270" y="4566785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43CAEFAF-C3C4-4ACD-AFF4-670554837E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80796" y="4566785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F9E8CABC-6342-40E7-A451-7D76CB5FC4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28242" y="37035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D8A825BE-7AC9-4598-BA85-6CE84957B0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45450" y="5402608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4F4F3170-6A6A-4FED-9689-24342ACDFB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05102" y="5387222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C0C1A1B5-5151-47F4-95D4-C62626C971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232628" y="5387222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0B99A9C4-C21F-4A02-9480-FFA115B12C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88178" y="4482829"/>
                    <a:ext cx="415788" cy="33846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CB323729-51B0-4FF6-97AA-42FD0B0C578B}"/>
                      </a:ext>
                    </a:extLst>
                  </p:cNvPr>
                  <p:cNvCxnSpPr>
                    <a:cxnSpLocks/>
                    <a:endCxn id="147" idx="7"/>
                  </p:cNvCxnSpPr>
                  <p:nvPr/>
                </p:nvCxnSpPr>
                <p:spPr>
                  <a:xfrm flipH="1">
                    <a:off x="5817312" y="4512799"/>
                    <a:ext cx="356788" cy="38036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9B7EC17F-CF53-4E8F-ACA7-40BD43716F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26776" y="4534499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01FF5E87-A5E6-4468-96DA-D0E4E61793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554302" y="45344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DB86F19F-EF69-437C-8039-F577CE8E95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51156" y="3633421"/>
                    <a:ext cx="464973" cy="43794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B61DA0A6-C56A-46D3-A971-01C72B38C4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1532" y="3611433"/>
                    <a:ext cx="1213699" cy="60213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>
                    <a:extLst>
                      <a:ext uri="{FF2B5EF4-FFF2-40B4-BE49-F238E27FC236}">
                        <a16:creationId xmlns:a16="http://schemas.microsoft.com/office/drawing/2014/main" id="{CEAC9012-71D0-4BAB-81D9-2B6CF5F5CE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50636" y="2708841"/>
                    <a:ext cx="2784718" cy="65674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85584CE5-65AA-4F01-BE9C-0641EE24A9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76598" y="2743420"/>
                    <a:ext cx="1393738" cy="68558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8" name="Oval 16">
                    <a:extLst>
                      <a:ext uri="{FF2B5EF4-FFF2-40B4-BE49-F238E27FC236}">
                        <a16:creationId xmlns:a16="http://schemas.microsoft.com/office/drawing/2014/main" id="{E5873256-78F1-4C45-BBEF-89428E4DF5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27922" y="2321247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8875FFF8-45D8-460D-832C-8AB0EFC29F67}"/>
                      </a:ext>
                    </a:extLst>
                  </p:cNvPr>
                  <p:cNvSpPr txBox="1"/>
                  <p:nvPr/>
                </p:nvSpPr>
                <p:spPr>
                  <a:xfrm>
                    <a:off x="4515552" y="245109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44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65DBB851-B8BA-4197-90F3-95AA9CAFA7BA}"/>
                      </a:ext>
                    </a:extLst>
                  </p:cNvPr>
                  <p:cNvSpPr txBox="1"/>
                  <p:nvPr/>
                </p:nvSpPr>
                <p:spPr>
                  <a:xfrm>
                    <a:off x="2870294" y="3294744"/>
                    <a:ext cx="428322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600" b="1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15</a:t>
                    </a:r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0B20B435-3DD0-40BF-8437-D6A3667CC74B}"/>
                      </a:ext>
                    </a:extLst>
                  </p:cNvPr>
                  <p:cNvSpPr/>
                  <p:nvPr/>
                </p:nvSpPr>
                <p:spPr>
                  <a:xfrm>
                    <a:off x="2454626" y="410409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Oval 16">
                    <a:extLst>
                      <a:ext uri="{FF2B5EF4-FFF2-40B4-BE49-F238E27FC236}">
                        <a16:creationId xmlns:a16="http://schemas.microsoft.com/office/drawing/2014/main" id="{4C10C221-F5C9-41B0-BFEF-EB5C656C50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58512" y="313267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3" name="Oval 16">
                    <a:extLst>
                      <a:ext uri="{FF2B5EF4-FFF2-40B4-BE49-F238E27FC236}">
                        <a16:creationId xmlns:a16="http://schemas.microsoft.com/office/drawing/2014/main" id="{A9DDDD15-6C3C-461A-8D86-7B73A9A815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723572" y="3135263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4" name="Oval 16">
                    <a:extLst>
                      <a:ext uri="{FF2B5EF4-FFF2-40B4-BE49-F238E27FC236}">
                        <a16:creationId xmlns:a16="http://schemas.microsoft.com/office/drawing/2014/main" id="{BEED4FCE-D77A-4001-A583-0837272F9A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11947" y="3975894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5" name="Oval 16">
                    <a:extLst>
                      <a:ext uri="{FF2B5EF4-FFF2-40B4-BE49-F238E27FC236}">
                        <a16:creationId xmlns:a16="http://schemas.microsoft.com/office/drawing/2014/main" id="{8CC1A1E3-B7E0-4F73-8893-5AB8B6680A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63344" y="396773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6" name="Oval 16">
                    <a:extLst>
                      <a:ext uri="{FF2B5EF4-FFF2-40B4-BE49-F238E27FC236}">
                        <a16:creationId xmlns:a16="http://schemas.microsoft.com/office/drawing/2014/main" id="{F434601F-6065-4D17-A303-83A2110436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47397" y="3962950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7" name="Oval 16">
                    <a:extLst>
                      <a:ext uri="{FF2B5EF4-FFF2-40B4-BE49-F238E27FC236}">
                        <a16:creationId xmlns:a16="http://schemas.microsoft.com/office/drawing/2014/main" id="{BA0C80F9-A39D-4871-8650-E007CB040E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60892" y="4797696"/>
                    <a:ext cx="651887" cy="65188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06564010-D97D-44C9-A6E3-F30FAFC8623A}"/>
                      </a:ext>
                    </a:extLst>
                  </p:cNvPr>
                  <p:cNvSpPr/>
                  <p:nvPr/>
                </p:nvSpPr>
                <p:spPr>
                  <a:xfrm>
                    <a:off x="3274123" y="4922341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Rectangle 148">
                    <a:extLst>
                      <a:ext uri="{FF2B5EF4-FFF2-40B4-BE49-F238E27FC236}">
                        <a16:creationId xmlns:a16="http://schemas.microsoft.com/office/drawing/2014/main" id="{B3E726A1-8CA5-4159-98E4-9B9E8BD5EDC3}"/>
                      </a:ext>
                    </a:extLst>
                  </p:cNvPr>
                  <p:cNvSpPr/>
                  <p:nvPr/>
                </p:nvSpPr>
                <p:spPr>
                  <a:xfrm>
                    <a:off x="4118351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0" name="Rectangle 149">
                    <a:extLst>
                      <a:ext uri="{FF2B5EF4-FFF2-40B4-BE49-F238E27FC236}">
                        <a16:creationId xmlns:a16="http://schemas.microsoft.com/office/drawing/2014/main" id="{286B295D-F093-4146-A8DD-DA7A598B7981}"/>
                      </a:ext>
                    </a:extLst>
                  </p:cNvPr>
                  <p:cNvSpPr/>
                  <p:nvPr/>
                </p:nvSpPr>
                <p:spPr>
                  <a:xfrm>
                    <a:off x="9107348" y="4914177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1" name="Rectangle 150">
                    <a:extLst>
                      <a:ext uri="{FF2B5EF4-FFF2-40B4-BE49-F238E27FC236}">
                        <a16:creationId xmlns:a16="http://schemas.microsoft.com/office/drawing/2014/main" id="{B6E5C68C-DC2B-4B92-BFF0-4A3C17178B31}"/>
                      </a:ext>
                    </a:extLst>
                  </p:cNvPr>
                  <p:cNvSpPr/>
                  <p:nvPr/>
                </p:nvSpPr>
                <p:spPr>
                  <a:xfrm>
                    <a:off x="8247348" y="4906013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2" name="Rectangle 151">
                    <a:extLst>
                      <a:ext uri="{FF2B5EF4-FFF2-40B4-BE49-F238E27FC236}">
                        <a16:creationId xmlns:a16="http://schemas.microsoft.com/office/drawing/2014/main" id="{EE4A6130-484F-4CB4-A422-AA22637A8A6F}"/>
                      </a:ext>
                    </a:extLst>
                  </p:cNvPr>
                  <p:cNvSpPr/>
                  <p:nvPr/>
                </p:nvSpPr>
                <p:spPr>
                  <a:xfrm>
                    <a:off x="7448178" y="5690827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3" name="Rectangle 152">
                    <a:extLst>
                      <a:ext uri="{FF2B5EF4-FFF2-40B4-BE49-F238E27FC236}">
                        <a16:creationId xmlns:a16="http://schemas.microsoft.com/office/drawing/2014/main" id="{1EA30666-46DD-4488-B6A8-A6E7BC6963E4}"/>
                      </a:ext>
                    </a:extLst>
                  </p:cNvPr>
                  <p:cNvSpPr/>
                  <p:nvPr/>
                </p:nvSpPr>
                <p:spPr>
                  <a:xfrm>
                    <a:off x="4929926" y="5736920"/>
                    <a:ext cx="435531" cy="40259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C8AE3561-CB4E-4E54-A0F1-C4A75B4F3704}"/>
                      </a:ext>
                    </a:extLst>
                  </p:cNvPr>
                  <p:cNvCxnSpPr>
                    <a:cxnSpLocks/>
                    <a:stCxn id="142" idx="5"/>
                    <a:endCxn id="144" idx="1"/>
                  </p:cNvCxnSpPr>
                  <p:nvPr/>
                </p:nvCxnSpPr>
                <p:spPr>
                  <a:xfrm>
                    <a:off x="3314932" y="3689090"/>
                    <a:ext cx="392482" cy="382271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76F12C45-3277-46F4-847A-ADADD7248C96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857" y="327660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17</a:t>
                    </a:r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AECD03D7-ACD5-458F-988B-D8264A1E1897}"/>
                      </a:ext>
                    </a:extLst>
                  </p:cNvPr>
                  <p:cNvSpPr txBox="1"/>
                  <p:nvPr/>
                </p:nvSpPr>
                <p:spPr>
                  <a:xfrm>
                    <a:off x="3706917" y="4108779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32</a:t>
                    </a:r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837A624F-6E72-444C-BC4D-EA9586154184}"/>
                      </a:ext>
                    </a:extLst>
                  </p:cNvPr>
                  <p:cNvSpPr txBox="1"/>
                  <p:nvPr/>
                </p:nvSpPr>
                <p:spPr>
                  <a:xfrm>
                    <a:off x="7804897" y="3243710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78</a:t>
                    </a:r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2817051E-4058-46A2-A4EF-83040D0200F2}"/>
                      </a:ext>
                    </a:extLst>
                  </p:cNvPr>
                  <p:cNvSpPr txBox="1"/>
                  <p:nvPr/>
                </p:nvSpPr>
                <p:spPr>
                  <a:xfrm>
                    <a:off x="8610970" y="4105513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88</a:t>
                    </a:r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D406B997-4BC3-4B43-9FEC-550840D9035E}"/>
                      </a:ext>
                    </a:extLst>
                  </p:cNvPr>
                  <p:cNvSpPr txBox="1"/>
                  <p:nvPr/>
                </p:nvSpPr>
                <p:spPr>
                  <a:xfrm>
                    <a:off x="6136070" y="408676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50</a:t>
                    </a:r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35EE47F0-73C4-4E98-A6BF-89C36419DD47}"/>
                      </a:ext>
                    </a:extLst>
                  </p:cNvPr>
                  <p:cNvSpPr txBox="1"/>
                  <p:nvPr/>
                </p:nvSpPr>
                <p:spPr>
                  <a:xfrm>
                    <a:off x="5319002" y="4930537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48</a:t>
                    </a:r>
                  </a:p>
                </p:txBody>
              </p:sp>
            </p:grpSp>
          </p:grpSp>
          <p:sp>
            <p:nvSpPr>
              <p:cNvPr id="104" name="Oval 16">
                <a:extLst>
                  <a:ext uri="{FF2B5EF4-FFF2-40B4-BE49-F238E27FC236}">
                    <a16:creationId xmlns:a16="http://schemas.microsoft.com/office/drawing/2014/main" id="{07868850-10DE-4252-9DD5-3CD802F93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2999" y="4303484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D81C36E-1BB5-47FE-BDF0-D845AFBDA6D1}"/>
                  </a:ext>
                </a:extLst>
              </p:cNvPr>
              <p:cNvSpPr txBox="1"/>
              <p:nvPr/>
            </p:nvSpPr>
            <p:spPr>
              <a:xfrm>
                <a:off x="7332605" y="442782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62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5AB3668-934C-4230-B73A-87AA851D963C}"/>
              </a:ext>
            </a:extLst>
          </p:cNvPr>
          <p:cNvGrpSpPr/>
          <p:nvPr/>
        </p:nvGrpSpPr>
        <p:grpSpPr>
          <a:xfrm>
            <a:off x="6280040" y="5123011"/>
            <a:ext cx="2032365" cy="1394997"/>
            <a:chOff x="504875" y="3994181"/>
            <a:chExt cx="2032365" cy="13949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325B52-2D29-4B8D-BF68-2AA67A9E7B40}"/>
                </a:ext>
              </a:extLst>
            </p:cNvPr>
            <p:cNvGrpSpPr/>
            <p:nvPr/>
          </p:nvGrpSpPr>
          <p:grpSpPr>
            <a:xfrm>
              <a:off x="861491" y="4585915"/>
              <a:ext cx="1295531" cy="803263"/>
              <a:chOff x="9785539" y="2923746"/>
              <a:chExt cx="1295531" cy="803263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1DECA9A-0700-4F69-B290-83D89D8BA5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12616" y="2923746"/>
                <a:ext cx="250688" cy="350802"/>
              </a:xfrm>
              <a:prstGeom prst="line">
                <a:avLst/>
              </a:prstGeom>
              <a:ln w="28575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FA32D4E0-86A0-47EA-841F-27AF22E8A0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1239" y="2983899"/>
                <a:ext cx="221786" cy="470208"/>
              </a:xfrm>
              <a:prstGeom prst="line">
                <a:avLst/>
              </a:prstGeom>
              <a:ln w="28575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9A01027B-370C-47FA-8177-F2C3A69F0B3B}"/>
                  </a:ext>
                </a:extLst>
              </p:cNvPr>
              <p:cNvSpPr/>
              <p:nvPr/>
            </p:nvSpPr>
            <p:spPr>
              <a:xfrm>
                <a:off x="10645539" y="3272118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2FBC1AC-8527-4C48-9F7B-FDBAB2712305}"/>
                  </a:ext>
                </a:extLst>
              </p:cNvPr>
              <p:cNvSpPr/>
              <p:nvPr/>
            </p:nvSpPr>
            <p:spPr>
              <a:xfrm>
                <a:off x="9785539" y="3263954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5F64705-AEB7-49A3-8BE9-08E5EF41046A}"/>
                </a:ext>
              </a:extLst>
            </p:cNvPr>
            <p:cNvSpPr txBox="1"/>
            <p:nvPr/>
          </p:nvSpPr>
          <p:spPr>
            <a:xfrm>
              <a:off x="2214716" y="50198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E1F86F4-B017-4914-BC8E-57058A7D80FF}"/>
                </a:ext>
              </a:extLst>
            </p:cNvPr>
            <p:cNvSpPr txBox="1"/>
            <p:nvPr/>
          </p:nvSpPr>
          <p:spPr>
            <a:xfrm>
              <a:off x="504875" y="5011570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61" name="Oval 16">
              <a:extLst>
                <a:ext uri="{FF2B5EF4-FFF2-40B4-BE49-F238E27FC236}">
                  <a16:creationId xmlns:a16="http://schemas.microsoft.com/office/drawing/2014/main" id="{EDDA911F-40C7-4359-9407-0D68E2180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957" y="399418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4D7A93C-5A8A-4818-93F1-71C1387653D1}"/>
                </a:ext>
              </a:extLst>
            </p:cNvPr>
            <p:cNvSpPr txBox="1"/>
            <p:nvPr/>
          </p:nvSpPr>
          <p:spPr>
            <a:xfrm>
              <a:off x="1275089" y="411558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03DABEAF-493B-434A-A4B0-6B5085CE1924}"/>
              </a:ext>
            </a:extLst>
          </p:cNvPr>
          <p:cNvSpPr txBox="1"/>
          <p:nvPr/>
        </p:nvSpPr>
        <p:spPr>
          <a:xfrm>
            <a:off x="6724809" y="4805605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1B3215D-7F81-47B4-8722-89FD129A117B}"/>
              </a:ext>
            </a:extLst>
          </p:cNvPr>
          <p:cNvSpPr txBox="1"/>
          <p:nvPr/>
        </p:nvSpPr>
        <p:spPr>
          <a:xfrm>
            <a:off x="6185880" y="5714745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C944FAB-5880-4A4F-808A-2ECF447B4A1C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endParaRPr lang="en-US" sz="1600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tree still an AVL?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A09A-2525-4D74-8EF3-F79282B8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13107"/>
            <a:ext cx="11029615" cy="2105754"/>
          </a:xfrm>
        </p:spPr>
        <p:txBody>
          <a:bodyPr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sz="2400" dirty="0"/>
              <a:t>On the path from </a:t>
            </a:r>
            <a:r>
              <a:rPr lang="en-US" sz="2400" dirty="0">
                <a:solidFill>
                  <a:srgbClr val="FF00FF"/>
                </a:solidFill>
              </a:rPr>
              <a:t>new node (x) </a:t>
            </a:r>
            <a:r>
              <a:rPr lang="en-US" sz="2400" dirty="0"/>
              <a:t>to the root, update the balance factors.</a:t>
            </a:r>
          </a:p>
          <a:p>
            <a:pPr marL="633222" indent="-514350">
              <a:buFont typeface="+mj-lt"/>
              <a:buAutoNum type="arabicPeriod"/>
            </a:pPr>
            <a:endParaRPr lang="en-US" sz="2400" dirty="0"/>
          </a:p>
          <a:p>
            <a:pPr marL="118872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22/154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1667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23/154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124E01-2502-46D4-B9FD-91766F118624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CFD2E5-3D83-46F6-AF39-5F5A30776394}"/>
              </a:ext>
            </a:extLst>
          </p:cNvPr>
          <p:cNvGrpSpPr/>
          <p:nvPr/>
        </p:nvGrpSpPr>
        <p:grpSpPr>
          <a:xfrm>
            <a:off x="2575383" y="1847706"/>
            <a:ext cx="7352619" cy="4670302"/>
            <a:chOff x="2575383" y="1847706"/>
            <a:chExt cx="7352619" cy="46703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9CFD096-60A9-4C22-A457-E6CCE0EA1685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670302"/>
              <a:chOff x="2575383" y="1847706"/>
              <a:chExt cx="7352619" cy="467030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BF5E97-1986-4489-8C41-3307259D22BE}"/>
                  </a:ext>
                </a:extLst>
              </p:cNvPr>
              <p:cNvSpPr txBox="1"/>
              <p:nvPr/>
            </p:nvSpPr>
            <p:spPr>
              <a:xfrm>
                <a:off x="7094230" y="4802237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40372630-A373-46F5-B295-EA5E88CDE934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575383" y="1847706"/>
                <a:chExt cx="7352619" cy="4255213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26B7F80F-2466-496F-944F-5E5E8F4AAE7C}"/>
                    </a:ext>
                  </a:extLst>
                </p:cNvPr>
                <p:cNvSpPr/>
                <p:nvPr/>
              </p:nvSpPr>
              <p:spPr>
                <a:xfrm>
                  <a:off x="6158584" y="5263379"/>
                  <a:ext cx="429995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8675EE82-7A44-4F94-8B1E-1DA65D438676}"/>
                    </a:ext>
                  </a:extLst>
                </p:cNvPr>
                <p:cNvGrpSpPr/>
                <p:nvPr/>
              </p:nvGrpSpPr>
              <p:grpSpPr>
                <a:xfrm>
                  <a:off x="2575383" y="1847706"/>
                  <a:ext cx="7352619" cy="4255213"/>
                  <a:chOff x="2575383" y="1847706"/>
                  <a:chExt cx="7352619" cy="4255213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1AA4D5FA-9C57-436D-9DE8-8796A35AB1B5}"/>
                      </a:ext>
                    </a:extLst>
                  </p:cNvPr>
                  <p:cNvGrpSpPr/>
                  <p:nvPr/>
                </p:nvGrpSpPr>
                <p:grpSpPr>
                  <a:xfrm>
                    <a:off x="2575383" y="1847706"/>
                    <a:ext cx="7352619" cy="4255213"/>
                    <a:chOff x="2312727" y="2394726"/>
                    <a:chExt cx="7352619" cy="4255213"/>
                  </a:xfrm>
                </p:grpSpPr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BC093BAD-9AE7-4668-A732-7AF8B8D99D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1082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621C0E99-7CA8-4746-90C6-076DABE6E6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2727" y="3148849"/>
                      <a:ext cx="399468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-1</a:t>
                      </a:r>
                    </a:p>
                  </p:txBody>
                </p:sp>
                <p:sp>
                  <p:nvSpPr>
                    <p:cNvPr id="108" name="TextBox 107">
                      <a:extLst>
                        <a:ext uri="{FF2B5EF4-FFF2-40B4-BE49-F238E27FC236}">
                          <a16:creationId xmlns:a16="http://schemas.microsoft.com/office/drawing/2014/main" id="{D8A6A33D-8972-4590-B638-E3D108D5E2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0700" y="4435948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0" name="TextBox 109">
                      <a:extLst>
                        <a:ext uri="{FF2B5EF4-FFF2-40B4-BE49-F238E27FC236}">
                          <a16:creationId xmlns:a16="http://schemas.microsoft.com/office/drawing/2014/main" id="{E1741446-B3D6-4F0A-B8BE-B511FE0238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77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52BC79E9-EE79-4236-B121-680B06B602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3686" y="4616884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B49F4698-F8D8-49B4-A32C-B698B3512E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5557" y="545053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6FD8C040-FCDC-4EAD-8C06-56CA6D9FB1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7130" y="545143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D5CE6028-34FE-4729-97A2-A2A853AEAA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8896" y="628060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3366E9E7-A6C0-472A-B1C0-BB9BD2ACC8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4206" y="595258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C5EB25AC-0A5A-4BA7-9D6A-96A2C08A4F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6318" y="545755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D4995E8B-F07E-4BE9-A948-3B395B2D14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4180" y="547834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2432C98C-9B43-487B-8B2B-78E369A3DD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7093" y="2394726"/>
                      <a:ext cx="7088253" cy="3824471"/>
                      <a:chOff x="2454626" y="2321247"/>
                      <a:chExt cx="7088253" cy="3824471"/>
                    </a:xfrm>
                  </p:grpSpPr>
                  <p:cxnSp>
                    <p:nvCxnSpPr>
                      <p:cNvPr id="123" name="Straight Connector 122">
                        <a:extLst>
                          <a:ext uri="{FF2B5EF4-FFF2-40B4-BE49-F238E27FC236}">
                            <a16:creationId xmlns:a16="http://schemas.microsoft.com/office/drawing/2014/main" id="{12EB5307-1491-46C3-891C-0346091D6F1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873878" y="5402608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Straight Connector 123">
                        <a:extLst>
                          <a:ext uri="{FF2B5EF4-FFF2-40B4-BE49-F238E27FC236}">
                            <a16:creationId xmlns:a16="http://schemas.microsoft.com/office/drawing/2014/main" id="{40E0A636-7C23-46D2-8A53-1EA2E69DB5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053270" y="4566785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Straight Connector 124">
                        <a:extLst>
                          <a:ext uri="{FF2B5EF4-FFF2-40B4-BE49-F238E27FC236}">
                            <a16:creationId xmlns:a16="http://schemas.microsoft.com/office/drawing/2014/main" id="{43CAEFAF-C3C4-4ACD-AFF4-670554837E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580796" y="4566785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Straight Connector 125">
                        <a:extLst>
                          <a:ext uri="{FF2B5EF4-FFF2-40B4-BE49-F238E27FC236}">
                            <a16:creationId xmlns:a16="http://schemas.microsoft.com/office/drawing/2014/main" id="{F9E8CABC-6342-40E7-A451-7D76CB5FC45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28242" y="37035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" name="Straight Connector 126">
                        <a:extLst>
                          <a:ext uri="{FF2B5EF4-FFF2-40B4-BE49-F238E27FC236}">
                            <a16:creationId xmlns:a16="http://schemas.microsoft.com/office/drawing/2014/main" id="{D8A825BE-7AC9-4598-BA85-6CE84957B02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45450" y="5402608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" name="Straight Connector 127">
                        <a:extLst>
                          <a:ext uri="{FF2B5EF4-FFF2-40B4-BE49-F238E27FC236}">
                            <a16:creationId xmlns:a16="http://schemas.microsoft.com/office/drawing/2014/main" id="{4F4F3170-6A6A-4FED-9689-24342ACDFB7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05102" y="5387222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9" name="Straight Connector 128">
                        <a:extLst>
                          <a:ext uri="{FF2B5EF4-FFF2-40B4-BE49-F238E27FC236}">
                            <a16:creationId xmlns:a16="http://schemas.microsoft.com/office/drawing/2014/main" id="{C0C1A1B5-5151-47F4-95D4-C62626C971F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32628" y="5387222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0B99A9C4-C21F-4A02-9480-FFA115B12CA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588178" y="4482829"/>
                        <a:ext cx="415788" cy="338466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Straight Connector 130">
                        <a:extLst>
                          <a:ext uri="{FF2B5EF4-FFF2-40B4-BE49-F238E27FC236}">
                            <a16:creationId xmlns:a16="http://schemas.microsoft.com/office/drawing/2014/main" id="{CB323729-51B0-4FF6-97AA-42FD0B0C578B}"/>
                          </a:ext>
                        </a:extLst>
                      </p:cNvPr>
                      <p:cNvCxnSpPr>
                        <a:cxnSpLocks/>
                        <a:endCxn id="147" idx="7"/>
                      </p:cNvCxnSpPr>
                      <p:nvPr/>
                    </p:nvCxnSpPr>
                    <p:spPr>
                      <a:xfrm flipH="1">
                        <a:off x="5817312" y="4512799"/>
                        <a:ext cx="356788" cy="38036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9B7EC17F-CF53-4E8F-ACA7-40BD43716F9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6776" y="4534499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01FF5E87-A5E6-4468-96DA-D0E4E617936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554302" y="45344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DB86F19F-EF69-437C-8039-F577CE8E95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351156" y="3633421"/>
                        <a:ext cx="464973" cy="43794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" name="Straight Connector 134">
                        <a:extLst>
                          <a:ext uri="{FF2B5EF4-FFF2-40B4-BE49-F238E27FC236}">
                            <a16:creationId xmlns:a16="http://schemas.microsoft.com/office/drawing/2014/main" id="{B61DA0A6-C56A-46D3-A971-01C72B38C4B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561532" y="3611433"/>
                        <a:ext cx="1213699" cy="602139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6" name="Straight Connector 135">
                        <a:extLst>
                          <a:ext uri="{FF2B5EF4-FFF2-40B4-BE49-F238E27FC236}">
                            <a16:creationId xmlns:a16="http://schemas.microsoft.com/office/drawing/2014/main" id="{CEAC9012-71D0-4BAB-81D9-2B6CF5F5CE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50636" y="2708841"/>
                        <a:ext cx="2784718" cy="656746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7" name="Straight Connector 136">
                        <a:extLst>
                          <a:ext uri="{FF2B5EF4-FFF2-40B4-BE49-F238E27FC236}">
                            <a16:creationId xmlns:a16="http://schemas.microsoft.com/office/drawing/2014/main" id="{85584CE5-65AA-4F01-BE9C-0641EE24A9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176598" y="2743420"/>
                        <a:ext cx="1393738" cy="68558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8" name="Oval 16">
                        <a:extLst>
                          <a:ext uri="{FF2B5EF4-FFF2-40B4-BE49-F238E27FC236}">
                            <a16:creationId xmlns:a16="http://schemas.microsoft.com/office/drawing/2014/main" id="{E5873256-78F1-4C45-BBEF-89428E4DF55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27922" y="2321247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39" name="TextBox 138">
                        <a:extLst>
                          <a:ext uri="{FF2B5EF4-FFF2-40B4-BE49-F238E27FC236}">
                            <a16:creationId xmlns:a16="http://schemas.microsoft.com/office/drawing/2014/main" id="{8875FFF8-45D8-460D-832C-8AB0EFC29F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15552" y="2451096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44</a:t>
                        </a:r>
                      </a:p>
                    </p:txBody>
                  </p:sp>
                  <p:sp>
                    <p:nvSpPr>
                      <p:cNvPr id="140" name="TextBox 139">
                        <a:extLst>
                          <a:ext uri="{FF2B5EF4-FFF2-40B4-BE49-F238E27FC236}">
                            <a16:creationId xmlns:a16="http://schemas.microsoft.com/office/drawing/2014/main" id="{65DBB851-B8BA-4197-90F3-95AA9CAFA7B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0294" y="3294744"/>
                        <a:ext cx="42832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b="1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15</a:t>
                        </a:r>
                      </a:p>
                    </p:txBody>
                  </p:sp>
                  <p:sp>
                    <p:nvSpPr>
                      <p:cNvPr id="141" name="Rectangle 140">
                        <a:extLst>
                          <a:ext uri="{FF2B5EF4-FFF2-40B4-BE49-F238E27FC236}">
                            <a16:creationId xmlns:a16="http://schemas.microsoft.com/office/drawing/2014/main" id="{0B20B435-3DD0-40BF-8437-D6A3667CC7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4626" y="410409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2" name="Oval 16">
                        <a:extLst>
                          <a:ext uri="{FF2B5EF4-FFF2-40B4-BE49-F238E27FC236}">
                            <a16:creationId xmlns:a16="http://schemas.microsoft.com/office/drawing/2014/main" id="{4C10C221-F5C9-41B0-BFEF-EB5C656C504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8512" y="313267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3" name="Oval 16">
                        <a:extLst>
                          <a:ext uri="{FF2B5EF4-FFF2-40B4-BE49-F238E27FC236}">
                            <a16:creationId xmlns:a16="http://schemas.microsoft.com/office/drawing/2014/main" id="{A9DDDD15-6C3C-461A-8D86-7B73A9A8152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723572" y="3135263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4" name="Oval 16">
                        <a:extLst>
                          <a:ext uri="{FF2B5EF4-FFF2-40B4-BE49-F238E27FC236}">
                            <a16:creationId xmlns:a16="http://schemas.microsoft.com/office/drawing/2014/main" id="{BEED4FCE-D77A-4001-A583-0837272F9AE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11947" y="3975894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5" name="Oval 16">
                        <a:extLst>
                          <a:ext uri="{FF2B5EF4-FFF2-40B4-BE49-F238E27FC236}">
                            <a16:creationId xmlns:a16="http://schemas.microsoft.com/office/drawing/2014/main" id="{8CC1A1E3-B7E0-4F73-8893-5AB8B6680AF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63344" y="3967730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6" name="Oval 16">
                        <a:extLst>
                          <a:ext uri="{FF2B5EF4-FFF2-40B4-BE49-F238E27FC236}">
                            <a16:creationId xmlns:a16="http://schemas.microsoft.com/office/drawing/2014/main" id="{F434601F-6065-4D17-A303-83A2110436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547397" y="396295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7" name="Oval 16">
                        <a:extLst>
                          <a:ext uri="{FF2B5EF4-FFF2-40B4-BE49-F238E27FC236}">
                            <a16:creationId xmlns:a16="http://schemas.microsoft.com/office/drawing/2014/main" id="{BA0C80F9-A39D-4871-8650-E007CB040EC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60892" y="4797696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 dirty="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148" name="Rectangle 147">
                        <a:extLst>
                          <a:ext uri="{FF2B5EF4-FFF2-40B4-BE49-F238E27FC236}">
                            <a16:creationId xmlns:a16="http://schemas.microsoft.com/office/drawing/2014/main" id="{06564010-D97D-44C9-A6E3-F30FAFC862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4123" y="4922341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9" name="Rectangle 148">
                        <a:extLst>
                          <a:ext uri="{FF2B5EF4-FFF2-40B4-BE49-F238E27FC236}">
                            <a16:creationId xmlns:a16="http://schemas.microsoft.com/office/drawing/2014/main" id="{B3E726A1-8CA5-4159-98E4-9B9E8BD5ED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8351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0" name="Rectangle 149">
                        <a:extLst>
                          <a:ext uri="{FF2B5EF4-FFF2-40B4-BE49-F238E27FC236}">
                            <a16:creationId xmlns:a16="http://schemas.microsoft.com/office/drawing/2014/main" id="{286B295D-F093-4146-A8DD-DA7A598B79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348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1" name="Rectangle 150">
                        <a:extLst>
                          <a:ext uri="{FF2B5EF4-FFF2-40B4-BE49-F238E27FC236}">
                            <a16:creationId xmlns:a16="http://schemas.microsoft.com/office/drawing/2014/main" id="{B6E5C68C-DC2B-4B92-BFF0-4A3C17178B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47348" y="4906013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2" name="Rectangle 151">
                        <a:extLst>
                          <a:ext uri="{FF2B5EF4-FFF2-40B4-BE49-F238E27FC236}">
                            <a16:creationId xmlns:a16="http://schemas.microsoft.com/office/drawing/2014/main" id="{EE4A6130-484F-4CB4-A422-AA22637A8A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8178" y="5690827"/>
                        <a:ext cx="435531" cy="45489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53" name="Rectangle 152">
                        <a:extLst>
                          <a:ext uri="{FF2B5EF4-FFF2-40B4-BE49-F238E27FC236}">
                            <a16:creationId xmlns:a16="http://schemas.microsoft.com/office/drawing/2014/main" id="{1EA30666-46DD-4488-B6A8-A6E7BC6963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29926" y="573692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154" name="Straight Connector 153">
                        <a:extLst>
                          <a:ext uri="{FF2B5EF4-FFF2-40B4-BE49-F238E27FC236}">
                            <a16:creationId xmlns:a16="http://schemas.microsoft.com/office/drawing/2014/main" id="{C8AE3561-CB4E-4E54-A0F1-C4A75B4F3704}"/>
                          </a:ext>
                        </a:extLst>
                      </p:cNvPr>
                      <p:cNvCxnSpPr>
                        <a:cxnSpLocks/>
                        <a:stCxn id="142" idx="5"/>
                        <a:endCxn id="144" idx="1"/>
                      </p:cNvCxnSpPr>
                      <p:nvPr/>
                    </p:nvCxnSpPr>
                    <p:spPr>
                      <a:xfrm>
                        <a:off x="3314932" y="3689090"/>
                        <a:ext cx="392482" cy="38227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5" name="TextBox 154">
                        <a:extLst>
                          <a:ext uri="{FF2B5EF4-FFF2-40B4-BE49-F238E27FC236}">
                            <a16:creationId xmlns:a16="http://schemas.microsoft.com/office/drawing/2014/main" id="{76F12C45-3277-46F4-847A-ADADD7248C9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1857" y="327660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17</a:t>
                        </a:r>
                      </a:p>
                    </p:txBody>
                  </p:sp>
                  <p:sp>
                    <p:nvSpPr>
                      <p:cNvPr id="156" name="TextBox 155">
                        <a:extLst>
                          <a:ext uri="{FF2B5EF4-FFF2-40B4-BE49-F238E27FC236}">
                            <a16:creationId xmlns:a16="http://schemas.microsoft.com/office/drawing/2014/main" id="{AECD03D7-ACD5-458F-988B-D8264A1E189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06917" y="4108779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32</a:t>
                        </a:r>
                      </a:p>
                    </p:txBody>
                  </p:sp>
                  <p:sp>
                    <p:nvSpPr>
                      <p:cNvPr id="157" name="TextBox 156">
                        <a:extLst>
                          <a:ext uri="{FF2B5EF4-FFF2-40B4-BE49-F238E27FC236}">
                            <a16:creationId xmlns:a16="http://schemas.microsoft.com/office/drawing/2014/main" id="{837A624F-6E72-444C-BC4D-EA95861541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4897" y="3243710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158" name="TextBox 157">
                        <a:extLst>
                          <a:ext uri="{FF2B5EF4-FFF2-40B4-BE49-F238E27FC236}">
                            <a16:creationId xmlns:a16="http://schemas.microsoft.com/office/drawing/2014/main" id="{2817051E-4058-46A2-A4EF-83040D0200F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0970" y="410551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159" name="TextBox 158">
                        <a:extLst>
                          <a:ext uri="{FF2B5EF4-FFF2-40B4-BE49-F238E27FC236}">
                            <a16:creationId xmlns:a16="http://schemas.microsoft.com/office/drawing/2014/main" id="{D406B997-4BC3-4B43-9FEC-550840D903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070" y="408676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50</a:t>
                        </a:r>
                      </a:p>
                    </p:txBody>
                  </p:sp>
                  <p:sp>
                    <p:nvSpPr>
                      <p:cNvPr id="160" name="TextBox 159">
                        <a:extLst>
                          <a:ext uri="{FF2B5EF4-FFF2-40B4-BE49-F238E27FC236}">
                            <a16:creationId xmlns:a16="http://schemas.microsoft.com/office/drawing/2014/main" id="{35EE47F0-73C4-4E98-A6BF-89C36419DD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19002" y="493053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48</a:t>
                        </a:r>
                      </a:p>
                    </p:txBody>
                  </p:sp>
                </p:grpSp>
              </p:grpSp>
              <p:sp>
                <p:nvSpPr>
                  <p:cNvPr id="104" name="Oval 16">
                    <a:extLst>
                      <a:ext uri="{FF2B5EF4-FFF2-40B4-BE49-F238E27FC236}">
                        <a16:creationId xmlns:a16="http://schemas.microsoft.com/office/drawing/2014/main" id="{07868850-10DE-4252-9DD5-3CD802F930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2999" y="4303484"/>
                    <a:ext cx="651887" cy="651887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AD81C36E-1BB5-47FE-BDF0-D845AFBDA6D1}"/>
                      </a:ext>
                    </a:extLst>
                  </p:cNvPr>
                  <p:cNvSpPr txBox="1"/>
                  <p:nvPr/>
                </p:nvSpPr>
                <p:spPr>
                  <a:xfrm>
                    <a:off x="7332605" y="442782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62</a:t>
                    </a:r>
                  </a:p>
                </p:txBody>
              </p: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5AB3668-934C-4230-B73A-87AA851D963C}"/>
                  </a:ext>
                </a:extLst>
              </p:cNvPr>
              <p:cNvGrpSpPr/>
              <p:nvPr/>
            </p:nvGrpSpPr>
            <p:grpSpPr>
              <a:xfrm>
                <a:off x="6280040" y="5123011"/>
                <a:ext cx="2032365" cy="1394997"/>
                <a:chOff x="504875" y="3994181"/>
                <a:chExt cx="2032365" cy="13949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D325B52-2D29-4B8D-BF68-2AA67A9E7B40}"/>
                    </a:ext>
                  </a:extLst>
                </p:cNvPr>
                <p:cNvGrpSpPr/>
                <p:nvPr/>
              </p:nvGrpSpPr>
              <p:grpSpPr>
                <a:xfrm>
                  <a:off x="861491" y="4585915"/>
                  <a:ext cx="1295531" cy="803263"/>
                  <a:chOff x="9785539" y="2923746"/>
                  <a:chExt cx="1295531" cy="803263"/>
                </a:xfrm>
              </p:grpSpPr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F1DECA9A-0700-4F69-B290-83D89D8BA5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12616" y="2923746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FA32D4E0-86A0-47EA-841F-27AF22E8A0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71239" y="29838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9A01027B-370C-47FA-8177-F2C3A69F0B3B}"/>
                      </a:ext>
                    </a:extLst>
                  </p:cNvPr>
                  <p:cNvSpPr/>
                  <p:nvPr/>
                </p:nvSpPr>
                <p:spPr>
                  <a:xfrm>
                    <a:off x="10645539" y="3272118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32FBC1AC-8527-4C48-9F7B-FDBAB2712305}"/>
                      </a:ext>
                    </a:extLst>
                  </p:cNvPr>
                  <p:cNvSpPr/>
                  <p:nvPr/>
                </p:nvSpPr>
                <p:spPr>
                  <a:xfrm>
                    <a:off x="9785539" y="3263954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5F64705-AEB7-49A3-8BE9-08E5EF41046A}"/>
                    </a:ext>
                  </a:extLst>
                </p:cNvPr>
                <p:cNvSpPr txBox="1"/>
                <p:nvPr/>
              </p:nvSpPr>
              <p:spPr>
                <a:xfrm>
                  <a:off x="2214716" y="501984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E1F86F4-B017-4914-BC8E-57058A7D80FF}"/>
                    </a:ext>
                  </a:extLst>
                </p:cNvPr>
                <p:cNvSpPr txBox="1"/>
                <p:nvPr/>
              </p:nvSpPr>
              <p:spPr>
                <a:xfrm>
                  <a:off x="504875" y="5011570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161" name="Oval 16">
                  <a:extLst>
                    <a:ext uri="{FF2B5EF4-FFF2-40B4-BE49-F238E27FC236}">
                      <a16:creationId xmlns:a16="http://schemas.microsoft.com/office/drawing/2014/main" id="{EDDA911F-40C7-4359-9407-0D68E2180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6957" y="3994181"/>
                  <a:ext cx="651887" cy="651887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F4D7A93C-5A8A-4818-93F1-71C1387653D1}"/>
                    </a:ext>
                  </a:extLst>
                </p:cNvPr>
                <p:cNvSpPr txBox="1"/>
                <p:nvPr/>
              </p:nvSpPr>
              <p:spPr>
                <a:xfrm>
                  <a:off x="1275089" y="4115581"/>
                  <a:ext cx="48923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54</a:t>
                  </a:r>
                </a:p>
              </p:txBody>
            </p:sp>
          </p:grp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E1B3215D-7F81-47B4-8722-89FD129A117B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5BF1875-5D46-4953-8EA8-18B240D8D9AF}"/>
                </a:ext>
              </a:extLst>
            </p:cNvPr>
            <p:cNvSpPr txBox="1"/>
            <p:nvPr/>
          </p:nvSpPr>
          <p:spPr>
            <a:xfrm>
              <a:off x="7872520" y="4076974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96B88C8-6406-4B58-A1EF-3DE3A0662FD4}"/>
                </a:ext>
              </a:extLst>
            </p:cNvPr>
            <p:cNvSpPr txBox="1"/>
            <p:nvPr/>
          </p:nvSpPr>
          <p:spPr>
            <a:xfrm>
              <a:off x="6065312" y="324342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8ECB76C-E6C9-42A1-9359-FCE9863F3B55}"/>
                </a:ext>
              </a:extLst>
            </p:cNvPr>
            <p:cNvSpPr txBox="1"/>
            <p:nvPr/>
          </p:nvSpPr>
          <p:spPr>
            <a:xfrm>
              <a:off x="8378253" y="222124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7E122B6-5DDC-47BE-9C2B-D920048C2956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69C7CB5-CDBE-4CA1-AAE0-BC625061DF33}"/>
                </a:ext>
              </a:extLst>
            </p:cNvPr>
            <p:cNvSpPr txBox="1"/>
            <p:nvPr/>
          </p:nvSpPr>
          <p:spPr>
            <a:xfrm>
              <a:off x="6632481" y="49383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54138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tree still an AVL?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5" cy="2146575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On the path from </a:t>
                </a:r>
                <a:r>
                  <a:rPr lang="en-US" sz="2400" dirty="0">
                    <a:solidFill>
                      <a:srgbClr val="FF00FF"/>
                    </a:solidFill>
                  </a:rPr>
                  <a:t>new node (x) </a:t>
                </a:r>
                <a:r>
                  <a:rPr lang="en-US" sz="2400" dirty="0"/>
                  <a:t>to the root, update the balance factors.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Find the first node with balance factor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 Denote this by A. </a:t>
                </a:r>
              </a:p>
              <a:p>
                <a:pPr marL="633222" indent="-514350">
                  <a:buFont typeface="+mj-lt"/>
                  <a:buAutoNum type="arabicPeriod"/>
                </a:pPr>
                <a:endParaRPr lang="en-US" sz="2400" dirty="0"/>
              </a:p>
              <a:p>
                <a:pPr marL="118872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5" cy="214657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24/154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310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25/154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9CE7D6E-467D-4556-B3DF-958D5CA430DC}"/>
              </a:ext>
            </a:extLst>
          </p:cNvPr>
          <p:cNvGrpSpPr/>
          <p:nvPr/>
        </p:nvGrpSpPr>
        <p:grpSpPr>
          <a:xfrm>
            <a:off x="2575383" y="1847706"/>
            <a:ext cx="7352619" cy="4670302"/>
            <a:chOff x="2575383" y="1847706"/>
            <a:chExt cx="7352619" cy="467030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B23A2E6-7C59-4C51-92EF-644B9AB7C748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670302"/>
              <a:chOff x="2575383" y="1847706"/>
              <a:chExt cx="7352619" cy="4670302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F6499A8-5BA5-41D4-BC05-710121126210}"/>
                  </a:ext>
                </a:extLst>
              </p:cNvPr>
              <p:cNvSpPr txBox="1"/>
              <p:nvPr/>
            </p:nvSpPr>
            <p:spPr>
              <a:xfrm>
                <a:off x="7094230" y="4802237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4F3BFB15-A9A5-49C9-B4F8-4B27E05A73C5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575383" y="1847706"/>
                <a:chExt cx="7352619" cy="4255213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CF20850-4AD1-4D0F-8728-CA8E94328A17}"/>
                    </a:ext>
                  </a:extLst>
                </p:cNvPr>
                <p:cNvSpPr/>
                <p:nvPr/>
              </p:nvSpPr>
              <p:spPr>
                <a:xfrm>
                  <a:off x="6158584" y="5263379"/>
                  <a:ext cx="429995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09383297-2DAB-462E-B696-4D6CD5D7D8D8}"/>
                    </a:ext>
                  </a:extLst>
                </p:cNvPr>
                <p:cNvGrpSpPr/>
                <p:nvPr/>
              </p:nvGrpSpPr>
              <p:grpSpPr>
                <a:xfrm>
                  <a:off x="2575383" y="1847706"/>
                  <a:ext cx="7352619" cy="4255213"/>
                  <a:chOff x="2575383" y="1847706"/>
                  <a:chExt cx="7352619" cy="4255213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E4F1E971-74BA-4417-8A94-5933EAF1326C}"/>
                      </a:ext>
                    </a:extLst>
                  </p:cNvPr>
                  <p:cNvGrpSpPr/>
                  <p:nvPr/>
                </p:nvGrpSpPr>
                <p:grpSpPr>
                  <a:xfrm>
                    <a:off x="2575383" y="1847706"/>
                    <a:ext cx="7352619" cy="4255213"/>
                    <a:chOff x="2312727" y="2394726"/>
                    <a:chExt cx="7352619" cy="4255213"/>
                  </a:xfrm>
                </p:grpSpPr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025C869C-4E1E-4291-93A1-AEF7DB23870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1082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B315566A-4D93-427C-ADD3-EB1E755FF3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2727" y="3148849"/>
                      <a:ext cx="399468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-1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F67FD3FE-BD31-44E8-93D3-858923AC7B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0700" y="4435948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0144D275-1F1B-4D77-8196-0C3D491CD6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77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7EBEB2BC-8D85-4F0F-9FED-45A9145B56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3686" y="4616884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053CC67E-FF12-4B56-8447-0B63270ED9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5557" y="545053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7DD8FF13-CDB9-4B3E-A8B7-F0BFA25A1B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7130" y="545143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C2498CD0-6D17-443B-9797-8A09EA8925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8896" y="628060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7E0C79BD-0102-451C-9116-E8DF9016A5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4206" y="595258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9A08913F-1599-4A98-8FB3-7831936A36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6318" y="545755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BE6134E9-1F41-43CB-990B-D9B3246871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4180" y="547834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BA7D004A-A75C-4C35-8A89-B7A128184E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7093" y="2394726"/>
                      <a:ext cx="7088253" cy="3824471"/>
                      <a:chOff x="2454626" y="2321247"/>
                      <a:chExt cx="7088253" cy="3824471"/>
                    </a:xfrm>
                  </p:grpSpPr>
                  <p:cxnSp>
                    <p:nvCxnSpPr>
                      <p:cNvPr id="185" name="Straight Connector 184">
                        <a:extLst>
                          <a:ext uri="{FF2B5EF4-FFF2-40B4-BE49-F238E27FC236}">
                            <a16:creationId xmlns:a16="http://schemas.microsoft.com/office/drawing/2014/main" id="{B5C96FFA-C9C7-45FA-AEBC-EC309F484D9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873878" y="5402608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Straight Connector 185">
                        <a:extLst>
                          <a:ext uri="{FF2B5EF4-FFF2-40B4-BE49-F238E27FC236}">
                            <a16:creationId xmlns:a16="http://schemas.microsoft.com/office/drawing/2014/main" id="{23884C9B-3D10-468E-A65B-80BF34BF13F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053270" y="4566785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Straight Connector 186">
                        <a:extLst>
                          <a:ext uri="{FF2B5EF4-FFF2-40B4-BE49-F238E27FC236}">
                            <a16:creationId xmlns:a16="http://schemas.microsoft.com/office/drawing/2014/main" id="{6134268F-DE51-4F8F-A4BA-D02E40EAD5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580796" y="4566785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Straight Connector 187">
                        <a:extLst>
                          <a:ext uri="{FF2B5EF4-FFF2-40B4-BE49-F238E27FC236}">
                            <a16:creationId xmlns:a16="http://schemas.microsoft.com/office/drawing/2014/main" id="{6D43777D-25EC-429C-B173-641E83A20DC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28242" y="37035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Straight Connector 188">
                        <a:extLst>
                          <a:ext uri="{FF2B5EF4-FFF2-40B4-BE49-F238E27FC236}">
                            <a16:creationId xmlns:a16="http://schemas.microsoft.com/office/drawing/2014/main" id="{0D21B28C-43E5-4912-B311-DC607B3FAAD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45450" y="5402608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Straight Connector 189">
                        <a:extLst>
                          <a:ext uri="{FF2B5EF4-FFF2-40B4-BE49-F238E27FC236}">
                            <a16:creationId xmlns:a16="http://schemas.microsoft.com/office/drawing/2014/main" id="{6ED3378C-A2A2-4BE8-A3ED-4B06B80754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05102" y="5387222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Straight Connector 190">
                        <a:extLst>
                          <a:ext uri="{FF2B5EF4-FFF2-40B4-BE49-F238E27FC236}">
                            <a16:creationId xmlns:a16="http://schemas.microsoft.com/office/drawing/2014/main" id="{94459D6C-E1E3-43F3-9E79-F7D8D41A4A4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32628" y="5387222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Straight Connector 191">
                        <a:extLst>
                          <a:ext uri="{FF2B5EF4-FFF2-40B4-BE49-F238E27FC236}">
                            <a16:creationId xmlns:a16="http://schemas.microsoft.com/office/drawing/2014/main" id="{C9F243FB-676C-4E8B-975A-D469BB23334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588178" y="4482829"/>
                        <a:ext cx="415788" cy="338466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Straight Connector 192">
                        <a:extLst>
                          <a:ext uri="{FF2B5EF4-FFF2-40B4-BE49-F238E27FC236}">
                            <a16:creationId xmlns:a16="http://schemas.microsoft.com/office/drawing/2014/main" id="{F1A4A2D7-BF85-48F8-AF72-AD65AF4BADA9}"/>
                          </a:ext>
                        </a:extLst>
                      </p:cNvPr>
                      <p:cNvCxnSpPr>
                        <a:cxnSpLocks/>
                        <a:endCxn id="209" idx="7"/>
                      </p:cNvCxnSpPr>
                      <p:nvPr/>
                    </p:nvCxnSpPr>
                    <p:spPr>
                      <a:xfrm flipH="1">
                        <a:off x="5817312" y="4512799"/>
                        <a:ext cx="356788" cy="38036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Straight Connector 193">
                        <a:extLst>
                          <a:ext uri="{FF2B5EF4-FFF2-40B4-BE49-F238E27FC236}">
                            <a16:creationId xmlns:a16="http://schemas.microsoft.com/office/drawing/2014/main" id="{1C32405F-7A12-4DAD-B891-A29E1C72361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6776" y="4534499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5" name="Straight Connector 194">
                        <a:extLst>
                          <a:ext uri="{FF2B5EF4-FFF2-40B4-BE49-F238E27FC236}">
                            <a16:creationId xmlns:a16="http://schemas.microsoft.com/office/drawing/2014/main" id="{08F1A0A7-46F1-4EED-923A-4B170AB3D3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554302" y="45344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6" name="Straight Connector 195">
                        <a:extLst>
                          <a:ext uri="{FF2B5EF4-FFF2-40B4-BE49-F238E27FC236}">
                            <a16:creationId xmlns:a16="http://schemas.microsoft.com/office/drawing/2014/main" id="{782ABBE6-0CE8-40EB-90CA-6E4FFD64487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351156" y="3633421"/>
                        <a:ext cx="464973" cy="43794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Straight Connector 196">
                        <a:extLst>
                          <a:ext uri="{FF2B5EF4-FFF2-40B4-BE49-F238E27FC236}">
                            <a16:creationId xmlns:a16="http://schemas.microsoft.com/office/drawing/2014/main" id="{63049ACA-6EF2-4007-8964-366F7C99C91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561532" y="3611433"/>
                        <a:ext cx="1213699" cy="602139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Straight Connector 197">
                        <a:extLst>
                          <a:ext uri="{FF2B5EF4-FFF2-40B4-BE49-F238E27FC236}">
                            <a16:creationId xmlns:a16="http://schemas.microsoft.com/office/drawing/2014/main" id="{304EBD97-162A-4D93-9E91-D4B60A78333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50636" y="2708841"/>
                        <a:ext cx="2784718" cy="656746"/>
                      </a:xfrm>
                      <a:prstGeom prst="line">
                        <a:avLst/>
                      </a:prstGeom>
                      <a:ln w="2857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9" name="Straight Connector 198">
                        <a:extLst>
                          <a:ext uri="{FF2B5EF4-FFF2-40B4-BE49-F238E27FC236}">
                            <a16:creationId xmlns:a16="http://schemas.microsoft.com/office/drawing/2014/main" id="{E01FC1A0-FC20-4E82-A403-23A85378FA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176598" y="2743420"/>
                        <a:ext cx="1393738" cy="68558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0" name="Oval 16">
                        <a:extLst>
                          <a:ext uri="{FF2B5EF4-FFF2-40B4-BE49-F238E27FC236}">
                            <a16:creationId xmlns:a16="http://schemas.microsoft.com/office/drawing/2014/main" id="{265903D5-7639-4215-A279-4EBD8D7ABE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27922" y="2321247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1" name="TextBox 200">
                        <a:extLst>
                          <a:ext uri="{FF2B5EF4-FFF2-40B4-BE49-F238E27FC236}">
                            <a16:creationId xmlns:a16="http://schemas.microsoft.com/office/drawing/2014/main" id="{A31E8651-EABD-4684-B710-AB640B3C919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15552" y="2451096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44</a:t>
                        </a:r>
                      </a:p>
                    </p:txBody>
                  </p:sp>
                  <p:sp>
                    <p:nvSpPr>
                      <p:cNvPr id="202" name="TextBox 201">
                        <a:extLst>
                          <a:ext uri="{FF2B5EF4-FFF2-40B4-BE49-F238E27FC236}">
                            <a16:creationId xmlns:a16="http://schemas.microsoft.com/office/drawing/2014/main" id="{D2D211D6-5B23-44FE-91EE-571F17E9CB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0294" y="3294744"/>
                        <a:ext cx="42832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b="1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15</a:t>
                        </a:r>
                      </a:p>
                    </p:txBody>
                  </p:sp>
                  <p:sp>
                    <p:nvSpPr>
                      <p:cNvPr id="203" name="Rectangle 202">
                        <a:extLst>
                          <a:ext uri="{FF2B5EF4-FFF2-40B4-BE49-F238E27FC236}">
                            <a16:creationId xmlns:a16="http://schemas.microsoft.com/office/drawing/2014/main" id="{230AC6D8-51EB-45C7-B402-F997D5535F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4626" y="410409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4" name="Oval 16">
                        <a:extLst>
                          <a:ext uri="{FF2B5EF4-FFF2-40B4-BE49-F238E27FC236}">
                            <a16:creationId xmlns:a16="http://schemas.microsoft.com/office/drawing/2014/main" id="{62B7F400-6E7F-4A45-984B-BEE2D764E8F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8512" y="313267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5" name="Oval 16">
                        <a:extLst>
                          <a:ext uri="{FF2B5EF4-FFF2-40B4-BE49-F238E27FC236}">
                            <a16:creationId xmlns:a16="http://schemas.microsoft.com/office/drawing/2014/main" id="{2D7E2B21-8C2F-4C6D-9BF9-3A8AFDF7C10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723572" y="3135263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6" name="Oval 16">
                        <a:extLst>
                          <a:ext uri="{FF2B5EF4-FFF2-40B4-BE49-F238E27FC236}">
                            <a16:creationId xmlns:a16="http://schemas.microsoft.com/office/drawing/2014/main" id="{AF0ADB48-1C4D-428D-BA91-CF7101161C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11947" y="3975894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7" name="Oval 16">
                        <a:extLst>
                          <a:ext uri="{FF2B5EF4-FFF2-40B4-BE49-F238E27FC236}">
                            <a16:creationId xmlns:a16="http://schemas.microsoft.com/office/drawing/2014/main" id="{7E694AD2-F267-4F33-8782-DEE69162C4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63344" y="3967730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8" name="Oval 16">
                        <a:extLst>
                          <a:ext uri="{FF2B5EF4-FFF2-40B4-BE49-F238E27FC236}">
                            <a16:creationId xmlns:a16="http://schemas.microsoft.com/office/drawing/2014/main" id="{55166F8D-A17D-46B0-A2AB-481CCE7C0BA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547397" y="396295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9" name="Oval 16">
                        <a:extLst>
                          <a:ext uri="{FF2B5EF4-FFF2-40B4-BE49-F238E27FC236}">
                            <a16:creationId xmlns:a16="http://schemas.microsoft.com/office/drawing/2014/main" id="{51E7B011-9AEC-4470-AC00-DE91808A189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60892" y="4797696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 dirty="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10" name="Rectangle 209">
                        <a:extLst>
                          <a:ext uri="{FF2B5EF4-FFF2-40B4-BE49-F238E27FC236}">
                            <a16:creationId xmlns:a16="http://schemas.microsoft.com/office/drawing/2014/main" id="{3587A064-555B-4102-8F16-83E0CA8CB3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4123" y="4922341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1" name="Rectangle 210">
                        <a:extLst>
                          <a:ext uri="{FF2B5EF4-FFF2-40B4-BE49-F238E27FC236}">
                            <a16:creationId xmlns:a16="http://schemas.microsoft.com/office/drawing/2014/main" id="{9BB07FD2-C014-4553-A0C4-05C9A8A30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8351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2" name="Rectangle 211">
                        <a:extLst>
                          <a:ext uri="{FF2B5EF4-FFF2-40B4-BE49-F238E27FC236}">
                            <a16:creationId xmlns:a16="http://schemas.microsoft.com/office/drawing/2014/main" id="{FD8ED5C6-AB65-492D-A4C1-7E19C5988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348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3" name="Rectangle 212">
                        <a:extLst>
                          <a:ext uri="{FF2B5EF4-FFF2-40B4-BE49-F238E27FC236}">
                            <a16:creationId xmlns:a16="http://schemas.microsoft.com/office/drawing/2014/main" id="{9C01EEE8-81E5-4DD0-8700-5BF6EB3F97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47348" y="4906013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4" name="Rectangle 213">
                        <a:extLst>
                          <a:ext uri="{FF2B5EF4-FFF2-40B4-BE49-F238E27FC236}">
                            <a16:creationId xmlns:a16="http://schemas.microsoft.com/office/drawing/2014/main" id="{9C85F0C4-0F01-45B4-8BDC-F98194F22B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8178" y="5690827"/>
                        <a:ext cx="435531" cy="45489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5" name="Rectangle 214">
                        <a:extLst>
                          <a:ext uri="{FF2B5EF4-FFF2-40B4-BE49-F238E27FC236}">
                            <a16:creationId xmlns:a16="http://schemas.microsoft.com/office/drawing/2014/main" id="{AD949765-CBA9-44E2-B60E-0C4A39A507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29926" y="573692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16" name="Straight Connector 215">
                        <a:extLst>
                          <a:ext uri="{FF2B5EF4-FFF2-40B4-BE49-F238E27FC236}">
                            <a16:creationId xmlns:a16="http://schemas.microsoft.com/office/drawing/2014/main" id="{6DCF23D8-50C3-4237-B511-9FA5F3FD1700}"/>
                          </a:ext>
                        </a:extLst>
                      </p:cNvPr>
                      <p:cNvCxnSpPr>
                        <a:cxnSpLocks/>
                        <a:stCxn id="204" idx="5"/>
                        <a:endCxn id="206" idx="1"/>
                      </p:cNvCxnSpPr>
                      <p:nvPr/>
                    </p:nvCxnSpPr>
                    <p:spPr>
                      <a:xfrm>
                        <a:off x="3314932" y="3689090"/>
                        <a:ext cx="392482" cy="38227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F57FF200-5F66-4B0C-9F86-5AC9060CF9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1857" y="327660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17</a:t>
                        </a:r>
                      </a:p>
                    </p:txBody>
                  </p:sp>
                  <p:sp>
                    <p:nvSpPr>
                      <p:cNvPr id="218" name="TextBox 217">
                        <a:extLst>
                          <a:ext uri="{FF2B5EF4-FFF2-40B4-BE49-F238E27FC236}">
                            <a16:creationId xmlns:a16="http://schemas.microsoft.com/office/drawing/2014/main" id="{6E9DB713-9DE6-4C89-A647-3A425BD99CB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06917" y="4108779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32</a:t>
                        </a:r>
                      </a:p>
                    </p:txBody>
                  </p:sp>
                  <p:sp>
                    <p:nvSpPr>
                      <p:cNvPr id="219" name="TextBox 218">
                        <a:extLst>
                          <a:ext uri="{FF2B5EF4-FFF2-40B4-BE49-F238E27FC236}">
                            <a16:creationId xmlns:a16="http://schemas.microsoft.com/office/drawing/2014/main" id="{5D21301A-39D7-4F93-A8B9-7097389628C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4897" y="3243710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20" name="TextBox 219">
                        <a:extLst>
                          <a:ext uri="{FF2B5EF4-FFF2-40B4-BE49-F238E27FC236}">
                            <a16:creationId xmlns:a16="http://schemas.microsoft.com/office/drawing/2014/main" id="{068AC478-68C8-411D-ACFD-E349B4B4FA9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0970" y="410551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B2288151-DDBD-4EDC-8FD0-EF159F90734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070" y="408676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50</a:t>
                        </a:r>
                      </a:p>
                    </p:txBody>
                  </p:sp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9F503F18-08C0-4E40-8D59-CE5C0F91E9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19002" y="493053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48</a:t>
                        </a:r>
                      </a:p>
                    </p:txBody>
                  </p:sp>
                </p:grpSp>
              </p:grpSp>
              <p:sp>
                <p:nvSpPr>
                  <p:cNvPr id="104" name="Oval 16">
                    <a:extLst>
                      <a:ext uri="{FF2B5EF4-FFF2-40B4-BE49-F238E27FC236}">
                        <a16:creationId xmlns:a16="http://schemas.microsoft.com/office/drawing/2014/main" id="{481EB72D-3CFD-42F3-B5F3-7B636795A0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2999" y="4303484"/>
                    <a:ext cx="651887" cy="651887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A4C99A86-A13F-4F93-8D26-2421B7BD558B}"/>
                      </a:ext>
                    </a:extLst>
                  </p:cNvPr>
                  <p:cNvSpPr txBox="1"/>
                  <p:nvPr/>
                </p:nvSpPr>
                <p:spPr>
                  <a:xfrm>
                    <a:off x="7332605" y="442782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62</a:t>
                    </a: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16A8E97-1881-4CB0-AABF-9296DDED67EE}"/>
                  </a:ext>
                </a:extLst>
              </p:cNvPr>
              <p:cNvGrpSpPr/>
              <p:nvPr/>
            </p:nvGrpSpPr>
            <p:grpSpPr>
              <a:xfrm>
                <a:off x="6280040" y="5123011"/>
                <a:ext cx="2032365" cy="1394997"/>
                <a:chOff x="504875" y="3994181"/>
                <a:chExt cx="2032365" cy="1394997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734AE72-237C-4426-A210-39EFCD2F8602}"/>
                    </a:ext>
                  </a:extLst>
                </p:cNvPr>
                <p:cNvGrpSpPr/>
                <p:nvPr/>
              </p:nvGrpSpPr>
              <p:grpSpPr>
                <a:xfrm>
                  <a:off x="861491" y="4585915"/>
                  <a:ext cx="1295531" cy="803263"/>
                  <a:chOff x="9785539" y="2923746"/>
                  <a:chExt cx="1295531" cy="803263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FFE251E8-A2E2-4504-AEC7-3C64E8E343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12616" y="2923746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B772CF63-6143-42FE-8A2B-313249BD98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71239" y="29838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94BBE46A-232A-420A-AC28-8CF2E45D879E}"/>
                      </a:ext>
                    </a:extLst>
                  </p:cNvPr>
                  <p:cNvSpPr/>
                  <p:nvPr/>
                </p:nvSpPr>
                <p:spPr>
                  <a:xfrm>
                    <a:off x="10645539" y="3272118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7CC4E318-7050-408F-8A51-C8631C792BF6}"/>
                      </a:ext>
                    </a:extLst>
                  </p:cNvPr>
                  <p:cNvSpPr/>
                  <p:nvPr/>
                </p:nvSpPr>
                <p:spPr>
                  <a:xfrm>
                    <a:off x="9785539" y="3263954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D3A1ABA-B863-4225-80FF-72D67CBCEB04}"/>
                    </a:ext>
                  </a:extLst>
                </p:cNvPr>
                <p:cNvSpPr txBox="1"/>
                <p:nvPr/>
              </p:nvSpPr>
              <p:spPr>
                <a:xfrm>
                  <a:off x="2214716" y="501984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2115FAB-1F7A-43CE-AC39-D9F58971FCCE}"/>
                    </a:ext>
                  </a:extLst>
                </p:cNvPr>
                <p:cNvSpPr txBox="1"/>
                <p:nvPr/>
              </p:nvSpPr>
              <p:spPr>
                <a:xfrm>
                  <a:off x="504875" y="5011570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5" name="Oval 16">
                  <a:extLst>
                    <a:ext uri="{FF2B5EF4-FFF2-40B4-BE49-F238E27FC236}">
                      <a16:creationId xmlns:a16="http://schemas.microsoft.com/office/drawing/2014/main" id="{8A2078D1-3F5F-4A4C-A688-FCAE0E084E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6957" y="3994181"/>
                  <a:ext cx="651887" cy="651887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9788EE5-2C4A-4352-B6B4-9E7546D23D32}"/>
                    </a:ext>
                  </a:extLst>
                </p:cNvPr>
                <p:cNvSpPr txBox="1"/>
                <p:nvPr/>
              </p:nvSpPr>
              <p:spPr>
                <a:xfrm>
                  <a:off x="1275089" y="4115581"/>
                  <a:ext cx="48923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54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891AF1D-63B9-40B2-9D08-4D51E20FF5E7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1706EEF-7D4E-40E3-A0F6-D6487A2636AE}"/>
                </a:ext>
              </a:extLst>
            </p:cNvPr>
            <p:cNvSpPr txBox="1"/>
            <p:nvPr/>
          </p:nvSpPr>
          <p:spPr>
            <a:xfrm>
              <a:off x="7872520" y="4076974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E0024DE-58C3-466D-8225-7B0D22DC0669}"/>
                </a:ext>
              </a:extLst>
            </p:cNvPr>
            <p:cNvSpPr txBox="1"/>
            <p:nvPr/>
          </p:nvSpPr>
          <p:spPr>
            <a:xfrm>
              <a:off x="6065312" y="324342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BBEB19A-E566-482C-8D89-97CEA26D8C0D}"/>
                </a:ext>
              </a:extLst>
            </p:cNvPr>
            <p:cNvSpPr txBox="1"/>
            <p:nvPr/>
          </p:nvSpPr>
          <p:spPr>
            <a:xfrm>
              <a:off x="8378253" y="222124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97E49DB-36B9-49A3-96E5-B86CF0E8FAA0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57AFC51-96C1-44D7-B91D-C8483B3FCCAB}"/>
                </a:ext>
              </a:extLst>
            </p:cNvPr>
            <p:cNvSpPr txBox="1"/>
            <p:nvPr/>
          </p:nvSpPr>
          <p:spPr>
            <a:xfrm>
              <a:off x="6632481" y="49383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78" name="Oval 16">
            <a:extLst>
              <a:ext uri="{FF2B5EF4-FFF2-40B4-BE49-F238E27FC236}">
                <a16:creationId xmlns:a16="http://schemas.microsoft.com/office/drawing/2014/main" id="{F10C0A1D-1944-4658-BBB6-C98AD7E99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892" y="2682164"/>
            <a:ext cx="614387" cy="614387"/>
          </a:xfrm>
          <a:prstGeom prst="ellipse">
            <a:avLst/>
          </a:prstGeom>
          <a:noFill/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8CA6FB-1C2C-49F1-AB15-FF8899D10B4C}"/>
              </a:ext>
            </a:extLst>
          </p:cNvPr>
          <p:cNvSpPr txBox="1"/>
          <p:nvPr/>
        </p:nvSpPr>
        <p:spPr>
          <a:xfrm>
            <a:off x="7937885" y="233990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85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tree still an AVL?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2399" y="1788611"/>
                <a:ext cx="11029615" cy="2326190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On the path from </a:t>
                </a:r>
                <a:r>
                  <a:rPr lang="en-US" sz="2400" dirty="0">
                    <a:solidFill>
                      <a:srgbClr val="FF00FF"/>
                    </a:solidFill>
                  </a:rPr>
                  <a:t>new node (x) </a:t>
                </a:r>
                <a:r>
                  <a:rPr lang="en-US" sz="2400" dirty="0"/>
                  <a:t>to the root, update the balance factors.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Find the first node with balance factor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 Denote this by A.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 On the path from x to A, denote the child and grandchild of A by B and C respectively.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399" y="1788611"/>
                <a:ext cx="11029615" cy="232619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26/154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5985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27/154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4. B and C?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81FD6A-A47C-4F78-BF6A-5308BF217A34}"/>
              </a:ext>
            </a:extLst>
          </p:cNvPr>
          <p:cNvGrpSpPr/>
          <p:nvPr/>
        </p:nvGrpSpPr>
        <p:grpSpPr>
          <a:xfrm>
            <a:off x="2575383" y="1847706"/>
            <a:ext cx="7352619" cy="4670302"/>
            <a:chOff x="2575383" y="1847706"/>
            <a:chExt cx="7352619" cy="467030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6926CAA-86C9-4858-B422-8FE0ABD9BDB2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670302"/>
              <a:chOff x="2575383" y="1847706"/>
              <a:chExt cx="7352619" cy="4670302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6002FBA-6DBE-49A9-A3EF-CF150C6B9A7A}"/>
                  </a:ext>
                </a:extLst>
              </p:cNvPr>
              <p:cNvSpPr txBox="1"/>
              <p:nvPr/>
            </p:nvSpPr>
            <p:spPr>
              <a:xfrm>
                <a:off x="7094230" y="4802237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D777977-B94A-4099-92E8-E56C95ABDF60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575383" y="1847706"/>
                <a:chExt cx="7352619" cy="4255213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FD5DDED-1B8B-4E9B-A00F-EFE2A4295D00}"/>
                    </a:ext>
                  </a:extLst>
                </p:cNvPr>
                <p:cNvSpPr/>
                <p:nvPr/>
              </p:nvSpPr>
              <p:spPr>
                <a:xfrm>
                  <a:off x="6158584" y="5263379"/>
                  <a:ext cx="429995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48991C0B-B287-4E87-B158-C2D7275F7E07}"/>
                    </a:ext>
                  </a:extLst>
                </p:cNvPr>
                <p:cNvGrpSpPr/>
                <p:nvPr/>
              </p:nvGrpSpPr>
              <p:grpSpPr>
                <a:xfrm>
                  <a:off x="2575383" y="1847706"/>
                  <a:ext cx="7352619" cy="4255213"/>
                  <a:chOff x="2575383" y="1847706"/>
                  <a:chExt cx="7352619" cy="4255213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7FE5FC3A-31F0-42EF-BF75-37BA21FF26DE}"/>
                      </a:ext>
                    </a:extLst>
                  </p:cNvPr>
                  <p:cNvGrpSpPr/>
                  <p:nvPr/>
                </p:nvGrpSpPr>
                <p:grpSpPr>
                  <a:xfrm>
                    <a:off x="2575383" y="1847706"/>
                    <a:ext cx="7352619" cy="4255213"/>
                    <a:chOff x="2312727" y="2394726"/>
                    <a:chExt cx="7352619" cy="4255213"/>
                  </a:xfrm>
                </p:grpSpPr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107242B1-10B4-4553-9366-389C3AE93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1082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126A25A8-25FD-4B61-B08E-AFA91EB95D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2727" y="3148849"/>
                      <a:ext cx="399468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-1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4AFB3783-03CA-4966-BE41-89CC8CCCA9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0700" y="4435948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9647DA5B-24B0-4CD2-BEE4-4975D7E083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77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5A3461EC-19E1-4DEA-9710-9BFEC6A590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3686" y="4616884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1272DA8D-C1EA-42FE-97E8-87CE111EF3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5557" y="545053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C76B4A06-92C6-4E17-A291-837BB2FB7B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7130" y="545143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02754E1C-6487-4F73-8025-4BB6504859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8896" y="628060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99C6A3A8-3134-4A83-B413-8C64FA9E87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4206" y="595258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665DE939-9197-44CC-B8EC-0B35C872C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6318" y="545755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8AB62C4D-0C19-46DC-81C0-94E9B44EB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4180" y="547834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5318A24E-AF2E-4F11-BB51-A4C73262BD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7093" y="2394726"/>
                      <a:ext cx="7088253" cy="3824471"/>
                      <a:chOff x="2454626" y="2321247"/>
                      <a:chExt cx="7088253" cy="3824471"/>
                    </a:xfrm>
                  </p:grpSpPr>
                  <p:cxnSp>
                    <p:nvCxnSpPr>
                      <p:cNvPr id="185" name="Straight Connector 184">
                        <a:extLst>
                          <a:ext uri="{FF2B5EF4-FFF2-40B4-BE49-F238E27FC236}">
                            <a16:creationId xmlns:a16="http://schemas.microsoft.com/office/drawing/2014/main" id="{9CF29A9D-9814-4A49-BA7A-D8C6AADBFE9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873878" y="5402608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Straight Connector 185">
                        <a:extLst>
                          <a:ext uri="{FF2B5EF4-FFF2-40B4-BE49-F238E27FC236}">
                            <a16:creationId xmlns:a16="http://schemas.microsoft.com/office/drawing/2014/main" id="{2EADC70E-BBE1-44DC-B9D2-D651799F5F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053270" y="4566785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Straight Connector 186">
                        <a:extLst>
                          <a:ext uri="{FF2B5EF4-FFF2-40B4-BE49-F238E27FC236}">
                            <a16:creationId xmlns:a16="http://schemas.microsoft.com/office/drawing/2014/main" id="{AB56A120-0907-4967-92D1-9BD393C12A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580796" y="4566785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Straight Connector 187">
                        <a:extLst>
                          <a:ext uri="{FF2B5EF4-FFF2-40B4-BE49-F238E27FC236}">
                            <a16:creationId xmlns:a16="http://schemas.microsoft.com/office/drawing/2014/main" id="{C16829B2-2069-414C-B7C5-0DD7E88905B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28242" y="37035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Straight Connector 188">
                        <a:extLst>
                          <a:ext uri="{FF2B5EF4-FFF2-40B4-BE49-F238E27FC236}">
                            <a16:creationId xmlns:a16="http://schemas.microsoft.com/office/drawing/2014/main" id="{B62D6B30-7277-4D28-B51A-89665F3917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45450" y="5402608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Straight Connector 189">
                        <a:extLst>
                          <a:ext uri="{FF2B5EF4-FFF2-40B4-BE49-F238E27FC236}">
                            <a16:creationId xmlns:a16="http://schemas.microsoft.com/office/drawing/2014/main" id="{5C78FF7E-B8D1-4FA1-8D86-E87AFF2F11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05102" y="5387222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Straight Connector 190">
                        <a:extLst>
                          <a:ext uri="{FF2B5EF4-FFF2-40B4-BE49-F238E27FC236}">
                            <a16:creationId xmlns:a16="http://schemas.microsoft.com/office/drawing/2014/main" id="{34FA977F-6F7F-45AE-BFE2-6EDFE4F43A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32628" y="5387222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Straight Connector 191">
                        <a:extLst>
                          <a:ext uri="{FF2B5EF4-FFF2-40B4-BE49-F238E27FC236}">
                            <a16:creationId xmlns:a16="http://schemas.microsoft.com/office/drawing/2014/main" id="{BC2EF9FB-281D-4931-B707-223E36FDA0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588178" y="4482829"/>
                        <a:ext cx="415788" cy="338466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Straight Connector 192">
                        <a:extLst>
                          <a:ext uri="{FF2B5EF4-FFF2-40B4-BE49-F238E27FC236}">
                            <a16:creationId xmlns:a16="http://schemas.microsoft.com/office/drawing/2014/main" id="{E9F92DFC-6E3B-46D7-B220-8CDDF4401F6B}"/>
                          </a:ext>
                        </a:extLst>
                      </p:cNvPr>
                      <p:cNvCxnSpPr>
                        <a:cxnSpLocks/>
                        <a:endCxn id="209" idx="7"/>
                      </p:cNvCxnSpPr>
                      <p:nvPr/>
                    </p:nvCxnSpPr>
                    <p:spPr>
                      <a:xfrm flipH="1">
                        <a:off x="5817312" y="4512799"/>
                        <a:ext cx="356788" cy="38036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Straight Connector 193">
                        <a:extLst>
                          <a:ext uri="{FF2B5EF4-FFF2-40B4-BE49-F238E27FC236}">
                            <a16:creationId xmlns:a16="http://schemas.microsoft.com/office/drawing/2014/main" id="{8F93F062-3B35-4546-A49B-40B54CF068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6776" y="4534499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5" name="Straight Connector 194">
                        <a:extLst>
                          <a:ext uri="{FF2B5EF4-FFF2-40B4-BE49-F238E27FC236}">
                            <a16:creationId xmlns:a16="http://schemas.microsoft.com/office/drawing/2014/main" id="{31061780-0EC2-4510-8DC1-7B4B9573AE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554302" y="45344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6" name="Straight Connector 195">
                        <a:extLst>
                          <a:ext uri="{FF2B5EF4-FFF2-40B4-BE49-F238E27FC236}">
                            <a16:creationId xmlns:a16="http://schemas.microsoft.com/office/drawing/2014/main" id="{B225E3C2-10B2-4D9D-A993-1D69EF0D18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351156" y="3633421"/>
                        <a:ext cx="464973" cy="43794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Straight Connector 196">
                        <a:extLst>
                          <a:ext uri="{FF2B5EF4-FFF2-40B4-BE49-F238E27FC236}">
                            <a16:creationId xmlns:a16="http://schemas.microsoft.com/office/drawing/2014/main" id="{489C7CF3-4ADA-4017-B901-9B8571FA4FF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561532" y="3611433"/>
                        <a:ext cx="1213699" cy="602139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Straight Connector 197">
                        <a:extLst>
                          <a:ext uri="{FF2B5EF4-FFF2-40B4-BE49-F238E27FC236}">
                            <a16:creationId xmlns:a16="http://schemas.microsoft.com/office/drawing/2014/main" id="{F387B7BD-3D61-47B0-B785-4867A2B0056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50636" y="2708841"/>
                        <a:ext cx="2784718" cy="656746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9" name="Straight Connector 198">
                        <a:extLst>
                          <a:ext uri="{FF2B5EF4-FFF2-40B4-BE49-F238E27FC236}">
                            <a16:creationId xmlns:a16="http://schemas.microsoft.com/office/drawing/2014/main" id="{D67AA463-69B3-4CF2-8637-A6023C260B6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176598" y="2743420"/>
                        <a:ext cx="1393738" cy="68558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0" name="Oval 16">
                        <a:extLst>
                          <a:ext uri="{FF2B5EF4-FFF2-40B4-BE49-F238E27FC236}">
                            <a16:creationId xmlns:a16="http://schemas.microsoft.com/office/drawing/2014/main" id="{C7E327E3-EDE8-4D67-A79A-D1E570E2A4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27922" y="2321247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1" name="TextBox 200">
                        <a:extLst>
                          <a:ext uri="{FF2B5EF4-FFF2-40B4-BE49-F238E27FC236}">
                            <a16:creationId xmlns:a16="http://schemas.microsoft.com/office/drawing/2014/main" id="{234E3E18-038C-4FFB-8AF9-839D18563E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15552" y="2451096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44</a:t>
                        </a:r>
                      </a:p>
                    </p:txBody>
                  </p:sp>
                  <p:sp>
                    <p:nvSpPr>
                      <p:cNvPr id="202" name="TextBox 201">
                        <a:extLst>
                          <a:ext uri="{FF2B5EF4-FFF2-40B4-BE49-F238E27FC236}">
                            <a16:creationId xmlns:a16="http://schemas.microsoft.com/office/drawing/2014/main" id="{7942922A-F9E8-4C9B-926E-C794FA2D5E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0294" y="3294744"/>
                        <a:ext cx="42832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b="1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15</a:t>
                        </a:r>
                      </a:p>
                    </p:txBody>
                  </p:sp>
                  <p:sp>
                    <p:nvSpPr>
                      <p:cNvPr id="203" name="Rectangle 202">
                        <a:extLst>
                          <a:ext uri="{FF2B5EF4-FFF2-40B4-BE49-F238E27FC236}">
                            <a16:creationId xmlns:a16="http://schemas.microsoft.com/office/drawing/2014/main" id="{273B185E-6266-4034-B47C-C0FB0A7F34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4626" y="410409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4" name="Oval 16">
                        <a:extLst>
                          <a:ext uri="{FF2B5EF4-FFF2-40B4-BE49-F238E27FC236}">
                            <a16:creationId xmlns:a16="http://schemas.microsoft.com/office/drawing/2014/main" id="{0AC98B3D-E39A-43AE-B12B-650A23374EB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8512" y="313267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5" name="Oval 16">
                        <a:extLst>
                          <a:ext uri="{FF2B5EF4-FFF2-40B4-BE49-F238E27FC236}">
                            <a16:creationId xmlns:a16="http://schemas.microsoft.com/office/drawing/2014/main" id="{35EC1215-89E8-4144-A861-93F1D11F46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723572" y="3135263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6" name="Oval 16">
                        <a:extLst>
                          <a:ext uri="{FF2B5EF4-FFF2-40B4-BE49-F238E27FC236}">
                            <a16:creationId xmlns:a16="http://schemas.microsoft.com/office/drawing/2014/main" id="{C54B7C5A-33F7-48D1-A011-26B565579F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11947" y="3975894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7" name="Oval 16">
                        <a:extLst>
                          <a:ext uri="{FF2B5EF4-FFF2-40B4-BE49-F238E27FC236}">
                            <a16:creationId xmlns:a16="http://schemas.microsoft.com/office/drawing/2014/main" id="{A58E419F-E154-4177-8560-183E2C2C4B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63344" y="3967730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8" name="Oval 16">
                        <a:extLst>
                          <a:ext uri="{FF2B5EF4-FFF2-40B4-BE49-F238E27FC236}">
                            <a16:creationId xmlns:a16="http://schemas.microsoft.com/office/drawing/2014/main" id="{0CEB0A87-708A-4A6A-A198-680B6588E5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547397" y="396295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9" name="Oval 16">
                        <a:extLst>
                          <a:ext uri="{FF2B5EF4-FFF2-40B4-BE49-F238E27FC236}">
                            <a16:creationId xmlns:a16="http://schemas.microsoft.com/office/drawing/2014/main" id="{D3CA4C0F-7F0C-4A02-9BE8-697E9DD1CD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60892" y="4797696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 dirty="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10" name="Rectangle 209">
                        <a:extLst>
                          <a:ext uri="{FF2B5EF4-FFF2-40B4-BE49-F238E27FC236}">
                            <a16:creationId xmlns:a16="http://schemas.microsoft.com/office/drawing/2014/main" id="{795E9DEA-F433-404C-A56C-524886E46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4123" y="4922341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1" name="Rectangle 210">
                        <a:extLst>
                          <a:ext uri="{FF2B5EF4-FFF2-40B4-BE49-F238E27FC236}">
                            <a16:creationId xmlns:a16="http://schemas.microsoft.com/office/drawing/2014/main" id="{35C75FA0-B212-4FC5-9E50-22943B60DA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8351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2" name="Rectangle 211">
                        <a:extLst>
                          <a:ext uri="{FF2B5EF4-FFF2-40B4-BE49-F238E27FC236}">
                            <a16:creationId xmlns:a16="http://schemas.microsoft.com/office/drawing/2014/main" id="{83B44AAE-2116-453E-8904-B25160D8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348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3" name="Rectangle 212">
                        <a:extLst>
                          <a:ext uri="{FF2B5EF4-FFF2-40B4-BE49-F238E27FC236}">
                            <a16:creationId xmlns:a16="http://schemas.microsoft.com/office/drawing/2014/main" id="{249003EF-C3AE-46D5-9D38-BA35CCF08B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47348" y="4906013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4" name="Rectangle 213">
                        <a:extLst>
                          <a:ext uri="{FF2B5EF4-FFF2-40B4-BE49-F238E27FC236}">
                            <a16:creationId xmlns:a16="http://schemas.microsoft.com/office/drawing/2014/main" id="{F8A978EF-969B-4932-8937-AF46602D8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8178" y="5690827"/>
                        <a:ext cx="435531" cy="45489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5" name="Rectangle 214">
                        <a:extLst>
                          <a:ext uri="{FF2B5EF4-FFF2-40B4-BE49-F238E27FC236}">
                            <a16:creationId xmlns:a16="http://schemas.microsoft.com/office/drawing/2014/main" id="{A7126381-4EA1-4871-80B8-0AD7FF91C0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29926" y="573692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16" name="Straight Connector 215">
                        <a:extLst>
                          <a:ext uri="{FF2B5EF4-FFF2-40B4-BE49-F238E27FC236}">
                            <a16:creationId xmlns:a16="http://schemas.microsoft.com/office/drawing/2014/main" id="{A13BDFC6-69BD-4FD0-9746-24D03A8BDE23}"/>
                          </a:ext>
                        </a:extLst>
                      </p:cNvPr>
                      <p:cNvCxnSpPr>
                        <a:cxnSpLocks/>
                        <a:stCxn id="204" idx="5"/>
                        <a:endCxn id="206" idx="1"/>
                      </p:cNvCxnSpPr>
                      <p:nvPr/>
                    </p:nvCxnSpPr>
                    <p:spPr>
                      <a:xfrm>
                        <a:off x="3314932" y="3689090"/>
                        <a:ext cx="392482" cy="38227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8EA1AD4E-6C23-41D0-8C02-C46926C18B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1857" y="327660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17</a:t>
                        </a:r>
                      </a:p>
                    </p:txBody>
                  </p:sp>
                  <p:sp>
                    <p:nvSpPr>
                      <p:cNvPr id="218" name="TextBox 217">
                        <a:extLst>
                          <a:ext uri="{FF2B5EF4-FFF2-40B4-BE49-F238E27FC236}">
                            <a16:creationId xmlns:a16="http://schemas.microsoft.com/office/drawing/2014/main" id="{C8B8B994-3137-4850-8489-A6ABEF5B73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06917" y="4108779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32</a:t>
                        </a:r>
                      </a:p>
                    </p:txBody>
                  </p:sp>
                  <p:sp>
                    <p:nvSpPr>
                      <p:cNvPr id="219" name="TextBox 218">
                        <a:extLst>
                          <a:ext uri="{FF2B5EF4-FFF2-40B4-BE49-F238E27FC236}">
                            <a16:creationId xmlns:a16="http://schemas.microsoft.com/office/drawing/2014/main" id="{359CAEAC-41C3-4407-A4A9-1562530363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4897" y="3243710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20" name="TextBox 219">
                        <a:extLst>
                          <a:ext uri="{FF2B5EF4-FFF2-40B4-BE49-F238E27FC236}">
                            <a16:creationId xmlns:a16="http://schemas.microsoft.com/office/drawing/2014/main" id="{F8B88091-3393-4F02-9444-66E26677C7E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0970" y="410551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914B2529-EA24-4041-BB6C-743FFD05BE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070" y="408676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50</a:t>
                        </a:r>
                      </a:p>
                    </p:txBody>
                  </p:sp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305C2425-85C6-4C01-BA2E-1F145B6180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19002" y="493053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48</a:t>
                        </a:r>
                      </a:p>
                    </p:txBody>
                  </p:sp>
                </p:grpSp>
              </p:grpSp>
              <p:sp>
                <p:nvSpPr>
                  <p:cNvPr id="104" name="Oval 16">
                    <a:extLst>
                      <a:ext uri="{FF2B5EF4-FFF2-40B4-BE49-F238E27FC236}">
                        <a16:creationId xmlns:a16="http://schemas.microsoft.com/office/drawing/2014/main" id="{75921560-57F4-468F-B1AB-EBC18B21A1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2999" y="4303484"/>
                    <a:ext cx="651887" cy="651887"/>
                  </a:xfrm>
                  <a:prstGeom prst="ellipse">
                    <a:avLst/>
                  </a:prstGeom>
                  <a:solidFill>
                    <a:srgbClr val="00B0F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659AAE52-8CDE-47F7-8F2B-0BF149CA6D1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2605" y="442782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62</a:t>
                    </a: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56080B4-149A-42F4-BB63-2CED477CF050}"/>
                  </a:ext>
                </a:extLst>
              </p:cNvPr>
              <p:cNvGrpSpPr/>
              <p:nvPr/>
            </p:nvGrpSpPr>
            <p:grpSpPr>
              <a:xfrm>
                <a:off x="6280040" y="5123011"/>
                <a:ext cx="2032365" cy="1394997"/>
                <a:chOff x="504875" y="3994181"/>
                <a:chExt cx="2032365" cy="1394997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9CF60133-AF60-46CF-989A-4A5BBD267668}"/>
                    </a:ext>
                  </a:extLst>
                </p:cNvPr>
                <p:cNvGrpSpPr/>
                <p:nvPr/>
              </p:nvGrpSpPr>
              <p:grpSpPr>
                <a:xfrm>
                  <a:off x="861491" y="4585915"/>
                  <a:ext cx="1295531" cy="803263"/>
                  <a:chOff x="9785539" y="2923746"/>
                  <a:chExt cx="1295531" cy="803263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18379F0D-00AE-4394-8C70-3FBA869C0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12616" y="2923746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DC7F96A8-11B0-44B2-ACAC-AFD25011F7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71239" y="29838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E3371DE5-CA3A-4AC3-A529-A48104E09C03}"/>
                      </a:ext>
                    </a:extLst>
                  </p:cNvPr>
                  <p:cNvSpPr/>
                  <p:nvPr/>
                </p:nvSpPr>
                <p:spPr>
                  <a:xfrm>
                    <a:off x="10645539" y="3272118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C5613641-0D0B-46DB-90D0-4B6412F84076}"/>
                      </a:ext>
                    </a:extLst>
                  </p:cNvPr>
                  <p:cNvSpPr/>
                  <p:nvPr/>
                </p:nvSpPr>
                <p:spPr>
                  <a:xfrm>
                    <a:off x="9785539" y="3263954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D8B425C-FD1C-46CF-BD0D-B02F1474E61E}"/>
                    </a:ext>
                  </a:extLst>
                </p:cNvPr>
                <p:cNvSpPr txBox="1"/>
                <p:nvPr/>
              </p:nvSpPr>
              <p:spPr>
                <a:xfrm>
                  <a:off x="2214716" y="501984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24C21F8-8F1B-4C45-83CC-8E7E61603541}"/>
                    </a:ext>
                  </a:extLst>
                </p:cNvPr>
                <p:cNvSpPr txBox="1"/>
                <p:nvPr/>
              </p:nvSpPr>
              <p:spPr>
                <a:xfrm>
                  <a:off x="504875" y="5011570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5" name="Oval 16">
                  <a:extLst>
                    <a:ext uri="{FF2B5EF4-FFF2-40B4-BE49-F238E27FC236}">
                      <a16:creationId xmlns:a16="http://schemas.microsoft.com/office/drawing/2014/main" id="{9626A330-C457-4771-A2F4-AF1523E227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6957" y="3994181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DBD6BD4-A7E3-45BD-8DC9-A0545DC9F9CB}"/>
                    </a:ext>
                  </a:extLst>
                </p:cNvPr>
                <p:cNvSpPr txBox="1"/>
                <p:nvPr/>
              </p:nvSpPr>
              <p:spPr>
                <a:xfrm>
                  <a:off x="1275089" y="4115581"/>
                  <a:ext cx="48923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54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CCBF0FB-4941-49E7-91C6-986729BFCEC1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486CDD-5078-4BB5-B9D0-788BE3C50AE3}"/>
                </a:ext>
              </a:extLst>
            </p:cNvPr>
            <p:cNvSpPr txBox="1"/>
            <p:nvPr/>
          </p:nvSpPr>
          <p:spPr>
            <a:xfrm>
              <a:off x="7872520" y="4076974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6FC6337-2370-4618-9BAB-FA7169B829F9}"/>
                </a:ext>
              </a:extLst>
            </p:cNvPr>
            <p:cNvSpPr txBox="1"/>
            <p:nvPr/>
          </p:nvSpPr>
          <p:spPr>
            <a:xfrm>
              <a:off x="6065312" y="324342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7EC77E-A1D2-4AAA-B4D0-DE39E44811D7}"/>
                </a:ext>
              </a:extLst>
            </p:cNvPr>
            <p:cNvSpPr txBox="1"/>
            <p:nvPr/>
          </p:nvSpPr>
          <p:spPr>
            <a:xfrm>
              <a:off x="8378253" y="222124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812E980-BE93-43E0-B949-F410AD9E8DC7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72B5F16-BBE3-4E71-9C8E-9EE27B42E519}"/>
                </a:ext>
              </a:extLst>
            </p:cNvPr>
            <p:cNvSpPr txBox="1"/>
            <p:nvPr/>
          </p:nvSpPr>
          <p:spPr>
            <a:xfrm>
              <a:off x="6632481" y="49383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223" name="Oval 16">
            <a:extLst>
              <a:ext uri="{FF2B5EF4-FFF2-40B4-BE49-F238E27FC236}">
                <a16:creationId xmlns:a16="http://schemas.microsoft.com/office/drawing/2014/main" id="{1719AF1A-AFB3-4F5B-B43A-44E2C5C8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892" y="2682164"/>
            <a:ext cx="614387" cy="614387"/>
          </a:xfrm>
          <a:prstGeom prst="ellipse">
            <a:avLst/>
          </a:prstGeom>
          <a:noFill/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CF60095-1C5D-4678-B4B8-F31F615813FB}"/>
              </a:ext>
            </a:extLst>
          </p:cNvPr>
          <p:cNvSpPr txBox="1"/>
          <p:nvPr/>
        </p:nvSpPr>
        <p:spPr>
          <a:xfrm>
            <a:off x="7937885" y="233990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1721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28/154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4. B and C: </a:t>
            </a:r>
            <a:r>
              <a:rPr lang="en-US" sz="1600" dirty="0" err="1">
                <a:latin typeface="Arial Rounded MT Bold" panose="020F0704030504030204" pitchFamily="34" charset="0"/>
              </a:rPr>
              <a:t>Rotaion</a:t>
            </a:r>
            <a:r>
              <a:rPr lang="en-US" sz="1600" dirty="0">
                <a:latin typeface="Arial Rounded MT Bold" panose="020F0704030504030204" pitchFamily="34" charset="0"/>
              </a:rPr>
              <a:t>?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81FD6A-A47C-4F78-BF6A-5308BF217A34}"/>
              </a:ext>
            </a:extLst>
          </p:cNvPr>
          <p:cNvGrpSpPr/>
          <p:nvPr/>
        </p:nvGrpSpPr>
        <p:grpSpPr>
          <a:xfrm>
            <a:off x="2575383" y="1847706"/>
            <a:ext cx="7352619" cy="4670302"/>
            <a:chOff x="2575383" y="1847706"/>
            <a:chExt cx="7352619" cy="467030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6926CAA-86C9-4858-B422-8FE0ABD9BDB2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670302"/>
              <a:chOff x="2575383" y="1847706"/>
              <a:chExt cx="7352619" cy="4670302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6002FBA-6DBE-49A9-A3EF-CF150C6B9A7A}"/>
                  </a:ext>
                </a:extLst>
              </p:cNvPr>
              <p:cNvSpPr txBox="1"/>
              <p:nvPr/>
            </p:nvSpPr>
            <p:spPr>
              <a:xfrm>
                <a:off x="7094230" y="4802237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D777977-B94A-4099-92E8-E56C95ABDF60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575383" y="1847706"/>
                <a:chExt cx="7352619" cy="4255213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FD5DDED-1B8B-4E9B-A00F-EFE2A4295D00}"/>
                    </a:ext>
                  </a:extLst>
                </p:cNvPr>
                <p:cNvSpPr/>
                <p:nvPr/>
              </p:nvSpPr>
              <p:spPr>
                <a:xfrm>
                  <a:off x="6158584" y="5263379"/>
                  <a:ext cx="429995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48991C0B-B287-4E87-B158-C2D7275F7E07}"/>
                    </a:ext>
                  </a:extLst>
                </p:cNvPr>
                <p:cNvGrpSpPr/>
                <p:nvPr/>
              </p:nvGrpSpPr>
              <p:grpSpPr>
                <a:xfrm>
                  <a:off x="2575383" y="1847706"/>
                  <a:ext cx="7352619" cy="4255213"/>
                  <a:chOff x="2575383" y="1847706"/>
                  <a:chExt cx="7352619" cy="4255213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7FE5FC3A-31F0-42EF-BF75-37BA21FF26DE}"/>
                      </a:ext>
                    </a:extLst>
                  </p:cNvPr>
                  <p:cNvGrpSpPr/>
                  <p:nvPr/>
                </p:nvGrpSpPr>
                <p:grpSpPr>
                  <a:xfrm>
                    <a:off x="2575383" y="1847706"/>
                    <a:ext cx="7352619" cy="4255213"/>
                    <a:chOff x="2312727" y="2394726"/>
                    <a:chExt cx="7352619" cy="4255213"/>
                  </a:xfrm>
                </p:grpSpPr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107242B1-10B4-4553-9366-389C3AE93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1082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126A25A8-25FD-4B61-B08E-AFA91EB95D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2727" y="3148849"/>
                      <a:ext cx="399468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-1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4AFB3783-03CA-4966-BE41-89CC8CCCA9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0700" y="4435948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9647DA5B-24B0-4CD2-BEE4-4975D7E083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77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5A3461EC-19E1-4DEA-9710-9BFEC6A590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3686" y="4616884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1272DA8D-C1EA-42FE-97E8-87CE111EF3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5557" y="545053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C76B4A06-92C6-4E17-A291-837BB2FB7B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7130" y="545143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02754E1C-6487-4F73-8025-4BB6504859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8896" y="628060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99C6A3A8-3134-4A83-B413-8C64FA9E87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4206" y="595258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665DE939-9197-44CC-B8EC-0B35C872C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6318" y="545755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8AB62C4D-0C19-46DC-81C0-94E9B44EB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4180" y="547834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5318A24E-AF2E-4F11-BB51-A4C73262BD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7093" y="2394726"/>
                      <a:ext cx="7088253" cy="3824471"/>
                      <a:chOff x="2454626" y="2321247"/>
                      <a:chExt cx="7088253" cy="3824471"/>
                    </a:xfrm>
                  </p:grpSpPr>
                  <p:cxnSp>
                    <p:nvCxnSpPr>
                      <p:cNvPr id="185" name="Straight Connector 184">
                        <a:extLst>
                          <a:ext uri="{FF2B5EF4-FFF2-40B4-BE49-F238E27FC236}">
                            <a16:creationId xmlns:a16="http://schemas.microsoft.com/office/drawing/2014/main" id="{9CF29A9D-9814-4A49-BA7A-D8C6AADBFE9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873878" y="5402608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Straight Connector 185">
                        <a:extLst>
                          <a:ext uri="{FF2B5EF4-FFF2-40B4-BE49-F238E27FC236}">
                            <a16:creationId xmlns:a16="http://schemas.microsoft.com/office/drawing/2014/main" id="{2EADC70E-BBE1-44DC-B9D2-D651799F5F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053270" y="4566785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Straight Connector 186">
                        <a:extLst>
                          <a:ext uri="{FF2B5EF4-FFF2-40B4-BE49-F238E27FC236}">
                            <a16:creationId xmlns:a16="http://schemas.microsoft.com/office/drawing/2014/main" id="{AB56A120-0907-4967-92D1-9BD393C12A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580796" y="4566785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Straight Connector 187">
                        <a:extLst>
                          <a:ext uri="{FF2B5EF4-FFF2-40B4-BE49-F238E27FC236}">
                            <a16:creationId xmlns:a16="http://schemas.microsoft.com/office/drawing/2014/main" id="{C16829B2-2069-414C-B7C5-0DD7E88905B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28242" y="37035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Straight Connector 188">
                        <a:extLst>
                          <a:ext uri="{FF2B5EF4-FFF2-40B4-BE49-F238E27FC236}">
                            <a16:creationId xmlns:a16="http://schemas.microsoft.com/office/drawing/2014/main" id="{B62D6B30-7277-4D28-B51A-89665F3917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45450" y="5402608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Straight Connector 189">
                        <a:extLst>
                          <a:ext uri="{FF2B5EF4-FFF2-40B4-BE49-F238E27FC236}">
                            <a16:creationId xmlns:a16="http://schemas.microsoft.com/office/drawing/2014/main" id="{5C78FF7E-B8D1-4FA1-8D86-E87AFF2F11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05102" y="5387222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Straight Connector 190">
                        <a:extLst>
                          <a:ext uri="{FF2B5EF4-FFF2-40B4-BE49-F238E27FC236}">
                            <a16:creationId xmlns:a16="http://schemas.microsoft.com/office/drawing/2014/main" id="{34FA977F-6F7F-45AE-BFE2-6EDFE4F43A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32628" y="5387222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Straight Connector 191">
                        <a:extLst>
                          <a:ext uri="{FF2B5EF4-FFF2-40B4-BE49-F238E27FC236}">
                            <a16:creationId xmlns:a16="http://schemas.microsoft.com/office/drawing/2014/main" id="{BC2EF9FB-281D-4931-B707-223E36FDA0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588178" y="4482829"/>
                        <a:ext cx="415788" cy="338466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Straight Connector 192">
                        <a:extLst>
                          <a:ext uri="{FF2B5EF4-FFF2-40B4-BE49-F238E27FC236}">
                            <a16:creationId xmlns:a16="http://schemas.microsoft.com/office/drawing/2014/main" id="{E9F92DFC-6E3B-46D7-B220-8CDDF4401F6B}"/>
                          </a:ext>
                        </a:extLst>
                      </p:cNvPr>
                      <p:cNvCxnSpPr>
                        <a:cxnSpLocks/>
                        <a:endCxn id="209" idx="7"/>
                      </p:cNvCxnSpPr>
                      <p:nvPr/>
                    </p:nvCxnSpPr>
                    <p:spPr>
                      <a:xfrm flipH="1">
                        <a:off x="5817312" y="4512799"/>
                        <a:ext cx="356788" cy="38036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Straight Connector 193">
                        <a:extLst>
                          <a:ext uri="{FF2B5EF4-FFF2-40B4-BE49-F238E27FC236}">
                            <a16:creationId xmlns:a16="http://schemas.microsoft.com/office/drawing/2014/main" id="{8F93F062-3B35-4546-A49B-40B54CF068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6776" y="4534499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5" name="Straight Connector 194">
                        <a:extLst>
                          <a:ext uri="{FF2B5EF4-FFF2-40B4-BE49-F238E27FC236}">
                            <a16:creationId xmlns:a16="http://schemas.microsoft.com/office/drawing/2014/main" id="{31061780-0EC2-4510-8DC1-7B4B9573AE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554302" y="45344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6" name="Straight Connector 195">
                        <a:extLst>
                          <a:ext uri="{FF2B5EF4-FFF2-40B4-BE49-F238E27FC236}">
                            <a16:creationId xmlns:a16="http://schemas.microsoft.com/office/drawing/2014/main" id="{B225E3C2-10B2-4D9D-A993-1D69EF0D18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351156" y="3633421"/>
                        <a:ext cx="464973" cy="43794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Straight Connector 196">
                        <a:extLst>
                          <a:ext uri="{FF2B5EF4-FFF2-40B4-BE49-F238E27FC236}">
                            <a16:creationId xmlns:a16="http://schemas.microsoft.com/office/drawing/2014/main" id="{489C7CF3-4ADA-4017-B901-9B8571FA4FF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561532" y="3611433"/>
                        <a:ext cx="1213699" cy="602139"/>
                      </a:xfrm>
                      <a:prstGeom prst="line">
                        <a:avLst/>
                      </a:prstGeom>
                      <a:ln w="28575">
                        <a:solidFill>
                          <a:srgbClr val="00B0F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Straight Connector 197">
                        <a:extLst>
                          <a:ext uri="{FF2B5EF4-FFF2-40B4-BE49-F238E27FC236}">
                            <a16:creationId xmlns:a16="http://schemas.microsoft.com/office/drawing/2014/main" id="{F387B7BD-3D61-47B0-B785-4867A2B0056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50636" y="2708841"/>
                        <a:ext cx="2784718" cy="656746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9" name="Straight Connector 198">
                        <a:extLst>
                          <a:ext uri="{FF2B5EF4-FFF2-40B4-BE49-F238E27FC236}">
                            <a16:creationId xmlns:a16="http://schemas.microsoft.com/office/drawing/2014/main" id="{D67AA463-69B3-4CF2-8637-A6023C260B6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176598" y="2743420"/>
                        <a:ext cx="1393738" cy="68558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0" name="Oval 16">
                        <a:extLst>
                          <a:ext uri="{FF2B5EF4-FFF2-40B4-BE49-F238E27FC236}">
                            <a16:creationId xmlns:a16="http://schemas.microsoft.com/office/drawing/2014/main" id="{C7E327E3-EDE8-4D67-A79A-D1E570E2A4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27922" y="2321247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1" name="TextBox 200">
                        <a:extLst>
                          <a:ext uri="{FF2B5EF4-FFF2-40B4-BE49-F238E27FC236}">
                            <a16:creationId xmlns:a16="http://schemas.microsoft.com/office/drawing/2014/main" id="{234E3E18-038C-4FFB-8AF9-839D18563E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15552" y="2451096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44</a:t>
                        </a:r>
                      </a:p>
                    </p:txBody>
                  </p:sp>
                  <p:sp>
                    <p:nvSpPr>
                      <p:cNvPr id="202" name="TextBox 201">
                        <a:extLst>
                          <a:ext uri="{FF2B5EF4-FFF2-40B4-BE49-F238E27FC236}">
                            <a16:creationId xmlns:a16="http://schemas.microsoft.com/office/drawing/2014/main" id="{7942922A-F9E8-4C9B-926E-C794FA2D5E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0294" y="3294744"/>
                        <a:ext cx="42832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b="1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15</a:t>
                        </a:r>
                      </a:p>
                    </p:txBody>
                  </p:sp>
                  <p:sp>
                    <p:nvSpPr>
                      <p:cNvPr id="203" name="Rectangle 202">
                        <a:extLst>
                          <a:ext uri="{FF2B5EF4-FFF2-40B4-BE49-F238E27FC236}">
                            <a16:creationId xmlns:a16="http://schemas.microsoft.com/office/drawing/2014/main" id="{273B185E-6266-4034-B47C-C0FB0A7F34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4626" y="410409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4" name="Oval 16">
                        <a:extLst>
                          <a:ext uri="{FF2B5EF4-FFF2-40B4-BE49-F238E27FC236}">
                            <a16:creationId xmlns:a16="http://schemas.microsoft.com/office/drawing/2014/main" id="{0AC98B3D-E39A-43AE-B12B-650A23374EB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8512" y="313267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5" name="Oval 16">
                        <a:extLst>
                          <a:ext uri="{FF2B5EF4-FFF2-40B4-BE49-F238E27FC236}">
                            <a16:creationId xmlns:a16="http://schemas.microsoft.com/office/drawing/2014/main" id="{35EC1215-89E8-4144-A861-93F1D11F46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723572" y="3135263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6" name="Oval 16">
                        <a:extLst>
                          <a:ext uri="{FF2B5EF4-FFF2-40B4-BE49-F238E27FC236}">
                            <a16:creationId xmlns:a16="http://schemas.microsoft.com/office/drawing/2014/main" id="{C54B7C5A-33F7-48D1-A011-26B565579F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11947" y="3975894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7" name="Oval 16">
                        <a:extLst>
                          <a:ext uri="{FF2B5EF4-FFF2-40B4-BE49-F238E27FC236}">
                            <a16:creationId xmlns:a16="http://schemas.microsoft.com/office/drawing/2014/main" id="{A58E419F-E154-4177-8560-183E2C2C4B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63344" y="3967730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99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8" name="Oval 16">
                        <a:extLst>
                          <a:ext uri="{FF2B5EF4-FFF2-40B4-BE49-F238E27FC236}">
                            <a16:creationId xmlns:a16="http://schemas.microsoft.com/office/drawing/2014/main" id="{0CEB0A87-708A-4A6A-A198-680B6588E5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547397" y="396295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9" name="Oval 16">
                        <a:extLst>
                          <a:ext uri="{FF2B5EF4-FFF2-40B4-BE49-F238E27FC236}">
                            <a16:creationId xmlns:a16="http://schemas.microsoft.com/office/drawing/2014/main" id="{D3CA4C0F-7F0C-4A02-9BE8-697E9DD1CD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60892" y="4797696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 dirty="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10" name="Rectangle 209">
                        <a:extLst>
                          <a:ext uri="{FF2B5EF4-FFF2-40B4-BE49-F238E27FC236}">
                            <a16:creationId xmlns:a16="http://schemas.microsoft.com/office/drawing/2014/main" id="{795E9DEA-F433-404C-A56C-524886E46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4123" y="4922341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1" name="Rectangle 210">
                        <a:extLst>
                          <a:ext uri="{FF2B5EF4-FFF2-40B4-BE49-F238E27FC236}">
                            <a16:creationId xmlns:a16="http://schemas.microsoft.com/office/drawing/2014/main" id="{35C75FA0-B212-4FC5-9E50-22943B60DA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8351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2" name="Rectangle 211">
                        <a:extLst>
                          <a:ext uri="{FF2B5EF4-FFF2-40B4-BE49-F238E27FC236}">
                            <a16:creationId xmlns:a16="http://schemas.microsoft.com/office/drawing/2014/main" id="{83B44AAE-2116-453E-8904-B25160D8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348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3" name="Rectangle 212">
                        <a:extLst>
                          <a:ext uri="{FF2B5EF4-FFF2-40B4-BE49-F238E27FC236}">
                            <a16:creationId xmlns:a16="http://schemas.microsoft.com/office/drawing/2014/main" id="{249003EF-C3AE-46D5-9D38-BA35CCF08B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47348" y="4906013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4" name="Rectangle 213">
                        <a:extLst>
                          <a:ext uri="{FF2B5EF4-FFF2-40B4-BE49-F238E27FC236}">
                            <a16:creationId xmlns:a16="http://schemas.microsoft.com/office/drawing/2014/main" id="{F8A978EF-969B-4932-8937-AF46602D8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8178" y="5690827"/>
                        <a:ext cx="435531" cy="45489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5" name="Rectangle 214">
                        <a:extLst>
                          <a:ext uri="{FF2B5EF4-FFF2-40B4-BE49-F238E27FC236}">
                            <a16:creationId xmlns:a16="http://schemas.microsoft.com/office/drawing/2014/main" id="{A7126381-4EA1-4871-80B8-0AD7FF91C0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29926" y="573692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16" name="Straight Connector 215">
                        <a:extLst>
                          <a:ext uri="{FF2B5EF4-FFF2-40B4-BE49-F238E27FC236}">
                            <a16:creationId xmlns:a16="http://schemas.microsoft.com/office/drawing/2014/main" id="{A13BDFC6-69BD-4FD0-9746-24D03A8BDE23}"/>
                          </a:ext>
                        </a:extLst>
                      </p:cNvPr>
                      <p:cNvCxnSpPr>
                        <a:cxnSpLocks/>
                        <a:stCxn id="204" idx="5"/>
                        <a:endCxn id="206" idx="1"/>
                      </p:cNvCxnSpPr>
                      <p:nvPr/>
                    </p:nvCxnSpPr>
                    <p:spPr>
                      <a:xfrm>
                        <a:off x="3314932" y="3689090"/>
                        <a:ext cx="392482" cy="38227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8EA1AD4E-6C23-41D0-8C02-C46926C18B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1857" y="327660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17</a:t>
                        </a:r>
                      </a:p>
                    </p:txBody>
                  </p:sp>
                  <p:sp>
                    <p:nvSpPr>
                      <p:cNvPr id="218" name="TextBox 217">
                        <a:extLst>
                          <a:ext uri="{FF2B5EF4-FFF2-40B4-BE49-F238E27FC236}">
                            <a16:creationId xmlns:a16="http://schemas.microsoft.com/office/drawing/2014/main" id="{C8B8B994-3137-4850-8489-A6ABEF5B73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06917" y="4108779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32</a:t>
                        </a:r>
                      </a:p>
                    </p:txBody>
                  </p:sp>
                  <p:sp>
                    <p:nvSpPr>
                      <p:cNvPr id="219" name="TextBox 218">
                        <a:extLst>
                          <a:ext uri="{FF2B5EF4-FFF2-40B4-BE49-F238E27FC236}">
                            <a16:creationId xmlns:a16="http://schemas.microsoft.com/office/drawing/2014/main" id="{359CAEAC-41C3-4407-A4A9-1562530363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4897" y="3243710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20" name="TextBox 219">
                        <a:extLst>
                          <a:ext uri="{FF2B5EF4-FFF2-40B4-BE49-F238E27FC236}">
                            <a16:creationId xmlns:a16="http://schemas.microsoft.com/office/drawing/2014/main" id="{F8B88091-3393-4F02-9444-66E26677C7E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0970" y="410551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914B2529-EA24-4041-BB6C-743FFD05BE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070" y="408676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50</a:t>
                        </a:r>
                      </a:p>
                    </p:txBody>
                  </p:sp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305C2425-85C6-4C01-BA2E-1F145B6180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19002" y="493053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48</a:t>
                        </a:r>
                      </a:p>
                    </p:txBody>
                  </p:sp>
                </p:grpSp>
              </p:grpSp>
              <p:sp>
                <p:nvSpPr>
                  <p:cNvPr id="104" name="Oval 16">
                    <a:extLst>
                      <a:ext uri="{FF2B5EF4-FFF2-40B4-BE49-F238E27FC236}">
                        <a16:creationId xmlns:a16="http://schemas.microsoft.com/office/drawing/2014/main" id="{75921560-57F4-468F-B1AB-EBC18B21A1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2999" y="4303484"/>
                    <a:ext cx="651887" cy="651887"/>
                  </a:xfrm>
                  <a:prstGeom prst="ellipse">
                    <a:avLst/>
                  </a:prstGeom>
                  <a:solidFill>
                    <a:srgbClr val="00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659AAE52-8CDE-47F7-8F2B-0BF149CA6D1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2605" y="442782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62</a:t>
                    </a: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56080B4-149A-42F4-BB63-2CED477CF050}"/>
                  </a:ext>
                </a:extLst>
              </p:cNvPr>
              <p:cNvGrpSpPr/>
              <p:nvPr/>
            </p:nvGrpSpPr>
            <p:grpSpPr>
              <a:xfrm>
                <a:off x="6280040" y="5123011"/>
                <a:ext cx="2032365" cy="1394997"/>
                <a:chOff x="504875" y="3994181"/>
                <a:chExt cx="2032365" cy="1394997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9CF60133-AF60-46CF-989A-4A5BBD267668}"/>
                    </a:ext>
                  </a:extLst>
                </p:cNvPr>
                <p:cNvGrpSpPr/>
                <p:nvPr/>
              </p:nvGrpSpPr>
              <p:grpSpPr>
                <a:xfrm>
                  <a:off x="861491" y="4585915"/>
                  <a:ext cx="1295531" cy="803263"/>
                  <a:chOff x="9785539" y="2923746"/>
                  <a:chExt cx="1295531" cy="803263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18379F0D-00AE-4394-8C70-3FBA869C0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12616" y="2923746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DC7F96A8-11B0-44B2-ACAC-AFD25011F7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71239" y="29838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E3371DE5-CA3A-4AC3-A529-A48104E09C03}"/>
                      </a:ext>
                    </a:extLst>
                  </p:cNvPr>
                  <p:cNvSpPr/>
                  <p:nvPr/>
                </p:nvSpPr>
                <p:spPr>
                  <a:xfrm>
                    <a:off x="10645539" y="3272118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C5613641-0D0B-46DB-90D0-4B6412F84076}"/>
                      </a:ext>
                    </a:extLst>
                  </p:cNvPr>
                  <p:cNvSpPr/>
                  <p:nvPr/>
                </p:nvSpPr>
                <p:spPr>
                  <a:xfrm>
                    <a:off x="9785539" y="3263954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D8B425C-FD1C-46CF-BD0D-B02F1474E61E}"/>
                    </a:ext>
                  </a:extLst>
                </p:cNvPr>
                <p:cNvSpPr txBox="1"/>
                <p:nvPr/>
              </p:nvSpPr>
              <p:spPr>
                <a:xfrm>
                  <a:off x="2214716" y="501984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24C21F8-8F1B-4C45-83CC-8E7E61603541}"/>
                    </a:ext>
                  </a:extLst>
                </p:cNvPr>
                <p:cNvSpPr txBox="1"/>
                <p:nvPr/>
              </p:nvSpPr>
              <p:spPr>
                <a:xfrm>
                  <a:off x="504875" y="5011570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5" name="Oval 16">
                  <a:extLst>
                    <a:ext uri="{FF2B5EF4-FFF2-40B4-BE49-F238E27FC236}">
                      <a16:creationId xmlns:a16="http://schemas.microsoft.com/office/drawing/2014/main" id="{9626A330-C457-4771-A2F4-AF1523E227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6957" y="3994181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DBD6BD4-A7E3-45BD-8DC9-A0545DC9F9CB}"/>
                    </a:ext>
                  </a:extLst>
                </p:cNvPr>
                <p:cNvSpPr txBox="1"/>
                <p:nvPr/>
              </p:nvSpPr>
              <p:spPr>
                <a:xfrm>
                  <a:off x="1275089" y="4115581"/>
                  <a:ext cx="48923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54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CCBF0FB-4941-49E7-91C6-986729BFCEC1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486CDD-5078-4BB5-B9D0-788BE3C50AE3}"/>
                </a:ext>
              </a:extLst>
            </p:cNvPr>
            <p:cNvSpPr txBox="1"/>
            <p:nvPr/>
          </p:nvSpPr>
          <p:spPr>
            <a:xfrm>
              <a:off x="7872520" y="4076974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6FC6337-2370-4618-9BAB-FA7169B829F9}"/>
                </a:ext>
              </a:extLst>
            </p:cNvPr>
            <p:cNvSpPr txBox="1"/>
            <p:nvPr/>
          </p:nvSpPr>
          <p:spPr>
            <a:xfrm>
              <a:off x="6065312" y="324342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7EC77E-A1D2-4AAA-B4D0-DE39E44811D7}"/>
                </a:ext>
              </a:extLst>
            </p:cNvPr>
            <p:cNvSpPr txBox="1"/>
            <p:nvPr/>
          </p:nvSpPr>
          <p:spPr>
            <a:xfrm>
              <a:off x="8378253" y="222124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812E980-BE93-43E0-B949-F410AD9E8DC7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72B5F16-BBE3-4E71-9C8E-9EE27B42E519}"/>
                </a:ext>
              </a:extLst>
            </p:cNvPr>
            <p:cNvSpPr txBox="1"/>
            <p:nvPr/>
          </p:nvSpPr>
          <p:spPr>
            <a:xfrm>
              <a:off x="6632481" y="49383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223" name="Oval 16">
            <a:extLst>
              <a:ext uri="{FF2B5EF4-FFF2-40B4-BE49-F238E27FC236}">
                <a16:creationId xmlns:a16="http://schemas.microsoft.com/office/drawing/2014/main" id="{1719AF1A-AFB3-4F5B-B43A-44E2C5C8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892" y="2682164"/>
            <a:ext cx="614387" cy="614387"/>
          </a:xfrm>
          <a:prstGeom prst="ellipse">
            <a:avLst/>
          </a:prstGeom>
          <a:noFill/>
          <a:ln w="5715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CF60095-1C5D-4678-B4B8-F31F615813FB}"/>
              </a:ext>
            </a:extLst>
          </p:cNvPr>
          <p:cNvSpPr txBox="1"/>
          <p:nvPr/>
        </p:nvSpPr>
        <p:spPr>
          <a:xfrm>
            <a:off x="7937885" y="233990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AA4669-EE25-4712-A0E5-F6C58E2F605F}"/>
              </a:ext>
            </a:extLst>
          </p:cNvPr>
          <p:cNvSpPr txBox="1"/>
          <p:nvPr/>
        </p:nvSpPr>
        <p:spPr>
          <a:xfrm>
            <a:off x="6880272" y="321836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44B78B-6C28-4E8D-9513-6DD3B8D22AEA}"/>
              </a:ext>
            </a:extLst>
          </p:cNvPr>
          <p:cNvSpPr txBox="1"/>
          <p:nvPr/>
        </p:nvSpPr>
        <p:spPr>
          <a:xfrm>
            <a:off x="6971678" y="419651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328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tree still an AVL?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44564"/>
                <a:ext cx="10972800" cy="5082808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On the path from </a:t>
                </a:r>
                <a:r>
                  <a:rPr lang="en-US" sz="2400" dirty="0">
                    <a:solidFill>
                      <a:srgbClr val="FF00FF"/>
                    </a:solidFill>
                  </a:rPr>
                  <a:t>new node (x) </a:t>
                </a:r>
                <a:r>
                  <a:rPr lang="en-US" sz="2400" dirty="0"/>
                  <a:t>to the root, update the balance factors.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Find the first node with balance factor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 Denote this by A.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 On the path from A to x, denote the child and grandchild of A by B and C respectively.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Based on the following cases perform a kind of rotation:</a:t>
                </a:r>
              </a:p>
              <a:p>
                <a:pPr marL="1191006" lvl="2" indent="-514350">
                  <a:buFont typeface="+mj-lt"/>
                  <a:buAutoNum type="romanUcPeriod"/>
                </a:pPr>
                <a:r>
                  <a:rPr lang="en-US" sz="2400" dirty="0"/>
                  <a:t>B is left child of A and C is left child of B </a:t>
                </a:r>
              </a:p>
              <a:p>
                <a:pPr marL="1191006" lvl="2" indent="-514350">
                  <a:buFont typeface="+mj-lt"/>
                  <a:buAutoNum type="romanUcPeriod"/>
                </a:pPr>
                <a:r>
                  <a:rPr lang="en-US" sz="2400" dirty="0"/>
                  <a:t>B is left child of A and C is right child of B </a:t>
                </a:r>
              </a:p>
              <a:p>
                <a:pPr marL="1191006" lvl="2" indent="-514350">
                  <a:buFont typeface="+mj-lt"/>
                  <a:buAutoNum type="romanUcPeriod"/>
                </a:pPr>
                <a:r>
                  <a:rPr lang="en-US" sz="2400" dirty="0"/>
                  <a:t>B is right child of A and C is right child of B </a:t>
                </a:r>
              </a:p>
              <a:p>
                <a:pPr marL="1191006" lvl="2" indent="-514350">
                  <a:buFont typeface="+mj-lt"/>
                  <a:buAutoNum type="romanUcPeriod"/>
                </a:pPr>
                <a:r>
                  <a:rPr lang="en-US" sz="2400" dirty="0"/>
                  <a:t>B is right child of A and C is left child of 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44564"/>
                <a:ext cx="10972800" cy="508280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29/154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7588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0F0DC2-B8B6-46A1-879D-5062926BFE1E}"/>
              </a:ext>
            </a:extLst>
          </p:cNvPr>
          <p:cNvCxnSpPr>
            <a:cxnSpLocks/>
          </p:cNvCxnSpPr>
          <p:nvPr/>
        </p:nvCxnSpPr>
        <p:spPr>
          <a:xfrm flipH="1">
            <a:off x="8045238" y="2178006"/>
            <a:ext cx="1141047" cy="1339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21E98C-44AE-43BC-8C0F-664FB525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Left rotation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DF59-B233-40D6-AFCC-C2205134B25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30/154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46B22-F108-459B-8AC4-A3938FCD9B3E}"/>
              </a:ext>
            </a:extLst>
          </p:cNvPr>
          <p:cNvSpPr txBox="1"/>
          <p:nvPr/>
        </p:nvSpPr>
        <p:spPr>
          <a:xfrm>
            <a:off x="1017061" y="1911029"/>
            <a:ext cx="372218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2F2F"/>
                </a:solidFill>
              </a:rPr>
              <a:t>-2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68B8C7-D1B2-412B-B9E3-9920BEE88617}"/>
              </a:ext>
            </a:extLst>
          </p:cNvPr>
          <p:cNvCxnSpPr>
            <a:cxnSpLocks/>
            <a:endCxn id="13" idx="5"/>
          </p:cNvCxnSpPr>
          <p:nvPr/>
        </p:nvCxnSpPr>
        <p:spPr>
          <a:xfrm>
            <a:off x="1591511" y="2161835"/>
            <a:ext cx="2363096" cy="21534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771B33DC-1975-4B48-BC46-AB4E1A60D158}"/>
              </a:ext>
            </a:extLst>
          </p:cNvPr>
          <p:cNvSpPr/>
          <p:nvPr/>
        </p:nvSpPr>
        <p:spPr>
          <a:xfrm>
            <a:off x="5625035" y="2914651"/>
            <a:ext cx="740257" cy="461225"/>
          </a:xfrm>
          <a:prstGeom prst="notchedRightArrow">
            <a:avLst/>
          </a:prstGeom>
          <a:solidFill>
            <a:srgbClr val="FFFF00"/>
          </a:solidFill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7E6F2C-E668-4FB6-AC2F-8FA4127665B0}"/>
              </a:ext>
            </a:extLst>
          </p:cNvPr>
          <p:cNvCxnSpPr>
            <a:cxnSpLocks/>
            <a:endCxn id="37" idx="5"/>
          </p:cNvCxnSpPr>
          <p:nvPr/>
        </p:nvCxnSpPr>
        <p:spPr>
          <a:xfrm>
            <a:off x="9149573" y="2476368"/>
            <a:ext cx="1337008" cy="1227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99EC42-F1FB-4E9C-82A3-9872C8837B82}"/>
              </a:ext>
            </a:extLst>
          </p:cNvPr>
          <p:cNvGrpSpPr/>
          <p:nvPr/>
        </p:nvGrpSpPr>
        <p:grpSpPr>
          <a:xfrm>
            <a:off x="8717165" y="2132230"/>
            <a:ext cx="614387" cy="614387"/>
            <a:chOff x="10782573" y="3746338"/>
            <a:chExt cx="435531" cy="435531"/>
          </a:xfrm>
        </p:grpSpPr>
        <p:sp>
          <p:nvSpPr>
            <p:cNvPr id="34" name="Oval 16">
              <a:extLst>
                <a:ext uri="{FF2B5EF4-FFF2-40B4-BE49-F238E27FC236}">
                  <a16:creationId xmlns:a16="http://schemas.microsoft.com/office/drawing/2014/main" id="{7565ABA8-7DD3-4D00-B91B-CA18AD10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484664-3361-4D53-8DB8-F768E13D8D1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751024-232C-4390-8229-3F19E8EB37A2}"/>
              </a:ext>
            </a:extLst>
          </p:cNvPr>
          <p:cNvGrpSpPr/>
          <p:nvPr/>
        </p:nvGrpSpPr>
        <p:grpSpPr>
          <a:xfrm>
            <a:off x="472197" y="2332333"/>
            <a:ext cx="1309373" cy="2543248"/>
            <a:chOff x="924173" y="3228664"/>
            <a:chExt cx="1309373" cy="2105523"/>
          </a:xfrm>
        </p:grpSpPr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1517BBB8-960C-4920-AB87-A9A8BD141C2A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74E6AD-4E8F-4AA5-9959-20FCDFF56757}"/>
                </a:ext>
              </a:extLst>
            </p:cNvPr>
            <p:cNvCxnSpPr>
              <a:cxnSpLocks/>
              <a:endCxn id="47" idx="0"/>
            </p:cNvCxnSpPr>
            <p:nvPr/>
          </p:nvCxnSpPr>
          <p:spPr>
            <a:xfrm flipH="1">
              <a:off x="1448964" y="3228664"/>
              <a:ext cx="784582" cy="6686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BD6B24D-B022-4735-A209-9F759C439107}"/>
              </a:ext>
            </a:extLst>
          </p:cNvPr>
          <p:cNvGrpSpPr/>
          <p:nvPr/>
        </p:nvGrpSpPr>
        <p:grpSpPr>
          <a:xfrm>
            <a:off x="1434173" y="3233391"/>
            <a:ext cx="1231163" cy="2474171"/>
            <a:chOff x="2590770" y="3674624"/>
            <a:chExt cx="1309373" cy="2118643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6280F699-0EBF-4005-9678-EA19B9E09842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685377-118B-4E8D-870B-4C69D1169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5561" y="3674624"/>
              <a:ext cx="784582" cy="6686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936D916-C106-4231-88F1-52D8221C4C45}"/>
              </a:ext>
            </a:extLst>
          </p:cNvPr>
          <p:cNvGrpSpPr/>
          <p:nvPr/>
        </p:nvGrpSpPr>
        <p:grpSpPr>
          <a:xfrm>
            <a:off x="2458644" y="2915112"/>
            <a:ext cx="614387" cy="614387"/>
            <a:chOff x="10782573" y="3746338"/>
            <a:chExt cx="435531" cy="435531"/>
          </a:xfrm>
        </p:grpSpPr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54DFD91D-EC91-4ABA-A431-3308EAA7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AFB08-BF0C-473A-AFCC-2B2CFE4469B7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16687D-BDD7-4966-8D16-BEB75F0D226F}"/>
              </a:ext>
            </a:extLst>
          </p:cNvPr>
          <p:cNvGrpSpPr/>
          <p:nvPr/>
        </p:nvGrpSpPr>
        <p:grpSpPr>
          <a:xfrm>
            <a:off x="1487095" y="2039308"/>
            <a:ext cx="614387" cy="614387"/>
            <a:chOff x="10782573" y="3746338"/>
            <a:chExt cx="435531" cy="435531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736730A4-E0D5-4411-B792-A9783BFB8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F196A1-E653-40C2-8EB1-8F27C322FF6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1A7256-CDA3-4DF3-B1E2-5AC4B0D781AF}"/>
              </a:ext>
            </a:extLst>
          </p:cNvPr>
          <p:cNvGrpSpPr/>
          <p:nvPr/>
        </p:nvGrpSpPr>
        <p:grpSpPr>
          <a:xfrm>
            <a:off x="2503333" y="4163389"/>
            <a:ext cx="1119314" cy="1560185"/>
            <a:chOff x="2625884" y="3783730"/>
            <a:chExt cx="1119314" cy="195358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94387394-FF38-450C-9080-796758656D3A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7675F0-861A-4A3D-A6F1-633F3F130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0455" y="3783730"/>
              <a:ext cx="584743" cy="53126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3F9311C-BFB4-432C-B04F-FBBFA2E48028}"/>
              </a:ext>
            </a:extLst>
          </p:cNvPr>
          <p:cNvGrpSpPr/>
          <p:nvPr/>
        </p:nvGrpSpPr>
        <p:grpSpPr>
          <a:xfrm>
            <a:off x="4044582" y="4098111"/>
            <a:ext cx="1138954" cy="1625463"/>
            <a:chOff x="2536512" y="3672873"/>
            <a:chExt cx="1138954" cy="206443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E4D1CB04-C50F-43A1-9C16-0A836119FA9A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421ACA6-0BB9-4897-BC69-C5D80EC28592}"/>
                </a:ext>
              </a:extLst>
            </p:cNvPr>
            <p:cNvCxnSpPr>
              <a:cxnSpLocks/>
              <a:stCxn id="13" idx="6"/>
              <a:endCxn id="60" idx="0"/>
            </p:cNvCxnSpPr>
            <p:nvPr/>
          </p:nvCxnSpPr>
          <p:spPr>
            <a:xfrm>
              <a:off x="2536512" y="3672873"/>
              <a:ext cx="614163" cy="62758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514480-E5EE-4A59-9DC4-E9A8B3E94613}"/>
              </a:ext>
            </a:extLst>
          </p:cNvPr>
          <p:cNvGrpSpPr/>
          <p:nvPr/>
        </p:nvGrpSpPr>
        <p:grpSpPr>
          <a:xfrm>
            <a:off x="3430195" y="3790917"/>
            <a:ext cx="614387" cy="614387"/>
            <a:chOff x="10782573" y="3746338"/>
            <a:chExt cx="435531" cy="435531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B748B2A7-0C66-4410-AB3C-598EDAD2C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21DE4B-AEB3-448E-86D8-C29453DFC52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13B0014-7089-4EE6-832E-613D84772375}"/>
              </a:ext>
            </a:extLst>
          </p:cNvPr>
          <p:cNvGrpSpPr/>
          <p:nvPr/>
        </p:nvGrpSpPr>
        <p:grpSpPr>
          <a:xfrm>
            <a:off x="6838292" y="3709350"/>
            <a:ext cx="1066726" cy="2001104"/>
            <a:chOff x="924173" y="3333083"/>
            <a:chExt cx="1066726" cy="2001104"/>
          </a:xfrm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1B721E39-FFFB-42A8-8F22-AE5F1F882D25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F265067-0F54-4B3C-B728-042E302B81C5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56E064-05A1-4630-AF23-BD409E893470}"/>
              </a:ext>
            </a:extLst>
          </p:cNvPr>
          <p:cNvGrpSpPr/>
          <p:nvPr/>
        </p:nvGrpSpPr>
        <p:grpSpPr>
          <a:xfrm>
            <a:off x="8035898" y="3673658"/>
            <a:ext cx="1049582" cy="2049916"/>
            <a:chOff x="2590770" y="3743351"/>
            <a:chExt cx="1049582" cy="2049916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4C8B8ACD-F1AC-4CAE-A901-0CB53FBD22FC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C3FE43C-4E84-49BB-B898-FE522F1ACF47}"/>
                </a:ext>
              </a:extLst>
            </p:cNvPr>
            <p:cNvCxnSpPr>
              <a:cxnSpLocks/>
            </p:cNvCxnSpPr>
            <p:nvPr/>
          </p:nvCxnSpPr>
          <p:spPr>
            <a:xfrm>
              <a:off x="2752493" y="3743351"/>
              <a:ext cx="363068" cy="599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5BAA1AF-1533-4B35-A80E-AD4C11AFB578}"/>
              </a:ext>
            </a:extLst>
          </p:cNvPr>
          <p:cNvGrpSpPr/>
          <p:nvPr/>
        </p:nvGrpSpPr>
        <p:grpSpPr>
          <a:xfrm>
            <a:off x="9189396" y="3703894"/>
            <a:ext cx="1049582" cy="1550744"/>
            <a:chOff x="2625884" y="3730751"/>
            <a:chExt cx="1049582" cy="20065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E5715794-09B7-431B-8A39-C8C24F0F0C7F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93F586-DCAE-458A-8510-36C20383603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3160456" y="3730751"/>
              <a:ext cx="328176" cy="584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46F4D72-72F2-4708-A805-436BB97CB81E}"/>
              </a:ext>
            </a:extLst>
          </p:cNvPr>
          <p:cNvGrpSpPr/>
          <p:nvPr/>
        </p:nvGrpSpPr>
        <p:grpSpPr>
          <a:xfrm>
            <a:off x="10344747" y="3673658"/>
            <a:ext cx="1049582" cy="2033904"/>
            <a:chOff x="2625884" y="3703408"/>
            <a:chExt cx="1049582" cy="203390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65A9854F-2CD2-4653-A4BA-DC6FC83FFC9C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AD05DE-6D80-402F-8286-962A9EC6D4D8}"/>
                </a:ext>
              </a:extLst>
            </p:cNvPr>
            <p:cNvCxnSpPr>
              <a:cxnSpLocks/>
            </p:cNvCxnSpPr>
            <p:nvPr/>
          </p:nvCxnSpPr>
          <p:spPr>
            <a:xfrm>
              <a:off x="2695616" y="3703408"/>
              <a:ext cx="445117" cy="5970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49CF8-42C8-4837-8B74-461A9B719DE8}"/>
              </a:ext>
            </a:extLst>
          </p:cNvPr>
          <p:cNvGrpSpPr/>
          <p:nvPr/>
        </p:nvGrpSpPr>
        <p:grpSpPr>
          <a:xfrm>
            <a:off x="9962169" y="3179481"/>
            <a:ext cx="614387" cy="614387"/>
            <a:chOff x="10782573" y="3746338"/>
            <a:chExt cx="435531" cy="435531"/>
          </a:xfrm>
        </p:grpSpPr>
        <p:sp>
          <p:nvSpPr>
            <p:cNvPr id="37" name="Oval 16">
              <a:extLst>
                <a:ext uri="{FF2B5EF4-FFF2-40B4-BE49-F238E27FC236}">
                  <a16:creationId xmlns:a16="http://schemas.microsoft.com/office/drawing/2014/main" id="{B0F6B07D-7226-4A2C-A8E6-FC8D3DF67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EC59C0-8BCC-436B-874C-6025AFFFF5CC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A5B3DA-42FF-4995-9891-DC23AB7B8E2E}"/>
              </a:ext>
            </a:extLst>
          </p:cNvPr>
          <p:cNvGrpSpPr/>
          <p:nvPr/>
        </p:nvGrpSpPr>
        <p:grpSpPr>
          <a:xfrm>
            <a:off x="7788199" y="3256423"/>
            <a:ext cx="614387" cy="614387"/>
            <a:chOff x="10782573" y="3746338"/>
            <a:chExt cx="435531" cy="435531"/>
          </a:xfrm>
        </p:grpSpPr>
        <p:sp>
          <p:nvSpPr>
            <p:cNvPr id="31" name="Oval 16">
              <a:extLst>
                <a:ext uri="{FF2B5EF4-FFF2-40B4-BE49-F238E27FC236}">
                  <a16:creationId xmlns:a16="http://schemas.microsoft.com/office/drawing/2014/main" id="{E82F154F-D209-4611-8A1F-A4FE3772F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D40903-26C4-4041-AB79-0EBDA16CB21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949C42F0-CAD2-443F-ABBB-7C95B7DAE0A4}"/>
              </a:ext>
            </a:extLst>
          </p:cNvPr>
          <p:cNvSpPr txBox="1"/>
          <p:nvPr/>
        </p:nvSpPr>
        <p:spPr>
          <a:xfrm>
            <a:off x="10681584" y="5297290"/>
            <a:ext cx="349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B854142-1922-4DB7-AA42-60E17DCA63D0}"/>
              </a:ext>
            </a:extLst>
          </p:cNvPr>
          <p:cNvSpPr/>
          <p:nvPr/>
        </p:nvSpPr>
        <p:spPr>
          <a:xfrm>
            <a:off x="4814385" y="2428050"/>
            <a:ext cx="2357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Left Rotation at A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FB56574-81AB-4E50-82FB-8E4400B953AD}"/>
              </a:ext>
            </a:extLst>
          </p:cNvPr>
          <p:cNvGrpSpPr/>
          <p:nvPr/>
        </p:nvGrpSpPr>
        <p:grpSpPr>
          <a:xfrm>
            <a:off x="4326336" y="5635801"/>
            <a:ext cx="533185" cy="890150"/>
            <a:chOff x="4326336" y="5635801"/>
            <a:chExt cx="533185" cy="89015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699DFF2-C4BA-4AC3-9416-674C8B86BABC}"/>
                </a:ext>
              </a:extLst>
            </p:cNvPr>
            <p:cNvGrpSpPr/>
            <p:nvPr/>
          </p:nvGrpSpPr>
          <p:grpSpPr>
            <a:xfrm>
              <a:off x="4326336" y="5635801"/>
              <a:ext cx="462337" cy="890150"/>
              <a:chOff x="4326336" y="5635801"/>
              <a:chExt cx="462337" cy="89015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7D27D7A-1568-43EA-A1C9-99382CF99B0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13" b="94818" l="8140" r="89535">
                            <a14:foregroundMark x1="64341" y1="92322" x2="64341" y2="92322"/>
                            <a14:foregroundMark x1="53488" y1="94818" x2="53488" y2="94818"/>
                            <a14:foregroundMark x1="8140" y1="64107" x2="8140" y2="64107"/>
                            <a14:foregroundMark x1="76744" y1="9213" x2="76744" y2="9213"/>
                            <a14:foregroundMark x1="63566" y1="10173" x2="63566" y2="10173"/>
                          </a14:backgroundRemoval>
                        </a14:imgEffect>
                      </a14:imgLayer>
                    </a14:imgProps>
                  </a:ext>
                </a:extLst>
              </a:blip>
              <a:srcRect l="4389"/>
              <a:stretch/>
            </p:blipFill>
            <p:spPr>
              <a:xfrm>
                <a:off x="4512760" y="5635801"/>
                <a:ext cx="241736" cy="510566"/>
              </a:xfrm>
              <a:prstGeom prst="rect">
                <a:avLst/>
              </a:prstGeom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1B16F57-1BD0-4C81-B969-00BFFC7E6E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5238" y="5722099"/>
                <a:ext cx="113435" cy="0"/>
              </a:xfrm>
              <a:prstGeom prst="line">
                <a:avLst/>
              </a:prstGeom>
              <a:ln w="19050">
                <a:solidFill>
                  <a:srgbClr val="916F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715AD26-927A-48BD-AF1D-D602829B34C6}"/>
                  </a:ext>
                </a:extLst>
              </p:cNvPr>
              <p:cNvSpPr/>
              <p:nvPr/>
            </p:nvSpPr>
            <p:spPr>
              <a:xfrm>
                <a:off x="4326336" y="6063614"/>
                <a:ext cx="462337" cy="46233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6D6EC2-8C68-4E87-B3D1-E24E1E0DB58F}"/>
                  </a:ext>
                </a:extLst>
              </p:cNvPr>
              <p:cNvSpPr txBox="1"/>
              <p:nvPr/>
            </p:nvSpPr>
            <p:spPr>
              <a:xfrm>
                <a:off x="4446609" y="5793723"/>
                <a:ext cx="1426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.</a:t>
                </a:r>
                <a:endParaRPr lang="en-US" dirty="0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8CF15E-4581-4D9C-B86D-5804FE1EEF22}"/>
                </a:ext>
              </a:extLst>
            </p:cNvPr>
            <p:cNvSpPr txBox="1"/>
            <p:nvPr/>
          </p:nvSpPr>
          <p:spPr>
            <a:xfrm flipH="1">
              <a:off x="4397184" y="6024083"/>
              <a:ext cx="462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1F4421-158F-43B9-BD50-9726BFCBD794}"/>
              </a:ext>
            </a:extLst>
          </p:cNvPr>
          <p:cNvCxnSpPr/>
          <p:nvPr/>
        </p:nvCxnSpPr>
        <p:spPr>
          <a:xfrm>
            <a:off x="2101482" y="2039308"/>
            <a:ext cx="2032472" cy="183150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1117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0F0DC2-B8B6-46A1-879D-5062926BFE1E}"/>
              </a:ext>
            </a:extLst>
          </p:cNvPr>
          <p:cNvCxnSpPr>
            <a:cxnSpLocks/>
          </p:cNvCxnSpPr>
          <p:nvPr/>
        </p:nvCxnSpPr>
        <p:spPr>
          <a:xfrm flipH="1">
            <a:off x="8045238" y="2178006"/>
            <a:ext cx="1141047" cy="1339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21E98C-44AE-43BC-8C0F-664FB525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Right rotation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DF59-B233-40D6-AFCC-C2205134B25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31/154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46B22-F108-459B-8AC4-A3938FCD9B3E}"/>
              </a:ext>
            </a:extLst>
          </p:cNvPr>
          <p:cNvSpPr txBox="1"/>
          <p:nvPr/>
        </p:nvSpPr>
        <p:spPr>
          <a:xfrm>
            <a:off x="2794876" y="1904771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2F2F"/>
                </a:solidFill>
              </a:rPr>
              <a:t>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068B8C7-D1B2-412B-B9E3-9920BEE88617}"/>
              </a:ext>
            </a:extLst>
          </p:cNvPr>
          <p:cNvCxnSpPr>
            <a:cxnSpLocks/>
          </p:cNvCxnSpPr>
          <p:nvPr/>
        </p:nvCxnSpPr>
        <p:spPr>
          <a:xfrm flipH="1">
            <a:off x="1618384" y="2224104"/>
            <a:ext cx="2037211" cy="21076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771B33DC-1975-4B48-BC46-AB4E1A60D158}"/>
              </a:ext>
            </a:extLst>
          </p:cNvPr>
          <p:cNvSpPr/>
          <p:nvPr/>
        </p:nvSpPr>
        <p:spPr>
          <a:xfrm>
            <a:off x="5531623" y="3792832"/>
            <a:ext cx="740257" cy="461225"/>
          </a:xfrm>
          <a:prstGeom prst="notchedRightArrow">
            <a:avLst/>
          </a:prstGeom>
          <a:solidFill>
            <a:srgbClr val="FFFF00"/>
          </a:solidFill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7E6F2C-E668-4FB6-AC2F-8FA4127665B0}"/>
              </a:ext>
            </a:extLst>
          </p:cNvPr>
          <p:cNvCxnSpPr>
            <a:cxnSpLocks/>
            <a:endCxn id="37" idx="5"/>
          </p:cNvCxnSpPr>
          <p:nvPr/>
        </p:nvCxnSpPr>
        <p:spPr>
          <a:xfrm>
            <a:off x="9149573" y="2476368"/>
            <a:ext cx="1337008" cy="1227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99EC42-F1FB-4E9C-82A3-9872C8837B82}"/>
              </a:ext>
            </a:extLst>
          </p:cNvPr>
          <p:cNvGrpSpPr/>
          <p:nvPr/>
        </p:nvGrpSpPr>
        <p:grpSpPr>
          <a:xfrm>
            <a:off x="8717165" y="2132230"/>
            <a:ext cx="614387" cy="614387"/>
            <a:chOff x="10782573" y="3746338"/>
            <a:chExt cx="435531" cy="435531"/>
          </a:xfrm>
        </p:grpSpPr>
        <p:sp>
          <p:nvSpPr>
            <p:cNvPr id="34" name="Oval 16">
              <a:extLst>
                <a:ext uri="{FF2B5EF4-FFF2-40B4-BE49-F238E27FC236}">
                  <a16:creationId xmlns:a16="http://schemas.microsoft.com/office/drawing/2014/main" id="{7565ABA8-7DD3-4D00-B91B-CA18AD10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484664-3361-4D53-8DB8-F768E13D8D1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751024-232C-4390-8229-3F19E8EB37A2}"/>
              </a:ext>
            </a:extLst>
          </p:cNvPr>
          <p:cNvGrpSpPr/>
          <p:nvPr/>
        </p:nvGrpSpPr>
        <p:grpSpPr>
          <a:xfrm>
            <a:off x="3605950" y="2459265"/>
            <a:ext cx="1206037" cy="2029686"/>
            <a:chOff x="709661" y="3320803"/>
            <a:chExt cx="1206037" cy="2029686"/>
          </a:xfrm>
        </p:grpSpPr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1517BBB8-960C-4920-AB87-A9A8BD141C2A}"/>
                </a:ext>
              </a:extLst>
            </p:cNvPr>
            <p:cNvSpPr/>
            <p:nvPr/>
          </p:nvSpPr>
          <p:spPr>
            <a:xfrm>
              <a:off x="866116" y="3913636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74E6AD-4E8F-4AA5-9959-20FCDFF56757}"/>
                </a:ext>
              </a:extLst>
            </p:cNvPr>
            <p:cNvCxnSpPr>
              <a:cxnSpLocks/>
              <a:stCxn id="8" idx="3"/>
              <a:endCxn id="47" idx="0"/>
            </p:cNvCxnSpPr>
            <p:nvPr/>
          </p:nvCxnSpPr>
          <p:spPr>
            <a:xfrm>
              <a:off x="709661" y="3320803"/>
              <a:ext cx="681246" cy="59283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BD6B24D-B022-4735-A209-9F759C439107}"/>
              </a:ext>
            </a:extLst>
          </p:cNvPr>
          <p:cNvGrpSpPr/>
          <p:nvPr/>
        </p:nvGrpSpPr>
        <p:grpSpPr>
          <a:xfrm>
            <a:off x="2727367" y="3479577"/>
            <a:ext cx="1236456" cy="2005702"/>
            <a:chOff x="2403896" y="3787565"/>
            <a:chExt cx="1236456" cy="2005702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685377-118B-4E8D-870B-4C69D1169C8B}"/>
                </a:ext>
              </a:extLst>
            </p:cNvPr>
            <p:cNvCxnSpPr>
              <a:cxnSpLocks/>
            </p:cNvCxnSpPr>
            <p:nvPr/>
          </p:nvCxnSpPr>
          <p:spPr>
            <a:xfrm>
              <a:off x="2403896" y="3787565"/>
              <a:ext cx="716604" cy="648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6280F699-0EBF-4005-9678-EA19B9E09842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936D916-C106-4231-88F1-52D8221C4C45}"/>
              </a:ext>
            </a:extLst>
          </p:cNvPr>
          <p:cNvGrpSpPr/>
          <p:nvPr/>
        </p:nvGrpSpPr>
        <p:grpSpPr>
          <a:xfrm>
            <a:off x="2261824" y="3063744"/>
            <a:ext cx="614387" cy="614387"/>
            <a:chOff x="10782573" y="3746338"/>
            <a:chExt cx="435531" cy="435531"/>
          </a:xfrm>
        </p:grpSpPr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54DFD91D-EC91-4ABA-A431-3308EAA7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AFB08-BF0C-473A-AFCC-2B2CFE4469B7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16687D-BDD7-4966-8D16-BEB75F0D226F}"/>
              </a:ext>
            </a:extLst>
          </p:cNvPr>
          <p:cNvGrpSpPr/>
          <p:nvPr/>
        </p:nvGrpSpPr>
        <p:grpSpPr>
          <a:xfrm>
            <a:off x="3130921" y="2136683"/>
            <a:ext cx="614387" cy="614387"/>
            <a:chOff x="10782573" y="3746338"/>
            <a:chExt cx="435531" cy="435531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736730A4-E0D5-4411-B792-A9783BFB8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F196A1-E653-40C2-8EB1-8F27C322FF6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1A7256-CDA3-4DF3-B1E2-5AC4B0D781AF}"/>
              </a:ext>
            </a:extLst>
          </p:cNvPr>
          <p:cNvGrpSpPr/>
          <p:nvPr/>
        </p:nvGrpSpPr>
        <p:grpSpPr>
          <a:xfrm>
            <a:off x="459802" y="4504449"/>
            <a:ext cx="1049582" cy="1451688"/>
            <a:chOff x="2625884" y="3804366"/>
            <a:chExt cx="1049582" cy="193294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94387394-FF38-450C-9080-796758656D3A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7675F0-861A-4A3D-A6F1-633F3F13071C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H="1">
              <a:off x="3160457" y="3804366"/>
              <a:ext cx="482264" cy="510627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514480-E5EE-4A59-9DC4-E9A8B3E94613}"/>
              </a:ext>
            </a:extLst>
          </p:cNvPr>
          <p:cNvGrpSpPr/>
          <p:nvPr/>
        </p:nvGrpSpPr>
        <p:grpSpPr>
          <a:xfrm>
            <a:off x="1386664" y="3980037"/>
            <a:ext cx="614387" cy="614387"/>
            <a:chOff x="10782573" y="3746338"/>
            <a:chExt cx="435531" cy="435531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B748B2A7-0C66-4410-AB3C-598EDAD2C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21DE4B-AEB3-448E-86D8-C29453DFC52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13B0014-7089-4EE6-832E-613D84772375}"/>
              </a:ext>
            </a:extLst>
          </p:cNvPr>
          <p:cNvGrpSpPr/>
          <p:nvPr/>
        </p:nvGrpSpPr>
        <p:grpSpPr>
          <a:xfrm>
            <a:off x="6838292" y="3709350"/>
            <a:ext cx="1066726" cy="1603921"/>
            <a:chOff x="924173" y="3333083"/>
            <a:chExt cx="1066726" cy="2001104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1B721E39-FFFB-42A8-8F22-AE5F1F882D25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F265067-0F54-4B3C-B728-042E302B81C5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56E064-05A1-4630-AF23-BD409E893470}"/>
              </a:ext>
            </a:extLst>
          </p:cNvPr>
          <p:cNvGrpSpPr/>
          <p:nvPr/>
        </p:nvGrpSpPr>
        <p:grpSpPr>
          <a:xfrm>
            <a:off x="8035898" y="3673658"/>
            <a:ext cx="1049582" cy="2049916"/>
            <a:chOff x="2590770" y="3743351"/>
            <a:chExt cx="1049582" cy="204991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4C8B8ACD-F1AC-4CAE-A901-0CB53FBD22FC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C3FE43C-4E84-49BB-B898-FE522F1ACF47}"/>
                </a:ext>
              </a:extLst>
            </p:cNvPr>
            <p:cNvCxnSpPr>
              <a:cxnSpLocks/>
            </p:cNvCxnSpPr>
            <p:nvPr/>
          </p:nvCxnSpPr>
          <p:spPr>
            <a:xfrm>
              <a:off x="2752493" y="3743351"/>
              <a:ext cx="363068" cy="5999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5BAA1AF-1533-4B35-A80E-AD4C11AFB578}"/>
              </a:ext>
            </a:extLst>
          </p:cNvPr>
          <p:cNvGrpSpPr/>
          <p:nvPr/>
        </p:nvGrpSpPr>
        <p:grpSpPr>
          <a:xfrm>
            <a:off x="9189396" y="3703893"/>
            <a:ext cx="1049582" cy="2006561"/>
            <a:chOff x="2625884" y="3730751"/>
            <a:chExt cx="1049582" cy="20065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E5715794-09B7-431B-8A39-C8C24F0F0C7F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93F586-DCAE-458A-8510-36C20383603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3160456" y="3730751"/>
              <a:ext cx="328176" cy="584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46F4D72-72F2-4708-A805-436BB97CB81E}"/>
              </a:ext>
            </a:extLst>
          </p:cNvPr>
          <p:cNvGrpSpPr/>
          <p:nvPr/>
        </p:nvGrpSpPr>
        <p:grpSpPr>
          <a:xfrm>
            <a:off x="10344747" y="3673658"/>
            <a:ext cx="1049582" cy="2033904"/>
            <a:chOff x="2625884" y="3703408"/>
            <a:chExt cx="1049582" cy="203390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65A9854F-2CD2-4653-A4BA-DC6FC83FFC9C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AD05DE-6D80-402F-8286-962A9EC6D4D8}"/>
                </a:ext>
              </a:extLst>
            </p:cNvPr>
            <p:cNvCxnSpPr>
              <a:cxnSpLocks/>
            </p:cNvCxnSpPr>
            <p:nvPr/>
          </p:nvCxnSpPr>
          <p:spPr>
            <a:xfrm>
              <a:off x="2695616" y="3703408"/>
              <a:ext cx="445117" cy="5970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49CF8-42C8-4837-8B74-461A9B719DE8}"/>
              </a:ext>
            </a:extLst>
          </p:cNvPr>
          <p:cNvGrpSpPr/>
          <p:nvPr/>
        </p:nvGrpSpPr>
        <p:grpSpPr>
          <a:xfrm>
            <a:off x="9962169" y="3179481"/>
            <a:ext cx="614387" cy="614387"/>
            <a:chOff x="10782573" y="3746338"/>
            <a:chExt cx="435531" cy="435531"/>
          </a:xfrm>
        </p:grpSpPr>
        <p:sp>
          <p:nvSpPr>
            <p:cNvPr id="37" name="Oval 16">
              <a:extLst>
                <a:ext uri="{FF2B5EF4-FFF2-40B4-BE49-F238E27FC236}">
                  <a16:creationId xmlns:a16="http://schemas.microsoft.com/office/drawing/2014/main" id="{B0F6B07D-7226-4A2C-A8E6-FC8D3DF67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EC59C0-8BCC-436B-874C-6025AFFFF5CC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A5B3DA-42FF-4995-9891-DC23AB7B8E2E}"/>
              </a:ext>
            </a:extLst>
          </p:cNvPr>
          <p:cNvGrpSpPr/>
          <p:nvPr/>
        </p:nvGrpSpPr>
        <p:grpSpPr>
          <a:xfrm>
            <a:off x="7731775" y="3162183"/>
            <a:ext cx="614387" cy="614387"/>
            <a:chOff x="10782573" y="3746338"/>
            <a:chExt cx="435531" cy="435531"/>
          </a:xfrm>
        </p:grpSpPr>
        <p:sp>
          <p:nvSpPr>
            <p:cNvPr id="31" name="Oval 16">
              <a:extLst>
                <a:ext uri="{FF2B5EF4-FFF2-40B4-BE49-F238E27FC236}">
                  <a16:creationId xmlns:a16="http://schemas.microsoft.com/office/drawing/2014/main" id="{E82F154F-D209-4611-8A1F-A4FE3772F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D40903-26C4-4041-AB79-0EBDA16CB210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9F2B4A7-C37A-4D2D-95C9-7EAEF58BD524}"/>
              </a:ext>
            </a:extLst>
          </p:cNvPr>
          <p:cNvSpPr txBox="1"/>
          <p:nvPr/>
        </p:nvSpPr>
        <p:spPr>
          <a:xfrm>
            <a:off x="8363419" y="5313271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5E249F9-1BAC-4FE5-9E88-43154DB79A18}"/>
              </a:ext>
            </a:extLst>
          </p:cNvPr>
          <p:cNvSpPr/>
          <p:nvPr/>
        </p:nvSpPr>
        <p:spPr>
          <a:xfrm>
            <a:off x="4814385" y="3122014"/>
            <a:ext cx="2522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Right Rotation at A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77FC31F-37D8-4033-9606-9AD2DCBCC8E6}"/>
              </a:ext>
            </a:extLst>
          </p:cNvPr>
          <p:cNvGrpSpPr/>
          <p:nvPr/>
        </p:nvGrpSpPr>
        <p:grpSpPr>
          <a:xfrm>
            <a:off x="1910818" y="4504449"/>
            <a:ext cx="1049582" cy="1466406"/>
            <a:chOff x="2625884" y="3874885"/>
            <a:chExt cx="1049582" cy="1862427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33568FD6-43C4-4044-B397-1750EC80B82D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CF06B1E-9F96-4802-A49A-5D11FB197466}"/>
                </a:ext>
              </a:extLst>
            </p:cNvPr>
            <p:cNvCxnSpPr>
              <a:cxnSpLocks/>
              <a:stCxn id="13" idx="5"/>
              <a:endCxn id="77" idx="0"/>
            </p:cNvCxnSpPr>
            <p:nvPr/>
          </p:nvCxnSpPr>
          <p:spPr>
            <a:xfrm>
              <a:off x="2626142" y="3874885"/>
              <a:ext cx="524533" cy="42557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4B15CF5-45BC-412B-80A4-259B1B1071AB}"/>
              </a:ext>
            </a:extLst>
          </p:cNvPr>
          <p:cNvGrpSpPr/>
          <p:nvPr/>
        </p:nvGrpSpPr>
        <p:grpSpPr>
          <a:xfrm>
            <a:off x="2103200" y="5883083"/>
            <a:ext cx="533185" cy="890150"/>
            <a:chOff x="4326336" y="5635801"/>
            <a:chExt cx="533185" cy="89015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9CC0CEC-6C0A-4449-AA52-2078549EA9B4}"/>
                </a:ext>
              </a:extLst>
            </p:cNvPr>
            <p:cNvGrpSpPr/>
            <p:nvPr/>
          </p:nvGrpSpPr>
          <p:grpSpPr>
            <a:xfrm>
              <a:off x="4326336" y="5635801"/>
              <a:ext cx="462337" cy="890150"/>
              <a:chOff x="4326336" y="5635801"/>
              <a:chExt cx="462337" cy="890150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AF42EE61-BC60-40F7-BFE2-C8674C10B2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13" b="94818" l="8140" r="89535">
                            <a14:foregroundMark x1="64341" y1="92322" x2="64341" y2="92322"/>
                            <a14:foregroundMark x1="53488" y1="94818" x2="53488" y2="94818"/>
                            <a14:foregroundMark x1="8140" y1="64107" x2="8140" y2="64107"/>
                            <a14:foregroundMark x1="76744" y1="9213" x2="76744" y2="9213"/>
                            <a14:foregroundMark x1="63566" y1="10173" x2="63566" y2="10173"/>
                          </a14:backgroundRemoval>
                        </a14:imgEffect>
                      </a14:imgLayer>
                    </a14:imgProps>
                  </a:ext>
                </a:extLst>
              </a:blip>
              <a:srcRect l="4389"/>
              <a:stretch/>
            </p:blipFill>
            <p:spPr>
              <a:xfrm>
                <a:off x="4512760" y="5635801"/>
                <a:ext cx="241736" cy="510566"/>
              </a:xfrm>
              <a:prstGeom prst="rect">
                <a:avLst/>
              </a:prstGeom>
            </p:spPr>
          </p:pic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A50BEDC8-54FE-44AD-8AEC-424CB52389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5238" y="5722099"/>
                <a:ext cx="113435" cy="0"/>
              </a:xfrm>
              <a:prstGeom prst="line">
                <a:avLst/>
              </a:prstGeom>
              <a:ln w="19050">
                <a:solidFill>
                  <a:srgbClr val="916F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2F5B37B-DAAB-4A18-8E2E-20D350FDAFB7}"/>
                  </a:ext>
                </a:extLst>
              </p:cNvPr>
              <p:cNvSpPr/>
              <p:nvPr/>
            </p:nvSpPr>
            <p:spPr>
              <a:xfrm>
                <a:off x="4326336" y="6063614"/>
                <a:ext cx="462337" cy="46233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7676324-CB01-45E3-9822-71D813E42652}"/>
                  </a:ext>
                </a:extLst>
              </p:cNvPr>
              <p:cNvSpPr txBox="1"/>
              <p:nvPr/>
            </p:nvSpPr>
            <p:spPr>
              <a:xfrm>
                <a:off x="4446609" y="5793723"/>
                <a:ext cx="1426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.</a:t>
                </a:r>
                <a:endParaRPr lang="en-US" dirty="0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202FBB7-C90F-4FF7-A583-1C1E0CD0E953}"/>
                </a:ext>
              </a:extLst>
            </p:cNvPr>
            <p:cNvSpPr txBox="1"/>
            <p:nvPr/>
          </p:nvSpPr>
          <p:spPr>
            <a:xfrm flipH="1">
              <a:off x="4397184" y="6024083"/>
              <a:ext cx="462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9149B65-9C49-4C9B-9A22-CA1DE450881B}"/>
              </a:ext>
            </a:extLst>
          </p:cNvPr>
          <p:cNvCxnSpPr>
            <a:cxnSpLocks/>
          </p:cNvCxnSpPr>
          <p:nvPr/>
        </p:nvCxnSpPr>
        <p:spPr>
          <a:xfrm flipH="1">
            <a:off x="581193" y="2353551"/>
            <a:ext cx="2433038" cy="224087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4560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0F0DC2-B8B6-46A1-879D-5062926BFE1E}"/>
              </a:ext>
            </a:extLst>
          </p:cNvPr>
          <p:cNvCxnSpPr>
            <a:cxnSpLocks/>
          </p:cNvCxnSpPr>
          <p:nvPr/>
        </p:nvCxnSpPr>
        <p:spPr>
          <a:xfrm flipH="1">
            <a:off x="8045238" y="2178006"/>
            <a:ext cx="1141047" cy="1339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21E98C-44AE-43BC-8C0F-664FB525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Right-Left rotation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DF59-B233-40D6-AFCC-C2205134B25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32/154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46B22-F108-459B-8AC4-A3938FCD9B3E}"/>
              </a:ext>
            </a:extLst>
          </p:cNvPr>
          <p:cNvSpPr txBox="1"/>
          <p:nvPr/>
        </p:nvSpPr>
        <p:spPr>
          <a:xfrm>
            <a:off x="1855766" y="1958882"/>
            <a:ext cx="372218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2F2F"/>
                </a:solidFill>
              </a:rPr>
              <a:t>-2</a:t>
            </a:r>
          </a:p>
        </p:txBody>
      </p: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771B33DC-1975-4B48-BC46-AB4E1A60D158}"/>
              </a:ext>
            </a:extLst>
          </p:cNvPr>
          <p:cNvSpPr/>
          <p:nvPr/>
        </p:nvSpPr>
        <p:spPr>
          <a:xfrm>
            <a:off x="5531623" y="3792832"/>
            <a:ext cx="740257" cy="461225"/>
          </a:xfrm>
          <a:prstGeom prst="notchedRightArrow">
            <a:avLst/>
          </a:prstGeom>
          <a:solidFill>
            <a:srgbClr val="FFFF00"/>
          </a:solidFill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7E6F2C-E668-4FB6-AC2F-8FA4127665B0}"/>
              </a:ext>
            </a:extLst>
          </p:cNvPr>
          <p:cNvCxnSpPr>
            <a:cxnSpLocks/>
            <a:endCxn id="37" idx="5"/>
          </p:cNvCxnSpPr>
          <p:nvPr/>
        </p:nvCxnSpPr>
        <p:spPr>
          <a:xfrm>
            <a:off x="9149573" y="2476368"/>
            <a:ext cx="1337008" cy="1227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99EC42-F1FB-4E9C-82A3-9872C8837B82}"/>
              </a:ext>
            </a:extLst>
          </p:cNvPr>
          <p:cNvGrpSpPr/>
          <p:nvPr/>
        </p:nvGrpSpPr>
        <p:grpSpPr>
          <a:xfrm>
            <a:off x="8717165" y="2132230"/>
            <a:ext cx="614387" cy="614387"/>
            <a:chOff x="10782573" y="3746338"/>
            <a:chExt cx="435531" cy="435531"/>
          </a:xfrm>
        </p:grpSpPr>
        <p:sp>
          <p:nvSpPr>
            <p:cNvPr id="34" name="Oval 16">
              <a:extLst>
                <a:ext uri="{FF2B5EF4-FFF2-40B4-BE49-F238E27FC236}">
                  <a16:creationId xmlns:a16="http://schemas.microsoft.com/office/drawing/2014/main" id="{7565ABA8-7DD3-4D00-B91B-CA18AD10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484664-3361-4D53-8DB8-F768E13D8D1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751024-232C-4390-8229-3F19E8EB37A2}"/>
              </a:ext>
            </a:extLst>
          </p:cNvPr>
          <p:cNvGrpSpPr/>
          <p:nvPr/>
        </p:nvGrpSpPr>
        <p:grpSpPr>
          <a:xfrm>
            <a:off x="2771943" y="2349540"/>
            <a:ext cx="2156893" cy="3486271"/>
            <a:chOff x="-231908" y="2364374"/>
            <a:chExt cx="2156893" cy="3486271"/>
          </a:xfrm>
        </p:grpSpPr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1517BBB8-960C-4920-AB87-A9A8BD141C2A}"/>
                </a:ext>
              </a:extLst>
            </p:cNvPr>
            <p:cNvSpPr/>
            <p:nvPr/>
          </p:nvSpPr>
          <p:spPr>
            <a:xfrm>
              <a:off x="904424" y="4120056"/>
              <a:ext cx="1020561" cy="1730589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74E6AD-4E8F-4AA5-9959-20FCDFF56757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-231908" y="2364374"/>
              <a:ext cx="1622336" cy="175568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BD6B24D-B022-4735-A209-9F759C439107}"/>
              </a:ext>
            </a:extLst>
          </p:cNvPr>
          <p:cNvGrpSpPr/>
          <p:nvPr/>
        </p:nvGrpSpPr>
        <p:grpSpPr>
          <a:xfrm>
            <a:off x="2690815" y="4105222"/>
            <a:ext cx="1147729" cy="1730589"/>
            <a:chOff x="2492623" y="3576370"/>
            <a:chExt cx="1147729" cy="2216897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6280F699-0EBF-4005-9678-EA19B9E09842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685377-118B-4E8D-870B-4C69D1169C8B}"/>
                </a:ext>
              </a:extLst>
            </p:cNvPr>
            <p:cNvCxnSpPr>
              <a:cxnSpLocks/>
              <a:stCxn id="14" idx="0"/>
              <a:endCxn id="48" idx="0"/>
            </p:cNvCxnSpPr>
            <p:nvPr/>
          </p:nvCxnSpPr>
          <p:spPr>
            <a:xfrm>
              <a:off x="2492623" y="3576370"/>
              <a:ext cx="622938" cy="7800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B16687D-BDD7-4966-8D16-BEB75F0D226F}"/>
              </a:ext>
            </a:extLst>
          </p:cNvPr>
          <p:cNvGrpSpPr/>
          <p:nvPr/>
        </p:nvGrpSpPr>
        <p:grpSpPr>
          <a:xfrm>
            <a:off x="2297824" y="2026958"/>
            <a:ext cx="614387" cy="614387"/>
            <a:chOff x="10782573" y="3746338"/>
            <a:chExt cx="435531" cy="435531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736730A4-E0D5-4411-B792-A9783BFB8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F196A1-E653-40C2-8EB1-8F27C322FF6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1A7256-CDA3-4DF3-B1E2-5AC4B0D781AF}"/>
              </a:ext>
            </a:extLst>
          </p:cNvPr>
          <p:cNvGrpSpPr/>
          <p:nvPr/>
        </p:nvGrpSpPr>
        <p:grpSpPr>
          <a:xfrm>
            <a:off x="354714" y="2334152"/>
            <a:ext cx="1943110" cy="3133427"/>
            <a:chOff x="2625884" y="3698171"/>
            <a:chExt cx="1943110" cy="203914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94387394-FF38-450C-9080-796758656D3A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7675F0-861A-4A3D-A6F1-633F3F13071C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3160456" y="3698171"/>
              <a:ext cx="1408538" cy="61682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3F9311C-BFB4-432C-B04F-FBBFA2E48028}"/>
              </a:ext>
            </a:extLst>
          </p:cNvPr>
          <p:cNvGrpSpPr/>
          <p:nvPr/>
        </p:nvGrpSpPr>
        <p:grpSpPr>
          <a:xfrm>
            <a:off x="1353669" y="4305278"/>
            <a:ext cx="1159052" cy="1530534"/>
            <a:chOff x="2888564" y="3897106"/>
            <a:chExt cx="1159052" cy="198735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E4D1CB04-C50F-43A1-9C16-0A836119FA9A}"/>
                </a:ext>
              </a:extLst>
            </p:cNvPr>
            <p:cNvSpPr/>
            <p:nvPr/>
          </p:nvSpPr>
          <p:spPr>
            <a:xfrm>
              <a:off x="2888564" y="4447604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421ACA6-0BB9-4897-BC69-C5D80EC28592}"/>
                </a:ext>
              </a:extLst>
            </p:cNvPr>
            <p:cNvCxnSpPr>
              <a:cxnSpLocks/>
              <a:stCxn id="14" idx="1"/>
              <a:endCxn id="60" idx="0"/>
            </p:cNvCxnSpPr>
            <p:nvPr/>
          </p:nvCxnSpPr>
          <p:spPr>
            <a:xfrm flipH="1">
              <a:off x="3413355" y="3897106"/>
              <a:ext cx="634261" cy="55049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13B0014-7089-4EE6-832E-613D84772375}"/>
              </a:ext>
            </a:extLst>
          </p:cNvPr>
          <p:cNvGrpSpPr/>
          <p:nvPr/>
        </p:nvGrpSpPr>
        <p:grpSpPr>
          <a:xfrm>
            <a:off x="6838292" y="3709350"/>
            <a:ext cx="1066726" cy="2001104"/>
            <a:chOff x="924173" y="3333083"/>
            <a:chExt cx="1066726" cy="2001104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1B721E39-FFFB-42A8-8F22-AE5F1F882D25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F265067-0F54-4B3C-B728-042E302B81C5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56E064-05A1-4630-AF23-BD409E893470}"/>
              </a:ext>
            </a:extLst>
          </p:cNvPr>
          <p:cNvGrpSpPr/>
          <p:nvPr/>
        </p:nvGrpSpPr>
        <p:grpSpPr>
          <a:xfrm>
            <a:off x="8035898" y="3673658"/>
            <a:ext cx="1049582" cy="2049916"/>
            <a:chOff x="2590770" y="3743351"/>
            <a:chExt cx="1049582" cy="204991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4C8B8ACD-F1AC-4CAE-A901-0CB53FBD22FC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C3FE43C-4E84-49BB-B898-FE522F1ACF47}"/>
                </a:ext>
              </a:extLst>
            </p:cNvPr>
            <p:cNvCxnSpPr>
              <a:cxnSpLocks/>
            </p:cNvCxnSpPr>
            <p:nvPr/>
          </p:nvCxnSpPr>
          <p:spPr>
            <a:xfrm>
              <a:off x="2752493" y="3743351"/>
              <a:ext cx="363068" cy="5999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5BAA1AF-1533-4B35-A80E-AD4C11AFB578}"/>
              </a:ext>
            </a:extLst>
          </p:cNvPr>
          <p:cNvGrpSpPr/>
          <p:nvPr/>
        </p:nvGrpSpPr>
        <p:grpSpPr>
          <a:xfrm>
            <a:off x="9189396" y="3703893"/>
            <a:ext cx="1049582" cy="1463525"/>
            <a:chOff x="2625884" y="3730751"/>
            <a:chExt cx="1049582" cy="20065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E5715794-09B7-431B-8A39-C8C24F0F0C7F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93F586-DCAE-458A-8510-36C20383603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3160456" y="3730751"/>
              <a:ext cx="328176" cy="584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46F4D72-72F2-4708-A805-436BB97CB81E}"/>
              </a:ext>
            </a:extLst>
          </p:cNvPr>
          <p:cNvGrpSpPr/>
          <p:nvPr/>
        </p:nvGrpSpPr>
        <p:grpSpPr>
          <a:xfrm>
            <a:off x="10344747" y="3673658"/>
            <a:ext cx="1049582" cy="2033904"/>
            <a:chOff x="2625884" y="3703408"/>
            <a:chExt cx="1049582" cy="203390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65A9854F-2CD2-4653-A4BA-DC6FC83FFC9C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AD05DE-6D80-402F-8286-962A9EC6D4D8}"/>
                </a:ext>
              </a:extLst>
            </p:cNvPr>
            <p:cNvCxnSpPr>
              <a:cxnSpLocks/>
            </p:cNvCxnSpPr>
            <p:nvPr/>
          </p:nvCxnSpPr>
          <p:spPr>
            <a:xfrm>
              <a:off x="2695616" y="3703408"/>
              <a:ext cx="445117" cy="5970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49CF8-42C8-4837-8B74-461A9B719DE8}"/>
              </a:ext>
            </a:extLst>
          </p:cNvPr>
          <p:cNvGrpSpPr/>
          <p:nvPr/>
        </p:nvGrpSpPr>
        <p:grpSpPr>
          <a:xfrm>
            <a:off x="9962169" y="3179481"/>
            <a:ext cx="614387" cy="614387"/>
            <a:chOff x="10782573" y="3746338"/>
            <a:chExt cx="435531" cy="435531"/>
          </a:xfrm>
        </p:grpSpPr>
        <p:sp>
          <p:nvSpPr>
            <p:cNvPr id="37" name="Oval 16">
              <a:extLst>
                <a:ext uri="{FF2B5EF4-FFF2-40B4-BE49-F238E27FC236}">
                  <a16:creationId xmlns:a16="http://schemas.microsoft.com/office/drawing/2014/main" id="{B0F6B07D-7226-4A2C-A8E6-FC8D3DF67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EC59C0-8BCC-436B-874C-6025AFFFF5CC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A5B3DA-42FF-4995-9891-DC23AB7B8E2E}"/>
              </a:ext>
            </a:extLst>
          </p:cNvPr>
          <p:cNvGrpSpPr/>
          <p:nvPr/>
        </p:nvGrpSpPr>
        <p:grpSpPr>
          <a:xfrm>
            <a:off x="7731775" y="3162183"/>
            <a:ext cx="614387" cy="614387"/>
            <a:chOff x="10782573" y="3746338"/>
            <a:chExt cx="435531" cy="435531"/>
          </a:xfrm>
        </p:grpSpPr>
        <p:sp>
          <p:nvSpPr>
            <p:cNvPr id="31" name="Oval 16">
              <a:extLst>
                <a:ext uri="{FF2B5EF4-FFF2-40B4-BE49-F238E27FC236}">
                  <a16:creationId xmlns:a16="http://schemas.microsoft.com/office/drawing/2014/main" id="{E82F154F-D209-4611-8A1F-A4FE3772F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D40903-26C4-4041-AB79-0EBDA16CB21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42A1827-D877-4E59-87CE-EB0F2D719FFE}"/>
              </a:ext>
            </a:extLst>
          </p:cNvPr>
          <p:cNvCxnSpPr>
            <a:cxnSpLocks/>
          </p:cNvCxnSpPr>
          <p:nvPr/>
        </p:nvCxnSpPr>
        <p:spPr>
          <a:xfrm flipH="1">
            <a:off x="2543028" y="3247138"/>
            <a:ext cx="945510" cy="1128821"/>
          </a:xfrm>
          <a:prstGeom prst="line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936D916-C106-4231-88F1-52D8221C4C45}"/>
              </a:ext>
            </a:extLst>
          </p:cNvPr>
          <p:cNvGrpSpPr/>
          <p:nvPr/>
        </p:nvGrpSpPr>
        <p:grpSpPr>
          <a:xfrm>
            <a:off x="3243250" y="2955333"/>
            <a:ext cx="614387" cy="614387"/>
            <a:chOff x="10782573" y="3746338"/>
            <a:chExt cx="435531" cy="435531"/>
          </a:xfrm>
        </p:grpSpPr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54DFD91D-EC91-4ABA-A431-3308EAA7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AFB08-BF0C-473A-AFCC-2B2CFE4469B7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514480-E5EE-4A59-9DC4-E9A8B3E94613}"/>
              </a:ext>
            </a:extLst>
          </p:cNvPr>
          <p:cNvGrpSpPr/>
          <p:nvPr/>
        </p:nvGrpSpPr>
        <p:grpSpPr>
          <a:xfrm>
            <a:off x="2408305" y="3982695"/>
            <a:ext cx="614387" cy="614387"/>
            <a:chOff x="10782573" y="3746338"/>
            <a:chExt cx="435531" cy="435531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B748B2A7-0C66-4410-AB3C-598EDAD2C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21DE4B-AEB3-448E-86D8-C29453DFC52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D4DFF03-DA96-4095-842D-BEE415FBBF97}"/>
              </a:ext>
            </a:extLst>
          </p:cNvPr>
          <p:cNvSpPr txBox="1"/>
          <p:nvPr/>
        </p:nvSpPr>
        <p:spPr>
          <a:xfrm>
            <a:off x="8385801" y="5312591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F3C9B36-4136-4815-A5A5-C7B0105DBA86}"/>
              </a:ext>
            </a:extLst>
          </p:cNvPr>
          <p:cNvGrpSpPr/>
          <p:nvPr/>
        </p:nvGrpSpPr>
        <p:grpSpPr>
          <a:xfrm>
            <a:off x="1466467" y="5751568"/>
            <a:ext cx="533185" cy="890150"/>
            <a:chOff x="4326336" y="5635801"/>
            <a:chExt cx="533185" cy="89015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61BAA69-00AB-4A90-8BDF-4383FF0B5F45}"/>
                </a:ext>
              </a:extLst>
            </p:cNvPr>
            <p:cNvGrpSpPr/>
            <p:nvPr/>
          </p:nvGrpSpPr>
          <p:grpSpPr>
            <a:xfrm>
              <a:off x="4326336" y="5635801"/>
              <a:ext cx="462337" cy="890150"/>
              <a:chOff x="4326336" y="5635801"/>
              <a:chExt cx="462337" cy="890150"/>
            </a:xfrm>
          </p:grpSpPr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3886DC8A-8E7E-40B3-983C-5A990261B7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13" b="94818" l="8140" r="89535">
                            <a14:foregroundMark x1="64341" y1="92322" x2="64341" y2="92322"/>
                            <a14:foregroundMark x1="53488" y1="94818" x2="53488" y2="94818"/>
                            <a14:foregroundMark x1="8140" y1="64107" x2="8140" y2="64107"/>
                            <a14:foregroundMark x1="76744" y1="9213" x2="76744" y2="9213"/>
                            <a14:foregroundMark x1="63566" y1="10173" x2="63566" y2="10173"/>
                          </a14:backgroundRemoval>
                        </a14:imgEffect>
                      </a14:imgLayer>
                    </a14:imgProps>
                  </a:ext>
                </a:extLst>
              </a:blip>
              <a:srcRect l="4389"/>
              <a:stretch/>
            </p:blipFill>
            <p:spPr>
              <a:xfrm>
                <a:off x="4512760" y="5635801"/>
                <a:ext cx="241736" cy="510566"/>
              </a:xfrm>
              <a:prstGeom prst="rect">
                <a:avLst/>
              </a:prstGeom>
            </p:spPr>
          </p:pic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29B846B-75FE-4956-8FC6-913EFCF883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5238" y="5722099"/>
                <a:ext cx="113435" cy="0"/>
              </a:xfrm>
              <a:prstGeom prst="line">
                <a:avLst/>
              </a:prstGeom>
              <a:ln w="19050">
                <a:solidFill>
                  <a:srgbClr val="916F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C5B342A5-7DF0-4008-933C-E7294E1915C1}"/>
                  </a:ext>
                </a:extLst>
              </p:cNvPr>
              <p:cNvSpPr/>
              <p:nvPr/>
            </p:nvSpPr>
            <p:spPr>
              <a:xfrm>
                <a:off x="4326336" y="6063614"/>
                <a:ext cx="462337" cy="46233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AAA7B7-30A0-4FFC-9B5A-61CFFA6A9C28}"/>
                  </a:ext>
                </a:extLst>
              </p:cNvPr>
              <p:cNvSpPr txBox="1"/>
              <p:nvPr/>
            </p:nvSpPr>
            <p:spPr>
              <a:xfrm>
                <a:off x="4446609" y="5793723"/>
                <a:ext cx="1426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.</a:t>
                </a:r>
                <a:endParaRPr lang="en-US" dirty="0"/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F37FD5-49B3-4752-8C07-41534E1DA6EA}"/>
                </a:ext>
              </a:extLst>
            </p:cNvPr>
            <p:cNvSpPr txBox="1"/>
            <p:nvPr/>
          </p:nvSpPr>
          <p:spPr>
            <a:xfrm flipH="1">
              <a:off x="4397184" y="6024083"/>
              <a:ext cx="462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D90A6A3-12B9-4EFD-B6C6-FCA47B372816}"/>
              </a:ext>
            </a:extLst>
          </p:cNvPr>
          <p:cNvSpPr/>
          <p:nvPr/>
        </p:nvSpPr>
        <p:spPr>
          <a:xfrm>
            <a:off x="2932043" y="2107096"/>
            <a:ext cx="1133061" cy="2037521"/>
          </a:xfrm>
          <a:custGeom>
            <a:avLst/>
            <a:gdLst>
              <a:gd name="connsiteX0" fmla="*/ 0 w 1133061"/>
              <a:gd name="connsiteY0" fmla="*/ 0 h 2037521"/>
              <a:gd name="connsiteX1" fmla="*/ 1133061 w 1133061"/>
              <a:gd name="connsiteY1" fmla="*/ 1133061 h 2037521"/>
              <a:gd name="connsiteX2" fmla="*/ 188844 w 1133061"/>
              <a:gd name="connsiteY2" fmla="*/ 2037521 h 2037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061" h="2037521">
                <a:moveTo>
                  <a:pt x="0" y="0"/>
                </a:moveTo>
                <a:lnTo>
                  <a:pt x="1133061" y="1133061"/>
                </a:lnTo>
                <a:lnTo>
                  <a:pt x="188844" y="2037521"/>
                </a:lnTo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70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0F0DC2-B8B6-46A1-879D-5062926BFE1E}"/>
              </a:ext>
            </a:extLst>
          </p:cNvPr>
          <p:cNvCxnSpPr>
            <a:cxnSpLocks/>
          </p:cNvCxnSpPr>
          <p:nvPr/>
        </p:nvCxnSpPr>
        <p:spPr>
          <a:xfrm flipH="1">
            <a:off x="8045238" y="2178006"/>
            <a:ext cx="1141047" cy="13398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21E98C-44AE-43BC-8C0F-664FB525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Left-Right Rotation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5DF59-B233-40D6-AFCC-C2205134B25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33/154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946B22-F108-459B-8AC4-A3938FCD9B3E}"/>
              </a:ext>
            </a:extLst>
          </p:cNvPr>
          <p:cNvSpPr txBox="1"/>
          <p:nvPr/>
        </p:nvSpPr>
        <p:spPr>
          <a:xfrm>
            <a:off x="2040173" y="1947564"/>
            <a:ext cx="30168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2F2F"/>
                </a:solidFill>
              </a:rPr>
              <a:t>2</a:t>
            </a:r>
          </a:p>
        </p:txBody>
      </p: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771B33DC-1975-4B48-BC46-AB4E1A60D158}"/>
              </a:ext>
            </a:extLst>
          </p:cNvPr>
          <p:cNvSpPr/>
          <p:nvPr/>
        </p:nvSpPr>
        <p:spPr>
          <a:xfrm>
            <a:off x="5355743" y="3673658"/>
            <a:ext cx="740257" cy="461225"/>
          </a:xfrm>
          <a:prstGeom prst="notchedRightArrow">
            <a:avLst/>
          </a:prstGeom>
          <a:solidFill>
            <a:srgbClr val="FFFF00"/>
          </a:solidFill>
          <a:ln w="2540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7E6F2C-E668-4FB6-AC2F-8FA4127665B0}"/>
              </a:ext>
            </a:extLst>
          </p:cNvPr>
          <p:cNvCxnSpPr>
            <a:cxnSpLocks/>
            <a:endCxn id="37" idx="5"/>
          </p:cNvCxnSpPr>
          <p:nvPr/>
        </p:nvCxnSpPr>
        <p:spPr>
          <a:xfrm>
            <a:off x="9149573" y="2476368"/>
            <a:ext cx="1337008" cy="12275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99EC42-F1FB-4E9C-82A3-9872C8837B82}"/>
              </a:ext>
            </a:extLst>
          </p:cNvPr>
          <p:cNvGrpSpPr/>
          <p:nvPr/>
        </p:nvGrpSpPr>
        <p:grpSpPr>
          <a:xfrm>
            <a:off x="8717165" y="2132230"/>
            <a:ext cx="614387" cy="614387"/>
            <a:chOff x="10782573" y="3746338"/>
            <a:chExt cx="435531" cy="435531"/>
          </a:xfrm>
        </p:grpSpPr>
        <p:sp>
          <p:nvSpPr>
            <p:cNvPr id="34" name="Oval 16">
              <a:extLst>
                <a:ext uri="{FF2B5EF4-FFF2-40B4-BE49-F238E27FC236}">
                  <a16:creationId xmlns:a16="http://schemas.microsoft.com/office/drawing/2014/main" id="{7565ABA8-7DD3-4D00-B91B-CA18AD10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484664-3361-4D53-8DB8-F768E13D8D1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D751024-232C-4390-8229-3F19E8EB37A2}"/>
              </a:ext>
            </a:extLst>
          </p:cNvPr>
          <p:cNvGrpSpPr/>
          <p:nvPr/>
        </p:nvGrpSpPr>
        <p:grpSpPr>
          <a:xfrm>
            <a:off x="3036950" y="2476368"/>
            <a:ext cx="1611715" cy="2803689"/>
            <a:chOff x="127859" y="3535139"/>
            <a:chExt cx="1797127" cy="2021770"/>
          </a:xfrm>
        </p:grpSpPr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1517BBB8-960C-4920-AB87-A9A8BD141C2A}"/>
                </a:ext>
              </a:extLst>
            </p:cNvPr>
            <p:cNvSpPr/>
            <p:nvPr/>
          </p:nvSpPr>
          <p:spPr>
            <a:xfrm>
              <a:off x="875404" y="4120056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C74E6AD-4E8F-4AA5-9959-20FCDFF56757}"/>
                </a:ext>
              </a:extLst>
            </p:cNvPr>
            <p:cNvCxnSpPr>
              <a:cxnSpLocks/>
            </p:cNvCxnSpPr>
            <p:nvPr/>
          </p:nvCxnSpPr>
          <p:spPr>
            <a:xfrm>
              <a:off x="127859" y="3535139"/>
              <a:ext cx="1262569" cy="58491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BD6B24D-B022-4735-A209-9F759C439107}"/>
              </a:ext>
            </a:extLst>
          </p:cNvPr>
          <p:cNvGrpSpPr/>
          <p:nvPr/>
        </p:nvGrpSpPr>
        <p:grpSpPr>
          <a:xfrm>
            <a:off x="2762369" y="4094470"/>
            <a:ext cx="1049582" cy="1702316"/>
            <a:chOff x="2564177" y="3565618"/>
            <a:chExt cx="1049582" cy="1702316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6280F699-0EBF-4005-9678-EA19B9E09842}"/>
                </a:ext>
              </a:extLst>
            </p:cNvPr>
            <p:cNvSpPr/>
            <p:nvPr/>
          </p:nvSpPr>
          <p:spPr>
            <a:xfrm>
              <a:off x="2564177" y="4180176"/>
              <a:ext cx="1049582" cy="1087758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685377-118B-4E8D-870B-4C69D1169C8B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>
              <a:off x="2627350" y="3565618"/>
              <a:ext cx="461618" cy="61455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51A7256-CDA3-4DF3-B1E2-5AC4B0D781AF}"/>
              </a:ext>
            </a:extLst>
          </p:cNvPr>
          <p:cNvGrpSpPr/>
          <p:nvPr/>
        </p:nvGrpSpPr>
        <p:grpSpPr>
          <a:xfrm>
            <a:off x="302902" y="3326474"/>
            <a:ext cx="1065879" cy="2461884"/>
            <a:chOff x="2625884" y="3783730"/>
            <a:chExt cx="1119314" cy="195358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94387394-FF38-450C-9080-796758656D3A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C7675F0-861A-4A3D-A6F1-633F3F130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0455" y="3783730"/>
              <a:ext cx="584743" cy="53126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3F9311C-BFB4-432C-B04F-FBBFA2E48028}"/>
              </a:ext>
            </a:extLst>
          </p:cNvPr>
          <p:cNvGrpSpPr/>
          <p:nvPr/>
        </p:nvGrpSpPr>
        <p:grpSpPr>
          <a:xfrm>
            <a:off x="1353669" y="4075130"/>
            <a:ext cx="1049582" cy="1721656"/>
            <a:chOff x="2888564" y="3666958"/>
            <a:chExt cx="1049582" cy="221749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E4D1CB04-C50F-43A1-9C16-0A836119FA9A}"/>
                </a:ext>
              </a:extLst>
            </p:cNvPr>
            <p:cNvSpPr/>
            <p:nvPr/>
          </p:nvSpPr>
          <p:spPr>
            <a:xfrm>
              <a:off x="2888564" y="4447604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421ACA6-0BB9-4897-BC69-C5D80EC28592}"/>
                </a:ext>
              </a:extLst>
            </p:cNvPr>
            <p:cNvCxnSpPr>
              <a:cxnSpLocks/>
              <a:stCxn id="14" idx="1"/>
              <a:endCxn id="60" idx="0"/>
            </p:cNvCxnSpPr>
            <p:nvPr/>
          </p:nvCxnSpPr>
          <p:spPr>
            <a:xfrm flipH="1">
              <a:off x="3413355" y="3666958"/>
              <a:ext cx="437403" cy="780646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13B0014-7089-4EE6-832E-613D84772375}"/>
              </a:ext>
            </a:extLst>
          </p:cNvPr>
          <p:cNvGrpSpPr/>
          <p:nvPr/>
        </p:nvGrpSpPr>
        <p:grpSpPr>
          <a:xfrm>
            <a:off x="6838292" y="3709350"/>
            <a:ext cx="1066726" cy="2001104"/>
            <a:chOff x="924173" y="3333083"/>
            <a:chExt cx="1066726" cy="2001104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1B721E39-FFFB-42A8-8F22-AE5F1F882D25}"/>
                </a:ext>
              </a:extLst>
            </p:cNvPr>
            <p:cNvSpPr/>
            <p:nvPr/>
          </p:nvSpPr>
          <p:spPr>
            <a:xfrm>
              <a:off x="924173" y="3897334"/>
              <a:ext cx="1049582" cy="1436853"/>
            </a:xfrm>
            <a:prstGeom prst="triangle">
              <a:avLst/>
            </a:prstGeom>
            <a:solidFill>
              <a:srgbClr val="FFDC6D"/>
            </a:solidFill>
            <a:ln w="28575">
              <a:solidFill>
                <a:srgbClr val="E47B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F265067-0F54-4B3C-B728-042E302B81C5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 flipH="1">
              <a:off x="1448964" y="3333083"/>
              <a:ext cx="541935" cy="5642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E56E064-05A1-4630-AF23-BD409E893470}"/>
              </a:ext>
            </a:extLst>
          </p:cNvPr>
          <p:cNvGrpSpPr/>
          <p:nvPr/>
        </p:nvGrpSpPr>
        <p:grpSpPr>
          <a:xfrm>
            <a:off x="8035898" y="3673658"/>
            <a:ext cx="1049582" cy="2049916"/>
            <a:chOff x="2590770" y="3743351"/>
            <a:chExt cx="1049582" cy="204991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4C8B8ACD-F1AC-4CAE-A901-0CB53FBD22FC}"/>
                </a:ext>
              </a:extLst>
            </p:cNvPr>
            <p:cNvSpPr/>
            <p:nvPr/>
          </p:nvSpPr>
          <p:spPr>
            <a:xfrm>
              <a:off x="2590770" y="4356414"/>
              <a:ext cx="1049582" cy="14368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C3FE43C-4E84-49BB-B898-FE522F1ACF47}"/>
                </a:ext>
              </a:extLst>
            </p:cNvPr>
            <p:cNvCxnSpPr>
              <a:cxnSpLocks/>
            </p:cNvCxnSpPr>
            <p:nvPr/>
          </p:nvCxnSpPr>
          <p:spPr>
            <a:xfrm>
              <a:off x="2752493" y="3743351"/>
              <a:ext cx="363068" cy="5999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5BAA1AF-1533-4B35-A80E-AD4C11AFB578}"/>
              </a:ext>
            </a:extLst>
          </p:cNvPr>
          <p:cNvGrpSpPr/>
          <p:nvPr/>
        </p:nvGrpSpPr>
        <p:grpSpPr>
          <a:xfrm>
            <a:off x="9189396" y="3703894"/>
            <a:ext cx="1049582" cy="1553500"/>
            <a:chOff x="2625884" y="3730751"/>
            <a:chExt cx="1049582" cy="200656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E5715794-09B7-431B-8A39-C8C24F0F0C7F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693F586-DCAE-458A-8510-36C20383603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3160456" y="3730751"/>
              <a:ext cx="328176" cy="584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46F4D72-72F2-4708-A805-436BB97CB81E}"/>
              </a:ext>
            </a:extLst>
          </p:cNvPr>
          <p:cNvGrpSpPr/>
          <p:nvPr/>
        </p:nvGrpSpPr>
        <p:grpSpPr>
          <a:xfrm>
            <a:off x="10344747" y="3673658"/>
            <a:ext cx="1049582" cy="2033904"/>
            <a:chOff x="2625884" y="3703408"/>
            <a:chExt cx="1049582" cy="203390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65A9854F-2CD2-4653-A4BA-DC6FC83FFC9C}"/>
                </a:ext>
              </a:extLst>
            </p:cNvPr>
            <p:cNvSpPr/>
            <p:nvPr/>
          </p:nvSpPr>
          <p:spPr>
            <a:xfrm>
              <a:off x="2625884" y="4300459"/>
              <a:ext cx="1049582" cy="1436853"/>
            </a:xfrm>
            <a:prstGeom prst="triangle">
              <a:avLst/>
            </a:prstGeom>
            <a:solidFill>
              <a:srgbClr val="F5EBFF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AD05DE-6D80-402F-8286-962A9EC6D4D8}"/>
                </a:ext>
              </a:extLst>
            </p:cNvPr>
            <p:cNvCxnSpPr>
              <a:cxnSpLocks/>
            </p:cNvCxnSpPr>
            <p:nvPr/>
          </p:nvCxnSpPr>
          <p:spPr>
            <a:xfrm>
              <a:off x="2695616" y="3703408"/>
              <a:ext cx="445117" cy="59705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5A49CF8-42C8-4837-8B74-461A9B719DE8}"/>
              </a:ext>
            </a:extLst>
          </p:cNvPr>
          <p:cNvGrpSpPr/>
          <p:nvPr/>
        </p:nvGrpSpPr>
        <p:grpSpPr>
          <a:xfrm>
            <a:off x="9962169" y="3179481"/>
            <a:ext cx="614387" cy="614387"/>
            <a:chOff x="10782573" y="3746338"/>
            <a:chExt cx="435531" cy="435531"/>
          </a:xfrm>
        </p:grpSpPr>
        <p:sp>
          <p:nvSpPr>
            <p:cNvPr id="37" name="Oval 16">
              <a:extLst>
                <a:ext uri="{FF2B5EF4-FFF2-40B4-BE49-F238E27FC236}">
                  <a16:creationId xmlns:a16="http://schemas.microsoft.com/office/drawing/2014/main" id="{B0F6B07D-7226-4A2C-A8E6-FC8D3DF67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EC59C0-8BCC-436B-874C-6025AFFFF5CC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1A5B3DA-42FF-4995-9891-DC23AB7B8E2E}"/>
              </a:ext>
            </a:extLst>
          </p:cNvPr>
          <p:cNvGrpSpPr/>
          <p:nvPr/>
        </p:nvGrpSpPr>
        <p:grpSpPr>
          <a:xfrm>
            <a:off x="7731775" y="3162183"/>
            <a:ext cx="614387" cy="614387"/>
            <a:chOff x="10782573" y="3746338"/>
            <a:chExt cx="435531" cy="435531"/>
          </a:xfrm>
        </p:grpSpPr>
        <p:sp>
          <p:nvSpPr>
            <p:cNvPr id="31" name="Oval 16">
              <a:extLst>
                <a:ext uri="{FF2B5EF4-FFF2-40B4-BE49-F238E27FC236}">
                  <a16:creationId xmlns:a16="http://schemas.microsoft.com/office/drawing/2014/main" id="{E82F154F-D209-4611-8A1F-A4FE3772F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D40903-26C4-4041-AB79-0EBDA16CB210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42A1827-D877-4E59-87CE-EB0F2D719FFE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348772" y="2269054"/>
            <a:ext cx="1270300" cy="1163590"/>
          </a:xfrm>
          <a:prstGeom prst="line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B16687D-BDD7-4966-8D16-BEB75F0D226F}"/>
              </a:ext>
            </a:extLst>
          </p:cNvPr>
          <p:cNvGrpSpPr/>
          <p:nvPr/>
        </p:nvGrpSpPr>
        <p:grpSpPr>
          <a:xfrm>
            <a:off x="2422563" y="2036426"/>
            <a:ext cx="614387" cy="614387"/>
            <a:chOff x="10782573" y="3746338"/>
            <a:chExt cx="435531" cy="435531"/>
          </a:xfrm>
        </p:grpSpPr>
        <p:sp>
          <p:nvSpPr>
            <p:cNvPr id="7" name="Oval 16">
              <a:extLst>
                <a:ext uri="{FF2B5EF4-FFF2-40B4-BE49-F238E27FC236}">
                  <a16:creationId xmlns:a16="http://schemas.microsoft.com/office/drawing/2014/main" id="{736730A4-E0D5-4411-B792-A9783BFB8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F196A1-E653-40C2-8EB1-8F27C322FF60}"/>
                </a:ext>
              </a:extLst>
            </p:cNvPr>
            <p:cNvSpPr txBox="1"/>
            <p:nvPr/>
          </p:nvSpPr>
          <p:spPr>
            <a:xfrm>
              <a:off x="10856592" y="3833196"/>
              <a:ext cx="262723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D572EF-6132-4E67-9E3B-DCDBC68A3BE9}"/>
              </a:ext>
            </a:extLst>
          </p:cNvPr>
          <p:cNvCxnSpPr>
            <a:cxnSpLocks/>
          </p:cNvCxnSpPr>
          <p:nvPr/>
        </p:nvCxnSpPr>
        <p:spPr>
          <a:xfrm flipH="1" flipV="1">
            <a:off x="1436657" y="3085969"/>
            <a:ext cx="911492" cy="844316"/>
          </a:xfrm>
          <a:prstGeom prst="line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936D916-C106-4231-88F1-52D8221C4C45}"/>
              </a:ext>
            </a:extLst>
          </p:cNvPr>
          <p:cNvGrpSpPr/>
          <p:nvPr/>
        </p:nvGrpSpPr>
        <p:grpSpPr>
          <a:xfrm>
            <a:off x="1258797" y="2908232"/>
            <a:ext cx="614387" cy="614387"/>
            <a:chOff x="10782573" y="3746338"/>
            <a:chExt cx="435531" cy="435531"/>
          </a:xfrm>
        </p:grpSpPr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54DFD91D-EC91-4ABA-A431-3308EAA71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FAFB08-BF0C-473A-AFCC-2B2CFE4469B7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514480-E5EE-4A59-9DC4-E9A8B3E94613}"/>
              </a:ext>
            </a:extLst>
          </p:cNvPr>
          <p:cNvGrpSpPr/>
          <p:nvPr/>
        </p:nvGrpSpPr>
        <p:grpSpPr>
          <a:xfrm>
            <a:off x="2211447" y="3752547"/>
            <a:ext cx="614387" cy="614387"/>
            <a:chOff x="10782573" y="3746338"/>
            <a:chExt cx="435531" cy="435531"/>
          </a:xfrm>
        </p:grpSpPr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B748B2A7-0C66-4410-AB3C-598EDAD2C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573" y="3746338"/>
              <a:ext cx="435531" cy="4355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21DE4B-AEB3-448E-86D8-C29453DFC52A}"/>
                </a:ext>
              </a:extLst>
            </p:cNvPr>
            <p:cNvSpPr txBox="1"/>
            <p:nvPr/>
          </p:nvSpPr>
          <p:spPr>
            <a:xfrm>
              <a:off x="10856592" y="3833196"/>
              <a:ext cx="252497" cy="283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68F7C67-7169-4F97-92A5-EE8D05B376F6}"/>
              </a:ext>
            </a:extLst>
          </p:cNvPr>
          <p:cNvSpPr txBox="1"/>
          <p:nvPr/>
        </p:nvSpPr>
        <p:spPr>
          <a:xfrm>
            <a:off x="8385801" y="5280056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E2523FF-96E5-4B4B-BAC5-D95B065D29BA}"/>
              </a:ext>
            </a:extLst>
          </p:cNvPr>
          <p:cNvGrpSpPr/>
          <p:nvPr/>
        </p:nvGrpSpPr>
        <p:grpSpPr>
          <a:xfrm>
            <a:off x="1466467" y="5715708"/>
            <a:ext cx="533185" cy="890150"/>
            <a:chOff x="4326336" y="5635801"/>
            <a:chExt cx="533185" cy="89015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BC66B9E-9233-4D6C-A06F-8420F2DED560}"/>
                </a:ext>
              </a:extLst>
            </p:cNvPr>
            <p:cNvGrpSpPr/>
            <p:nvPr/>
          </p:nvGrpSpPr>
          <p:grpSpPr>
            <a:xfrm>
              <a:off x="4326336" y="5635801"/>
              <a:ext cx="462337" cy="890150"/>
              <a:chOff x="4326336" y="5635801"/>
              <a:chExt cx="462337" cy="890150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C3637733-C302-4A31-9723-2F0E26AFEB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9213" b="94818" l="8140" r="89535">
                            <a14:foregroundMark x1="64341" y1="92322" x2="64341" y2="92322"/>
                            <a14:foregroundMark x1="53488" y1="94818" x2="53488" y2="94818"/>
                            <a14:foregroundMark x1="8140" y1="64107" x2="8140" y2="64107"/>
                            <a14:foregroundMark x1="76744" y1="9213" x2="76744" y2="9213"/>
                            <a14:foregroundMark x1="63566" y1="10173" x2="63566" y2="10173"/>
                          </a14:backgroundRemoval>
                        </a14:imgEffect>
                      </a14:imgLayer>
                    </a14:imgProps>
                  </a:ext>
                </a:extLst>
              </a:blip>
              <a:srcRect l="4389"/>
              <a:stretch/>
            </p:blipFill>
            <p:spPr>
              <a:xfrm>
                <a:off x="4512760" y="5635801"/>
                <a:ext cx="241736" cy="510566"/>
              </a:xfrm>
              <a:prstGeom prst="rect">
                <a:avLst/>
              </a:prstGeom>
            </p:spPr>
          </p:pic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4BDE9A7-ED8B-4140-9290-F447121332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5238" y="5722099"/>
                <a:ext cx="113435" cy="0"/>
              </a:xfrm>
              <a:prstGeom prst="line">
                <a:avLst/>
              </a:prstGeom>
              <a:ln w="19050">
                <a:solidFill>
                  <a:srgbClr val="916F1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76F372A-1841-4083-A7E5-AFEDCE41A635}"/>
                  </a:ext>
                </a:extLst>
              </p:cNvPr>
              <p:cNvSpPr/>
              <p:nvPr/>
            </p:nvSpPr>
            <p:spPr>
              <a:xfrm>
                <a:off x="4326336" y="6063614"/>
                <a:ext cx="462337" cy="462337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49ACB04A-39C3-4FAB-98EC-8BC7F6E48418}"/>
                  </a:ext>
                </a:extLst>
              </p:cNvPr>
              <p:cNvSpPr txBox="1"/>
              <p:nvPr/>
            </p:nvSpPr>
            <p:spPr>
              <a:xfrm>
                <a:off x="4446609" y="5793723"/>
                <a:ext cx="1426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.</a:t>
                </a:r>
                <a:endParaRPr lang="en-US" dirty="0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F43A7F5-DCE5-4EC2-97B1-0C568891CC77}"/>
                </a:ext>
              </a:extLst>
            </p:cNvPr>
            <p:cNvSpPr txBox="1"/>
            <p:nvPr/>
          </p:nvSpPr>
          <p:spPr>
            <a:xfrm flipH="1">
              <a:off x="4397184" y="6024083"/>
              <a:ext cx="462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356CFED-BDBC-41C7-9048-9C2F8243FA03}"/>
              </a:ext>
            </a:extLst>
          </p:cNvPr>
          <p:cNvSpPr/>
          <p:nvPr/>
        </p:nvSpPr>
        <p:spPr>
          <a:xfrm>
            <a:off x="1113183" y="2365513"/>
            <a:ext cx="983974" cy="1719470"/>
          </a:xfrm>
          <a:custGeom>
            <a:avLst/>
            <a:gdLst>
              <a:gd name="connsiteX0" fmla="*/ 983974 w 983974"/>
              <a:gd name="connsiteY0" fmla="*/ 0 h 1719470"/>
              <a:gd name="connsiteX1" fmla="*/ 0 w 983974"/>
              <a:gd name="connsiteY1" fmla="*/ 735496 h 1719470"/>
              <a:gd name="connsiteX2" fmla="*/ 954156 w 983974"/>
              <a:gd name="connsiteY2" fmla="*/ 1719470 h 171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3974" h="1719470">
                <a:moveTo>
                  <a:pt x="983974" y="0"/>
                </a:moveTo>
                <a:lnTo>
                  <a:pt x="0" y="735496"/>
                </a:lnTo>
                <a:lnTo>
                  <a:pt x="954156" y="1719470"/>
                </a:lnTo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3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34/154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4. Determine the rotation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481FD6A-A47C-4F78-BF6A-5308BF217A34}"/>
              </a:ext>
            </a:extLst>
          </p:cNvPr>
          <p:cNvGrpSpPr/>
          <p:nvPr/>
        </p:nvGrpSpPr>
        <p:grpSpPr>
          <a:xfrm>
            <a:off x="2575383" y="1847706"/>
            <a:ext cx="7352619" cy="4670302"/>
            <a:chOff x="2575383" y="1847706"/>
            <a:chExt cx="7352619" cy="4670302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6926CAA-86C9-4858-B422-8FE0ABD9BDB2}"/>
                </a:ext>
              </a:extLst>
            </p:cNvPr>
            <p:cNvGrpSpPr/>
            <p:nvPr/>
          </p:nvGrpSpPr>
          <p:grpSpPr>
            <a:xfrm>
              <a:off x="2575383" y="1847706"/>
              <a:ext cx="7352619" cy="4670302"/>
              <a:chOff x="2575383" y="1847706"/>
              <a:chExt cx="7352619" cy="4670302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6002FBA-6DBE-49A9-A3EF-CF150C6B9A7A}"/>
                  </a:ext>
                </a:extLst>
              </p:cNvPr>
              <p:cNvSpPr txBox="1"/>
              <p:nvPr/>
            </p:nvSpPr>
            <p:spPr>
              <a:xfrm>
                <a:off x="7094230" y="4802237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  <a:latin typeface="Arial Rounded MT Bold" panose="020F0704030504030204" pitchFamily="34" charset="0"/>
                  </a:rPr>
                  <a:t>x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D777977-B94A-4099-92E8-E56C95ABDF60}"/>
                  </a:ext>
                </a:extLst>
              </p:cNvPr>
              <p:cNvGrpSpPr/>
              <p:nvPr/>
            </p:nvGrpSpPr>
            <p:grpSpPr>
              <a:xfrm>
                <a:off x="2575383" y="1847706"/>
                <a:ext cx="7352619" cy="4255213"/>
                <a:chOff x="2575383" y="1847706"/>
                <a:chExt cx="7352619" cy="4255213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FD5DDED-1B8B-4E9B-A00F-EFE2A4295D00}"/>
                    </a:ext>
                  </a:extLst>
                </p:cNvPr>
                <p:cNvSpPr/>
                <p:nvPr/>
              </p:nvSpPr>
              <p:spPr>
                <a:xfrm>
                  <a:off x="6158584" y="5263379"/>
                  <a:ext cx="429995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48991C0B-B287-4E87-B158-C2D7275F7E07}"/>
                    </a:ext>
                  </a:extLst>
                </p:cNvPr>
                <p:cNvGrpSpPr/>
                <p:nvPr/>
              </p:nvGrpSpPr>
              <p:grpSpPr>
                <a:xfrm>
                  <a:off x="2575383" y="1847706"/>
                  <a:ext cx="7352619" cy="4255213"/>
                  <a:chOff x="2575383" y="1847706"/>
                  <a:chExt cx="7352619" cy="4255213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7FE5FC3A-31F0-42EF-BF75-37BA21FF26DE}"/>
                      </a:ext>
                    </a:extLst>
                  </p:cNvPr>
                  <p:cNvGrpSpPr/>
                  <p:nvPr/>
                </p:nvGrpSpPr>
                <p:grpSpPr>
                  <a:xfrm>
                    <a:off x="2575383" y="1847706"/>
                    <a:ext cx="7352619" cy="4255213"/>
                    <a:chOff x="2312727" y="2394726"/>
                    <a:chExt cx="7352619" cy="4255213"/>
                  </a:xfrm>
                </p:grpSpPr>
                <p:sp>
                  <p:nvSpPr>
                    <p:cNvPr id="106" name="TextBox 105">
                      <a:extLst>
                        <a:ext uri="{FF2B5EF4-FFF2-40B4-BE49-F238E27FC236}">
                          <a16:creationId xmlns:a16="http://schemas.microsoft.com/office/drawing/2014/main" id="{107242B1-10B4-4553-9366-389C3AE930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81082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126A25A8-25FD-4B61-B08E-AFA91EB95D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12727" y="3148849"/>
                      <a:ext cx="399468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-1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4AFB3783-03CA-4966-BE41-89CC8CCCA9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0700" y="4435948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9647DA5B-24B0-4CD2-BEE4-4975D7E083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1377" y="3624943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5A3461EC-19E1-4DEA-9710-9BFEC6A590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3686" y="4616884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1272DA8D-C1EA-42FE-97E8-87CE111EF3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35557" y="545053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C76B4A06-92C6-4E17-A291-837BB2FB7B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67130" y="545143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02754E1C-6487-4F73-8025-4BB6504859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08896" y="628060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99C6A3A8-3134-4A83-B413-8C64FA9E87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4206" y="5952586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665DE939-9197-44CC-B8EC-0B35C872C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86318" y="5457557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8AB62C4D-0C19-46DC-81C0-94E9B44EB0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4180" y="5478345"/>
                      <a:ext cx="322524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B050"/>
                      </a:solidFill>
                    </a:ln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Arial Rounded MT Bold" panose="020F0704030504030204" pitchFamily="34" charset="0"/>
                        </a:rPr>
                        <a:t>0</a:t>
                      </a:r>
                    </a:p>
                  </p:txBody>
                </p:sp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5318A24E-AF2E-4F11-BB51-A4C73262BD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77093" y="2394726"/>
                      <a:ext cx="7088253" cy="3824471"/>
                      <a:chOff x="2454626" y="2321247"/>
                      <a:chExt cx="7088253" cy="3824471"/>
                    </a:xfrm>
                  </p:grpSpPr>
                  <p:cxnSp>
                    <p:nvCxnSpPr>
                      <p:cNvPr id="185" name="Straight Connector 184">
                        <a:extLst>
                          <a:ext uri="{FF2B5EF4-FFF2-40B4-BE49-F238E27FC236}">
                            <a16:creationId xmlns:a16="http://schemas.microsoft.com/office/drawing/2014/main" id="{9CF29A9D-9814-4A49-BA7A-D8C6AADBFE9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873878" y="5402608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Straight Connector 185">
                        <a:extLst>
                          <a:ext uri="{FF2B5EF4-FFF2-40B4-BE49-F238E27FC236}">
                            <a16:creationId xmlns:a16="http://schemas.microsoft.com/office/drawing/2014/main" id="{2EADC70E-BBE1-44DC-B9D2-D651799F5F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053270" y="4566785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Straight Connector 186">
                        <a:extLst>
                          <a:ext uri="{FF2B5EF4-FFF2-40B4-BE49-F238E27FC236}">
                            <a16:creationId xmlns:a16="http://schemas.microsoft.com/office/drawing/2014/main" id="{AB56A120-0907-4967-92D1-9BD393C12A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580796" y="4566785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Straight Connector 187">
                        <a:extLst>
                          <a:ext uri="{FF2B5EF4-FFF2-40B4-BE49-F238E27FC236}">
                            <a16:creationId xmlns:a16="http://schemas.microsoft.com/office/drawing/2014/main" id="{C16829B2-2069-414C-B7C5-0DD7E88905B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28242" y="37035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Straight Connector 188">
                        <a:extLst>
                          <a:ext uri="{FF2B5EF4-FFF2-40B4-BE49-F238E27FC236}">
                            <a16:creationId xmlns:a16="http://schemas.microsoft.com/office/drawing/2014/main" id="{B62D6B30-7277-4D28-B51A-89665F3917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345450" y="5402608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Straight Connector 189">
                        <a:extLst>
                          <a:ext uri="{FF2B5EF4-FFF2-40B4-BE49-F238E27FC236}">
                            <a16:creationId xmlns:a16="http://schemas.microsoft.com/office/drawing/2014/main" id="{5C78FF7E-B8D1-4FA1-8D86-E87AFF2F11A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705102" y="5387222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Straight Connector 190">
                        <a:extLst>
                          <a:ext uri="{FF2B5EF4-FFF2-40B4-BE49-F238E27FC236}">
                            <a16:creationId xmlns:a16="http://schemas.microsoft.com/office/drawing/2014/main" id="{34FA977F-6F7F-45AE-BFE2-6EDFE4F43A0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32628" y="5387222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Straight Connector 191">
                        <a:extLst>
                          <a:ext uri="{FF2B5EF4-FFF2-40B4-BE49-F238E27FC236}">
                            <a16:creationId xmlns:a16="http://schemas.microsoft.com/office/drawing/2014/main" id="{BC2EF9FB-281D-4931-B707-223E36FDA0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588178" y="4482829"/>
                        <a:ext cx="415788" cy="338466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3" name="Straight Connector 192">
                        <a:extLst>
                          <a:ext uri="{FF2B5EF4-FFF2-40B4-BE49-F238E27FC236}">
                            <a16:creationId xmlns:a16="http://schemas.microsoft.com/office/drawing/2014/main" id="{E9F92DFC-6E3B-46D7-B220-8CDDF4401F6B}"/>
                          </a:ext>
                        </a:extLst>
                      </p:cNvPr>
                      <p:cNvCxnSpPr>
                        <a:cxnSpLocks/>
                        <a:endCxn id="209" idx="7"/>
                      </p:cNvCxnSpPr>
                      <p:nvPr/>
                    </p:nvCxnSpPr>
                    <p:spPr>
                      <a:xfrm flipH="1">
                        <a:off x="5817312" y="4512799"/>
                        <a:ext cx="356788" cy="380364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4" name="Straight Connector 193">
                        <a:extLst>
                          <a:ext uri="{FF2B5EF4-FFF2-40B4-BE49-F238E27FC236}">
                            <a16:creationId xmlns:a16="http://schemas.microsoft.com/office/drawing/2014/main" id="{8F93F062-3B35-4546-A49B-40B54CF0681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26776" y="4534499"/>
                        <a:ext cx="250688" cy="350802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5" name="Straight Connector 194">
                        <a:extLst>
                          <a:ext uri="{FF2B5EF4-FFF2-40B4-BE49-F238E27FC236}">
                            <a16:creationId xmlns:a16="http://schemas.microsoft.com/office/drawing/2014/main" id="{31061780-0EC2-4510-8DC1-7B4B9573AE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8554302" y="4534499"/>
                        <a:ext cx="221786" cy="470208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6" name="Straight Connector 195">
                        <a:extLst>
                          <a:ext uri="{FF2B5EF4-FFF2-40B4-BE49-F238E27FC236}">
                            <a16:creationId xmlns:a16="http://schemas.microsoft.com/office/drawing/2014/main" id="{B225E3C2-10B2-4D9D-A993-1D69EF0D183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351156" y="3633421"/>
                        <a:ext cx="464973" cy="437940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7" name="Straight Connector 196">
                        <a:extLst>
                          <a:ext uri="{FF2B5EF4-FFF2-40B4-BE49-F238E27FC236}">
                            <a16:creationId xmlns:a16="http://schemas.microsoft.com/office/drawing/2014/main" id="{489C7CF3-4ADA-4017-B901-9B8571FA4FF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561532" y="3611433"/>
                        <a:ext cx="1213699" cy="602139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" name="Straight Connector 197">
                        <a:extLst>
                          <a:ext uri="{FF2B5EF4-FFF2-40B4-BE49-F238E27FC236}">
                            <a16:creationId xmlns:a16="http://schemas.microsoft.com/office/drawing/2014/main" id="{F387B7BD-3D61-47B0-B785-4867A2B0056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050636" y="2708841"/>
                        <a:ext cx="2784718" cy="656746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9" name="Straight Connector 198">
                        <a:extLst>
                          <a:ext uri="{FF2B5EF4-FFF2-40B4-BE49-F238E27FC236}">
                            <a16:creationId xmlns:a16="http://schemas.microsoft.com/office/drawing/2014/main" id="{D67AA463-69B3-4CF2-8637-A6023C260B6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176598" y="2743420"/>
                        <a:ext cx="1393738" cy="68558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0" name="Oval 16">
                        <a:extLst>
                          <a:ext uri="{FF2B5EF4-FFF2-40B4-BE49-F238E27FC236}">
                            <a16:creationId xmlns:a16="http://schemas.microsoft.com/office/drawing/2014/main" id="{C7E327E3-EDE8-4D67-A79A-D1E570E2A4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27922" y="2321247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1" name="TextBox 200">
                        <a:extLst>
                          <a:ext uri="{FF2B5EF4-FFF2-40B4-BE49-F238E27FC236}">
                            <a16:creationId xmlns:a16="http://schemas.microsoft.com/office/drawing/2014/main" id="{234E3E18-038C-4FFB-8AF9-839D18563E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15552" y="2451096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44</a:t>
                        </a:r>
                      </a:p>
                    </p:txBody>
                  </p:sp>
                  <p:sp>
                    <p:nvSpPr>
                      <p:cNvPr id="202" name="TextBox 201">
                        <a:extLst>
                          <a:ext uri="{FF2B5EF4-FFF2-40B4-BE49-F238E27FC236}">
                            <a16:creationId xmlns:a16="http://schemas.microsoft.com/office/drawing/2014/main" id="{7942922A-F9E8-4C9B-926E-C794FA2D5EC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0294" y="3294744"/>
                        <a:ext cx="428322" cy="33855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1600" b="1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15</a:t>
                        </a:r>
                      </a:p>
                    </p:txBody>
                  </p:sp>
                  <p:sp>
                    <p:nvSpPr>
                      <p:cNvPr id="203" name="Rectangle 202">
                        <a:extLst>
                          <a:ext uri="{FF2B5EF4-FFF2-40B4-BE49-F238E27FC236}">
                            <a16:creationId xmlns:a16="http://schemas.microsoft.com/office/drawing/2014/main" id="{273B185E-6266-4034-B47C-C0FB0A7F34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54626" y="410409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04" name="Oval 16">
                        <a:extLst>
                          <a:ext uri="{FF2B5EF4-FFF2-40B4-BE49-F238E27FC236}">
                            <a16:creationId xmlns:a16="http://schemas.microsoft.com/office/drawing/2014/main" id="{0AC98B3D-E39A-43AE-B12B-650A23374EB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758512" y="313267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5" name="Oval 16">
                        <a:extLst>
                          <a:ext uri="{FF2B5EF4-FFF2-40B4-BE49-F238E27FC236}">
                            <a16:creationId xmlns:a16="http://schemas.microsoft.com/office/drawing/2014/main" id="{35EC1215-89E8-4144-A861-93F1D11F46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723572" y="3135263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00B0F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6" name="Oval 16">
                        <a:extLst>
                          <a:ext uri="{FF2B5EF4-FFF2-40B4-BE49-F238E27FC236}">
                            <a16:creationId xmlns:a16="http://schemas.microsoft.com/office/drawing/2014/main" id="{C54B7C5A-33F7-48D1-A011-26B565579F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11947" y="3975894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7" name="Oval 16">
                        <a:extLst>
                          <a:ext uri="{FF2B5EF4-FFF2-40B4-BE49-F238E27FC236}">
                            <a16:creationId xmlns:a16="http://schemas.microsoft.com/office/drawing/2014/main" id="{A58E419F-E154-4177-8560-183E2C2C4B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063344" y="3967730"/>
                        <a:ext cx="651887" cy="651887"/>
                      </a:xfrm>
                      <a:prstGeom prst="ellipse">
                        <a:avLst/>
                      </a:prstGeom>
                      <a:solidFill>
                        <a:srgbClr val="FF9900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8" name="Oval 16">
                        <a:extLst>
                          <a:ext uri="{FF2B5EF4-FFF2-40B4-BE49-F238E27FC236}">
                            <a16:creationId xmlns:a16="http://schemas.microsoft.com/office/drawing/2014/main" id="{0CEB0A87-708A-4A6A-A198-680B6588E5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547397" y="3962950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09" name="Oval 16">
                        <a:extLst>
                          <a:ext uri="{FF2B5EF4-FFF2-40B4-BE49-F238E27FC236}">
                            <a16:creationId xmlns:a16="http://schemas.microsoft.com/office/drawing/2014/main" id="{D3CA4C0F-7F0C-4A02-9BE8-697E9DD1CD3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60892" y="4797696"/>
                        <a:ext cx="651887" cy="65188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 sz="1600" dirty="0">
                          <a:solidFill>
                            <a:prstClr val="black"/>
                          </a:solidFill>
                          <a:latin typeface="Arial Rounded MT Bold" panose="020F0704030504030204" pitchFamily="34" charset="0"/>
                        </a:endParaRPr>
                      </a:p>
                    </p:txBody>
                  </p:sp>
                  <p:sp>
                    <p:nvSpPr>
                      <p:cNvPr id="210" name="Rectangle 209">
                        <a:extLst>
                          <a:ext uri="{FF2B5EF4-FFF2-40B4-BE49-F238E27FC236}">
                            <a16:creationId xmlns:a16="http://schemas.microsoft.com/office/drawing/2014/main" id="{795E9DEA-F433-404C-A56C-524886E46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4123" y="4922341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1" name="Rectangle 210">
                        <a:extLst>
                          <a:ext uri="{FF2B5EF4-FFF2-40B4-BE49-F238E27FC236}">
                            <a16:creationId xmlns:a16="http://schemas.microsoft.com/office/drawing/2014/main" id="{35C75FA0-B212-4FC5-9E50-22943B60DA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18351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2" name="Rectangle 211">
                        <a:extLst>
                          <a:ext uri="{FF2B5EF4-FFF2-40B4-BE49-F238E27FC236}">
                            <a16:creationId xmlns:a16="http://schemas.microsoft.com/office/drawing/2014/main" id="{83B44AAE-2116-453E-8904-B25160D8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07348" y="4914177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3" name="Rectangle 212">
                        <a:extLst>
                          <a:ext uri="{FF2B5EF4-FFF2-40B4-BE49-F238E27FC236}">
                            <a16:creationId xmlns:a16="http://schemas.microsoft.com/office/drawing/2014/main" id="{249003EF-C3AE-46D5-9D38-BA35CCF08B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47348" y="4906013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4" name="Rectangle 213">
                        <a:extLst>
                          <a:ext uri="{FF2B5EF4-FFF2-40B4-BE49-F238E27FC236}">
                            <a16:creationId xmlns:a16="http://schemas.microsoft.com/office/drawing/2014/main" id="{F8A978EF-969B-4932-8937-AF46602D8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48178" y="5690827"/>
                        <a:ext cx="435531" cy="45489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5" name="Rectangle 214">
                        <a:extLst>
                          <a:ext uri="{FF2B5EF4-FFF2-40B4-BE49-F238E27FC236}">
                            <a16:creationId xmlns:a16="http://schemas.microsoft.com/office/drawing/2014/main" id="{A7126381-4EA1-4871-80B8-0AD7FF91C0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29926" y="5736920"/>
                        <a:ext cx="435531" cy="4025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216" name="Straight Connector 215">
                        <a:extLst>
                          <a:ext uri="{FF2B5EF4-FFF2-40B4-BE49-F238E27FC236}">
                            <a16:creationId xmlns:a16="http://schemas.microsoft.com/office/drawing/2014/main" id="{A13BDFC6-69BD-4FD0-9746-24D03A8BDE23}"/>
                          </a:ext>
                        </a:extLst>
                      </p:cNvPr>
                      <p:cNvCxnSpPr>
                        <a:cxnSpLocks/>
                        <a:stCxn id="204" idx="5"/>
                        <a:endCxn id="206" idx="1"/>
                      </p:cNvCxnSpPr>
                      <p:nvPr/>
                    </p:nvCxnSpPr>
                    <p:spPr>
                      <a:xfrm>
                        <a:off x="3314932" y="3689090"/>
                        <a:ext cx="392482" cy="382271"/>
                      </a:xfrm>
                      <a:prstGeom prst="line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17" name="TextBox 216">
                        <a:extLst>
                          <a:ext uri="{FF2B5EF4-FFF2-40B4-BE49-F238E27FC236}">
                            <a16:creationId xmlns:a16="http://schemas.microsoft.com/office/drawing/2014/main" id="{8EA1AD4E-6C23-41D0-8C02-C46926C18B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1857" y="327660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17</a:t>
                        </a:r>
                      </a:p>
                    </p:txBody>
                  </p:sp>
                  <p:sp>
                    <p:nvSpPr>
                      <p:cNvPr id="218" name="TextBox 217">
                        <a:extLst>
                          <a:ext uri="{FF2B5EF4-FFF2-40B4-BE49-F238E27FC236}">
                            <a16:creationId xmlns:a16="http://schemas.microsoft.com/office/drawing/2014/main" id="{C8B8B994-3137-4850-8489-A6ABEF5B73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706917" y="4108779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32</a:t>
                        </a:r>
                      </a:p>
                    </p:txBody>
                  </p:sp>
                  <p:sp>
                    <p:nvSpPr>
                      <p:cNvPr id="219" name="TextBox 218">
                        <a:extLst>
                          <a:ext uri="{FF2B5EF4-FFF2-40B4-BE49-F238E27FC236}">
                            <a16:creationId xmlns:a16="http://schemas.microsoft.com/office/drawing/2014/main" id="{359CAEAC-41C3-4407-A4A9-1562530363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4897" y="3243710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78</a:t>
                        </a:r>
                      </a:p>
                    </p:txBody>
                  </p:sp>
                  <p:sp>
                    <p:nvSpPr>
                      <p:cNvPr id="220" name="TextBox 219">
                        <a:extLst>
                          <a:ext uri="{FF2B5EF4-FFF2-40B4-BE49-F238E27FC236}">
                            <a16:creationId xmlns:a16="http://schemas.microsoft.com/office/drawing/2014/main" id="{F8B88091-3393-4F02-9444-66E26677C7E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610970" y="4105513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88</a:t>
                        </a:r>
                      </a:p>
                    </p:txBody>
                  </p:sp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914B2529-EA24-4041-BB6C-743FFD05BE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36070" y="408676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50</a:t>
                        </a:r>
                      </a:p>
                    </p:txBody>
                  </p:sp>
                  <p:sp>
                    <p:nvSpPr>
                      <p:cNvPr id="222" name="TextBox 221">
                        <a:extLst>
                          <a:ext uri="{FF2B5EF4-FFF2-40B4-BE49-F238E27FC236}">
                            <a16:creationId xmlns:a16="http://schemas.microsoft.com/office/drawing/2014/main" id="{305C2425-85C6-4C01-BA2E-1F145B6180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19002" y="4930537"/>
                        <a:ext cx="489236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sz="2000" dirty="0">
                            <a:solidFill>
                              <a:prstClr val="black"/>
                            </a:solidFill>
                            <a:latin typeface="Arial Rounded MT Bold" panose="020F0704030504030204" pitchFamily="34" charset="0"/>
                          </a:rPr>
                          <a:t>48</a:t>
                        </a:r>
                      </a:p>
                    </p:txBody>
                  </p:sp>
                </p:grpSp>
              </p:grpSp>
              <p:sp>
                <p:nvSpPr>
                  <p:cNvPr id="104" name="Oval 16">
                    <a:extLst>
                      <a:ext uri="{FF2B5EF4-FFF2-40B4-BE49-F238E27FC236}">
                        <a16:creationId xmlns:a16="http://schemas.microsoft.com/office/drawing/2014/main" id="{75921560-57F4-468F-B1AB-EBC18B21A1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2999" y="4303484"/>
                    <a:ext cx="651887" cy="651887"/>
                  </a:xfrm>
                  <a:prstGeom prst="ellipse">
                    <a:avLst/>
                  </a:prstGeom>
                  <a:solidFill>
                    <a:srgbClr val="00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 sz="16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659AAE52-8CDE-47F7-8F2B-0BF149CA6D1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2605" y="4427826"/>
                    <a:ext cx="48923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prstClr val="black"/>
                        </a:solidFill>
                        <a:latin typeface="Arial Rounded MT Bold" panose="020F0704030504030204" pitchFamily="34" charset="0"/>
                      </a:rPr>
                      <a:t>62</a:t>
                    </a:r>
                  </a:p>
                </p:txBody>
              </p:sp>
            </p:grp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256080B4-149A-42F4-BB63-2CED477CF050}"/>
                  </a:ext>
                </a:extLst>
              </p:cNvPr>
              <p:cNvGrpSpPr/>
              <p:nvPr/>
            </p:nvGrpSpPr>
            <p:grpSpPr>
              <a:xfrm>
                <a:off x="6280040" y="5123011"/>
                <a:ext cx="2032365" cy="1394997"/>
                <a:chOff x="504875" y="3994181"/>
                <a:chExt cx="2032365" cy="1394997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9CF60133-AF60-46CF-989A-4A5BBD267668}"/>
                    </a:ext>
                  </a:extLst>
                </p:cNvPr>
                <p:cNvGrpSpPr/>
                <p:nvPr/>
              </p:nvGrpSpPr>
              <p:grpSpPr>
                <a:xfrm>
                  <a:off x="861491" y="4585915"/>
                  <a:ext cx="1295531" cy="803263"/>
                  <a:chOff x="9785539" y="2923746"/>
                  <a:chExt cx="1295531" cy="803263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18379F0D-00AE-4394-8C70-3FBA869C0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12616" y="2923746"/>
                    <a:ext cx="250688" cy="350802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DC7F96A8-11B0-44B2-ACAC-AFD25011F7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071239" y="2983899"/>
                    <a:ext cx="221786" cy="470208"/>
                  </a:xfrm>
                  <a:prstGeom prst="line">
                    <a:avLst/>
                  </a:prstGeom>
                  <a:ln w="28575">
                    <a:solidFill>
                      <a:srgbClr val="FF00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E3371DE5-CA3A-4AC3-A529-A48104E09C03}"/>
                      </a:ext>
                    </a:extLst>
                  </p:cNvPr>
                  <p:cNvSpPr/>
                  <p:nvPr/>
                </p:nvSpPr>
                <p:spPr>
                  <a:xfrm>
                    <a:off x="10645539" y="3272118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" name="Rectangle 99">
                    <a:extLst>
                      <a:ext uri="{FF2B5EF4-FFF2-40B4-BE49-F238E27FC236}">
                        <a16:creationId xmlns:a16="http://schemas.microsoft.com/office/drawing/2014/main" id="{C5613641-0D0B-46DB-90D0-4B6412F84076}"/>
                      </a:ext>
                    </a:extLst>
                  </p:cNvPr>
                  <p:cNvSpPr/>
                  <p:nvPr/>
                </p:nvSpPr>
                <p:spPr>
                  <a:xfrm>
                    <a:off x="9785539" y="3263954"/>
                    <a:ext cx="435531" cy="4548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00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D8B425C-FD1C-46CF-BD0D-B02F1474E61E}"/>
                    </a:ext>
                  </a:extLst>
                </p:cNvPr>
                <p:cNvSpPr txBox="1"/>
                <p:nvPr/>
              </p:nvSpPr>
              <p:spPr>
                <a:xfrm>
                  <a:off x="2214716" y="5019846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24C21F8-8F1B-4C45-83CC-8E7E61603541}"/>
                    </a:ext>
                  </a:extLst>
                </p:cNvPr>
                <p:cNvSpPr txBox="1"/>
                <p:nvPr/>
              </p:nvSpPr>
              <p:spPr>
                <a:xfrm>
                  <a:off x="504875" y="5011570"/>
                  <a:ext cx="322524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50"/>
                      </a:solidFill>
                      <a:latin typeface="Arial Rounded MT Bold" panose="020F0704030504030204" pitchFamily="34" charset="0"/>
                    </a:rPr>
                    <a:t>0</a:t>
                  </a:r>
                </a:p>
              </p:txBody>
            </p:sp>
            <p:sp>
              <p:nvSpPr>
                <p:cNvPr id="95" name="Oval 16">
                  <a:extLst>
                    <a:ext uri="{FF2B5EF4-FFF2-40B4-BE49-F238E27FC236}">
                      <a16:creationId xmlns:a16="http://schemas.microsoft.com/office/drawing/2014/main" id="{9626A330-C457-4771-A2F4-AF1523E227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6957" y="3994181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rgbClr val="FF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DBD6BD4-A7E3-45BD-8DC9-A0545DC9F9CB}"/>
                    </a:ext>
                  </a:extLst>
                </p:cNvPr>
                <p:cNvSpPr txBox="1"/>
                <p:nvPr/>
              </p:nvSpPr>
              <p:spPr>
                <a:xfrm>
                  <a:off x="1275089" y="4115581"/>
                  <a:ext cx="489236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54</a:t>
                  </a:r>
                </a:p>
              </p:txBody>
            </p:sp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CCBF0FB-4941-49E7-91C6-986729BFCEC1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1486CDD-5078-4BB5-B9D0-788BE3C50AE3}"/>
                </a:ext>
              </a:extLst>
            </p:cNvPr>
            <p:cNvSpPr txBox="1"/>
            <p:nvPr/>
          </p:nvSpPr>
          <p:spPr>
            <a:xfrm>
              <a:off x="7872520" y="4076974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6FC6337-2370-4618-9BAB-FA7169B829F9}"/>
                </a:ext>
              </a:extLst>
            </p:cNvPr>
            <p:cNvSpPr txBox="1"/>
            <p:nvPr/>
          </p:nvSpPr>
          <p:spPr>
            <a:xfrm>
              <a:off x="6065312" y="324342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7EC77E-A1D2-4AAA-B4D0-DE39E44811D7}"/>
                </a:ext>
              </a:extLst>
            </p:cNvPr>
            <p:cNvSpPr txBox="1"/>
            <p:nvPr/>
          </p:nvSpPr>
          <p:spPr>
            <a:xfrm>
              <a:off x="8378253" y="222124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812E980-BE93-43E0-B949-F410AD9E8DC7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72B5F16-BBE3-4E71-9C8E-9EE27B42E519}"/>
                </a:ext>
              </a:extLst>
            </p:cNvPr>
            <p:cNvSpPr txBox="1"/>
            <p:nvPr/>
          </p:nvSpPr>
          <p:spPr>
            <a:xfrm>
              <a:off x="6632481" y="49383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4CF60095-1C5D-4678-B4B8-F31F615813FB}"/>
              </a:ext>
            </a:extLst>
          </p:cNvPr>
          <p:cNvSpPr txBox="1"/>
          <p:nvPr/>
        </p:nvSpPr>
        <p:spPr>
          <a:xfrm>
            <a:off x="7937885" y="233990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AA4669-EE25-4712-A0E5-F6C58E2F605F}"/>
              </a:ext>
            </a:extLst>
          </p:cNvPr>
          <p:cNvSpPr txBox="1"/>
          <p:nvPr/>
        </p:nvSpPr>
        <p:spPr>
          <a:xfrm>
            <a:off x="6880272" y="321836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44B78B-6C28-4E8D-9513-6DD3B8D22AEA}"/>
              </a:ext>
            </a:extLst>
          </p:cNvPr>
          <p:cNvSpPr txBox="1"/>
          <p:nvPr/>
        </p:nvSpPr>
        <p:spPr>
          <a:xfrm>
            <a:off x="6971678" y="419651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6CCB26BF-5C10-44CB-9419-A7E8D9701A9C}"/>
              </a:ext>
            </a:extLst>
          </p:cNvPr>
          <p:cNvSpPr/>
          <p:nvPr/>
        </p:nvSpPr>
        <p:spPr>
          <a:xfrm>
            <a:off x="5339308" y="4395826"/>
            <a:ext cx="1602571" cy="1262596"/>
          </a:xfrm>
          <a:prstGeom prst="triangle">
            <a:avLst>
              <a:gd name="adj" fmla="val 49945"/>
            </a:avLst>
          </a:prstGeom>
          <a:solidFill>
            <a:srgbClr val="FFDC6D"/>
          </a:solidFill>
          <a:ln w="28575">
            <a:solidFill>
              <a:srgbClr val="E47B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Isosceles Triangle 110">
            <a:extLst>
              <a:ext uri="{FF2B5EF4-FFF2-40B4-BE49-F238E27FC236}">
                <a16:creationId xmlns:a16="http://schemas.microsoft.com/office/drawing/2014/main" id="{1FFFF484-DD05-4E80-B0E9-083604C87CAE}"/>
              </a:ext>
            </a:extLst>
          </p:cNvPr>
          <p:cNvSpPr/>
          <p:nvPr/>
        </p:nvSpPr>
        <p:spPr>
          <a:xfrm>
            <a:off x="8377583" y="3461170"/>
            <a:ext cx="1806321" cy="1557182"/>
          </a:xfrm>
          <a:prstGeom prst="triangle">
            <a:avLst>
              <a:gd name="adj" fmla="val 42891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75318BE8-6FB8-452E-A41A-3945F8977C14}"/>
              </a:ext>
            </a:extLst>
          </p:cNvPr>
          <p:cNvSpPr/>
          <p:nvPr/>
        </p:nvSpPr>
        <p:spPr>
          <a:xfrm>
            <a:off x="6653475" y="5130474"/>
            <a:ext cx="1403902" cy="1439444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F528E470-3B22-4710-A4F7-45C03759F58F}"/>
              </a:ext>
            </a:extLst>
          </p:cNvPr>
          <p:cNvSpPr/>
          <p:nvPr/>
        </p:nvSpPr>
        <p:spPr>
          <a:xfrm>
            <a:off x="7607258" y="5178685"/>
            <a:ext cx="858123" cy="596213"/>
          </a:xfrm>
          <a:prstGeom prst="triangle">
            <a:avLst>
              <a:gd name="adj" fmla="val 41699"/>
            </a:avLst>
          </a:prstGeom>
          <a:solidFill>
            <a:srgbClr val="F5EB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666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3" grpId="0" animBg="1"/>
      <p:bldP spid="1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35/154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4. Perform the rotation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AA4669-EE25-4712-A0E5-F6C58E2F605F}"/>
              </a:ext>
            </a:extLst>
          </p:cNvPr>
          <p:cNvSpPr txBox="1"/>
          <p:nvPr/>
        </p:nvSpPr>
        <p:spPr>
          <a:xfrm>
            <a:off x="6425005" y="335900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44B78B-6C28-4E8D-9513-6DD3B8D22AEA}"/>
              </a:ext>
            </a:extLst>
          </p:cNvPr>
          <p:cNvSpPr txBox="1"/>
          <p:nvPr/>
        </p:nvSpPr>
        <p:spPr>
          <a:xfrm>
            <a:off x="7928299" y="246470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3984384"/>
            <a:ext cx="1349221" cy="2145996"/>
            <a:chOff x="6582966" y="4802237"/>
            <a:chExt cx="1349221" cy="2145996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A5D3F77-0288-4961-AD03-C2CB35C1DBD4}"/>
                </a:ext>
              </a:extLst>
            </p:cNvPr>
            <p:cNvSpPr txBox="1"/>
            <p:nvPr/>
          </p:nvSpPr>
          <p:spPr>
            <a:xfrm>
              <a:off x="7094230" y="480223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  <a:latin typeface="Arial Rounded MT Bold" panose="020F0704030504030204" pitchFamily="34" charset="0"/>
                </a:rPr>
                <a:t>x</a:t>
              </a: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575383" y="1847706"/>
            <a:ext cx="6398925" cy="3426042"/>
            <a:chOff x="2575383" y="1847706"/>
            <a:chExt cx="6398925" cy="342604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575383" y="1847706"/>
              <a:ext cx="5645094" cy="3426042"/>
              <a:chOff x="2312727" y="2394726"/>
              <a:chExt cx="5645094" cy="3426042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448A51C-CC8F-4A2C-A8E3-05C6E4242683}"/>
                  </a:ext>
                </a:extLst>
              </p:cNvPr>
              <p:cNvSpPr txBox="1"/>
              <p:nvPr/>
            </p:nvSpPr>
            <p:spPr>
              <a:xfrm>
                <a:off x="3881082" y="362494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312727" y="3148849"/>
                <a:ext cx="39946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-1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5D970475-0161-4ED1-B985-1449804A56CB}"/>
                  </a:ext>
                </a:extLst>
              </p:cNvPr>
              <p:cNvSpPr txBox="1"/>
              <p:nvPr/>
            </p:nvSpPr>
            <p:spPr>
              <a:xfrm>
                <a:off x="3435557" y="545053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4267130" y="545143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3003690"/>
                <a:chOff x="2454626" y="2321247"/>
                <a:chExt cx="5380728" cy="3003690"/>
              </a:xfrm>
            </p:grpSpPr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AD0D854-6B22-4001-ADF5-C90B9C44A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53270" y="4566785"/>
                  <a:ext cx="250688" cy="3508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7C27DC2E-2D7F-438B-AF5F-9A277E418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80796" y="4566785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5" name="Oval 16">
                  <a:extLst>
                    <a:ext uri="{FF2B5EF4-FFF2-40B4-BE49-F238E27FC236}">
                      <a16:creationId xmlns:a16="http://schemas.microsoft.com/office/drawing/2014/main" id="{75AC1F39-0736-4218-8160-31317D513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947" y="3975894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D021DC6A-E1AC-46F1-9702-7714D1BEE5B1}"/>
                    </a:ext>
                  </a:extLst>
                </p:cNvPr>
                <p:cNvSpPr/>
                <p:nvPr/>
              </p:nvSpPr>
              <p:spPr>
                <a:xfrm>
                  <a:off x="3274123" y="4922341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4118351" y="4914177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  <a:stCxn id="179" idx="5"/>
                  <a:endCxn id="225" idx="1"/>
                </p:cNvCxnSpPr>
                <p:nvPr/>
              </p:nvCxnSpPr>
              <p:spPr>
                <a:xfrm>
                  <a:off x="3314932" y="3689090"/>
                  <a:ext cx="392482" cy="38227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288EEE85-11CB-454B-B610-741C8BA8185E}"/>
                    </a:ext>
                  </a:extLst>
                </p:cNvPr>
                <p:cNvSpPr txBox="1"/>
                <p:nvPr/>
              </p:nvSpPr>
              <p:spPr>
                <a:xfrm>
                  <a:off x="3706917" y="4108779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32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  <a:endParaRPr lang="en-US" dirty="0">
                <a:solidFill>
                  <a:srgbClr val="FF000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EF973049-4A31-48D6-BEB3-DBC5DCAA8457}"/>
              </a:ext>
            </a:extLst>
          </p:cNvPr>
          <p:cNvSpPr txBox="1"/>
          <p:nvPr/>
        </p:nvSpPr>
        <p:spPr>
          <a:xfrm>
            <a:off x="9980507" y="325140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2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49" name="Isosceles Triangle 248">
            <a:extLst>
              <a:ext uri="{FF2B5EF4-FFF2-40B4-BE49-F238E27FC236}">
                <a16:creationId xmlns:a16="http://schemas.microsoft.com/office/drawing/2014/main" id="{BA975F11-EFB6-499C-906E-38ACBACF3A2A}"/>
              </a:ext>
            </a:extLst>
          </p:cNvPr>
          <p:cNvSpPr/>
          <p:nvPr/>
        </p:nvSpPr>
        <p:spPr>
          <a:xfrm>
            <a:off x="5339308" y="4395826"/>
            <a:ext cx="1602571" cy="1262596"/>
          </a:xfrm>
          <a:prstGeom prst="triangle">
            <a:avLst>
              <a:gd name="adj" fmla="val 49945"/>
            </a:avLst>
          </a:prstGeom>
          <a:solidFill>
            <a:srgbClr val="FFDC6D"/>
          </a:solidFill>
          <a:ln w="28575">
            <a:solidFill>
              <a:srgbClr val="E47B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0" name="Isosceles Triangle 249">
            <a:extLst>
              <a:ext uri="{FF2B5EF4-FFF2-40B4-BE49-F238E27FC236}">
                <a16:creationId xmlns:a16="http://schemas.microsoft.com/office/drawing/2014/main" id="{EA859B15-C7E2-4A22-96D6-BD170DC32F12}"/>
              </a:ext>
            </a:extLst>
          </p:cNvPr>
          <p:cNvSpPr/>
          <p:nvPr/>
        </p:nvSpPr>
        <p:spPr>
          <a:xfrm>
            <a:off x="9682707" y="3977885"/>
            <a:ext cx="1806321" cy="1557182"/>
          </a:xfrm>
          <a:prstGeom prst="triangle">
            <a:avLst>
              <a:gd name="adj" fmla="val 42891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1" name="Isosceles Triangle 250">
            <a:extLst>
              <a:ext uri="{FF2B5EF4-FFF2-40B4-BE49-F238E27FC236}">
                <a16:creationId xmlns:a16="http://schemas.microsoft.com/office/drawing/2014/main" id="{D4FB2E95-9DCD-4153-BE66-2E1F417B64B9}"/>
              </a:ext>
            </a:extLst>
          </p:cNvPr>
          <p:cNvSpPr/>
          <p:nvPr/>
        </p:nvSpPr>
        <p:spPr>
          <a:xfrm>
            <a:off x="6874970" y="4249644"/>
            <a:ext cx="1403902" cy="1439444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Isosceles Triangle 251">
            <a:extLst>
              <a:ext uri="{FF2B5EF4-FFF2-40B4-BE49-F238E27FC236}">
                <a16:creationId xmlns:a16="http://schemas.microsoft.com/office/drawing/2014/main" id="{D104652B-18DB-4D3E-BD22-5902319CF85D}"/>
              </a:ext>
            </a:extLst>
          </p:cNvPr>
          <p:cNvSpPr/>
          <p:nvPr/>
        </p:nvSpPr>
        <p:spPr>
          <a:xfrm>
            <a:off x="8790484" y="4242298"/>
            <a:ext cx="858123" cy="596213"/>
          </a:xfrm>
          <a:prstGeom prst="triangle">
            <a:avLst>
              <a:gd name="adj" fmla="val 41699"/>
            </a:avLst>
          </a:prstGeom>
          <a:solidFill>
            <a:srgbClr val="F5EB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513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animBg="1"/>
      <p:bldP spid="250" grpId="0" animBg="1"/>
      <p:bldP spid="251" grpId="0" animBg="1"/>
      <p:bldP spid="25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tree still an AVL?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44564"/>
                <a:ext cx="10972800" cy="5082808"/>
              </a:xfrm>
            </p:spPr>
            <p:txBody>
              <a:bodyPr>
                <a:normAutofit/>
              </a:bodyPr>
              <a:lstStyle/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On the path from </a:t>
                </a:r>
                <a:r>
                  <a:rPr lang="en-US" sz="2400" dirty="0">
                    <a:solidFill>
                      <a:srgbClr val="FF00FF"/>
                    </a:solidFill>
                  </a:rPr>
                  <a:t>new node (x) </a:t>
                </a:r>
                <a:r>
                  <a:rPr lang="en-US" sz="2400" dirty="0"/>
                  <a:t>to the root, update the balance factors.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Find the first node with balance factor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. Denote this by A.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 On the path from A to x, denote the child and grandchild of A by B and C respectively.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Perform the rotation</a:t>
                </a:r>
              </a:p>
              <a:p>
                <a:pPr marL="633222" indent="-514350">
                  <a:buFont typeface="+mj-lt"/>
                  <a:buAutoNum type="arabicPeriod"/>
                </a:pPr>
                <a:r>
                  <a:rPr lang="en-US" sz="2400" dirty="0"/>
                  <a:t>Update the heights and balance factors of A,B,C and all nodes from A to root.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1A09A-2525-4D74-8EF3-F79282B84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44564"/>
                <a:ext cx="10972800" cy="508280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36/154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1908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37/154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Insert(54)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2. </a:t>
            </a: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BFs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3. </a:t>
            </a: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Find the first 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ancestor with</a:t>
            </a:r>
          </a:p>
          <a:p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BF of 2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4. Perform the rotation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5. Update heights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 and BFs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DAA4669-EE25-4712-A0E5-F6C58E2F605F}"/>
              </a:ext>
            </a:extLst>
          </p:cNvPr>
          <p:cNvSpPr txBox="1"/>
          <p:nvPr/>
        </p:nvSpPr>
        <p:spPr>
          <a:xfrm>
            <a:off x="6275313" y="3427962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B44B78B-6C28-4E8D-9513-6DD3B8D22AEA}"/>
              </a:ext>
            </a:extLst>
          </p:cNvPr>
          <p:cNvSpPr txBox="1"/>
          <p:nvPr/>
        </p:nvSpPr>
        <p:spPr>
          <a:xfrm>
            <a:off x="7869136" y="2423342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3984384"/>
            <a:ext cx="1349221" cy="2145996"/>
            <a:chOff x="6582966" y="4802237"/>
            <a:chExt cx="1349221" cy="2145996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A5D3F77-0288-4961-AD03-C2CB35C1DBD4}"/>
                </a:ext>
              </a:extLst>
            </p:cNvPr>
            <p:cNvSpPr txBox="1"/>
            <p:nvPr/>
          </p:nvSpPr>
          <p:spPr>
            <a:xfrm>
              <a:off x="7094230" y="4802237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  <a:latin typeface="Arial Rounded MT Bold" panose="020F0704030504030204" pitchFamily="34" charset="0"/>
                </a:rPr>
                <a:t>x</a:t>
              </a: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575383" y="1847706"/>
            <a:ext cx="6321981" cy="3426042"/>
            <a:chOff x="2575383" y="1847706"/>
            <a:chExt cx="6321981" cy="342604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575383" y="1847706"/>
              <a:ext cx="5645094" cy="3426042"/>
              <a:chOff x="2312727" y="2394726"/>
              <a:chExt cx="5645094" cy="3426042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448A51C-CC8F-4A2C-A8E3-05C6E4242683}"/>
                  </a:ext>
                </a:extLst>
              </p:cNvPr>
              <p:cNvSpPr txBox="1"/>
              <p:nvPr/>
            </p:nvSpPr>
            <p:spPr>
              <a:xfrm>
                <a:off x="3881082" y="362494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312727" y="3148849"/>
                <a:ext cx="39946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-1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5D970475-0161-4ED1-B985-1449804A56CB}"/>
                  </a:ext>
                </a:extLst>
              </p:cNvPr>
              <p:cNvSpPr txBox="1"/>
              <p:nvPr/>
            </p:nvSpPr>
            <p:spPr>
              <a:xfrm>
                <a:off x="3435557" y="545053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4267130" y="545143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3003690"/>
                <a:chOff x="2454626" y="2321247"/>
                <a:chExt cx="5380728" cy="3003690"/>
              </a:xfrm>
            </p:grpSpPr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AD0D854-6B22-4001-ADF5-C90B9C44A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53270" y="4566785"/>
                  <a:ext cx="250688" cy="3508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7C27DC2E-2D7F-438B-AF5F-9A277E418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80796" y="4566785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5" name="Oval 16">
                  <a:extLst>
                    <a:ext uri="{FF2B5EF4-FFF2-40B4-BE49-F238E27FC236}">
                      <a16:creationId xmlns:a16="http://schemas.microsoft.com/office/drawing/2014/main" id="{75AC1F39-0736-4218-8160-31317D513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947" y="3975894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D021DC6A-E1AC-46F1-9702-7714D1BEE5B1}"/>
                    </a:ext>
                  </a:extLst>
                </p:cNvPr>
                <p:cNvSpPr/>
                <p:nvPr/>
              </p:nvSpPr>
              <p:spPr>
                <a:xfrm>
                  <a:off x="3274123" y="4922341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4118351" y="4914177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  <a:stCxn id="179" idx="5"/>
                  <a:endCxn id="225" idx="1"/>
                </p:cNvCxnSpPr>
                <p:nvPr/>
              </p:nvCxnSpPr>
              <p:spPr>
                <a:xfrm>
                  <a:off x="3314932" y="3689090"/>
                  <a:ext cx="392482" cy="38227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288EEE85-11CB-454B-B610-741C8BA8185E}"/>
                    </a:ext>
                  </a:extLst>
                </p:cNvPr>
                <p:cNvSpPr txBox="1"/>
                <p:nvPr/>
              </p:nvSpPr>
              <p:spPr>
                <a:xfrm>
                  <a:off x="3706917" y="4108779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32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EF973049-4A31-48D6-BEB3-DBC5DCAA8457}"/>
              </a:ext>
            </a:extLst>
          </p:cNvPr>
          <p:cNvSpPr txBox="1"/>
          <p:nvPr/>
        </p:nvSpPr>
        <p:spPr>
          <a:xfrm>
            <a:off x="9980507" y="325140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3730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B10E-B6D0-4ABB-9CE5-05D938EC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3EF21-60FA-401A-B5FD-A9936481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By changing the way a key is deleted from a tree, it would remain an AVL.</a:t>
            </a:r>
          </a:p>
          <a:p>
            <a:endParaRPr lang="en-US" sz="2400" dirty="0"/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Delete the key as usual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It tree is not an AVL, Perform a </a:t>
            </a:r>
            <a:r>
              <a:rPr lang="en-US" sz="2400" b="1" dirty="0"/>
              <a:t>rotation</a:t>
            </a:r>
          </a:p>
          <a:p>
            <a:pPr marL="633222" indent="-514350">
              <a:buFont typeface="+mj-lt"/>
              <a:buAutoNum type="arabicPeriod"/>
            </a:pPr>
            <a:endParaRPr lang="en-US" sz="2400" b="1" dirty="0"/>
          </a:p>
          <a:p>
            <a:pPr marL="118872" indent="0">
              <a:buNone/>
            </a:pPr>
            <a:endParaRPr lang="en-US" sz="2400" b="1" dirty="0"/>
          </a:p>
          <a:p>
            <a:pPr marL="633222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BB948-B1B8-4C57-9746-D630F70DDD9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38/154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BCFF88-72A2-49BE-B828-7922DDEA0235}"/>
              </a:ext>
            </a:extLst>
          </p:cNvPr>
          <p:cNvSpPr/>
          <p:nvPr/>
        </p:nvSpPr>
        <p:spPr>
          <a:xfrm>
            <a:off x="1154247" y="3751037"/>
            <a:ext cx="5262880" cy="6502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81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A09A-2525-4D74-8EF3-F79282B8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952"/>
            <a:ext cx="10972800" cy="4557983"/>
          </a:xfrm>
        </p:spPr>
        <p:txBody>
          <a:bodyPr>
            <a:noAutofit/>
          </a:bodyPr>
          <a:lstStyle/>
          <a:p>
            <a:pPr marL="576072" indent="-457200">
              <a:buFont typeface="+mj-lt"/>
              <a:buAutoNum type="arabicPeriod"/>
            </a:pPr>
            <a:r>
              <a:rPr lang="en-US" dirty="0"/>
              <a:t>Delete the node as usual (BST deletion). Let x be the physically deleted node.</a:t>
            </a:r>
          </a:p>
          <a:p>
            <a:pPr marL="576072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Set </a:t>
            </a:r>
            <a:r>
              <a:rPr lang="en-US" dirty="0" err="1">
                <a:solidFill>
                  <a:srgbClr val="FF00FF"/>
                </a:solidFill>
              </a:rPr>
              <a:t>current_node</a:t>
            </a:r>
            <a:r>
              <a:rPr lang="en-US" dirty="0">
                <a:solidFill>
                  <a:srgbClr val="FF00FF"/>
                </a:solidFill>
              </a:rPr>
              <a:t> = x. parent</a:t>
            </a:r>
          </a:p>
          <a:p>
            <a:pPr marL="576072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While </a:t>
            </a:r>
            <a:r>
              <a:rPr lang="en-US" dirty="0" err="1">
                <a:solidFill>
                  <a:schemeClr val="tx1"/>
                </a:solidFill>
              </a:rPr>
              <a:t>current_node</a:t>
            </a:r>
            <a:r>
              <a:rPr lang="en-US" dirty="0">
                <a:solidFill>
                  <a:schemeClr val="tx1"/>
                </a:solidFill>
              </a:rPr>
              <a:t> ≠ NULL, do the following:</a:t>
            </a:r>
          </a:p>
          <a:p>
            <a:pPr marL="998622" lvl="2" indent="-285750"/>
            <a:r>
              <a:rPr lang="en-US" sz="1800" dirty="0">
                <a:solidFill>
                  <a:schemeClr val="tx1"/>
                </a:solidFill>
              </a:rPr>
              <a:t>Set p = </a:t>
            </a:r>
            <a:r>
              <a:rPr lang="en-US" sz="1800" dirty="0" err="1">
                <a:solidFill>
                  <a:srgbClr val="FF00FF"/>
                </a:solidFill>
              </a:rPr>
              <a:t>current_node</a:t>
            </a:r>
            <a:r>
              <a:rPr lang="en-US" sz="1800" dirty="0" err="1">
                <a:solidFill>
                  <a:schemeClr val="tx1"/>
                </a:solidFill>
              </a:rPr>
              <a:t>.parent</a:t>
            </a:r>
            <a:endParaRPr lang="en-US" sz="1800" dirty="0">
              <a:solidFill>
                <a:schemeClr val="tx1"/>
              </a:solidFill>
            </a:endParaRPr>
          </a:p>
          <a:p>
            <a:pPr marL="998622" lvl="2" indent="-285750"/>
            <a:r>
              <a:rPr lang="en-US" sz="1800" dirty="0">
                <a:solidFill>
                  <a:schemeClr val="tx1"/>
                </a:solidFill>
              </a:rPr>
              <a:t>Update height and balance factor of </a:t>
            </a:r>
            <a:r>
              <a:rPr lang="en-US" sz="1800" dirty="0" err="1">
                <a:solidFill>
                  <a:srgbClr val="FF00FF"/>
                </a:solidFill>
              </a:rPr>
              <a:t>current_node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998622" lvl="2" indent="-285750"/>
            <a:r>
              <a:rPr lang="en-US" sz="1800" dirty="0">
                <a:solidFill>
                  <a:schemeClr val="tx1"/>
                </a:solidFill>
              </a:rPr>
              <a:t>If </a:t>
            </a:r>
            <a:r>
              <a:rPr lang="en-US" sz="1800" dirty="0" err="1">
                <a:solidFill>
                  <a:srgbClr val="FF00FF"/>
                </a:solidFill>
              </a:rPr>
              <a:t>current_node</a:t>
            </a:r>
            <a:r>
              <a:rPr lang="en-US" sz="1800" dirty="0">
                <a:solidFill>
                  <a:srgbClr val="FF00FF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is unbalanced then</a:t>
            </a:r>
          </a:p>
          <a:p>
            <a:pPr marL="1414872" lvl="4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Let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A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= </a:t>
            </a:r>
            <a:r>
              <a:rPr lang="en-US" sz="1800" dirty="0" err="1">
                <a:solidFill>
                  <a:srgbClr val="FF00FF"/>
                </a:solidFill>
              </a:rPr>
              <a:t>current_node</a:t>
            </a:r>
            <a:r>
              <a:rPr lang="en-US" sz="1800" dirty="0">
                <a:solidFill>
                  <a:srgbClr val="FF00FF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(first unbalanced node).</a:t>
            </a:r>
          </a:p>
          <a:p>
            <a:pPr marL="1414872" lvl="4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Let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B050"/>
                </a:solidFill>
              </a:rPr>
              <a:t>B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= taller child of </a:t>
            </a:r>
            <a:r>
              <a:rPr lang="en-US" sz="1800" dirty="0">
                <a:solidFill>
                  <a:srgbClr val="FF0000"/>
                </a:solidFill>
              </a:rPr>
              <a:t>A</a:t>
            </a:r>
            <a:r>
              <a:rPr lang="en-US" sz="1800" dirty="0"/>
              <a:t>.</a:t>
            </a:r>
          </a:p>
          <a:p>
            <a:pPr marL="1414872" lvl="4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Let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B0F0"/>
                </a:solidFill>
              </a:rPr>
              <a:t>C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= taller child of </a:t>
            </a:r>
            <a:r>
              <a:rPr lang="en-US" sz="1800" dirty="0">
                <a:solidFill>
                  <a:srgbClr val="00B050"/>
                </a:solidFill>
              </a:rPr>
              <a:t>B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/>
                </a:solidFill>
              </a:rPr>
              <a:t>(or same-side child if equal height).</a:t>
            </a:r>
          </a:p>
          <a:p>
            <a:pPr marL="1414872" lvl="4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Perform rotation based on B and C's positions relative to A.</a:t>
            </a:r>
          </a:p>
          <a:p>
            <a:pPr marL="998622" lvl="2" indent="-285750"/>
            <a:r>
              <a:rPr lang="en-US" sz="1800" dirty="0">
                <a:solidFill>
                  <a:schemeClr val="tx1"/>
                </a:solidFill>
              </a:rPr>
              <a:t>Update heights/Balance factors after the rotation.</a:t>
            </a:r>
          </a:p>
          <a:p>
            <a:pPr marL="998622" lvl="2" indent="-285750"/>
            <a:r>
              <a:rPr lang="en-US" sz="1800" dirty="0">
                <a:solidFill>
                  <a:schemeClr val="tx1"/>
                </a:solidFill>
              </a:rPr>
              <a:t>Move upward: </a:t>
            </a:r>
            <a:r>
              <a:rPr lang="en-US" sz="1800" dirty="0" err="1">
                <a:solidFill>
                  <a:srgbClr val="FF00FF"/>
                </a:solidFill>
              </a:rPr>
              <a:t>current_node</a:t>
            </a:r>
            <a:r>
              <a:rPr lang="en-US" sz="1800" dirty="0">
                <a:solidFill>
                  <a:srgbClr val="FF00FF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=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39/154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063504-8EA3-4506-BDA6-30F9BDD47B31}"/>
              </a:ext>
            </a:extLst>
          </p:cNvPr>
          <p:cNvGrpSpPr/>
          <p:nvPr/>
        </p:nvGrpSpPr>
        <p:grpSpPr>
          <a:xfrm>
            <a:off x="7961918" y="4196552"/>
            <a:ext cx="2733296" cy="1959291"/>
            <a:chOff x="7961918" y="4196552"/>
            <a:chExt cx="2733296" cy="195929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F2D37E-4683-4DBE-BF4C-23F3050DB882}"/>
                </a:ext>
              </a:extLst>
            </p:cNvPr>
            <p:cNvGrpSpPr/>
            <p:nvPr/>
          </p:nvGrpSpPr>
          <p:grpSpPr>
            <a:xfrm>
              <a:off x="7984594" y="4243818"/>
              <a:ext cx="2710620" cy="1912025"/>
              <a:chOff x="158349" y="2039307"/>
              <a:chExt cx="5025187" cy="407766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D90FEFB-C005-4CD2-A4E3-DD43654B7948}"/>
                  </a:ext>
                </a:extLst>
              </p:cNvPr>
              <p:cNvCxnSpPr>
                <a:cxnSpLocks/>
                <a:endCxn id="17" idx="5"/>
              </p:cNvCxnSpPr>
              <p:nvPr/>
            </p:nvCxnSpPr>
            <p:spPr>
              <a:xfrm>
                <a:off x="1591511" y="2161835"/>
                <a:ext cx="2363096" cy="21534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A621E45-DC74-43CF-BB47-21B949B28E8A}"/>
                  </a:ext>
                </a:extLst>
              </p:cNvPr>
              <p:cNvGrpSpPr/>
              <p:nvPr/>
            </p:nvGrpSpPr>
            <p:grpSpPr>
              <a:xfrm>
                <a:off x="158349" y="2332331"/>
                <a:ext cx="1623223" cy="2105524"/>
                <a:chOff x="610325" y="3228662"/>
                <a:chExt cx="1623223" cy="2105524"/>
              </a:xfrm>
            </p:grpSpPr>
            <p:sp>
              <p:nvSpPr>
                <p:cNvPr id="40" name="Isosceles Triangle 39">
                  <a:extLst>
                    <a:ext uri="{FF2B5EF4-FFF2-40B4-BE49-F238E27FC236}">
                      <a16:creationId xmlns:a16="http://schemas.microsoft.com/office/drawing/2014/main" id="{278A10AF-9CD2-4C33-8DBB-6A61C857F0BA}"/>
                    </a:ext>
                  </a:extLst>
                </p:cNvPr>
                <p:cNvSpPr/>
                <p:nvPr/>
              </p:nvSpPr>
              <p:spPr>
                <a:xfrm>
                  <a:off x="610325" y="3897332"/>
                  <a:ext cx="1363431" cy="1436854"/>
                </a:xfrm>
                <a:prstGeom prst="triangle">
                  <a:avLst/>
                </a:prstGeom>
                <a:solidFill>
                  <a:srgbClr val="F5EBFF"/>
                </a:solidFill>
                <a:ln w="127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AEC162F9-BF09-49B2-9E42-5D54C879EB0D}"/>
                    </a:ext>
                  </a:extLst>
                </p:cNvPr>
                <p:cNvCxnSpPr>
                  <a:cxnSpLocks/>
                  <a:endCxn id="40" idx="0"/>
                </p:cNvCxnSpPr>
                <p:nvPr/>
              </p:nvCxnSpPr>
              <p:spPr>
                <a:xfrm flipH="1">
                  <a:off x="1292040" y="3228662"/>
                  <a:ext cx="941508" cy="6686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7FDBBC5-C32A-491E-8945-91FD5D48480F}"/>
                  </a:ext>
                </a:extLst>
              </p:cNvPr>
              <p:cNvGrpSpPr/>
              <p:nvPr/>
            </p:nvGrpSpPr>
            <p:grpSpPr>
              <a:xfrm>
                <a:off x="1434173" y="3233391"/>
                <a:ext cx="1309373" cy="2118643"/>
                <a:chOff x="2590770" y="3674624"/>
                <a:chExt cx="1309373" cy="2118643"/>
              </a:xfrm>
            </p:grpSpPr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24E89DB0-756A-480B-B89D-F6DD5DD01964}"/>
                    </a:ext>
                  </a:extLst>
                </p:cNvPr>
                <p:cNvSpPr/>
                <p:nvPr/>
              </p:nvSpPr>
              <p:spPr>
                <a:xfrm>
                  <a:off x="2590770" y="4356414"/>
                  <a:ext cx="1049582" cy="1436853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AEA0807-D2DE-4260-8E69-6DC7B9C5C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5561" y="3674624"/>
                  <a:ext cx="784582" cy="6686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4F983BB6-266D-461B-92E9-9CBE2939E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645" y="2915113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4" name="Oval 16">
                <a:extLst>
                  <a:ext uri="{FF2B5EF4-FFF2-40B4-BE49-F238E27FC236}">
                    <a16:creationId xmlns:a16="http://schemas.microsoft.com/office/drawing/2014/main" id="{0AF20C89-12A6-4DC0-A3D8-282DA9AE1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095" y="2039307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D722F55-15A8-4203-B40E-C8A805D36A67}"/>
                  </a:ext>
                </a:extLst>
              </p:cNvPr>
              <p:cNvGrpSpPr/>
              <p:nvPr/>
            </p:nvGrpSpPr>
            <p:grpSpPr>
              <a:xfrm>
                <a:off x="2503333" y="4163389"/>
                <a:ext cx="1119314" cy="1953582"/>
                <a:chOff x="2625884" y="3783730"/>
                <a:chExt cx="1119314" cy="1953582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36" name="Isosceles Triangle 35">
                  <a:extLst>
                    <a:ext uri="{FF2B5EF4-FFF2-40B4-BE49-F238E27FC236}">
                      <a16:creationId xmlns:a16="http://schemas.microsoft.com/office/drawing/2014/main" id="{5F51B459-59FC-4028-8D86-7C61D018DBBC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grpFill/>
                <a:ln w="127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184B118-49B6-4267-AC64-4CE09E09F4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455" y="3783730"/>
                  <a:ext cx="584743" cy="53126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097BE1B-45FA-42F9-A038-DEDFF0704673}"/>
                  </a:ext>
                </a:extLst>
              </p:cNvPr>
              <p:cNvGrpSpPr/>
              <p:nvPr/>
            </p:nvGrpSpPr>
            <p:grpSpPr>
              <a:xfrm>
                <a:off x="3995215" y="4293584"/>
                <a:ext cx="1188321" cy="1816176"/>
                <a:chOff x="2487145" y="3921136"/>
                <a:chExt cx="1188321" cy="1816176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34" name="Isosceles Triangle 33">
                  <a:extLst>
                    <a:ext uri="{FF2B5EF4-FFF2-40B4-BE49-F238E27FC236}">
                      <a16:creationId xmlns:a16="http://schemas.microsoft.com/office/drawing/2014/main" id="{F1CDBB2D-CC28-4282-A26A-632C3B374DD0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2FED3A8-349D-4515-9EBC-F7D6D53B4E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87145" y="3921136"/>
                  <a:ext cx="653588" cy="37932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5AE110C-13BA-4B8A-998D-F5A5CBE4D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195" y="3790916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D2E5BE2-0A33-48F1-944B-EE5D26B35297}"/>
                </a:ext>
              </a:extLst>
            </p:cNvPr>
            <p:cNvSpPr/>
            <p:nvPr/>
          </p:nvSpPr>
          <p:spPr>
            <a:xfrm>
              <a:off x="8706399" y="4196552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79E8220-C1BB-4427-B9B4-878A3F99BCC6}"/>
                </a:ext>
              </a:extLst>
            </p:cNvPr>
            <p:cNvSpPr/>
            <p:nvPr/>
          </p:nvSpPr>
          <p:spPr>
            <a:xfrm>
              <a:off x="9240612" y="4598105"/>
              <a:ext cx="30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7D95A09-ED64-4FD6-8EAC-004610509379}"/>
                </a:ext>
              </a:extLst>
            </p:cNvPr>
            <p:cNvSpPr/>
            <p:nvPr/>
          </p:nvSpPr>
          <p:spPr>
            <a:xfrm>
              <a:off x="7961918" y="5121167"/>
              <a:ext cx="7929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err="1">
                  <a:solidFill>
                    <a:srgbClr val="D012C2"/>
                  </a:solidFill>
                </a:rPr>
                <a:t>x.parent</a:t>
              </a:r>
              <a:endParaRPr lang="en-US" sz="1400" dirty="0">
                <a:solidFill>
                  <a:srgbClr val="D012C2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05693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Remove: how to find 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A09A-2525-4D74-8EF3-F79282B8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36" y="1668511"/>
            <a:ext cx="11603013" cy="5082808"/>
          </a:xfrm>
        </p:spPr>
        <p:txBody>
          <a:bodyPr>
            <a:normAutofit/>
          </a:bodyPr>
          <a:lstStyle/>
          <a:p>
            <a:pPr marL="1054872" lvl="3" indent="0">
              <a:buNone/>
            </a:pPr>
            <a:r>
              <a:rPr lang="en-US" sz="2000" dirty="0"/>
              <a:t>Let </a:t>
            </a:r>
            <a:r>
              <a:rPr lang="en-US" sz="2000" dirty="0">
                <a:solidFill>
                  <a:srgbClr val="00B0F0"/>
                </a:solidFill>
              </a:rPr>
              <a:t>C</a:t>
            </a:r>
            <a:r>
              <a:rPr lang="en-US" sz="2000" dirty="0"/>
              <a:t> = taller child of </a:t>
            </a:r>
            <a:r>
              <a:rPr lang="en-US" sz="2000" dirty="0">
                <a:solidFill>
                  <a:srgbClr val="00B050"/>
                </a:solidFill>
              </a:rPr>
              <a:t>B</a:t>
            </a:r>
            <a:r>
              <a:rPr lang="en-US" sz="2000" dirty="0"/>
              <a:t> (or same-side child if equal height).</a:t>
            </a:r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40/154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8A07EE-0ABF-4F18-8046-D2342F576309}"/>
              </a:ext>
            </a:extLst>
          </p:cNvPr>
          <p:cNvGrpSpPr/>
          <p:nvPr/>
        </p:nvGrpSpPr>
        <p:grpSpPr>
          <a:xfrm>
            <a:off x="2174428" y="3996846"/>
            <a:ext cx="2541328" cy="1959291"/>
            <a:chOff x="8153886" y="4196552"/>
            <a:chExt cx="2541328" cy="195929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27E0AE-38C3-4354-9F8D-1C71935CAE8C}"/>
                </a:ext>
              </a:extLst>
            </p:cNvPr>
            <p:cNvGrpSpPr/>
            <p:nvPr/>
          </p:nvGrpSpPr>
          <p:grpSpPr>
            <a:xfrm>
              <a:off x="8153886" y="4243818"/>
              <a:ext cx="2541328" cy="1912025"/>
              <a:chOff x="472197" y="2039307"/>
              <a:chExt cx="4711339" cy="4077664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8AE5C9E-4201-4AB7-A4F2-EA4D0FFEFD05}"/>
                  </a:ext>
                </a:extLst>
              </p:cNvPr>
              <p:cNvCxnSpPr>
                <a:cxnSpLocks/>
                <a:endCxn id="18" idx="5"/>
              </p:cNvCxnSpPr>
              <p:nvPr/>
            </p:nvCxnSpPr>
            <p:spPr>
              <a:xfrm>
                <a:off x="1591511" y="2161835"/>
                <a:ext cx="2363096" cy="21534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A62F721-9D03-4376-BCD4-763ABEAE9C89}"/>
                  </a:ext>
                </a:extLst>
              </p:cNvPr>
              <p:cNvGrpSpPr/>
              <p:nvPr/>
            </p:nvGrpSpPr>
            <p:grpSpPr>
              <a:xfrm>
                <a:off x="472197" y="2332331"/>
                <a:ext cx="1309375" cy="1622570"/>
                <a:chOff x="924173" y="3228662"/>
                <a:chExt cx="1309375" cy="1622570"/>
              </a:xfrm>
            </p:grpSpPr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8CEFD6C2-26BF-44F9-95A5-EEB9DB2C18A5}"/>
                    </a:ext>
                  </a:extLst>
                </p:cNvPr>
                <p:cNvSpPr/>
                <p:nvPr/>
              </p:nvSpPr>
              <p:spPr>
                <a:xfrm>
                  <a:off x="924173" y="3897335"/>
                  <a:ext cx="1049582" cy="953897"/>
                </a:xfrm>
                <a:prstGeom prst="triangle">
                  <a:avLst/>
                </a:prstGeom>
                <a:solidFill>
                  <a:srgbClr val="F5EBFF"/>
                </a:solidFill>
                <a:ln w="127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9B31AAAC-C01E-42ED-8631-6C4586CE4E81}"/>
                    </a:ext>
                  </a:extLst>
                </p:cNvPr>
                <p:cNvCxnSpPr>
                  <a:cxnSpLocks/>
                  <a:endCxn id="25" idx="0"/>
                </p:cNvCxnSpPr>
                <p:nvPr/>
              </p:nvCxnSpPr>
              <p:spPr>
                <a:xfrm flipH="1">
                  <a:off x="1448964" y="3228662"/>
                  <a:ext cx="784584" cy="66867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DB36E80-9465-4522-BAC8-DEA63922E306}"/>
                  </a:ext>
                </a:extLst>
              </p:cNvPr>
              <p:cNvGrpSpPr/>
              <p:nvPr/>
            </p:nvGrpSpPr>
            <p:grpSpPr>
              <a:xfrm>
                <a:off x="1055848" y="3233391"/>
                <a:ext cx="1687698" cy="2170110"/>
                <a:chOff x="2212445" y="3674624"/>
                <a:chExt cx="1687698" cy="2170110"/>
              </a:xfrm>
            </p:grpSpPr>
            <p:sp>
              <p:nvSpPr>
                <p:cNvPr id="23" name="Isosceles Triangle 22">
                  <a:extLst>
                    <a:ext uri="{FF2B5EF4-FFF2-40B4-BE49-F238E27FC236}">
                      <a16:creationId xmlns:a16="http://schemas.microsoft.com/office/drawing/2014/main" id="{C46DDD9B-E6ED-4FC2-B85B-287AB93587FE}"/>
                    </a:ext>
                  </a:extLst>
                </p:cNvPr>
                <p:cNvSpPr/>
                <p:nvPr/>
              </p:nvSpPr>
              <p:spPr>
                <a:xfrm>
                  <a:off x="2212445" y="5012298"/>
                  <a:ext cx="1049581" cy="832436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8E4BFCA-B421-4CE5-B9DE-4F69FB96A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5561" y="3674624"/>
                  <a:ext cx="784582" cy="6686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Oval 16">
                <a:extLst>
                  <a:ext uri="{FF2B5EF4-FFF2-40B4-BE49-F238E27FC236}">
                    <a16:creationId xmlns:a16="http://schemas.microsoft.com/office/drawing/2014/main" id="{4EEB6A68-77F0-47FB-B849-21DDADB058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645" y="2915113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5" name="Oval 16">
                <a:extLst>
                  <a:ext uri="{FF2B5EF4-FFF2-40B4-BE49-F238E27FC236}">
                    <a16:creationId xmlns:a16="http://schemas.microsoft.com/office/drawing/2014/main" id="{8B02E382-EF21-48D9-81A9-B19E09782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095" y="2039307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8C92AF2-7EFD-4D45-AC33-7D876B6FE042}"/>
                  </a:ext>
                </a:extLst>
              </p:cNvPr>
              <p:cNvGrpSpPr/>
              <p:nvPr/>
            </p:nvGrpSpPr>
            <p:grpSpPr>
              <a:xfrm>
                <a:off x="2503333" y="4163389"/>
                <a:ext cx="1119314" cy="1953582"/>
                <a:chOff x="2625884" y="3783730"/>
                <a:chExt cx="1119314" cy="1953582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21" name="Isosceles Triangle 20">
                  <a:extLst>
                    <a:ext uri="{FF2B5EF4-FFF2-40B4-BE49-F238E27FC236}">
                      <a16:creationId xmlns:a16="http://schemas.microsoft.com/office/drawing/2014/main" id="{B38F7259-07A4-44DC-9EA6-2AC9E3B1D04E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grpFill/>
                <a:ln w="127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0C2E7A01-78D4-4643-B84B-B00C34E0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455" y="3783730"/>
                  <a:ext cx="584743" cy="53126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04482F9-8958-46CA-9382-B377F1123DFB}"/>
                  </a:ext>
                </a:extLst>
              </p:cNvPr>
              <p:cNvGrpSpPr/>
              <p:nvPr/>
            </p:nvGrpSpPr>
            <p:grpSpPr>
              <a:xfrm>
                <a:off x="3995215" y="4293584"/>
                <a:ext cx="1188321" cy="1816176"/>
                <a:chOff x="2487145" y="3921136"/>
                <a:chExt cx="1188321" cy="1816176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19" name="Isosceles Triangle 18">
                  <a:extLst>
                    <a:ext uri="{FF2B5EF4-FFF2-40B4-BE49-F238E27FC236}">
                      <a16:creationId xmlns:a16="http://schemas.microsoft.com/office/drawing/2014/main" id="{71C3009B-BB1C-458A-90B4-7DAA2A08A932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6ACD5554-2DE0-49F5-AF6C-F667BB6CD7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87145" y="3921136"/>
                  <a:ext cx="653588" cy="37932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52AF61E-2C67-4691-A215-3C9C04537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195" y="3790916"/>
                <a:ext cx="614386" cy="614386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B264F1-B4A2-451C-864E-F777FFABF605}"/>
                </a:ext>
              </a:extLst>
            </p:cNvPr>
            <p:cNvSpPr/>
            <p:nvPr/>
          </p:nvSpPr>
          <p:spPr>
            <a:xfrm>
              <a:off x="8706399" y="4196552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769998-A5F2-4DC4-86DE-FE6B630BA75B}"/>
                </a:ext>
              </a:extLst>
            </p:cNvPr>
            <p:cNvSpPr/>
            <p:nvPr/>
          </p:nvSpPr>
          <p:spPr>
            <a:xfrm>
              <a:off x="9240612" y="4598105"/>
              <a:ext cx="30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563212-9DB0-4744-9570-238E6DE624D8}"/>
                </a:ext>
              </a:extLst>
            </p:cNvPr>
            <p:cNvSpPr/>
            <p:nvPr/>
          </p:nvSpPr>
          <p:spPr>
            <a:xfrm>
              <a:off x="9759973" y="5028861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i="1" dirty="0">
                  <a:solidFill>
                    <a:srgbClr val="00B0F0"/>
                  </a:solidFill>
                </a:rPr>
                <a:t>C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65D035-1E5D-4488-A9E1-96736BD68D6E}"/>
              </a:ext>
            </a:extLst>
          </p:cNvPr>
          <p:cNvGrpSpPr/>
          <p:nvPr/>
        </p:nvGrpSpPr>
        <p:grpSpPr>
          <a:xfrm>
            <a:off x="6546909" y="3994811"/>
            <a:ext cx="2541328" cy="1972907"/>
            <a:chOff x="8153886" y="4196552"/>
            <a:chExt cx="2541328" cy="197290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4DB8C8-7ED7-4EA0-B032-EA047FD5600C}"/>
                </a:ext>
              </a:extLst>
            </p:cNvPr>
            <p:cNvGrpSpPr/>
            <p:nvPr/>
          </p:nvGrpSpPr>
          <p:grpSpPr>
            <a:xfrm>
              <a:off x="8153886" y="4243818"/>
              <a:ext cx="2541328" cy="1925641"/>
              <a:chOff x="472197" y="2039307"/>
              <a:chExt cx="4711339" cy="4106703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8CF00E3-7597-4B90-85E6-D6765C04976E}"/>
                  </a:ext>
                </a:extLst>
              </p:cNvPr>
              <p:cNvCxnSpPr>
                <a:cxnSpLocks/>
                <a:endCxn id="39" idx="5"/>
              </p:cNvCxnSpPr>
              <p:nvPr/>
            </p:nvCxnSpPr>
            <p:spPr>
              <a:xfrm>
                <a:off x="1591511" y="2161835"/>
                <a:ext cx="2363096" cy="21534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1FE69CE7-9546-4C3C-9B86-FAA2394F32F6}"/>
                  </a:ext>
                </a:extLst>
              </p:cNvPr>
              <p:cNvGrpSpPr/>
              <p:nvPr/>
            </p:nvGrpSpPr>
            <p:grpSpPr>
              <a:xfrm>
                <a:off x="472197" y="2332331"/>
                <a:ext cx="1309375" cy="1622570"/>
                <a:chOff x="924173" y="3228662"/>
                <a:chExt cx="1309375" cy="1622570"/>
              </a:xfrm>
            </p:grpSpPr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5F1EDA8A-BD15-4193-84E9-33FF34396F5B}"/>
                    </a:ext>
                  </a:extLst>
                </p:cNvPr>
                <p:cNvSpPr/>
                <p:nvPr/>
              </p:nvSpPr>
              <p:spPr>
                <a:xfrm>
                  <a:off x="924173" y="3897335"/>
                  <a:ext cx="1049582" cy="953897"/>
                </a:xfrm>
                <a:prstGeom prst="triangle">
                  <a:avLst/>
                </a:prstGeom>
                <a:solidFill>
                  <a:srgbClr val="F5EBFF"/>
                </a:solidFill>
                <a:ln w="1270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2F17CFBA-384D-449C-B107-F6A4BBAD4A8F}"/>
                    </a:ext>
                  </a:extLst>
                </p:cNvPr>
                <p:cNvCxnSpPr>
                  <a:cxnSpLocks/>
                  <a:endCxn id="46" idx="0"/>
                </p:cNvCxnSpPr>
                <p:nvPr/>
              </p:nvCxnSpPr>
              <p:spPr>
                <a:xfrm flipH="1">
                  <a:off x="1448964" y="3228662"/>
                  <a:ext cx="784584" cy="66867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DD03FAE-3D18-48F8-83D1-3BBC4F98617D}"/>
                  </a:ext>
                </a:extLst>
              </p:cNvPr>
              <p:cNvGrpSpPr/>
              <p:nvPr/>
            </p:nvGrpSpPr>
            <p:grpSpPr>
              <a:xfrm>
                <a:off x="1004025" y="3233391"/>
                <a:ext cx="1739521" cy="2912619"/>
                <a:chOff x="2160622" y="3674624"/>
                <a:chExt cx="1739521" cy="2912619"/>
              </a:xfrm>
            </p:grpSpPr>
            <p:sp>
              <p:nvSpPr>
                <p:cNvPr id="44" name="Isosceles Triangle 43">
                  <a:extLst>
                    <a:ext uri="{FF2B5EF4-FFF2-40B4-BE49-F238E27FC236}">
                      <a16:creationId xmlns:a16="http://schemas.microsoft.com/office/drawing/2014/main" id="{FC27B802-9749-4A8E-990D-4960BBA1DC2C}"/>
                    </a:ext>
                  </a:extLst>
                </p:cNvPr>
                <p:cNvSpPr/>
                <p:nvPr/>
              </p:nvSpPr>
              <p:spPr>
                <a:xfrm>
                  <a:off x="2160622" y="5150391"/>
                  <a:ext cx="1049582" cy="1436852"/>
                </a:xfrm>
                <a:prstGeom prst="triangl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7B0FB6B-3093-45F5-B5A2-BDEFB5CF1D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15561" y="3674624"/>
                  <a:ext cx="784582" cy="6686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Oval 16">
                <a:extLst>
                  <a:ext uri="{FF2B5EF4-FFF2-40B4-BE49-F238E27FC236}">
                    <a16:creationId xmlns:a16="http://schemas.microsoft.com/office/drawing/2014/main" id="{B1921C90-C1B9-473D-906F-B68602D66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645" y="2915113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36" name="Oval 16">
                <a:extLst>
                  <a:ext uri="{FF2B5EF4-FFF2-40B4-BE49-F238E27FC236}">
                    <a16:creationId xmlns:a16="http://schemas.microsoft.com/office/drawing/2014/main" id="{C2FDC76B-3017-4270-B991-6328C7C97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7095" y="2039307"/>
                <a:ext cx="614386" cy="61438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BD3FC9B-4184-49D7-84E8-AF3DC3F8C4A6}"/>
                  </a:ext>
                </a:extLst>
              </p:cNvPr>
              <p:cNvGrpSpPr/>
              <p:nvPr/>
            </p:nvGrpSpPr>
            <p:grpSpPr>
              <a:xfrm>
                <a:off x="2503333" y="4163389"/>
                <a:ext cx="1119314" cy="1953582"/>
                <a:chOff x="2625884" y="3783730"/>
                <a:chExt cx="1119314" cy="1953582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B65A597A-AE14-4261-8DB8-3D0B32AE014E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grpFill/>
                <a:ln w="1270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544AABD-A82C-4EBF-B6B0-947F8C09DF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0455" y="3783730"/>
                  <a:ext cx="584743" cy="53126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F6D2879-FA7D-487A-996C-E4558DADA14C}"/>
                  </a:ext>
                </a:extLst>
              </p:cNvPr>
              <p:cNvGrpSpPr/>
              <p:nvPr/>
            </p:nvGrpSpPr>
            <p:grpSpPr>
              <a:xfrm>
                <a:off x="3995215" y="4293584"/>
                <a:ext cx="1188321" cy="1816176"/>
                <a:chOff x="2487145" y="3921136"/>
                <a:chExt cx="1188321" cy="1816176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40" name="Isosceles Triangle 39">
                  <a:extLst>
                    <a:ext uri="{FF2B5EF4-FFF2-40B4-BE49-F238E27FC236}">
                      <a16:creationId xmlns:a16="http://schemas.microsoft.com/office/drawing/2014/main" id="{CD467C4C-2F61-4011-94F0-91B383857FB0}"/>
                    </a:ext>
                  </a:extLst>
                </p:cNvPr>
                <p:cNvSpPr/>
                <p:nvPr/>
              </p:nvSpPr>
              <p:spPr>
                <a:xfrm>
                  <a:off x="2625884" y="4300459"/>
                  <a:ext cx="1049582" cy="1436853"/>
                </a:xfrm>
                <a:prstGeom prst="triangle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19CAB69-0067-41CF-BB14-6CDA08EC8F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87145" y="3921136"/>
                  <a:ext cx="653588" cy="379323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3A54F29-65CE-486A-904C-91E1907BD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195" y="3790916"/>
                <a:ext cx="614386" cy="614386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 dirty="0">
                  <a:solidFill>
                    <a:prstClr val="black"/>
                  </a:solidFill>
                  <a:latin typeface="Corbel"/>
                </a:endParaRP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C0F0E3D-B7CA-4F3B-8FF9-15B07611F80F}"/>
                </a:ext>
              </a:extLst>
            </p:cNvPr>
            <p:cNvSpPr/>
            <p:nvPr/>
          </p:nvSpPr>
          <p:spPr>
            <a:xfrm>
              <a:off x="8706399" y="4196552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</a:t>
              </a:r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9F6B929-16F6-4EEE-B034-B734ECEED01B}"/>
                </a:ext>
              </a:extLst>
            </p:cNvPr>
            <p:cNvSpPr/>
            <p:nvPr/>
          </p:nvSpPr>
          <p:spPr>
            <a:xfrm>
              <a:off x="9240612" y="4598105"/>
              <a:ext cx="3097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B</a:t>
              </a:r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4138B4-2B10-4AAF-B53D-27E0866E9F0C}"/>
                </a:ext>
              </a:extLst>
            </p:cNvPr>
            <p:cNvSpPr/>
            <p:nvPr/>
          </p:nvSpPr>
          <p:spPr>
            <a:xfrm>
              <a:off x="9759973" y="5028861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8E0657-F71D-42A3-BE8E-DED43C883B85}"/>
              </a:ext>
            </a:extLst>
          </p:cNvPr>
          <p:cNvCxnSpPr>
            <a:cxnSpLocks/>
          </p:cNvCxnSpPr>
          <p:nvPr/>
        </p:nvCxnSpPr>
        <p:spPr>
          <a:xfrm flipH="1">
            <a:off x="7134034" y="4992584"/>
            <a:ext cx="290877" cy="321460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41FE0D3-2592-4AA3-9634-DBB16BE82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097" y="4856481"/>
            <a:ext cx="313067" cy="315808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0">
              <a:solidFill>
                <a:prstClr val="black"/>
              </a:solidFill>
              <a:latin typeface="Corbel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A9669B-2BB6-4080-BB27-6AD2D7EC823F}"/>
              </a:ext>
            </a:extLst>
          </p:cNvPr>
          <p:cNvSpPr/>
          <p:nvPr/>
        </p:nvSpPr>
        <p:spPr>
          <a:xfrm>
            <a:off x="1954352" y="3810000"/>
            <a:ext cx="3006104" cy="2345844"/>
          </a:xfrm>
          <a:prstGeom prst="rect">
            <a:avLst/>
          </a:prstGeom>
          <a:noFill/>
          <a:ln w="38100">
            <a:solidFill>
              <a:srgbClr val="D012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0713351-0F5A-4522-9D17-02B048D81230}"/>
              </a:ext>
            </a:extLst>
          </p:cNvPr>
          <p:cNvSpPr/>
          <p:nvPr/>
        </p:nvSpPr>
        <p:spPr>
          <a:xfrm>
            <a:off x="8138184" y="4802956"/>
            <a:ext cx="304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B0F0"/>
                </a:solidFill>
              </a:rPr>
              <a:t>C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1369D3B-72F1-44E6-B7D8-4F1BC6125227}"/>
              </a:ext>
            </a:extLst>
          </p:cNvPr>
          <p:cNvSpPr/>
          <p:nvPr/>
        </p:nvSpPr>
        <p:spPr>
          <a:xfrm>
            <a:off x="6227274" y="3865141"/>
            <a:ext cx="3006104" cy="2345844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4957C86-8140-4D40-A370-DD531964A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87" y="4802956"/>
            <a:ext cx="311461" cy="33520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900">
              <a:solidFill>
                <a:prstClr val="black"/>
              </a:solidFill>
              <a:latin typeface="Corbel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9CAB8DC-0F6B-4C9A-9AB9-47D7EBDE5BE6}"/>
              </a:ext>
            </a:extLst>
          </p:cNvPr>
          <p:cNvCxnSpPr>
            <a:cxnSpLocks/>
          </p:cNvCxnSpPr>
          <p:nvPr/>
        </p:nvCxnSpPr>
        <p:spPr>
          <a:xfrm flipH="1">
            <a:off x="2788023" y="5107001"/>
            <a:ext cx="82111" cy="110458"/>
          </a:xfrm>
          <a:prstGeom prst="lin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43731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7562-3688-454B-8197-2C56A43F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Remove: how to rotate?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1A09A-2525-4D74-8EF3-F79282B84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36" y="1668511"/>
            <a:ext cx="11603013" cy="5082808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2"/>
            <a:r>
              <a:rPr lang="en-US" sz="2000" b="1" dirty="0"/>
              <a:t>Perform rotation based on B and C's positions relative to A</a:t>
            </a:r>
            <a:r>
              <a:rPr lang="en-US" sz="2000" dirty="0"/>
              <a:t>:</a:t>
            </a:r>
            <a:endParaRPr lang="en-US" sz="1800" dirty="0"/>
          </a:p>
          <a:p>
            <a:pPr lvl="3"/>
            <a:r>
              <a:rPr lang="en-US" sz="1800" dirty="0"/>
              <a:t>B is the left child of A and C is the left child of B (LL Case) : Right Rotate(A)</a:t>
            </a:r>
            <a:endParaRPr lang="en-US" sz="1600" dirty="0"/>
          </a:p>
          <a:p>
            <a:pPr lvl="3"/>
            <a:r>
              <a:rPr lang="en-US" sz="1800" dirty="0"/>
              <a:t>B is the left child of A and C is the right child of B (LR Case) : Left Rotate(B) → Right Rotate(A)</a:t>
            </a:r>
            <a:endParaRPr lang="en-US" sz="1600" dirty="0"/>
          </a:p>
          <a:p>
            <a:pPr lvl="3"/>
            <a:r>
              <a:rPr lang="en-US" sz="1800" dirty="0"/>
              <a:t>B is the right child of A and C is the right child of B (RR Case): Left Rotate(A)</a:t>
            </a:r>
            <a:endParaRPr lang="en-US" sz="1600" dirty="0"/>
          </a:p>
          <a:p>
            <a:pPr lvl="3"/>
            <a:r>
              <a:rPr lang="en-US" sz="1800" dirty="0"/>
              <a:t>B is the right child of A and C is the left child of B (RL Case): Right Rotate(B) → Left Rotate(A)</a:t>
            </a:r>
            <a:endParaRPr lang="en-US" sz="16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  <a:p>
            <a:pPr marL="118872" indent="0"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85D5A-D977-482B-87A6-CA2172F268B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41/154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649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42/154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delete(32)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19398" y="1847706"/>
            <a:ext cx="6077966" cy="3426042"/>
            <a:chOff x="2819398" y="1847706"/>
            <a:chExt cx="6077966" cy="342604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19398" y="1847706"/>
              <a:ext cx="5401079" cy="3426042"/>
              <a:chOff x="2556742" y="2394726"/>
              <a:chExt cx="5401079" cy="3426042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448A51C-CC8F-4A2C-A8E3-05C6E4242683}"/>
                  </a:ext>
                </a:extLst>
              </p:cNvPr>
              <p:cNvSpPr txBox="1"/>
              <p:nvPr/>
            </p:nvSpPr>
            <p:spPr>
              <a:xfrm>
                <a:off x="3881082" y="362494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556742" y="2790357"/>
                <a:ext cx="39946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-1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5D970475-0161-4ED1-B985-1449804A56CB}"/>
                  </a:ext>
                </a:extLst>
              </p:cNvPr>
              <p:cNvSpPr txBox="1"/>
              <p:nvPr/>
            </p:nvSpPr>
            <p:spPr>
              <a:xfrm>
                <a:off x="3435557" y="545053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4267130" y="545143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3003690"/>
                <a:chOff x="2454626" y="2321247"/>
                <a:chExt cx="5380728" cy="3003690"/>
              </a:xfrm>
            </p:grpSpPr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BAD0D854-6B22-4001-ADF5-C90B9C44A7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53270" y="4566785"/>
                  <a:ext cx="250688" cy="3508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7C27DC2E-2D7F-438B-AF5F-9A277E418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80796" y="4566785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5" name="Oval 16">
                  <a:extLst>
                    <a:ext uri="{FF2B5EF4-FFF2-40B4-BE49-F238E27FC236}">
                      <a16:creationId xmlns:a16="http://schemas.microsoft.com/office/drawing/2014/main" id="{75AC1F39-0736-4218-8160-31317D513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1947" y="3975894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D021DC6A-E1AC-46F1-9702-7714D1BEE5B1}"/>
                    </a:ext>
                  </a:extLst>
                </p:cNvPr>
                <p:cNvSpPr/>
                <p:nvPr/>
              </p:nvSpPr>
              <p:spPr>
                <a:xfrm>
                  <a:off x="3274123" y="4922341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4118351" y="4914177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  <a:stCxn id="179" idx="5"/>
                  <a:endCxn id="225" idx="1"/>
                </p:cNvCxnSpPr>
                <p:nvPr/>
              </p:nvCxnSpPr>
              <p:spPr>
                <a:xfrm>
                  <a:off x="3314932" y="3689090"/>
                  <a:ext cx="392482" cy="38227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288EEE85-11CB-454B-B610-741C8BA8185E}"/>
                    </a:ext>
                  </a:extLst>
                </p:cNvPr>
                <p:cNvSpPr txBox="1"/>
                <p:nvPr/>
              </p:nvSpPr>
              <p:spPr>
                <a:xfrm>
                  <a:off x="3706917" y="4108779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32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79" name="Oval 16">
            <a:extLst>
              <a:ext uri="{FF2B5EF4-FFF2-40B4-BE49-F238E27FC236}">
                <a16:creationId xmlns:a16="http://schemas.microsoft.com/office/drawing/2014/main" id="{4CA3BF80-A819-4E31-B562-1DDA1AAB7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908" y="2672392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1" name="Oval 16">
            <a:extLst>
              <a:ext uri="{FF2B5EF4-FFF2-40B4-BE49-F238E27FC236}">
                <a16:creationId xmlns:a16="http://schemas.microsoft.com/office/drawing/2014/main" id="{2EB466C1-2DD6-4A5C-9D96-813D5FFEF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4414" y="3508439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2" name="Oval 16">
            <a:extLst>
              <a:ext uri="{FF2B5EF4-FFF2-40B4-BE49-F238E27FC236}">
                <a16:creationId xmlns:a16="http://schemas.microsoft.com/office/drawing/2014/main" id="{2904A3B4-237A-4069-927C-3BCD6CD8D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330" y="1856431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962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9" grpId="1" animBg="1"/>
      <p:bldP spid="81" grpId="0" animBg="1"/>
      <p:bldP spid="82" grpId="0" animBg="1"/>
      <p:bldP spid="8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43/154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1. delete(32)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664289" y="2766516"/>
                <a:ext cx="39946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-1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4C2FC0A-6319-441F-BB69-9E9546836280}"/>
              </a:ext>
            </a:extLst>
          </p:cNvPr>
          <p:cNvSpPr txBox="1"/>
          <p:nvPr/>
        </p:nvSpPr>
        <p:spPr>
          <a:xfrm>
            <a:off x="3850382" y="2860294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FA1D2D6-9CE7-4560-8697-60E5C4A7D063}"/>
              </a:ext>
            </a:extLst>
          </p:cNvPr>
          <p:cNvSpPr txBox="1"/>
          <p:nvPr/>
        </p:nvSpPr>
        <p:spPr>
          <a:xfrm>
            <a:off x="2141081" y="4626613"/>
            <a:ext cx="2882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r>
              <a:rPr lang="en-US" sz="1600" dirty="0">
                <a:solidFill>
                  <a:srgbClr val="FF00FF"/>
                </a:solidFill>
                <a:latin typeface="Arial Rounded MT Bold" panose="020F0704030504030204" pitchFamily="34" charset="0"/>
              </a:rPr>
              <a:t>=parent of 32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302" y="2664536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79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8" grpId="0"/>
      <p:bldP spid="8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44/154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662909" y="2774379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4C2FC0A-6319-441F-BB69-9E9546836280}"/>
              </a:ext>
            </a:extLst>
          </p:cNvPr>
          <p:cNvSpPr txBox="1"/>
          <p:nvPr/>
        </p:nvSpPr>
        <p:spPr>
          <a:xfrm>
            <a:off x="3850382" y="2860294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302" y="2664536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335577-044B-481B-BFEE-8178352CF16C}"/>
              </a:ext>
            </a:extLst>
          </p:cNvPr>
          <p:cNvSpPr txBox="1"/>
          <p:nvPr/>
        </p:nvSpPr>
        <p:spPr>
          <a:xfrm>
            <a:off x="1441382" y="3214890"/>
            <a:ext cx="1455848" cy="369332"/>
          </a:xfrm>
          <a:prstGeom prst="rect">
            <a:avLst/>
          </a:prstGeom>
          <a:solidFill>
            <a:srgbClr val="FFFF00"/>
          </a:solidFill>
          <a:ln>
            <a:solidFill>
              <a:srgbClr val="0C0C0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It is balanced!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76DCF48-0EDA-4BF7-AFB9-8B8109A130C6}"/>
              </a:ext>
            </a:extLst>
          </p:cNvPr>
          <p:cNvCxnSpPr>
            <a:cxnSpLocks/>
          </p:cNvCxnSpPr>
          <p:nvPr/>
        </p:nvCxnSpPr>
        <p:spPr>
          <a:xfrm flipV="1">
            <a:off x="3712943" y="2147230"/>
            <a:ext cx="1091293" cy="54292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408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45/154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748470" y="271635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76DCF48-0EDA-4BF7-AFB9-8B8109A130C6}"/>
              </a:ext>
            </a:extLst>
          </p:cNvPr>
          <p:cNvCxnSpPr>
            <a:cxnSpLocks/>
          </p:cNvCxnSpPr>
          <p:nvPr/>
        </p:nvCxnSpPr>
        <p:spPr>
          <a:xfrm flipV="1">
            <a:off x="3712943" y="2147230"/>
            <a:ext cx="1091293" cy="54292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8" name="Oval 16">
            <a:extLst>
              <a:ext uri="{FF2B5EF4-FFF2-40B4-BE49-F238E27FC236}">
                <a16:creationId xmlns:a16="http://schemas.microsoft.com/office/drawing/2014/main" id="{1F2A9082-974B-4224-B64C-182665406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464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46/154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16D67AD-85F3-4DFA-8ED0-0561E0B1FB0D}"/>
                  </a:ext>
                </a:extLst>
              </p:cNvPr>
              <p:cNvSpPr txBox="1"/>
              <p:nvPr/>
            </p:nvSpPr>
            <p:spPr>
              <a:xfrm>
                <a:off x="2735933" y="274019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76DCF48-0EDA-4BF7-AFB9-8B8109A130C6}"/>
              </a:ext>
            </a:extLst>
          </p:cNvPr>
          <p:cNvCxnSpPr>
            <a:cxnSpLocks/>
          </p:cNvCxnSpPr>
          <p:nvPr/>
        </p:nvCxnSpPr>
        <p:spPr>
          <a:xfrm flipV="1">
            <a:off x="3712943" y="2147230"/>
            <a:ext cx="1091293" cy="54292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079DA1-35BA-469A-B7A2-920270E938D7}"/>
              </a:ext>
            </a:extLst>
          </p:cNvPr>
          <p:cNvSpPr txBox="1"/>
          <p:nvPr/>
        </p:nvSpPr>
        <p:spPr>
          <a:xfrm>
            <a:off x="1082604" y="3190819"/>
            <a:ext cx="1838965" cy="369332"/>
          </a:xfrm>
          <a:prstGeom prst="rect">
            <a:avLst/>
          </a:prstGeom>
          <a:solidFill>
            <a:srgbClr val="FFFF00"/>
          </a:solidFill>
          <a:ln>
            <a:solidFill>
              <a:srgbClr val="0C0C0E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It is not balanced!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148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47/154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4644373" y="239451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837316-1702-446B-AE78-9A1B4D38BECC}"/>
              </a:ext>
            </a:extLst>
          </p:cNvPr>
          <p:cNvSpPr txBox="1"/>
          <p:nvPr/>
        </p:nvSpPr>
        <p:spPr>
          <a:xfrm>
            <a:off x="3008837" y="2129981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6021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48/154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4644373" y="239451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8EC9CD0-90C6-4DE1-9548-429DFDC64C78}"/>
              </a:ext>
            </a:extLst>
          </p:cNvPr>
          <p:cNvSpPr txBox="1"/>
          <p:nvPr/>
        </p:nvSpPr>
        <p:spPr>
          <a:xfrm>
            <a:off x="3008837" y="2129981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454708-1ABE-4327-B775-CD36788316B2}"/>
              </a:ext>
            </a:extLst>
          </p:cNvPr>
          <p:cNvSpPr txBox="1"/>
          <p:nvPr/>
        </p:nvSpPr>
        <p:spPr>
          <a:xfrm>
            <a:off x="7979241" y="237453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475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49/154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Determine 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4644373" y="239451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DEC5CD-6C90-4326-A7B1-29E90C5FE76F}"/>
              </a:ext>
            </a:extLst>
          </p:cNvPr>
          <p:cNvSpPr txBox="1"/>
          <p:nvPr/>
        </p:nvSpPr>
        <p:spPr>
          <a:xfrm>
            <a:off x="3008837" y="2129981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109E73-3B72-4401-B5BC-D4E36D1D1633}"/>
              </a:ext>
            </a:extLst>
          </p:cNvPr>
          <p:cNvSpPr txBox="1"/>
          <p:nvPr/>
        </p:nvSpPr>
        <p:spPr>
          <a:xfrm>
            <a:off x="8020383" y="237479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0E33C4-BC1D-40C5-85F0-B24962CDA8A3}"/>
              </a:ext>
            </a:extLst>
          </p:cNvPr>
          <p:cNvSpPr txBox="1"/>
          <p:nvPr/>
        </p:nvSpPr>
        <p:spPr>
          <a:xfrm>
            <a:off x="9134485" y="347638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2560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416ABDD5-E11B-4BE0-AA36-759E61242733}"/>
              </a:ext>
            </a:extLst>
          </p:cNvPr>
          <p:cNvCxnSpPr>
            <a:cxnSpLocks/>
          </p:cNvCxnSpPr>
          <p:nvPr/>
        </p:nvCxnSpPr>
        <p:spPr>
          <a:xfrm flipH="1">
            <a:off x="9115573" y="3805544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8565151" y="3039723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879B9DD-3701-4C41-95D3-079A2BA03545}"/>
              </a:ext>
            </a:extLst>
          </p:cNvPr>
          <p:cNvCxnSpPr>
            <a:cxnSpLocks/>
          </p:cNvCxnSpPr>
          <p:nvPr/>
        </p:nvCxnSpPr>
        <p:spPr>
          <a:xfrm>
            <a:off x="7216295" y="3954681"/>
            <a:ext cx="318502" cy="3896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50/154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Determine 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Determine the rotation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985319" y="3764801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B8D98D-99AA-4E6F-9F22-5D46A20ECE28}"/>
              </a:ext>
            </a:extLst>
          </p:cNvPr>
          <p:cNvGrpSpPr/>
          <p:nvPr/>
        </p:nvGrpSpPr>
        <p:grpSpPr>
          <a:xfrm>
            <a:off x="8832804" y="4305158"/>
            <a:ext cx="826085" cy="557612"/>
            <a:chOff x="7833301" y="5217286"/>
            <a:chExt cx="826085" cy="557612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E8CCE1-54EC-47FB-8725-9D1A566B1DE0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22D449-F0B0-4142-A2C5-F702E500195D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62BB6-B61C-42D5-BF2A-9F04EF29D0FE}"/>
              </a:ext>
            </a:extLst>
          </p:cNvPr>
          <p:cNvGrpSpPr/>
          <p:nvPr/>
        </p:nvGrpSpPr>
        <p:grpSpPr>
          <a:xfrm>
            <a:off x="6964839" y="4305158"/>
            <a:ext cx="1349221" cy="1825222"/>
            <a:chOff x="6582966" y="5123011"/>
            <a:chExt cx="1349221" cy="1825222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78FE62D-912A-4E0E-A711-90AD4CAE56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3733" y="5714745"/>
              <a:ext cx="250688" cy="350802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D65AB43-A937-496E-9DE7-7FE5B5DC8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2356" y="5774898"/>
              <a:ext cx="221786" cy="4702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34E7A63-15F7-422A-94AC-F9D009DD7673}"/>
                </a:ext>
              </a:extLst>
            </p:cNvPr>
            <p:cNvSpPr/>
            <p:nvPr/>
          </p:nvSpPr>
          <p:spPr>
            <a:xfrm>
              <a:off x="7496656" y="6063117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9B50FB0-FD76-46F7-BAAD-7BC3AEAEA1FB}"/>
                </a:ext>
              </a:extLst>
            </p:cNvPr>
            <p:cNvSpPr/>
            <p:nvPr/>
          </p:nvSpPr>
          <p:spPr>
            <a:xfrm>
              <a:off x="6636656" y="6054953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3794280-0FE3-4A35-A8AA-2E4111DDD214}"/>
                </a:ext>
              </a:extLst>
            </p:cNvPr>
            <p:cNvSpPr txBox="1"/>
            <p:nvPr/>
          </p:nvSpPr>
          <p:spPr>
            <a:xfrm>
              <a:off x="7553159" y="657890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D6AF62-67DC-4F5D-ACC0-479F11C57F47}"/>
                </a:ext>
              </a:extLst>
            </p:cNvPr>
            <p:cNvSpPr txBox="1"/>
            <p:nvPr/>
          </p:nvSpPr>
          <p:spPr>
            <a:xfrm>
              <a:off x="6664730" y="655724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0" name="Oval 16">
              <a:extLst>
                <a:ext uri="{FF2B5EF4-FFF2-40B4-BE49-F238E27FC236}">
                  <a16:creationId xmlns:a16="http://schemas.microsoft.com/office/drawing/2014/main" id="{CD691F22-5634-46D3-A978-B75145F3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2122" y="512301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B6E5A38-0289-4DA5-9F4F-CF1CA4C7AFB5}"/>
                </a:ext>
              </a:extLst>
            </p:cNvPr>
            <p:cNvSpPr txBox="1"/>
            <p:nvPr/>
          </p:nvSpPr>
          <p:spPr>
            <a:xfrm>
              <a:off x="7050254" y="5244411"/>
              <a:ext cx="4892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54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3132D1B-1230-4CBD-A30A-84388225A01B}"/>
                </a:ext>
              </a:extLst>
            </p:cNvPr>
            <p:cNvSpPr txBox="1"/>
            <p:nvPr/>
          </p:nvSpPr>
          <p:spPr>
            <a:xfrm>
              <a:off x="6582966" y="5389663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47CCF8-42BD-4208-9EB8-3A94D1491145}"/>
              </a:ext>
            </a:extLst>
          </p:cNvPr>
          <p:cNvGrpSpPr/>
          <p:nvPr/>
        </p:nvGrpSpPr>
        <p:grpSpPr>
          <a:xfrm>
            <a:off x="5312352" y="3941853"/>
            <a:ext cx="1351662" cy="2213991"/>
            <a:chOff x="5315049" y="3888928"/>
            <a:chExt cx="1351662" cy="221399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E430833-B2FF-4F5C-B849-891C07FEDD57}"/>
                </a:ext>
              </a:extLst>
            </p:cNvPr>
            <p:cNvSpPr/>
            <p:nvPr/>
          </p:nvSpPr>
          <p:spPr>
            <a:xfrm>
              <a:off x="6158584" y="5263379"/>
              <a:ext cx="429995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34DD096-7971-4928-A0CC-FF7C6C604C41}"/>
                </a:ext>
              </a:extLst>
            </p:cNvPr>
            <p:cNvSpPr txBox="1"/>
            <p:nvPr/>
          </p:nvSpPr>
          <p:spPr>
            <a:xfrm>
              <a:off x="5860989" y="3888928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661904-5CBB-48AC-A741-58E04A595E24}"/>
                </a:ext>
              </a:extLst>
            </p:cNvPr>
            <p:cNvSpPr txBox="1"/>
            <p:nvPr/>
          </p:nvSpPr>
          <p:spPr>
            <a:xfrm>
              <a:off x="5371552" y="5733587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14C50096-096F-45A1-8A28-55937CBEE60E}"/>
                </a:ext>
              </a:extLst>
            </p:cNvPr>
            <p:cNvCxnSpPr>
              <a:cxnSpLocks/>
            </p:cNvCxnSpPr>
            <p:nvPr/>
          </p:nvCxnSpPr>
          <p:spPr>
            <a:xfrm>
              <a:off x="6087858" y="4913681"/>
              <a:ext cx="250688" cy="3508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98AA5C-4AD4-4F24-A60F-B65C74A80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5384" y="4913681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0D6EA79-E9D8-495E-8660-21D36D5710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00068" y="3959124"/>
              <a:ext cx="466643" cy="46049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Oval 16">
              <a:extLst>
                <a:ext uri="{FF2B5EF4-FFF2-40B4-BE49-F238E27FC236}">
                  <a16:creationId xmlns:a16="http://schemas.microsoft.com/office/drawing/2014/main" id="{31BC0A0F-EFA1-464D-B2E0-1DC4AE548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015" y="4324155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B539B0D-98CE-492A-BD89-34CFFB69F1BD}"/>
                </a:ext>
              </a:extLst>
            </p:cNvPr>
            <p:cNvSpPr/>
            <p:nvPr/>
          </p:nvSpPr>
          <p:spPr>
            <a:xfrm>
              <a:off x="5315049" y="5263379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15DD3A9-3CED-4EFA-9A0D-482D45D05356}"/>
                </a:ext>
              </a:extLst>
            </p:cNvPr>
            <p:cNvSpPr txBox="1"/>
            <p:nvPr/>
          </p:nvSpPr>
          <p:spPr>
            <a:xfrm>
              <a:off x="5704125" y="4456996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48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DD7FCD6-75A6-4079-9F53-7BC72FC94187}"/>
                </a:ext>
              </a:extLst>
            </p:cNvPr>
            <p:cNvSpPr txBox="1"/>
            <p:nvPr/>
          </p:nvSpPr>
          <p:spPr>
            <a:xfrm>
              <a:off x="6185880" y="5714745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2839749" y="1847706"/>
            <a:ext cx="6057615" cy="2593604"/>
            <a:chOff x="2839749" y="1847706"/>
            <a:chExt cx="6057615" cy="2593604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700BC9BC-86A0-4117-8971-7E0C0A41F645}"/>
                </a:ext>
              </a:extLst>
            </p:cNvPr>
            <p:cNvGrpSpPr/>
            <p:nvPr/>
          </p:nvGrpSpPr>
          <p:grpSpPr>
            <a:xfrm>
              <a:off x="2839749" y="1847706"/>
              <a:ext cx="5380728" cy="2593604"/>
              <a:chOff x="2577093" y="2394726"/>
              <a:chExt cx="5380728" cy="2593604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381F02CA-DC8C-414C-AA37-17607BBC9FC9}"/>
                  </a:ext>
                </a:extLst>
              </p:cNvPr>
              <p:cNvSpPr txBox="1"/>
              <p:nvPr/>
            </p:nvSpPr>
            <p:spPr>
              <a:xfrm>
                <a:off x="2633686" y="4616884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0EFC251-F859-4D3E-B6E9-CCA6E4C1AE34}"/>
                  </a:ext>
                </a:extLst>
              </p:cNvPr>
              <p:cNvSpPr txBox="1"/>
              <p:nvPr/>
            </p:nvSpPr>
            <p:spPr>
              <a:xfrm>
                <a:off x="3713641" y="461899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2FD8B6B-6287-4D5A-81CF-782E7FF70742}"/>
                  </a:ext>
                </a:extLst>
              </p:cNvPr>
              <p:cNvGrpSpPr/>
              <p:nvPr/>
            </p:nvGrpSpPr>
            <p:grpSpPr>
              <a:xfrm>
                <a:off x="2577093" y="2394726"/>
                <a:ext cx="5380728" cy="2185439"/>
                <a:chOff x="2454626" y="2321247"/>
                <a:chExt cx="5380728" cy="2185439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A500483E-43D1-4713-8BF6-FB44F60D7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28242" y="3703599"/>
                  <a:ext cx="221786" cy="47020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9E00284-E173-4C0B-BF52-7459327CD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61532" y="3611433"/>
                  <a:ext cx="1213699" cy="60213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78AB9791-8FDE-4898-AB60-75A7D04D01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50636" y="2708841"/>
                  <a:ext cx="2784718" cy="6567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AB9767C6-9158-48F0-826C-42256D07C0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6598" y="2743420"/>
                  <a:ext cx="1393738" cy="68558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Oval 16">
                  <a:extLst>
                    <a:ext uri="{FF2B5EF4-FFF2-40B4-BE49-F238E27FC236}">
                      <a16:creationId xmlns:a16="http://schemas.microsoft.com/office/drawing/2014/main" id="{73D4A683-96B5-42D0-9868-23D2EF1C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7922" y="2321247"/>
                  <a:ext cx="651887" cy="651887"/>
                </a:xfrm>
                <a:prstGeom prst="ellipse">
                  <a:avLst/>
                </a:prstGeom>
                <a:solidFill>
                  <a:srgbClr val="00B0F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6A1BC2ED-09DF-4A1B-8F92-E26AA21D2154}"/>
                    </a:ext>
                  </a:extLst>
                </p:cNvPr>
                <p:cNvSpPr txBox="1"/>
                <p:nvPr/>
              </p:nvSpPr>
              <p:spPr>
                <a:xfrm>
                  <a:off x="4515552" y="2451096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44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6631A60F-41A4-4EFC-A5DF-1F175E2856C9}"/>
                    </a:ext>
                  </a:extLst>
                </p:cNvPr>
                <p:cNvSpPr txBox="1"/>
                <p:nvPr/>
              </p:nvSpPr>
              <p:spPr>
                <a:xfrm>
                  <a:off x="2870294" y="3294744"/>
                  <a:ext cx="42832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15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BB9F9C9F-A487-4791-A87A-E3B685C563B5}"/>
                    </a:ext>
                  </a:extLst>
                </p:cNvPr>
                <p:cNvSpPr/>
                <p:nvPr/>
              </p:nvSpPr>
              <p:spPr>
                <a:xfrm>
                  <a:off x="2454626" y="4104090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Oval 16">
                  <a:extLst>
                    <a:ext uri="{FF2B5EF4-FFF2-40B4-BE49-F238E27FC236}">
                      <a16:creationId xmlns:a16="http://schemas.microsoft.com/office/drawing/2014/main" id="{3EB81771-8F20-4538-9ECC-56240F6A5A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8512" y="3132670"/>
                  <a:ext cx="651887" cy="651887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600">
                    <a:solidFill>
                      <a:prstClr val="black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76E776B2-560B-4B01-96F6-4F91E2A8AE35}"/>
                    </a:ext>
                  </a:extLst>
                </p:cNvPr>
                <p:cNvSpPr/>
                <p:nvPr/>
              </p:nvSpPr>
              <p:spPr>
                <a:xfrm>
                  <a:off x="3521171" y="4075565"/>
                  <a:ext cx="435531" cy="40259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8A6C019-D2FA-45FD-8ED9-BC58546102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4825" y="3667427"/>
                  <a:ext cx="352589" cy="40393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2F2998DF-3AB9-4F88-90EC-2F660EFEE0A5}"/>
                    </a:ext>
                  </a:extLst>
                </p:cNvPr>
                <p:cNvSpPr txBox="1"/>
                <p:nvPr/>
              </p:nvSpPr>
              <p:spPr>
                <a:xfrm>
                  <a:off x="2871857" y="3276603"/>
                  <a:ext cx="48923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/>
                      </a:solidFill>
                      <a:latin typeface="Arial Rounded MT Bold" panose="020F0704030504030204" pitchFamily="34" charset="0"/>
                    </a:rPr>
                    <a:t>17</a:t>
                  </a:r>
                </a:p>
              </p:txBody>
            </p:sp>
          </p:grp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0A641CE-CD83-4225-B556-E44524CA58E0}"/>
                </a:ext>
              </a:extLst>
            </p:cNvPr>
            <p:cNvSpPr txBox="1"/>
            <p:nvPr/>
          </p:nvSpPr>
          <p:spPr>
            <a:xfrm>
              <a:off x="6853706" y="3155255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661120" y="3009220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0366" y="3422847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9531691" y="3531294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10" y="272063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8063936" y="2839668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241" name="Oval 16">
            <a:extLst>
              <a:ext uri="{FF2B5EF4-FFF2-40B4-BE49-F238E27FC236}">
                <a16:creationId xmlns:a16="http://schemas.microsoft.com/office/drawing/2014/main" id="{FAEBA425-6851-4DF2-B6F0-4F73B4FA1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408" y="3568054"/>
            <a:ext cx="651887" cy="6518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C63DFAB3-2743-433C-8FD6-34959B9ECBD5}"/>
              </a:ext>
            </a:extLst>
          </p:cNvPr>
          <p:cNvSpPr txBox="1"/>
          <p:nvPr/>
        </p:nvSpPr>
        <p:spPr>
          <a:xfrm>
            <a:off x="6664014" y="3692396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89" name="Oval 16">
            <a:extLst>
              <a:ext uri="{FF2B5EF4-FFF2-40B4-BE49-F238E27FC236}">
                <a16:creationId xmlns:a16="http://schemas.microsoft.com/office/drawing/2014/main" id="{3F5BC467-9B94-428C-9016-823D2EA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25" y="1857275"/>
            <a:ext cx="651887" cy="651887"/>
          </a:xfrm>
          <a:prstGeom prst="ellips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13D828-A8A1-4444-9D2D-791C9142E766}"/>
              </a:ext>
            </a:extLst>
          </p:cNvPr>
          <p:cNvSpPr txBox="1"/>
          <p:nvPr/>
        </p:nvSpPr>
        <p:spPr>
          <a:xfrm>
            <a:off x="5472412" y="1854757"/>
            <a:ext cx="1549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FF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FF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4644373" y="239451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E143349-B6A1-4D7F-BFD9-2AFB8E700CD8}"/>
              </a:ext>
            </a:extLst>
          </p:cNvPr>
          <p:cNvGrpSpPr/>
          <p:nvPr/>
        </p:nvGrpSpPr>
        <p:grpSpPr>
          <a:xfrm>
            <a:off x="9828705" y="1885107"/>
            <a:ext cx="2122772" cy="792515"/>
            <a:chOff x="472197" y="2039307"/>
            <a:chExt cx="10922132" cy="4077664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F404544-BC1B-492B-974D-63FB3FF7C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5238" y="2178006"/>
              <a:ext cx="1141047" cy="1339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51DB886-76CB-4D39-AAF0-37444A2D47D7}"/>
                </a:ext>
              </a:extLst>
            </p:cNvPr>
            <p:cNvCxnSpPr>
              <a:cxnSpLocks/>
              <a:endCxn id="90" idx="5"/>
            </p:cNvCxnSpPr>
            <p:nvPr/>
          </p:nvCxnSpPr>
          <p:spPr>
            <a:xfrm>
              <a:off x="1591511" y="2161835"/>
              <a:ext cx="2363096" cy="21534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rrow: Notched Right 78">
              <a:extLst>
                <a:ext uri="{FF2B5EF4-FFF2-40B4-BE49-F238E27FC236}">
                  <a16:creationId xmlns:a16="http://schemas.microsoft.com/office/drawing/2014/main" id="{61A6FB2E-A7D3-4E55-8EA7-20EF77F7CAF1}"/>
                </a:ext>
              </a:extLst>
            </p:cNvPr>
            <p:cNvSpPr/>
            <p:nvPr/>
          </p:nvSpPr>
          <p:spPr>
            <a:xfrm>
              <a:off x="5625035" y="2914651"/>
              <a:ext cx="740257" cy="461225"/>
            </a:xfrm>
            <a:prstGeom prst="notchedRightArrow">
              <a:avLst/>
            </a:prstGeom>
            <a:solidFill>
              <a:srgbClr val="FFFF00"/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4606C66-E39A-4658-9F67-F042AA453606}"/>
                </a:ext>
              </a:extLst>
            </p:cNvPr>
            <p:cNvCxnSpPr>
              <a:cxnSpLocks/>
              <a:endCxn id="97" idx="5"/>
            </p:cNvCxnSpPr>
            <p:nvPr/>
          </p:nvCxnSpPr>
          <p:spPr>
            <a:xfrm>
              <a:off x="9149573" y="2476368"/>
              <a:ext cx="1337008" cy="12275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6">
              <a:extLst>
                <a:ext uri="{FF2B5EF4-FFF2-40B4-BE49-F238E27FC236}">
                  <a16:creationId xmlns:a16="http://schemas.microsoft.com/office/drawing/2014/main" id="{8709478F-3AD4-45C0-8BCC-FFBE051C2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165" y="2132230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C264D90-29FD-4BC9-9FF2-BB304F17A63C}"/>
                </a:ext>
              </a:extLst>
            </p:cNvPr>
            <p:cNvGrpSpPr/>
            <p:nvPr/>
          </p:nvGrpSpPr>
          <p:grpSpPr>
            <a:xfrm>
              <a:off x="472197" y="2332333"/>
              <a:ext cx="1309373" cy="2105523"/>
              <a:chOff x="924173" y="3228664"/>
              <a:chExt cx="1309373" cy="2105523"/>
            </a:xfrm>
          </p:grpSpPr>
          <p:sp>
            <p:nvSpPr>
              <p:cNvPr id="113" name="Isosceles Triangle 112">
                <a:extLst>
                  <a:ext uri="{FF2B5EF4-FFF2-40B4-BE49-F238E27FC236}">
                    <a16:creationId xmlns:a16="http://schemas.microsoft.com/office/drawing/2014/main" id="{E59537B1-A0B8-4DF4-A5B1-59CB73EFE7B4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60E74989-5E95-4EED-AA70-A2A890BBB41F}"/>
                  </a:ext>
                </a:extLst>
              </p:cNvPr>
              <p:cNvCxnSpPr>
                <a:cxnSpLocks/>
                <a:endCxn id="113" idx="0"/>
              </p:cNvCxnSpPr>
              <p:nvPr/>
            </p:nvCxnSpPr>
            <p:spPr>
              <a:xfrm flipH="1">
                <a:off x="1448964" y="322866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184D192C-538B-41E8-A2FB-9B622F9710C1}"/>
                </a:ext>
              </a:extLst>
            </p:cNvPr>
            <p:cNvGrpSpPr/>
            <p:nvPr/>
          </p:nvGrpSpPr>
          <p:grpSpPr>
            <a:xfrm>
              <a:off x="1434173" y="3233391"/>
              <a:ext cx="1309373" cy="2118643"/>
              <a:chOff x="2590770" y="3674624"/>
              <a:chExt cx="1309373" cy="2118643"/>
            </a:xfrm>
          </p:grpSpPr>
          <p:sp>
            <p:nvSpPr>
              <p:cNvPr id="111" name="Isosceles Triangle 110">
                <a:extLst>
                  <a:ext uri="{FF2B5EF4-FFF2-40B4-BE49-F238E27FC236}">
                    <a16:creationId xmlns:a16="http://schemas.microsoft.com/office/drawing/2014/main" id="{C2437493-EFAF-40B5-90E6-76326641A239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EE42A50-E694-4BCF-8562-779509760A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15561" y="367462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Oval 16">
              <a:extLst>
                <a:ext uri="{FF2B5EF4-FFF2-40B4-BE49-F238E27FC236}">
                  <a16:creationId xmlns:a16="http://schemas.microsoft.com/office/drawing/2014/main" id="{0AB69521-29E6-4315-9FD0-24D443CE5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645" y="291511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6" name="Oval 16">
              <a:extLst>
                <a:ext uri="{FF2B5EF4-FFF2-40B4-BE49-F238E27FC236}">
                  <a16:creationId xmlns:a16="http://schemas.microsoft.com/office/drawing/2014/main" id="{83BF3F36-1B7F-405A-908C-B376CF05C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095" y="2039307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B0EAF38-65E0-4C77-B49E-34D0632E4B52}"/>
                </a:ext>
              </a:extLst>
            </p:cNvPr>
            <p:cNvGrpSpPr/>
            <p:nvPr/>
          </p:nvGrpSpPr>
          <p:grpSpPr>
            <a:xfrm>
              <a:off x="2503333" y="4163389"/>
              <a:ext cx="1119314" cy="1953582"/>
              <a:chOff x="2625884" y="3783730"/>
              <a:chExt cx="1119314" cy="195358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09" name="Isosceles Triangle 108">
                <a:extLst>
                  <a:ext uri="{FF2B5EF4-FFF2-40B4-BE49-F238E27FC236}">
                    <a16:creationId xmlns:a16="http://schemas.microsoft.com/office/drawing/2014/main" id="{89C3C4FA-596C-4463-B387-A0F74BA66F0F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A7D1EB39-43B2-4F15-B992-11199685C2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0455" y="3783730"/>
                <a:ext cx="584743" cy="53126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871A346-2D5A-44AE-9D6D-29CC6342D0C5}"/>
                </a:ext>
              </a:extLst>
            </p:cNvPr>
            <p:cNvGrpSpPr/>
            <p:nvPr/>
          </p:nvGrpSpPr>
          <p:grpSpPr>
            <a:xfrm>
              <a:off x="3995215" y="4293584"/>
              <a:ext cx="1188321" cy="1816176"/>
              <a:chOff x="2487145" y="3921136"/>
              <a:chExt cx="1188321" cy="181617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07" name="Isosceles Triangle 106">
                <a:extLst>
                  <a:ext uri="{FF2B5EF4-FFF2-40B4-BE49-F238E27FC236}">
                    <a16:creationId xmlns:a16="http://schemas.microsoft.com/office/drawing/2014/main" id="{F5AB3F84-9E65-4076-AD09-A860E69CCF15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2C50025C-2208-4492-8DD2-02D4D9639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7145" y="3921136"/>
                <a:ext cx="653588" cy="37932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Oval 16">
              <a:extLst>
                <a:ext uri="{FF2B5EF4-FFF2-40B4-BE49-F238E27FC236}">
                  <a16:creationId xmlns:a16="http://schemas.microsoft.com/office/drawing/2014/main" id="{3764AF1E-1BF6-4826-A4B6-CADA52B7B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195" y="3790916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8D45159-9E5A-4584-B0F1-73E38D70B463}"/>
                </a:ext>
              </a:extLst>
            </p:cNvPr>
            <p:cNvGrpSpPr/>
            <p:nvPr/>
          </p:nvGrpSpPr>
          <p:grpSpPr>
            <a:xfrm>
              <a:off x="6838292" y="3709350"/>
              <a:ext cx="1066726" cy="2001104"/>
              <a:chOff x="924173" y="3333083"/>
              <a:chExt cx="1066726" cy="2001104"/>
            </a:xfrm>
          </p:grpSpPr>
          <p:sp>
            <p:nvSpPr>
              <p:cNvPr id="105" name="Isosceles Triangle 104">
                <a:extLst>
                  <a:ext uri="{FF2B5EF4-FFF2-40B4-BE49-F238E27FC236}">
                    <a16:creationId xmlns:a16="http://schemas.microsoft.com/office/drawing/2014/main" id="{D1DAD7FF-1756-4928-9B09-3B54CDC60419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912B9F7-D0EF-4087-B8DE-4F968E8B3DA6}"/>
                  </a:ext>
                </a:extLst>
              </p:cNvPr>
              <p:cNvCxnSpPr>
                <a:cxnSpLocks/>
                <a:endCxn id="105" idx="0"/>
              </p:cNvCxnSpPr>
              <p:nvPr/>
            </p:nvCxnSpPr>
            <p:spPr>
              <a:xfrm flipH="1">
                <a:off x="1448964" y="3333083"/>
                <a:ext cx="541935" cy="564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4F94052-8BE4-4EBB-B445-4818A08A89D4}"/>
                </a:ext>
              </a:extLst>
            </p:cNvPr>
            <p:cNvGrpSpPr/>
            <p:nvPr/>
          </p:nvGrpSpPr>
          <p:grpSpPr>
            <a:xfrm>
              <a:off x="8035898" y="3673658"/>
              <a:ext cx="1049582" cy="2049916"/>
              <a:chOff x="2590770" y="3743351"/>
              <a:chExt cx="1049582" cy="2049916"/>
            </a:xfrm>
          </p:grpSpPr>
          <p:sp>
            <p:nvSpPr>
              <p:cNvPr id="103" name="Isosceles Triangle 102">
                <a:extLst>
                  <a:ext uri="{FF2B5EF4-FFF2-40B4-BE49-F238E27FC236}">
                    <a16:creationId xmlns:a16="http://schemas.microsoft.com/office/drawing/2014/main" id="{DA6FBEF5-9E2B-4FFF-82FF-AB2D58749D87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45322F15-EEF6-4477-B5D1-E347F8DC80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493" y="3743351"/>
                <a:ext cx="363068" cy="5999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E43322A-70DE-4353-866D-7D511CA6CF32}"/>
                </a:ext>
              </a:extLst>
            </p:cNvPr>
            <p:cNvGrpSpPr/>
            <p:nvPr/>
          </p:nvGrpSpPr>
          <p:grpSpPr>
            <a:xfrm>
              <a:off x="9189396" y="3703893"/>
              <a:ext cx="1049582" cy="2006561"/>
              <a:chOff x="2625884" y="3730751"/>
              <a:chExt cx="1049582" cy="200656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01" name="Isosceles Triangle 100">
                <a:extLst>
                  <a:ext uri="{FF2B5EF4-FFF2-40B4-BE49-F238E27FC236}">
                    <a16:creationId xmlns:a16="http://schemas.microsoft.com/office/drawing/2014/main" id="{797F637C-8775-4C4B-A013-4B7CDD311046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A1F81EDE-9A49-4D5D-9E16-2409CFC65D1F}"/>
                  </a:ext>
                </a:extLst>
              </p:cNvPr>
              <p:cNvCxnSpPr>
                <a:cxnSpLocks/>
                <a:stCxn id="97" idx="3"/>
              </p:cNvCxnSpPr>
              <p:nvPr/>
            </p:nvCxnSpPr>
            <p:spPr>
              <a:xfrm flipH="1">
                <a:off x="3160456" y="3730751"/>
                <a:ext cx="328176" cy="58424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8941305-6505-4810-AE9C-D7B6A4601B3A}"/>
                </a:ext>
              </a:extLst>
            </p:cNvPr>
            <p:cNvGrpSpPr/>
            <p:nvPr/>
          </p:nvGrpSpPr>
          <p:grpSpPr>
            <a:xfrm>
              <a:off x="10344747" y="3673658"/>
              <a:ext cx="1049582" cy="2033904"/>
              <a:chOff x="2625884" y="3703408"/>
              <a:chExt cx="1049582" cy="203390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99" name="Isosceles Triangle 98">
                <a:extLst>
                  <a:ext uri="{FF2B5EF4-FFF2-40B4-BE49-F238E27FC236}">
                    <a16:creationId xmlns:a16="http://schemas.microsoft.com/office/drawing/2014/main" id="{C4198E90-109C-455B-8DBA-E7866CECC0EF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D04AD635-4241-4D9D-B0C9-0CAE691B0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5616" y="3703408"/>
                <a:ext cx="445117" cy="59705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2BFB37CB-64D8-4C08-B8D0-42BA5FE73DF1}"/>
                </a:ext>
              </a:extLst>
            </p:cNvPr>
            <p:cNvGrpSpPr/>
            <p:nvPr/>
          </p:nvGrpSpPr>
          <p:grpSpPr>
            <a:xfrm>
              <a:off x="9962179" y="3179483"/>
              <a:ext cx="694001" cy="908365"/>
              <a:chOff x="10782573" y="3746338"/>
              <a:chExt cx="491968" cy="643928"/>
            </a:xfrm>
          </p:grpSpPr>
          <p:sp>
            <p:nvSpPr>
              <p:cNvPr id="97" name="Oval 16">
                <a:extLst>
                  <a:ext uri="{FF2B5EF4-FFF2-40B4-BE49-F238E27FC236}">
                    <a16:creationId xmlns:a16="http://schemas.microsoft.com/office/drawing/2014/main" id="{75091762-F378-403E-A3BB-AE1B80AC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2573" y="37463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A33D41D-2F85-4CC7-A391-7818350CCFB4}"/>
                  </a:ext>
                </a:extLst>
              </p:cNvPr>
              <p:cNvSpPr txBox="1"/>
              <p:nvPr/>
            </p:nvSpPr>
            <p:spPr>
              <a:xfrm>
                <a:off x="10856592" y="3833197"/>
                <a:ext cx="417949" cy="55706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endParaRPr lang="en-US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6" name="Oval 16">
              <a:extLst>
                <a:ext uri="{FF2B5EF4-FFF2-40B4-BE49-F238E27FC236}">
                  <a16:creationId xmlns:a16="http://schemas.microsoft.com/office/drawing/2014/main" id="{B29C046A-B94D-446B-8CF1-8B435BA26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776" y="316218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575580-E819-49FE-8173-D6E1478E04A5}"/>
              </a:ext>
            </a:extLst>
          </p:cNvPr>
          <p:cNvSpPr/>
          <p:nvPr/>
        </p:nvSpPr>
        <p:spPr>
          <a:xfrm>
            <a:off x="2718707" y="2530929"/>
            <a:ext cx="1853293" cy="2106385"/>
          </a:xfrm>
          <a:custGeom>
            <a:avLst/>
            <a:gdLst>
              <a:gd name="connsiteX0" fmla="*/ 971550 w 1853293"/>
              <a:gd name="connsiteY0" fmla="*/ 40821 h 2106385"/>
              <a:gd name="connsiteX1" fmla="*/ 906236 w 1853293"/>
              <a:gd name="connsiteY1" fmla="*/ 32657 h 2106385"/>
              <a:gd name="connsiteX2" fmla="*/ 865414 w 1853293"/>
              <a:gd name="connsiteY2" fmla="*/ 24492 h 2106385"/>
              <a:gd name="connsiteX3" fmla="*/ 816429 w 1853293"/>
              <a:gd name="connsiteY3" fmla="*/ 16328 h 2106385"/>
              <a:gd name="connsiteX4" fmla="*/ 726622 w 1853293"/>
              <a:gd name="connsiteY4" fmla="*/ 0 h 2106385"/>
              <a:gd name="connsiteX5" fmla="*/ 587829 w 1853293"/>
              <a:gd name="connsiteY5" fmla="*/ 8164 h 2106385"/>
              <a:gd name="connsiteX6" fmla="*/ 547007 w 1853293"/>
              <a:gd name="connsiteY6" fmla="*/ 40821 h 2106385"/>
              <a:gd name="connsiteX7" fmla="*/ 514350 w 1853293"/>
              <a:gd name="connsiteY7" fmla="*/ 48985 h 2106385"/>
              <a:gd name="connsiteX8" fmla="*/ 489857 w 1853293"/>
              <a:gd name="connsiteY8" fmla="*/ 65314 h 2106385"/>
              <a:gd name="connsiteX9" fmla="*/ 457200 w 1853293"/>
              <a:gd name="connsiteY9" fmla="*/ 114300 h 2106385"/>
              <a:gd name="connsiteX10" fmla="*/ 424543 w 1853293"/>
              <a:gd name="connsiteY10" fmla="*/ 155121 h 2106385"/>
              <a:gd name="connsiteX11" fmla="*/ 416379 w 1853293"/>
              <a:gd name="connsiteY11" fmla="*/ 179614 h 2106385"/>
              <a:gd name="connsiteX12" fmla="*/ 383722 w 1853293"/>
              <a:gd name="connsiteY12" fmla="*/ 228600 h 2106385"/>
              <a:gd name="connsiteX13" fmla="*/ 367393 w 1853293"/>
              <a:gd name="connsiteY13" fmla="*/ 253092 h 2106385"/>
              <a:gd name="connsiteX14" fmla="*/ 359229 w 1853293"/>
              <a:gd name="connsiteY14" fmla="*/ 277585 h 2106385"/>
              <a:gd name="connsiteX15" fmla="*/ 318407 w 1853293"/>
              <a:gd name="connsiteY15" fmla="*/ 351064 h 2106385"/>
              <a:gd name="connsiteX16" fmla="*/ 326572 w 1853293"/>
              <a:gd name="connsiteY16" fmla="*/ 628650 h 2106385"/>
              <a:gd name="connsiteX17" fmla="*/ 334736 w 1853293"/>
              <a:gd name="connsiteY17" fmla="*/ 653142 h 2106385"/>
              <a:gd name="connsiteX18" fmla="*/ 342900 w 1853293"/>
              <a:gd name="connsiteY18" fmla="*/ 710292 h 2106385"/>
              <a:gd name="connsiteX19" fmla="*/ 334736 w 1853293"/>
              <a:gd name="connsiteY19" fmla="*/ 889907 h 2106385"/>
              <a:gd name="connsiteX20" fmla="*/ 293914 w 1853293"/>
              <a:gd name="connsiteY20" fmla="*/ 930728 h 2106385"/>
              <a:gd name="connsiteX21" fmla="*/ 269422 w 1853293"/>
              <a:gd name="connsiteY21" fmla="*/ 955221 h 2106385"/>
              <a:gd name="connsiteX22" fmla="*/ 228600 w 1853293"/>
              <a:gd name="connsiteY22" fmla="*/ 987878 h 2106385"/>
              <a:gd name="connsiteX23" fmla="*/ 187779 w 1853293"/>
              <a:gd name="connsiteY23" fmla="*/ 1020535 h 2106385"/>
              <a:gd name="connsiteX24" fmla="*/ 163286 w 1853293"/>
              <a:gd name="connsiteY24" fmla="*/ 1036864 h 2106385"/>
              <a:gd name="connsiteX25" fmla="*/ 114300 w 1853293"/>
              <a:gd name="connsiteY25" fmla="*/ 1085850 h 2106385"/>
              <a:gd name="connsiteX26" fmla="*/ 89807 w 1853293"/>
              <a:gd name="connsiteY26" fmla="*/ 1102178 h 2106385"/>
              <a:gd name="connsiteX27" fmla="*/ 73479 w 1853293"/>
              <a:gd name="connsiteY27" fmla="*/ 1126671 h 2106385"/>
              <a:gd name="connsiteX28" fmla="*/ 48986 w 1853293"/>
              <a:gd name="connsiteY28" fmla="*/ 1151164 h 2106385"/>
              <a:gd name="connsiteX29" fmla="*/ 32657 w 1853293"/>
              <a:gd name="connsiteY29" fmla="*/ 1183821 h 2106385"/>
              <a:gd name="connsiteX30" fmla="*/ 24493 w 1853293"/>
              <a:gd name="connsiteY30" fmla="*/ 1216478 h 2106385"/>
              <a:gd name="connsiteX31" fmla="*/ 8164 w 1853293"/>
              <a:gd name="connsiteY31" fmla="*/ 1249135 h 2106385"/>
              <a:gd name="connsiteX32" fmla="*/ 0 w 1853293"/>
              <a:gd name="connsiteY32" fmla="*/ 1273628 h 2106385"/>
              <a:gd name="connsiteX33" fmla="*/ 8164 w 1853293"/>
              <a:gd name="connsiteY33" fmla="*/ 1469571 h 2106385"/>
              <a:gd name="connsiteX34" fmla="*/ 16329 w 1853293"/>
              <a:gd name="connsiteY34" fmla="*/ 1510392 h 2106385"/>
              <a:gd name="connsiteX35" fmla="*/ 24493 w 1853293"/>
              <a:gd name="connsiteY35" fmla="*/ 1559378 h 2106385"/>
              <a:gd name="connsiteX36" fmla="*/ 40822 w 1853293"/>
              <a:gd name="connsiteY36" fmla="*/ 1616528 h 2106385"/>
              <a:gd name="connsiteX37" fmla="*/ 81643 w 1853293"/>
              <a:gd name="connsiteY37" fmla="*/ 1722664 h 2106385"/>
              <a:gd name="connsiteX38" fmla="*/ 97972 w 1853293"/>
              <a:gd name="connsiteY38" fmla="*/ 1779814 h 2106385"/>
              <a:gd name="connsiteX39" fmla="*/ 171450 w 1853293"/>
              <a:gd name="connsiteY39" fmla="*/ 1869621 h 2106385"/>
              <a:gd name="connsiteX40" fmla="*/ 236764 w 1853293"/>
              <a:gd name="connsiteY40" fmla="*/ 1951264 h 2106385"/>
              <a:gd name="connsiteX41" fmla="*/ 261257 w 1853293"/>
              <a:gd name="connsiteY41" fmla="*/ 1983921 h 2106385"/>
              <a:gd name="connsiteX42" fmla="*/ 310243 w 1853293"/>
              <a:gd name="connsiteY42" fmla="*/ 2016578 h 2106385"/>
              <a:gd name="connsiteX43" fmla="*/ 359229 w 1853293"/>
              <a:gd name="connsiteY43" fmla="*/ 2057400 h 2106385"/>
              <a:gd name="connsiteX44" fmla="*/ 391886 w 1853293"/>
              <a:gd name="connsiteY44" fmla="*/ 2065564 h 2106385"/>
              <a:gd name="connsiteX45" fmla="*/ 416379 w 1853293"/>
              <a:gd name="connsiteY45" fmla="*/ 2073728 h 2106385"/>
              <a:gd name="connsiteX46" fmla="*/ 481693 w 1853293"/>
              <a:gd name="connsiteY46" fmla="*/ 2090057 h 2106385"/>
              <a:gd name="connsiteX47" fmla="*/ 530679 w 1853293"/>
              <a:gd name="connsiteY47" fmla="*/ 2106385 h 2106385"/>
              <a:gd name="connsiteX48" fmla="*/ 930729 w 1853293"/>
              <a:gd name="connsiteY48" fmla="*/ 2098221 h 2106385"/>
              <a:gd name="connsiteX49" fmla="*/ 1004207 w 1853293"/>
              <a:gd name="connsiteY49" fmla="*/ 2090057 h 2106385"/>
              <a:gd name="connsiteX50" fmla="*/ 1110343 w 1853293"/>
              <a:gd name="connsiteY50" fmla="*/ 2081892 h 2106385"/>
              <a:gd name="connsiteX51" fmla="*/ 1151164 w 1853293"/>
              <a:gd name="connsiteY51" fmla="*/ 2073728 h 2106385"/>
              <a:gd name="connsiteX52" fmla="*/ 1208314 w 1853293"/>
              <a:gd name="connsiteY52" fmla="*/ 2065564 h 2106385"/>
              <a:gd name="connsiteX53" fmla="*/ 1330779 w 1853293"/>
              <a:gd name="connsiteY53" fmla="*/ 2041071 h 2106385"/>
              <a:gd name="connsiteX54" fmla="*/ 1371600 w 1853293"/>
              <a:gd name="connsiteY54" fmla="*/ 2024742 h 2106385"/>
              <a:gd name="connsiteX55" fmla="*/ 1420586 w 1853293"/>
              <a:gd name="connsiteY55" fmla="*/ 2016578 h 2106385"/>
              <a:gd name="connsiteX56" fmla="*/ 1453243 w 1853293"/>
              <a:gd name="connsiteY56" fmla="*/ 2008414 h 2106385"/>
              <a:gd name="connsiteX57" fmla="*/ 1534886 w 1853293"/>
              <a:gd name="connsiteY57" fmla="*/ 1992085 h 2106385"/>
              <a:gd name="connsiteX58" fmla="*/ 1575707 w 1853293"/>
              <a:gd name="connsiteY58" fmla="*/ 1983921 h 2106385"/>
              <a:gd name="connsiteX59" fmla="*/ 1665514 w 1853293"/>
              <a:gd name="connsiteY59" fmla="*/ 1902278 h 2106385"/>
              <a:gd name="connsiteX60" fmla="*/ 1698172 w 1853293"/>
              <a:gd name="connsiteY60" fmla="*/ 1869621 h 2106385"/>
              <a:gd name="connsiteX61" fmla="*/ 1722664 w 1853293"/>
              <a:gd name="connsiteY61" fmla="*/ 1828800 h 2106385"/>
              <a:gd name="connsiteX62" fmla="*/ 1763486 w 1853293"/>
              <a:gd name="connsiteY62" fmla="*/ 1755321 h 2106385"/>
              <a:gd name="connsiteX63" fmla="*/ 1787979 w 1853293"/>
              <a:gd name="connsiteY63" fmla="*/ 1722664 h 2106385"/>
              <a:gd name="connsiteX64" fmla="*/ 1812472 w 1853293"/>
              <a:gd name="connsiteY64" fmla="*/ 1665514 h 2106385"/>
              <a:gd name="connsiteX65" fmla="*/ 1836964 w 1853293"/>
              <a:gd name="connsiteY65" fmla="*/ 1616528 h 2106385"/>
              <a:gd name="connsiteX66" fmla="*/ 1845129 w 1853293"/>
              <a:gd name="connsiteY66" fmla="*/ 1567542 h 2106385"/>
              <a:gd name="connsiteX67" fmla="*/ 1853293 w 1853293"/>
              <a:gd name="connsiteY67" fmla="*/ 1534885 h 2106385"/>
              <a:gd name="connsiteX68" fmla="*/ 1845129 w 1853293"/>
              <a:gd name="connsiteY68" fmla="*/ 1314450 h 2106385"/>
              <a:gd name="connsiteX69" fmla="*/ 1836964 w 1853293"/>
              <a:gd name="connsiteY69" fmla="*/ 1273628 h 2106385"/>
              <a:gd name="connsiteX70" fmla="*/ 1828800 w 1853293"/>
              <a:gd name="connsiteY70" fmla="*/ 1224642 h 2106385"/>
              <a:gd name="connsiteX71" fmla="*/ 1820636 w 1853293"/>
              <a:gd name="connsiteY71" fmla="*/ 1191985 h 2106385"/>
              <a:gd name="connsiteX72" fmla="*/ 1812472 w 1853293"/>
              <a:gd name="connsiteY72" fmla="*/ 1134835 h 2106385"/>
              <a:gd name="connsiteX73" fmla="*/ 1804307 w 1853293"/>
              <a:gd name="connsiteY73" fmla="*/ 1110342 h 2106385"/>
              <a:gd name="connsiteX74" fmla="*/ 1796143 w 1853293"/>
              <a:gd name="connsiteY74" fmla="*/ 1077685 h 2106385"/>
              <a:gd name="connsiteX75" fmla="*/ 1779814 w 1853293"/>
              <a:gd name="connsiteY75" fmla="*/ 1028700 h 2106385"/>
              <a:gd name="connsiteX76" fmla="*/ 1771650 w 1853293"/>
              <a:gd name="connsiteY76" fmla="*/ 996042 h 2106385"/>
              <a:gd name="connsiteX77" fmla="*/ 1755322 w 1853293"/>
              <a:gd name="connsiteY77" fmla="*/ 963385 h 2106385"/>
              <a:gd name="connsiteX78" fmla="*/ 1722664 w 1853293"/>
              <a:gd name="connsiteY78" fmla="*/ 873578 h 2106385"/>
              <a:gd name="connsiteX79" fmla="*/ 1706336 w 1853293"/>
              <a:gd name="connsiteY79" fmla="*/ 808264 h 2106385"/>
              <a:gd name="connsiteX80" fmla="*/ 1681843 w 1853293"/>
              <a:gd name="connsiteY80" fmla="*/ 751114 h 2106385"/>
              <a:gd name="connsiteX81" fmla="*/ 1657350 w 1853293"/>
              <a:gd name="connsiteY81" fmla="*/ 677635 h 2106385"/>
              <a:gd name="connsiteX82" fmla="*/ 1641022 w 1853293"/>
              <a:gd name="connsiteY82" fmla="*/ 644978 h 2106385"/>
              <a:gd name="connsiteX83" fmla="*/ 1632857 w 1853293"/>
              <a:gd name="connsiteY83" fmla="*/ 612321 h 2106385"/>
              <a:gd name="connsiteX84" fmla="*/ 1592036 w 1853293"/>
              <a:gd name="connsiteY84" fmla="*/ 555171 h 2106385"/>
              <a:gd name="connsiteX85" fmla="*/ 1559379 w 1853293"/>
              <a:gd name="connsiteY85" fmla="*/ 498021 h 2106385"/>
              <a:gd name="connsiteX86" fmla="*/ 1543050 w 1853293"/>
              <a:gd name="connsiteY86" fmla="*/ 465364 h 2106385"/>
              <a:gd name="connsiteX87" fmla="*/ 1518557 w 1853293"/>
              <a:gd name="connsiteY87" fmla="*/ 432707 h 2106385"/>
              <a:gd name="connsiteX88" fmla="*/ 1502229 w 1853293"/>
              <a:gd name="connsiteY88" fmla="*/ 408214 h 2106385"/>
              <a:gd name="connsiteX89" fmla="*/ 1445079 w 1853293"/>
              <a:gd name="connsiteY89" fmla="*/ 334735 h 2106385"/>
              <a:gd name="connsiteX90" fmla="*/ 1396093 w 1853293"/>
              <a:gd name="connsiteY90" fmla="*/ 269421 h 2106385"/>
              <a:gd name="connsiteX91" fmla="*/ 1379764 w 1853293"/>
              <a:gd name="connsiteY91" fmla="*/ 244928 h 2106385"/>
              <a:gd name="connsiteX92" fmla="*/ 1330779 w 1853293"/>
              <a:gd name="connsiteY92" fmla="*/ 204107 h 2106385"/>
              <a:gd name="connsiteX93" fmla="*/ 1314450 w 1853293"/>
              <a:gd name="connsiteY93" fmla="*/ 179614 h 2106385"/>
              <a:gd name="connsiteX94" fmla="*/ 1281793 w 1853293"/>
              <a:gd name="connsiteY94" fmla="*/ 163285 h 2106385"/>
              <a:gd name="connsiteX95" fmla="*/ 1232807 w 1853293"/>
              <a:gd name="connsiteY95" fmla="*/ 122464 h 2106385"/>
              <a:gd name="connsiteX96" fmla="*/ 1200150 w 1853293"/>
              <a:gd name="connsiteY96" fmla="*/ 106135 h 2106385"/>
              <a:gd name="connsiteX97" fmla="*/ 1126672 w 1853293"/>
              <a:gd name="connsiteY97" fmla="*/ 40821 h 2106385"/>
              <a:gd name="connsiteX98" fmla="*/ 971550 w 1853293"/>
              <a:gd name="connsiteY98" fmla="*/ 40821 h 21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3293" h="2106385">
                <a:moveTo>
                  <a:pt x="971550" y="40821"/>
                </a:moveTo>
                <a:cubicBezTo>
                  <a:pt x="934811" y="39460"/>
                  <a:pt x="927922" y="35993"/>
                  <a:pt x="906236" y="32657"/>
                </a:cubicBezTo>
                <a:cubicBezTo>
                  <a:pt x="892521" y="30547"/>
                  <a:pt x="879067" y="26974"/>
                  <a:pt x="865414" y="24492"/>
                </a:cubicBezTo>
                <a:cubicBezTo>
                  <a:pt x="849127" y="21531"/>
                  <a:pt x="832716" y="19289"/>
                  <a:pt x="816429" y="16328"/>
                </a:cubicBezTo>
                <a:cubicBezTo>
                  <a:pt x="690912" y="-6493"/>
                  <a:pt x="870964" y="24057"/>
                  <a:pt x="726622" y="0"/>
                </a:cubicBezTo>
                <a:cubicBezTo>
                  <a:pt x="680358" y="2721"/>
                  <a:pt x="633943" y="3553"/>
                  <a:pt x="587829" y="8164"/>
                </a:cubicBezTo>
                <a:cubicBezTo>
                  <a:pt x="540728" y="12874"/>
                  <a:pt x="583274" y="16644"/>
                  <a:pt x="547007" y="40821"/>
                </a:cubicBezTo>
                <a:cubicBezTo>
                  <a:pt x="537671" y="47045"/>
                  <a:pt x="525236" y="46264"/>
                  <a:pt x="514350" y="48985"/>
                </a:cubicBezTo>
                <a:cubicBezTo>
                  <a:pt x="506186" y="54428"/>
                  <a:pt x="496318" y="57929"/>
                  <a:pt x="489857" y="65314"/>
                </a:cubicBezTo>
                <a:cubicBezTo>
                  <a:pt x="476934" y="80083"/>
                  <a:pt x="457200" y="114300"/>
                  <a:pt x="457200" y="114300"/>
                </a:cubicBezTo>
                <a:cubicBezTo>
                  <a:pt x="436679" y="175862"/>
                  <a:pt x="466748" y="102364"/>
                  <a:pt x="424543" y="155121"/>
                </a:cubicBezTo>
                <a:cubicBezTo>
                  <a:pt x="419167" y="161841"/>
                  <a:pt x="420558" y="172091"/>
                  <a:pt x="416379" y="179614"/>
                </a:cubicBezTo>
                <a:cubicBezTo>
                  <a:pt x="406849" y="196769"/>
                  <a:pt x="394608" y="212271"/>
                  <a:pt x="383722" y="228600"/>
                </a:cubicBezTo>
                <a:lnTo>
                  <a:pt x="367393" y="253092"/>
                </a:lnTo>
                <a:cubicBezTo>
                  <a:pt x="364672" y="261256"/>
                  <a:pt x="363408" y="270062"/>
                  <a:pt x="359229" y="277585"/>
                </a:cubicBezTo>
                <a:cubicBezTo>
                  <a:pt x="312438" y="361810"/>
                  <a:pt x="336883" y="295640"/>
                  <a:pt x="318407" y="351064"/>
                </a:cubicBezTo>
                <a:cubicBezTo>
                  <a:pt x="321129" y="443593"/>
                  <a:pt x="321575" y="536216"/>
                  <a:pt x="326572" y="628650"/>
                </a:cubicBezTo>
                <a:cubicBezTo>
                  <a:pt x="327037" y="637243"/>
                  <a:pt x="333048" y="644703"/>
                  <a:pt x="334736" y="653142"/>
                </a:cubicBezTo>
                <a:cubicBezTo>
                  <a:pt x="338510" y="672012"/>
                  <a:pt x="340179" y="691242"/>
                  <a:pt x="342900" y="710292"/>
                </a:cubicBezTo>
                <a:cubicBezTo>
                  <a:pt x="340179" y="770164"/>
                  <a:pt x="341877" y="830400"/>
                  <a:pt x="334736" y="889907"/>
                </a:cubicBezTo>
                <a:cubicBezTo>
                  <a:pt x="332075" y="912082"/>
                  <a:pt x="307461" y="919439"/>
                  <a:pt x="293914" y="930728"/>
                </a:cubicBezTo>
                <a:cubicBezTo>
                  <a:pt x="285044" y="938120"/>
                  <a:pt x="277586" y="947057"/>
                  <a:pt x="269422" y="955221"/>
                </a:cubicBezTo>
                <a:cubicBezTo>
                  <a:pt x="252091" y="1007208"/>
                  <a:pt x="276930" y="955658"/>
                  <a:pt x="228600" y="987878"/>
                </a:cubicBezTo>
                <a:cubicBezTo>
                  <a:pt x="154744" y="1037116"/>
                  <a:pt x="267850" y="993846"/>
                  <a:pt x="187779" y="1020535"/>
                </a:cubicBezTo>
                <a:cubicBezTo>
                  <a:pt x="179615" y="1025978"/>
                  <a:pt x="170620" y="1030345"/>
                  <a:pt x="163286" y="1036864"/>
                </a:cubicBezTo>
                <a:cubicBezTo>
                  <a:pt x="146027" y="1052206"/>
                  <a:pt x="133514" y="1073041"/>
                  <a:pt x="114300" y="1085850"/>
                </a:cubicBezTo>
                <a:lnTo>
                  <a:pt x="89807" y="1102178"/>
                </a:lnTo>
                <a:cubicBezTo>
                  <a:pt x="84364" y="1110342"/>
                  <a:pt x="79761" y="1119133"/>
                  <a:pt x="73479" y="1126671"/>
                </a:cubicBezTo>
                <a:cubicBezTo>
                  <a:pt x="66087" y="1135541"/>
                  <a:pt x="55697" y="1141769"/>
                  <a:pt x="48986" y="1151164"/>
                </a:cubicBezTo>
                <a:cubicBezTo>
                  <a:pt x="41912" y="1161068"/>
                  <a:pt x="38100" y="1172935"/>
                  <a:pt x="32657" y="1183821"/>
                </a:cubicBezTo>
                <a:cubicBezTo>
                  <a:pt x="29936" y="1194707"/>
                  <a:pt x="28433" y="1205972"/>
                  <a:pt x="24493" y="1216478"/>
                </a:cubicBezTo>
                <a:cubicBezTo>
                  <a:pt x="20220" y="1227874"/>
                  <a:pt x="12958" y="1237948"/>
                  <a:pt x="8164" y="1249135"/>
                </a:cubicBezTo>
                <a:cubicBezTo>
                  <a:pt x="4774" y="1257045"/>
                  <a:pt x="2721" y="1265464"/>
                  <a:pt x="0" y="1273628"/>
                </a:cubicBezTo>
                <a:cubicBezTo>
                  <a:pt x="2721" y="1338942"/>
                  <a:pt x="3666" y="1404355"/>
                  <a:pt x="8164" y="1469571"/>
                </a:cubicBezTo>
                <a:cubicBezTo>
                  <a:pt x="9119" y="1483415"/>
                  <a:pt x="13847" y="1496739"/>
                  <a:pt x="16329" y="1510392"/>
                </a:cubicBezTo>
                <a:cubicBezTo>
                  <a:pt x="19290" y="1526679"/>
                  <a:pt x="21247" y="1543146"/>
                  <a:pt x="24493" y="1559378"/>
                </a:cubicBezTo>
                <a:cubicBezTo>
                  <a:pt x="34694" y="1610385"/>
                  <a:pt x="29147" y="1573720"/>
                  <a:pt x="40822" y="1616528"/>
                </a:cubicBezTo>
                <a:cubicBezTo>
                  <a:pt x="64363" y="1702844"/>
                  <a:pt x="43225" y="1658634"/>
                  <a:pt x="81643" y="1722664"/>
                </a:cubicBezTo>
                <a:cubicBezTo>
                  <a:pt x="82498" y="1726083"/>
                  <a:pt x="93465" y="1773505"/>
                  <a:pt x="97972" y="1779814"/>
                </a:cubicBezTo>
                <a:cubicBezTo>
                  <a:pt x="120454" y="1811288"/>
                  <a:pt x="154152" y="1835026"/>
                  <a:pt x="171450" y="1869621"/>
                </a:cubicBezTo>
                <a:cubicBezTo>
                  <a:pt x="213282" y="1953283"/>
                  <a:pt x="150379" y="1836085"/>
                  <a:pt x="236764" y="1951264"/>
                </a:cubicBezTo>
                <a:cubicBezTo>
                  <a:pt x="244928" y="1962150"/>
                  <a:pt x="251087" y="1974881"/>
                  <a:pt x="261257" y="1983921"/>
                </a:cubicBezTo>
                <a:cubicBezTo>
                  <a:pt x="275925" y="1996959"/>
                  <a:pt x="296366" y="2002701"/>
                  <a:pt x="310243" y="2016578"/>
                </a:cubicBezTo>
                <a:cubicBezTo>
                  <a:pt x="324955" y="2031290"/>
                  <a:pt x="339338" y="2048875"/>
                  <a:pt x="359229" y="2057400"/>
                </a:cubicBezTo>
                <a:cubicBezTo>
                  <a:pt x="369542" y="2061820"/>
                  <a:pt x="381097" y="2062482"/>
                  <a:pt x="391886" y="2065564"/>
                </a:cubicBezTo>
                <a:cubicBezTo>
                  <a:pt x="400161" y="2067928"/>
                  <a:pt x="408076" y="2071464"/>
                  <a:pt x="416379" y="2073728"/>
                </a:cubicBezTo>
                <a:cubicBezTo>
                  <a:pt x="438030" y="2079633"/>
                  <a:pt x="460403" y="2082961"/>
                  <a:pt x="481693" y="2090057"/>
                </a:cubicBezTo>
                <a:lnTo>
                  <a:pt x="530679" y="2106385"/>
                </a:lnTo>
                <a:lnTo>
                  <a:pt x="930729" y="2098221"/>
                </a:lnTo>
                <a:cubicBezTo>
                  <a:pt x="955358" y="2097372"/>
                  <a:pt x="979665" y="2092288"/>
                  <a:pt x="1004207" y="2090057"/>
                </a:cubicBezTo>
                <a:cubicBezTo>
                  <a:pt x="1039544" y="2086844"/>
                  <a:pt x="1074964" y="2084614"/>
                  <a:pt x="1110343" y="2081892"/>
                </a:cubicBezTo>
                <a:cubicBezTo>
                  <a:pt x="1123950" y="2079171"/>
                  <a:pt x="1137476" y="2076009"/>
                  <a:pt x="1151164" y="2073728"/>
                </a:cubicBezTo>
                <a:cubicBezTo>
                  <a:pt x="1170146" y="2070565"/>
                  <a:pt x="1189444" y="2069338"/>
                  <a:pt x="1208314" y="2065564"/>
                </a:cubicBezTo>
                <a:lnTo>
                  <a:pt x="1330779" y="2041071"/>
                </a:lnTo>
                <a:cubicBezTo>
                  <a:pt x="1344386" y="2035628"/>
                  <a:pt x="1357461" y="2028598"/>
                  <a:pt x="1371600" y="2024742"/>
                </a:cubicBezTo>
                <a:cubicBezTo>
                  <a:pt x="1387571" y="2020386"/>
                  <a:pt x="1404354" y="2019824"/>
                  <a:pt x="1420586" y="2016578"/>
                </a:cubicBezTo>
                <a:cubicBezTo>
                  <a:pt x="1431589" y="2014378"/>
                  <a:pt x="1442271" y="2010765"/>
                  <a:pt x="1453243" y="2008414"/>
                </a:cubicBezTo>
                <a:cubicBezTo>
                  <a:pt x="1480380" y="2002599"/>
                  <a:pt x="1507672" y="1997528"/>
                  <a:pt x="1534886" y="1992085"/>
                </a:cubicBezTo>
                <a:lnTo>
                  <a:pt x="1575707" y="1983921"/>
                </a:lnTo>
                <a:cubicBezTo>
                  <a:pt x="1625819" y="1950512"/>
                  <a:pt x="1593259" y="1974532"/>
                  <a:pt x="1665514" y="1902278"/>
                </a:cubicBezTo>
                <a:cubicBezTo>
                  <a:pt x="1676400" y="1891392"/>
                  <a:pt x="1690252" y="1882822"/>
                  <a:pt x="1698172" y="1869621"/>
                </a:cubicBezTo>
                <a:cubicBezTo>
                  <a:pt x="1706336" y="1856014"/>
                  <a:pt x="1714958" y="1842671"/>
                  <a:pt x="1722664" y="1828800"/>
                </a:cubicBezTo>
                <a:cubicBezTo>
                  <a:pt x="1748600" y="1782115"/>
                  <a:pt x="1729458" y="1806362"/>
                  <a:pt x="1763486" y="1755321"/>
                </a:cubicBezTo>
                <a:cubicBezTo>
                  <a:pt x="1771034" y="1743999"/>
                  <a:pt x="1779815" y="1733550"/>
                  <a:pt x="1787979" y="1722664"/>
                </a:cubicBezTo>
                <a:cubicBezTo>
                  <a:pt x="1807125" y="1665224"/>
                  <a:pt x="1782206" y="1736134"/>
                  <a:pt x="1812472" y="1665514"/>
                </a:cubicBezTo>
                <a:cubicBezTo>
                  <a:pt x="1832755" y="1618188"/>
                  <a:pt x="1805583" y="1663602"/>
                  <a:pt x="1836964" y="1616528"/>
                </a:cubicBezTo>
                <a:cubicBezTo>
                  <a:pt x="1839686" y="1600199"/>
                  <a:pt x="1841882" y="1583774"/>
                  <a:pt x="1845129" y="1567542"/>
                </a:cubicBezTo>
                <a:cubicBezTo>
                  <a:pt x="1847330" y="1556539"/>
                  <a:pt x="1853293" y="1546106"/>
                  <a:pt x="1853293" y="1534885"/>
                </a:cubicBezTo>
                <a:cubicBezTo>
                  <a:pt x="1853293" y="1461356"/>
                  <a:pt x="1849716" y="1387836"/>
                  <a:pt x="1845129" y="1314450"/>
                </a:cubicBezTo>
                <a:cubicBezTo>
                  <a:pt x="1844263" y="1300600"/>
                  <a:pt x="1839446" y="1287281"/>
                  <a:pt x="1836964" y="1273628"/>
                </a:cubicBezTo>
                <a:cubicBezTo>
                  <a:pt x="1834003" y="1257341"/>
                  <a:pt x="1832046" y="1240874"/>
                  <a:pt x="1828800" y="1224642"/>
                </a:cubicBezTo>
                <a:cubicBezTo>
                  <a:pt x="1826600" y="1213639"/>
                  <a:pt x="1822643" y="1203025"/>
                  <a:pt x="1820636" y="1191985"/>
                </a:cubicBezTo>
                <a:cubicBezTo>
                  <a:pt x="1817194" y="1173052"/>
                  <a:pt x="1816246" y="1153705"/>
                  <a:pt x="1812472" y="1134835"/>
                </a:cubicBezTo>
                <a:cubicBezTo>
                  <a:pt x="1810784" y="1126396"/>
                  <a:pt x="1806671" y="1118617"/>
                  <a:pt x="1804307" y="1110342"/>
                </a:cubicBezTo>
                <a:cubicBezTo>
                  <a:pt x="1801224" y="1099553"/>
                  <a:pt x="1799367" y="1088432"/>
                  <a:pt x="1796143" y="1077685"/>
                </a:cubicBezTo>
                <a:cubicBezTo>
                  <a:pt x="1791197" y="1061199"/>
                  <a:pt x="1784760" y="1045186"/>
                  <a:pt x="1779814" y="1028700"/>
                </a:cubicBezTo>
                <a:cubicBezTo>
                  <a:pt x="1776590" y="1017952"/>
                  <a:pt x="1775590" y="1006549"/>
                  <a:pt x="1771650" y="996042"/>
                </a:cubicBezTo>
                <a:cubicBezTo>
                  <a:pt x="1767377" y="984646"/>
                  <a:pt x="1759481" y="974823"/>
                  <a:pt x="1755322" y="963385"/>
                </a:cubicBezTo>
                <a:cubicBezTo>
                  <a:pt x="1715981" y="855198"/>
                  <a:pt x="1759936" y="948119"/>
                  <a:pt x="1722664" y="873578"/>
                </a:cubicBezTo>
                <a:cubicBezTo>
                  <a:pt x="1717221" y="851807"/>
                  <a:pt x="1713433" y="829554"/>
                  <a:pt x="1706336" y="808264"/>
                </a:cubicBezTo>
                <a:cubicBezTo>
                  <a:pt x="1662794" y="677639"/>
                  <a:pt x="1710376" y="850984"/>
                  <a:pt x="1681843" y="751114"/>
                </a:cubicBezTo>
                <a:cubicBezTo>
                  <a:pt x="1668575" y="704675"/>
                  <a:pt x="1679870" y="728306"/>
                  <a:pt x="1657350" y="677635"/>
                </a:cubicBezTo>
                <a:cubicBezTo>
                  <a:pt x="1652407" y="666513"/>
                  <a:pt x="1645295" y="656374"/>
                  <a:pt x="1641022" y="644978"/>
                </a:cubicBezTo>
                <a:cubicBezTo>
                  <a:pt x="1637082" y="634472"/>
                  <a:pt x="1638230" y="622172"/>
                  <a:pt x="1632857" y="612321"/>
                </a:cubicBezTo>
                <a:cubicBezTo>
                  <a:pt x="1621647" y="591769"/>
                  <a:pt x="1605643" y="574221"/>
                  <a:pt x="1592036" y="555171"/>
                </a:cubicBezTo>
                <a:cubicBezTo>
                  <a:pt x="1575997" y="507052"/>
                  <a:pt x="1594684" y="554507"/>
                  <a:pt x="1559379" y="498021"/>
                </a:cubicBezTo>
                <a:cubicBezTo>
                  <a:pt x="1552928" y="487700"/>
                  <a:pt x="1549501" y="475685"/>
                  <a:pt x="1543050" y="465364"/>
                </a:cubicBezTo>
                <a:cubicBezTo>
                  <a:pt x="1535838" y="453825"/>
                  <a:pt x="1526466" y="443780"/>
                  <a:pt x="1518557" y="432707"/>
                </a:cubicBezTo>
                <a:cubicBezTo>
                  <a:pt x="1512854" y="424722"/>
                  <a:pt x="1508116" y="416064"/>
                  <a:pt x="1502229" y="408214"/>
                </a:cubicBezTo>
                <a:cubicBezTo>
                  <a:pt x="1483612" y="383391"/>
                  <a:pt x="1462291" y="360553"/>
                  <a:pt x="1445079" y="334735"/>
                </a:cubicBezTo>
                <a:cubicBezTo>
                  <a:pt x="1408163" y="279362"/>
                  <a:pt x="1454274" y="346995"/>
                  <a:pt x="1396093" y="269421"/>
                </a:cubicBezTo>
                <a:cubicBezTo>
                  <a:pt x="1390206" y="261571"/>
                  <a:pt x="1386702" y="251866"/>
                  <a:pt x="1379764" y="244928"/>
                </a:cubicBezTo>
                <a:cubicBezTo>
                  <a:pt x="1315541" y="180705"/>
                  <a:pt x="1397659" y="284362"/>
                  <a:pt x="1330779" y="204107"/>
                </a:cubicBezTo>
                <a:cubicBezTo>
                  <a:pt x="1324497" y="196569"/>
                  <a:pt x="1321988" y="185896"/>
                  <a:pt x="1314450" y="179614"/>
                </a:cubicBezTo>
                <a:cubicBezTo>
                  <a:pt x="1305100" y="171823"/>
                  <a:pt x="1292360" y="169323"/>
                  <a:pt x="1281793" y="163285"/>
                </a:cubicBezTo>
                <a:cubicBezTo>
                  <a:pt x="1217003" y="126262"/>
                  <a:pt x="1300352" y="170711"/>
                  <a:pt x="1232807" y="122464"/>
                </a:cubicBezTo>
                <a:cubicBezTo>
                  <a:pt x="1222903" y="115390"/>
                  <a:pt x="1209654" y="113738"/>
                  <a:pt x="1200150" y="106135"/>
                </a:cubicBezTo>
                <a:cubicBezTo>
                  <a:pt x="1177066" y="87668"/>
                  <a:pt x="1156423" y="54044"/>
                  <a:pt x="1126672" y="40821"/>
                </a:cubicBezTo>
                <a:cubicBezTo>
                  <a:pt x="1062825" y="12444"/>
                  <a:pt x="1008289" y="42182"/>
                  <a:pt x="971550" y="40821"/>
                </a:cubicBezTo>
                <a:close/>
              </a:path>
            </a:pathLst>
          </a:custGeom>
          <a:solidFill>
            <a:srgbClr val="F8B2F3">
              <a:alpha val="34902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F8E2974-104E-4F51-A5AC-C564F71B15CC}"/>
              </a:ext>
            </a:extLst>
          </p:cNvPr>
          <p:cNvSpPr/>
          <p:nvPr/>
        </p:nvSpPr>
        <p:spPr>
          <a:xfrm>
            <a:off x="5100061" y="3193886"/>
            <a:ext cx="3371850" cy="3567793"/>
          </a:xfrm>
          <a:custGeom>
            <a:avLst/>
            <a:gdLst>
              <a:gd name="connsiteX0" fmla="*/ 3192235 w 3371850"/>
              <a:gd name="connsiteY0" fmla="*/ 1812471 h 3567793"/>
              <a:gd name="connsiteX1" fmla="*/ 3249385 w 3371850"/>
              <a:gd name="connsiteY1" fmla="*/ 1967593 h 3567793"/>
              <a:gd name="connsiteX2" fmla="*/ 3257550 w 3371850"/>
              <a:gd name="connsiteY2" fmla="*/ 2008414 h 3567793"/>
              <a:gd name="connsiteX3" fmla="*/ 3265714 w 3371850"/>
              <a:gd name="connsiteY3" fmla="*/ 2041071 h 3567793"/>
              <a:gd name="connsiteX4" fmla="*/ 3273878 w 3371850"/>
              <a:gd name="connsiteY4" fmla="*/ 2081893 h 3567793"/>
              <a:gd name="connsiteX5" fmla="*/ 3290207 w 3371850"/>
              <a:gd name="connsiteY5" fmla="*/ 2130878 h 3567793"/>
              <a:gd name="connsiteX6" fmla="*/ 3298371 w 3371850"/>
              <a:gd name="connsiteY6" fmla="*/ 2171700 h 3567793"/>
              <a:gd name="connsiteX7" fmla="*/ 3314700 w 3371850"/>
              <a:gd name="connsiteY7" fmla="*/ 2245178 h 3567793"/>
              <a:gd name="connsiteX8" fmla="*/ 3339192 w 3371850"/>
              <a:gd name="connsiteY8" fmla="*/ 2318657 h 3567793"/>
              <a:gd name="connsiteX9" fmla="*/ 3355521 w 3371850"/>
              <a:gd name="connsiteY9" fmla="*/ 2424793 h 3567793"/>
              <a:gd name="connsiteX10" fmla="*/ 3371850 w 3371850"/>
              <a:gd name="connsiteY10" fmla="*/ 2539093 h 3567793"/>
              <a:gd name="connsiteX11" fmla="*/ 3363685 w 3371850"/>
              <a:gd name="connsiteY11" fmla="*/ 2726871 h 3567793"/>
              <a:gd name="connsiteX12" fmla="*/ 3355521 w 3371850"/>
              <a:gd name="connsiteY12" fmla="*/ 2767693 h 3567793"/>
              <a:gd name="connsiteX13" fmla="*/ 3339192 w 3371850"/>
              <a:gd name="connsiteY13" fmla="*/ 2800350 h 3567793"/>
              <a:gd name="connsiteX14" fmla="*/ 3290207 w 3371850"/>
              <a:gd name="connsiteY14" fmla="*/ 2914650 h 3567793"/>
              <a:gd name="connsiteX15" fmla="*/ 3273878 w 3371850"/>
              <a:gd name="connsiteY15" fmla="*/ 2955471 h 3567793"/>
              <a:gd name="connsiteX16" fmla="*/ 3233057 w 3371850"/>
              <a:gd name="connsiteY16" fmla="*/ 3020786 h 3567793"/>
              <a:gd name="connsiteX17" fmla="*/ 3151414 w 3371850"/>
              <a:gd name="connsiteY17" fmla="*/ 3118757 h 3567793"/>
              <a:gd name="connsiteX18" fmla="*/ 3045278 w 3371850"/>
              <a:gd name="connsiteY18" fmla="*/ 3216728 h 3567793"/>
              <a:gd name="connsiteX19" fmla="*/ 2979964 w 3371850"/>
              <a:gd name="connsiteY19" fmla="*/ 3265714 h 3567793"/>
              <a:gd name="connsiteX20" fmla="*/ 2898321 w 3371850"/>
              <a:gd name="connsiteY20" fmla="*/ 3306536 h 3567793"/>
              <a:gd name="connsiteX21" fmla="*/ 2873828 w 3371850"/>
              <a:gd name="connsiteY21" fmla="*/ 3322864 h 3567793"/>
              <a:gd name="connsiteX22" fmla="*/ 2800350 w 3371850"/>
              <a:gd name="connsiteY22" fmla="*/ 3363686 h 3567793"/>
              <a:gd name="connsiteX23" fmla="*/ 2735035 w 3371850"/>
              <a:gd name="connsiteY23" fmla="*/ 3388178 h 3567793"/>
              <a:gd name="connsiteX24" fmla="*/ 2669721 w 3371850"/>
              <a:gd name="connsiteY24" fmla="*/ 3412671 h 3567793"/>
              <a:gd name="connsiteX25" fmla="*/ 2588078 w 3371850"/>
              <a:gd name="connsiteY25" fmla="*/ 3453493 h 3567793"/>
              <a:gd name="connsiteX26" fmla="*/ 2514600 w 3371850"/>
              <a:gd name="connsiteY26" fmla="*/ 3486150 h 3567793"/>
              <a:gd name="connsiteX27" fmla="*/ 2457450 w 3371850"/>
              <a:gd name="connsiteY27" fmla="*/ 3494314 h 3567793"/>
              <a:gd name="connsiteX28" fmla="*/ 2408464 w 3371850"/>
              <a:gd name="connsiteY28" fmla="*/ 3502478 h 3567793"/>
              <a:gd name="connsiteX29" fmla="*/ 2375807 w 3371850"/>
              <a:gd name="connsiteY29" fmla="*/ 3518807 h 3567793"/>
              <a:gd name="connsiteX30" fmla="*/ 2245178 w 3371850"/>
              <a:gd name="connsiteY30" fmla="*/ 3535136 h 3567793"/>
              <a:gd name="connsiteX31" fmla="*/ 2106385 w 3371850"/>
              <a:gd name="connsiteY31" fmla="*/ 3551464 h 3567793"/>
              <a:gd name="connsiteX32" fmla="*/ 1992085 w 3371850"/>
              <a:gd name="connsiteY32" fmla="*/ 3567793 h 3567793"/>
              <a:gd name="connsiteX33" fmla="*/ 1657350 w 3371850"/>
              <a:gd name="connsiteY33" fmla="*/ 3559628 h 3567793"/>
              <a:gd name="connsiteX34" fmla="*/ 1534885 w 3371850"/>
              <a:gd name="connsiteY34" fmla="*/ 3543300 h 3567793"/>
              <a:gd name="connsiteX35" fmla="*/ 1371600 w 3371850"/>
              <a:gd name="connsiteY35" fmla="*/ 3502478 h 3567793"/>
              <a:gd name="connsiteX36" fmla="*/ 1330778 w 3371850"/>
              <a:gd name="connsiteY36" fmla="*/ 3494314 h 3567793"/>
              <a:gd name="connsiteX37" fmla="*/ 1257300 w 3371850"/>
              <a:gd name="connsiteY37" fmla="*/ 3486150 h 3567793"/>
              <a:gd name="connsiteX38" fmla="*/ 1167492 w 3371850"/>
              <a:gd name="connsiteY38" fmla="*/ 3461657 h 3567793"/>
              <a:gd name="connsiteX39" fmla="*/ 1134835 w 3371850"/>
              <a:gd name="connsiteY39" fmla="*/ 3453493 h 3567793"/>
              <a:gd name="connsiteX40" fmla="*/ 1094014 w 3371850"/>
              <a:gd name="connsiteY40" fmla="*/ 3437164 h 3567793"/>
              <a:gd name="connsiteX41" fmla="*/ 1045028 w 3371850"/>
              <a:gd name="connsiteY41" fmla="*/ 3420836 h 3567793"/>
              <a:gd name="connsiteX42" fmla="*/ 1012371 w 3371850"/>
              <a:gd name="connsiteY42" fmla="*/ 3404507 h 3567793"/>
              <a:gd name="connsiteX43" fmla="*/ 914400 w 3371850"/>
              <a:gd name="connsiteY43" fmla="*/ 3380014 h 3567793"/>
              <a:gd name="connsiteX44" fmla="*/ 881742 w 3371850"/>
              <a:gd name="connsiteY44" fmla="*/ 3363686 h 3567793"/>
              <a:gd name="connsiteX45" fmla="*/ 832757 w 3371850"/>
              <a:gd name="connsiteY45" fmla="*/ 3331028 h 3567793"/>
              <a:gd name="connsiteX46" fmla="*/ 759278 w 3371850"/>
              <a:gd name="connsiteY46" fmla="*/ 3306536 h 3567793"/>
              <a:gd name="connsiteX47" fmla="*/ 726621 w 3371850"/>
              <a:gd name="connsiteY47" fmla="*/ 3290207 h 3567793"/>
              <a:gd name="connsiteX48" fmla="*/ 702128 w 3371850"/>
              <a:gd name="connsiteY48" fmla="*/ 3273878 h 3567793"/>
              <a:gd name="connsiteX49" fmla="*/ 669471 w 3371850"/>
              <a:gd name="connsiteY49" fmla="*/ 3265714 h 3567793"/>
              <a:gd name="connsiteX50" fmla="*/ 579664 w 3371850"/>
              <a:gd name="connsiteY50" fmla="*/ 3216728 h 3567793"/>
              <a:gd name="connsiteX51" fmla="*/ 555171 w 3371850"/>
              <a:gd name="connsiteY51" fmla="*/ 3200400 h 3567793"/>
              <a:gd name="connsiteX52" fmla="*/ 514350 w 3371850"/>
              <a:gd name="connsiteY52" fmla="*/ 3192236 h 3567793"/>
              <a:gd name="connsiteX53" fmla="*/ 457200 w 3371850"/>
              <a:gd name="connsiteY53" fmla="*/ 3159578 h 3567793"/>
              <a:gd name="connsiteX54" fmla="*/ 432707 w 3371850"/>
              <a:gd name="connsiteY54" fmla="*/ 3143250 h 3567793"/>
              <a:gd name="connsiteX55" fmla="*/ 408214 w 3371850"/>
              <a:gd name="connsiteY55" fmla="*/ 3135086 h 3567793"/>
              <a:gd name="connsiteX56" fmla="*/ 375557 w 3371850"/>
              <a:gd name="connsiteY56" fmla="*/ 3118757 h 3567793"/>
              <a:gd name="connsiteX57" fmla="*/ 334735 w 3371850"/>
              <a:gd name="connsiteY57" fmla="*/ 3110593 h 3567793"/>
              <a:gd name="connsiteX58" fmla="*/ 253092 w 3371850"/>
              <a:gd name="connsiteY58" fmla="*/ 3069771 h 3567793"/>
              <a:gd name="connsiteX59" fmla="*/ 212271 w 3371850"/>
              <a:gd name="connsiteY59" fmla="*/ 3037114 h 3567793"/>
              <a:gd name="connsiteX60" fmla="*/ 163285 w 3371850"/>
              <a:gd name="connsiteY60" fmla="*/ 3004457 h 3567793"/>
              <a:gd name="connsiteX61" fmla="*/ 138792 w 3371850"/>
              <a:gd name="connsiteY61" fmla="*/ 2979964 h 3567793"/>
              <a:gd name="connsiteX62" fmla="*/ 97971 w 3371850"/>
              <a:gd name="connsiteY62" fmla="*/ 2922814 h 3567793"/>
              <a:gd name="connsiteX63" fmla="*/ 73478 w 3371850"/>
              <a:gd name="connsiteY63" fmla="*/ 2857500 h 3567793"/>
              <a:gd name="connsiteX64" fmla="*/ 65314 w 3371850"/>
              <a:gd name="connsiteY64" fmla="*/ 2833007 h 3567793"/>
              <a:gd name="connsiteX65" fmla="*/ 48985 w 3371850"/>
              <a:gd name="connsiteY65" fmla="*/ 2792186 h 3567793"/>
              <a:gd name="connsiteX66" fmla="*/ 32657 w 3371850"/>
              <a:gd name="connsiteY66" fmla="*/ 2710543 h 3567793"/>
              <a:gd name="connsiteX67" fmla="*/ 16328 w 3371850"/>
              <a:gd name="connsiteY67" fmla="*/ 2637064 h 3567793"/>
              <a:gd name="connsiteX68" fmla="*/ 0 w 3371850"/>
              <a:gd name="connsiteY68" fmla="*/ 2514600 h 3567793"/>
              <a:gd name="connsiteX69" fmla="*/ 8164 w 3371850"/>
              <a:gd name="connsiteY69" fmla="*/ 2155371 h 3567793"/>
              <a:gd name="connsiteX70" fmla="*/ 32657 w 3371850"/>
              <a:gd name="connsiteY70" fmla="*/ 2016578 h 3567793"/>
              <a:gd name="connsiteX71" fmla="*/ 40821 w 3371850"/>
              <a:gd name="connsiteY71" fmla="*/ 1959428 h 3567793"/>
              <a:gd name="connsiteX72" fmla="*/ 57150 w 3371850"/>
              <a:gd name="connsiteY72" fmla="*/ 1894114 h 3567793"/>
              <a:gd name="connsiteX73" fmla="*/ 65314 w 3371850"/>
              <a:gd name="connsiteY73" fmla="*/ 1845128 h 3567793"/>
              <a:gd name="connsiteX74" fmla="*/ 73478 w 3371850"/>
              <a:gd name="connsiteY74" fmla="*/ 1812471 h 3567793"/>
              <a:gd name="connsiteX75" fmla="*/ 81642 w 3371850"/>
              <a:gd name="connsiteY75" fmla="*/ 1763486 h 3567793"/>
              <a:gd name="connsiteX76" fmla="*/ 97971 w 3371850"/>
              <a:gd name="connsiteY76" fmla="*/ 1698171 h 3567793"/>
              <a:gd name="connsiteX77" fmla="*/ 106135 w 3371850"/>
              <a:gd name="connsiteY77" fmla="*/ 1649186 h 3567793"/>
              <a:gd name="connsiteX78" fmla="*/ 122464 w 3371850"/>
              <a:gd name="connsiteY78" fmla="*/ 1592036 h 3567793"/>
              <a:gd name="connsiteX79" fmla="*/ 130628 w 3371850"/>
              <a:gd name="connsiteY79" fmla="*/ 1559378 h 3567793"/>
              <a:gd name="connsiteX80" fmla="*/ 138792 w 3371850"/>
              <a:gd name="connsiteY80" fmla="*/ 1534886 h 3567793"/>
              <a:gd name="connsiteX81" fmla="*/ 155121 w 3371850"/>
              <a:gd name="connsiteY81" fmla="*/ 1477736 h 3567793"/>
              <a:gd name="connsiteX82" fmla="*/ 204107 w 3371850"/>
              <a:gd name="connsiteY82" fmla="*/ 1420586 h 3567793"/>
              <a:gd name="connsiteX83" fmla="*/ 236764 w 3371850"/>
              <a:gd name="connsiteY83" fmla="*/ 1371600 h 3567793"/>
              <a:gd name="connsiteX84" fmla="*/ 253092 w 3371850"/>
              <a:gd name="connsiteY84" fmla="*/ 1338943 h 3567793"/>
              <a:gd name="connsiteX85" fmla="*/ 310242 w 3371850"/>
              <a:gd name="connsiteY85" fmla="*/ 1240971 h 3567793"/>
              <a:gd name="connsiteX86" fmla="*/ 351064 w 3371850"/>
              <a:gd name="connsiteY86" fmla="*/ 1159328 h 3567793"/>
              <a:gd name="connsiteX87" fmla="*/ 367392 w 3371850"/>
              <a:gd name="connsiteY87" fmla="*/ 1126671 h 3567793"/>
              <a:gd name="connsiteX88" fmla="*/ 400050 w 3371850"/>
              <a:gd name="connsiteY88" fmla="*/ 1069521 h 3567793"/>
              <a:gd name="connsiteX89" fmla="*/ 416378 w 3371850"/>
              <a:gd name="connsiteY89" fmla="*/ 1045028 h 3567793"/>
              <a:gd name="connsiteX90" fmla="*/ 424542 w 3371850"/>
              <a:gd name="connsiteY90" fmla="*/ 1020536 h 3567793"/>
              <a:gd name="connsiteX91" fmla="*/ 449035 w 3371850"/>
              <a:gd name="connsiteY91" fmla="*/ 987878 h 3567793"/>
              <a:gd name="connsiteX92" fmla="*/ 465364 w 3371850"/>
              <a:gd name="connsiteY92" fmla="*/ 963386 h 3567793"/>
              <a:gd name="connsiteX93" fmla="*/ 506185 w 3371850"/>
              <a:gd name="connsiteY93" fmla="*/ 881743 h 3567793"/>
              <a:gd name="connsiteX94" fmla="*/ 538842 w 3371850"/>
              <a:gd name="connsiteY94" fmla="*/ 816428 h 3567793"/>
              <a:gd name="connsiteX95" fmla="*/ 587828 w 3371850"/>
              <a:gd name="connsiteY95" fmla="*/ 734786 h 3567793"/>
              <a:gd name="connsiteX96" fmla="*/ 595992 w 3371850"/>
              <a:gd name="connsiteY96" fmla="*/ 710293 h 3567793"/>
              <a:gd name="connsiteX97" fmla="*/ 628650 w 3371850"/>
              <a:gd name="connsiteY97" fmla="*/ 669471 h 3567793"/>
              <a:gd name="connsiteX98" fmla="*/ 644978 w 3371850"/>
              <a:gd name="connsiteY98" fmla="*/ 636814 h 3567793"/>
              <a:gd name="connsiteX99" fmla="*/ 669471 w 3371850"/>
              <a:gd name="connsiteY99" fmla="*/ 604157 h 3567793"/>
              <a:gd name="connsiteX100" fmla="*/ 685800 w 3371850"/>
              <a:gd name="connsiteY100" fmla="*/ 579664 h 3567793"/>
              <a:gd name="connsiteX101" fmla="*/ 718457 w 3371850"/>
              <a:gd name="connsiteY101" fmla="*/ 547007 h 3567793"/>
              <a:gd name="connsiteX102" fmla="*/ 734785 w 3371850"/>
              <a:gd name="connsiteY102" fmla="*/ 514350 h 3567793"/>
              <a:gd name="connsiteX103" fmla="*/ 759278 w 3371850"/>
              <a:gd name="connsiteY103" fmla="*/ 489857 h 3567793"/>
              <a:gd name="connsiteX104" fmla="*/ 791935 w 3371850"/>
              <a:gd name="connsiteY104" fmla="*/ 449036 h 3567793"/>
              <a:gd name="connsiteX105" fmla="*/ 808264 w 3371850"/>
              <a:gd name="connsiteY105" fmla="*/ 424543 h 3567793"/>
              <a:gd name="connsiteX106" fmla="*/ 832757 w 3371850"/>
              <a:gd name="connsiteY106" fmla="*/ 408214 h 3567793"/>
              <a:gd name="connsiteX107" fmla="*/ 865414 w 3371850"/>
              <a:gd name="connsiteY107" fmla="*/ 375557 h 3567793"/>
              <a:gd name="connsiteX108" fmla="*/ 881742 w 3371850"/>
              <a:gd name="connsiteY108" fmla="*/ 351064 h 3567793"/>
              <a:gd name="connsiteX109" fmla="*/ 971550 w 3371850"/>
              <a:gd name="connsiteY109" fmla="*/ 293914 h 3567793"/>
              <a:gd name="connsiteX110" fmla="*/ 1012371 w 3371850"/>
              <a:gd name="connsiteY110" fmla="*/ 261257 h 3567793"/>
              <a:gd name="connsiteX111" fmla="*/ 1061357 w 3371850"/>
              <a:gd name="connsiteY111" fmla="*/ 220436 h 3567793"/>
              <a:gd name="connsiteX112" fmla="*/ 1094014 w 3371850"/>
              <a:gd name="connsiteY112" fmla="*/ 204107 h 3567793"/>
              <a:gd name="connsiteX113" fmla="*/ 1151164 w 3371850"/>
              <a:gd name="connsiteY113" fmla="*/ 155121 h 3567793"/>
              <a:gd name="connsiteX114" fmla="*/ 1273628 w 3371850"/>
              <a:gd name="connsiteY114" fmla="*/ 97971 h 3567793"/>
              <a:gd name="connsiteX115" fmla="*/ 1306285 w 3371850"/>
              <a:gd name="connsiteY115" fmla="*/ 81643 h 3567793"/>
              <a:gd name="connsiteX116" fmla="*/ 1330778 w 3371850"/>
              <a:gd name="connsiteY116" fmla="*/ 65314 h 3567793"/>
              <a:gd name="connsiteX117" fmla="*/ 1363435 w 3371850"/>
              <a:gd name="connsiteY117" fmla="*/ 57150 h 3567793"/>
              <a:gd name="connsiteX118" fmla="*/ 1469571 w 3371850"/>
              <a:gd name="connsiteY118" fmla="*/ 16328 h 3567793"/>
              <a:gd name="connsiteX119" fmla="*/ 1502228 w 3371850"/>
              <a:gd name="connsiteY119" fmla="*/ 8164 h 3567793"/>
              <a:gd name="connsiteX120" fmla="*/ 1534885 w 3371850"/>
              <a:gd name="connsiteY120" fmla="*/ 0 h 3567793"/>
              <a:gd name="connsiteX121" fmla="*/ 1698171 w 3371850"/>
              <a:gd name="connsiteY121" fmla="*/ 8164 h 3567793"/>
              <a:gd name="connsiteX122" fmla="*/ 1755321 w 3371850"/>
              <a:gd name="connsiteY122" fmla="*/ 32657 h 3567793"/>
              <a:gd name="connsiteX123" fmla="*/ 1804307 w 3371850"/>
              <a:gd name="connsiteY123" fmla="*/ 40821 h 3567793"/>
              <a:gd name="connsiteX124" fmla="*/ 1836964 w 3371850"/>
              <a:gd name="connsiteY124" fmla="*/ 57150 h 3567793"/>
              <a:gd name="connsiteX125" fmla="*/ 1861457 w 3371850"/>
              <a:gd name="connsiteY125" fmla="*/ 65314 h 3567793"/>
              <a:gd name="connsiteX126" fmla="*/ 1885950 w 3371850"/>
              <a:gd name="connsiteY126" fmla="*/ 89807 h 3567793"/>
              <a:gd name="connsiteX127" fmla="*/ 1926771 w 3371850"/>
              <a:gd name="connsiteY127" fmla="*/ 106136 h 3567793"/>
              <a:gd name="connsiteX128" fmla="*/ 2000250 w 3371850"/>
              <a:gd name="connsiteY128" fmla="*/ 138793 h 3567793"/>
              <a:gd name="connsiteX129" fmla="*/ 2049235 w 3371850"/>
              <a:gd name="connsiteY129" fmla="*/ 179614 h 3567793"/>
              <a:gd name="connsiteX130" fmla="*/ 2090057 w 3371850"/>
              <a:gd name="connsiteY130" fmla="*/ 187778 h 3567793"/>
              <a:gd name="connsiteX131" fmla="*/ 2163535 w 3371850"/>
              <a:gd name="connsiteY131" fmla="*/ 236764 h 3567793"/>
              <a:gd name="connsiteX132" fmla="*/ 2228850 w 3371850"/>
              <a:gd name="connsiteY132" fmla="*/ 293914 h 3567793"/>
              <a:gd name="connsiteX133" fmla="*/ 2326821 w 3371850"/>
              <a:gd name="connsiteY133" fmla="*/ 367393 h 3567793"/>
              <a:gd name="connsiteX134" fmla="*/ 2392135 w 3371850"/>
              <a:gd name="connsiteY134" fmla="*/ 432707 h 3567793"/>
              <a:gd name="connsiteX135" fmla="*/ 2416628 w 3371850"/>
              <a:gd name="connsiteY135" fmla="*/ 465364 h 3567793"/>
              <a:gd name="connsiteX136" fmla="*/ 2465614 w 3371850"/>
              <a:gd name="connsiteY136" fmla="*/ 506186 h 3567793"/>
              <a:gd name="connsiteX137" fmla="*/ 2514600 w 3371850"/>
              <a:gd name="connsiteY137" fmla="*/ 555171 h 3567793"/>
              <a:gd name="connsiteX138" fmla="*/ 2547257 w 3371850"/>
              <a:gd name="connsiteY138" fmla="*/ 587828 h 3567793"/>
              <a:gd name="connsiteX139" fmla="*/ 2620735 w 3371850"/>
              <a:gd name="connsiteY139" fmla="*/ 669471 h 3567793"/>
              <a:gd name="connsiteX140" fmla="*/ 2637064 w 3371850"/>
              <a:gd name="connsiteY140" fmla="*/ 693964 h 3567793"/>
              <a:gd name="connsiteX141" fmla="*/ 2702378 w 3371850"/>
              <a:gd name="connsiteY141" fmla="*/ 767443 h 3567793"/>
              <a:gd name="connsiteX142" fmla="*/ 2710542 w 3371850"/>
              <a:gd name="connsiteY142" fmla="*/ 800100 h 3567793"/>
              <a:gd name="connsiteX143" fmla="*/ 2743200 w 3371850"/>
              <a:gd name="connsiteY143" fmla="*/ 849086 h 3567793"/>
              <a:gd name="connsiteX144" fmla="*/ 2775857 w 3371850"/>
              <a:gd name="connsiteY144" fmla="*/ 906236 h 3567793"/>
              <a:gd name="connsiteX145" fmla="*/ 2792185 w 3371850"/>
              <a:gd name="connsiteY145" fmla="*/ 947057 h 3567793"/>
              <a:gd name="connsiteX146" fmla="*/ 2824842 w 3371850"/>
              <a:gd name="connsiteY146" fmla="*/ 996043 h 3567793"/>
              <a:gd name="connsiteX147" fmla="*/ 2857500 w 3371850"/>
              <a:gd name="connsiteY147" fmla="*/ 1069521 h 3567793"/>
              <a:gd name="connsiteX148" fmla="*/ 2865664 w 3371850"/>
              <a:gd name="connsiteY148" fmla="*/ 1110343 h 3567793"/>
              <a:gd name="connsiteX149" fmla="*/ 2881992 w 3371850"/>
              <a:gd name="connsiteY149" fmla="*/ 1143000 h 3567793"/>
              <a:gd name="connsiteX150" fmla="*/ 2890157 w 3371850"/>
              <a:gd name="connsiteY150" fmla="*/ 1167493 h 3567793"/>
              <a:gd name="connsiteX151" fmla="*/ 2906485 w 3371850"/>
              <a:gd name="connsiteY151" fmla="*/ 1191986 h 3567793"/>
              <a:gd name="connsiteX152" fmla="*/ 2922814 w 3371850"/>
              <a:gd name="connsiteY152" fmla="*/ 1224643 h 3567793"/>
              <a:gd name="connsiteX153" fmla="*/ 2947307 w 3371850"/>
              <a:gd name="connsiteY153" fmla="*/ 1289957 h 3567793"/>
              <a:gd name="connsiteX154" fmla="*/ 2971800 w 3371850"/>
              <a:gd name="connsiteY154" fmla="*/ 1363436 h 3567793"/>
              <a:gd name="connsiteX155" fmla="*/ 2979964 w 3371850"/>
              <a:gd name="connsiteY155" fmla="*/ 1396093 h 3567793"/>
              <a:gd name="connsiteX156" fmla="*/ 3004457 w 3371850"/>
              <a:gd name="connsiteY156" fmla="*/ 1420586 h 3567793"/>
              <a:gd name="connsiteX157" fmla="*/ 3028950 w 3371850"/>
              <a:gd name="connsiteY157" fmla="*/ 1469571 h 3567793"/>
              <a:gd name="connsiteX158" fmla="*/ 3053442 w 3371850"/>
              <a:gd name="connsiteY158" fmla="*/ 1518557 h 3567793"/>
              <a:gd name="connsiteX159" fmla="*/ 3077935 w 3371850"/>
              <a:gd name="connsiteY159" fmla="*/ 1575707 h 3567793"/>
              <a:gd name="connsiteX160" fmla="*/ 3102428 w 3371850"/>
              <a:gd name="connsiteY160" fmla="*/ 1632857 h 3567793"/>
              <a:gd name="connsiteX161" fmla="*/ 3159578 w 3371850"/>
              <a:gd name="connsiteY161" fmla="*/ 1714500 h 3567793"/>
              <a:gd name="connsiteX162" fmla="*/ 3167742 w 3371850"/>
              <a:gd name="connsiteY162" fmla="*/ 1738993 h 3567793"/>
              <a:gd name="connsiteX163" fmla="*/ 3175907 w 3371850"/>
              <a:gd name="connsiteY163" fmla="*/ 1771650 h 3567793"/>
              <a:gd name="connsiteX164" fmla="*/ 3192235 w 3371850"/>
              <a:gd name="connsiteY164" fmla="*/ 1812471 h 3567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3371850" h="3567793">
                <a:moveTo>
                  <a:pt x="3192235" y="1812471"/>
                </a:moveTo>
                <a:cubicBezTo>
                  <a:pt x="3204481" y="1845128"/>
                  <a:pt x="3231959" y="1915316"/>
                  <a:pt x="3249385" y="1967593"/>
                </a:cubicBezTo>
                <a:cubicBezTo>
                  <a:pt x="3253773" y="1980757"/>
                  <a:pt x="3254540" y="1994868"/>
                  <a:pt x="3257550" y="2008414"/>
                </a:cubicBezTo>
                <a:cubicBezTo>
                  <a:pt x="3259984" y="2019367"/>
                  <a:pt x="3263280" y="2030118"/>
                  <a:pt x="3265714" y="2041071"/>
                </a:cubicBezTo>
                <a:cubicBezTo>
                  <a:pt x="3268724" y="2054617"/>
                  <a:pt x="3270227" y="2068505"/>
                  <a:pt x="3273878" y="2081893"/>
                </a:cubicBezTo>
                <a:cubicBezTo>
                  <a:pt x="3278407" y="2098498"/>
                  <a:pt x="3285678" y="2114273"/>
                  <a:pt x="3290207" y="2130878"/>
                </a:cubicBezTo>
                <a:cubicBezTo>
                  <a:pt x="3293858" y="2144266"/>
                  <a:pt x="3295463" y="2158131"/>
                  <a:pt x="3298371" y="2171700"/>
                </a:cubicBezTo>
                <a:cubicBezTo>
                  <a:pt x="3303628" y="2196233"/>
                  <a:pt x="3307985" y="2221003"/>
                  <a:pt x="3314700" y="2245178"/>
                </a:cubicBezTo>
                <a:cubicBezTo>
                  <a:pt x="3321610" y="2270054"/>
                  <a:pt x="3331028" y="2294164"/>
                  <a:pt x="3339192" y="2318657"/>
                </a:cubicBezTo>
                <a:cubicBezTo>
                  <a:pt x="3344635" y="2354036"/>
                  <a:pt x="3350891" y="2389299"/>
                  <a:pt x="3355521" y="2424793"/>
                </a:cubicBezTo>
                <a:cubicBezTo>
                  <a:pt x="3370708" y="2541224"/>
                  <a:pt x="3354628" y="2470211"/>
                  <a:pt x="3371850" y="2539093"/>
                </a:cubicBezTo>
                <a:cubicBezTo>
                  <a:pt x="3369128" y="2601686"/>
                  <a:pt x="3368149" y="2664378"/>
                  <a:pt x="3363685" y="2726871"/>
                </a:cubicBezTo>
                <a:cubicBezTo>
                  <a:pt x="3362696" y="2740713"/>
                  <a:pt x="3359909" y="2754528"/>
                  <a:pt x="3355521" y="2767693"/>
                </a:cubicBezTo>
                <a:cubicBezTo>
                  <a:pt x="3351672" y="2779239"/>
                  <a:pt x="3344635" y="2789464"/>
                  <a:pt x="3339192" y="2800350"/>
                </a:cubicBezTo>
                <a:cubicBezTo>
                  <a:pt x="3308852" y="2936885"/>
                  <a:pt x="3345644" y="2822255"/>
                  <a:pt x="3290207" y="2914650"/>
                </a:cubicBezTo>
                <a:cubicBezTo>
                  <a:pt x="3282667" y="2927217"/>
                  <a:pt x="3280826" y="2942567"/>
                  <a:pt x="3273878" y="2955471"/>
                </a:cubicBezTo>
                <a:cubicBezTo>
                  <a:pt x="3261706" y="2978076"/>
                  <a:pt x="3247298" y="2999424"/>
                  <a:pt x="3233057" y="3020786"/>
                </a:cubicBezTo>
                <a:cubicBezTo>
                  <a:pt x="3212941" y="3050960"/>
                  <a:pt x="3171315" y="3097685"/>
                  <a:pt x="3151414" y="3118757"/>
                </a:cubicBezTo>
                <a:cubicBezTo>
                  <a:pt x="3038010" y="3238832"/>
                  <a:pt x="3108123" y="3171023"/>
                  <a:pt x="3045278" y="3216728"/>
                </a:cubicBezTo>
                <a:cubicBezTo>
                  <a:pt x="3023269" y="3232735"/>
                  <a:pt x="3003185" y="3251523"/>
                  <a:pt x="2979964" y="3265714"/>
                </a:cubicBezTo>
                <a:cubicBezTo>
                  <a:pt x="2954002" y="3281580"/>
                  <a:pt x="2925111" y="3292111"/>
                  <a:pt x="2898321" y="3306536"/>
                </a:cubicBezTo>
                <a:cubicBezTo>
                  <a:pt x="2889682" y="3311188"/>
                  <a:pt x="2882304" y="3317920"/>
                  <a:pt x="2873828" y="3322864"/>
                </a:cubicBezTo>
                <a:cubicBezTo>
                  <a:pt x="2849626" y="3336982"/>
                  <a:pt x="2825702" y="3351756"/>
                  <a:pt x="2800350" y="3363686"/>
                </a:cubicBezTo>
                <a:cubicBezTo>
                  <a:pt x="2779311" y="3373587"/>
                  <a:pt x="2756203" y="3378556"/>
                  <a:pt x="2735035" y="3388178"/>
                </a:cubicBezTo>
                <a:cubicBezTo>
                  <a:pt x="2668960" y="3418211"/>
                  <a:pt x="2762640" y="3394088"/>
                  <a:pt x="2669721" y="3412671"/>
                </a:cubicBezTo>
                <a:cubicBezTo>
                  <a:pt x="2624826" y="3457566"/>
                  <a:pt x="2667299" y="3423023"/>
                  <a:pt x="2588078" y="3453493"/>
                </a:cubicBezTo>
                <a:cubicBezTo>
                  <a:pt x="2560030" y="3464281"/>
                  <a:pt x="2542913" y="3480488"/>
                  <a:pt x="2514600" y="3486150"/>
                </a:cubicBezTo>
                <a:cubicBezTo>
                  <a:pt x="2495730" y="3489924"/>
                  <a:pt x="2476470" y="3491388"/>
                  <a:pt x="2457450" y="3494314"/>
                </a:cubicBezTo>
                <a:cubicBezTo>
                  <a:pt x="2441089" y="3496831"/>
                  <a:pt x="2424793" y="3499757"/>
                  <a:pt x="2408464" y="3502478"/>
                </a:cubicBezTo>
                <a:cubicBezTo>
                  <a:pt x="2397578" y="3507921"/>
                  <a:pt x="2387203" y="3514534"/>
                  <a:pt x="2375807" y="3518807"/>
                </a:cubicBezTo>
                <a:cubicBezTo>
                  <a:pt x="2338567" y="3532772"/>
                  <a:pt x="2274866" y="3532308"/>
                  <a:pt x="2245178" y="3535136"/>
                </a:cubicBezTo>
                <a:cubicBezTo>
                  <a:pt x="2219465" y="3537585"/>
                  <a:pt x="2134210" y="3547489"/>
                  <a:pt x="2106385" y="3551464"/>
                </a:cubicBezTo>
                <a:cubicBezTo>
                  <a:pt x="1941504" y="3575018"/>
                  <a:pt x="2198755" y="3541957"/>
                  <a:pt x="1992085" y="3567793"/>
                </a:cubicBezTo>
                <a:lnTo>
                  <a:pt x="1657350" y="3559628"/>
                </a:lnTo>
                <a:cubicBezTo>
                  <a:pt x="1642577" y="3559025"/>
                  <a:pt x="1552681" y="3545842"/>
                  <a:pt x="1534885" y="3543300"/>
                </a:cubicBezTo>
                <a:cubicBezTo>
                  <a:pt x="1450709" y="3515240"/>
                  <a:pt x="1498713" y="3529238"/>
                  <a:pt x="1371600" y="3502478"/>
                </a:cubicBezTo>
                <a:cubicBezTo>
                  <a:pt x="1358021" y="3499619"/>
                  <a:pt x="1344570" y="3495846"/>
                  <a:pt x="1330778" y="3494314"/>
                </a:cubicBezTo>
                <a:cubicBezTo>
                  <a:pt x="1306285" y="3491593"/>
                  <a:pt x="1281696" y="3489635"/>
                  <a:pt x="1257300" y="3486150"/>
                </a:cubicBezTo>
                <a:cubicBezTo>
                  <a:pt x="1209949" y="3479386"/>
                  <a:pt x="1216807" y="3476451"/>
                  <a:pt x="1167492" y="3461657"/>
                </a:cubicBezTo>
                <a:cubicBezTo>
                  <a:pt x="1156745" y="3458433"/>
                  <a:pt x="1145480" y="3457041"/>
                  <a:pt x="1134835" y="3453493"/>
                </a:cubicBezTo>
                <a:cubicBezTo>
                  <a:pt x="1120932" y="3448859"/>
                  <a:pt x="1107787" y="3442172"/>
                  <a:pt x="1094014" y="3437164"/>
                </a:cubicBezTo>
                <a:cubicBezTo>
                  <a:pt x="1077838" y="3431282"/>
                  <a:pt x="1061009" y="3427228"/>
                  <a:pt x="1045028" y="3420836"/>
                </a:cubicBezTo>
                <a:cubicBezTo>
                  <a:pt x="1033728" y="3416316"/>
                  <a:pt x="1023988" y="3408137"/>
                  <a:pt x="1012371" y="3404507"/>
                </a:cubicBezTo>
                <a:cubicBezTo>
                  <a:pt x="980241" y="3394466"/>
                  <a:pt x="944509" y="3395067"/>
                  <a:pt x="914400" y="3380014"/>
                </a:cubicBezTo>
                <a:cubicBezTo>
                  <a:pt x="903514" y="3374571"/>
                  <a:pt x="892178" y="3369948"/>
                  <a:pt x="881742" y="3363686"/>
                </a:cubicBezTo>
                <a:cubicBezTo>
                  <a:pt x="864914" y="3353589"/>
                  <a:pt x="850540" y="3339327"/>
                  <a:pt x="832757" y="3331028"/>
                </a:cubicBezTo>
                <a:cubicBezTo>
                  <a:pt x="809361" y="3320110"/>
                  <a:pt x="782370" y="3318082"/>
                  <a:pt x="759278" y="3306536"/>
                </a:cubicBezTo>
                <a:cubicBezTo>
                  <a:pt x="748392" y="3301093"/>
                  <a:pt x="737188" y="3296245"/>
                  <a:pt x="726621" y="3290207"/>
                </a:cubicBezTo>
                <a:cubicBezTo>
                  <a:pt x="718102" y="3285339"/>
                  <a:pt x="711147" y="3277743"/>
                  <a:pt x="702128" y="3273878"/>
                </a:cubicBezTo>
                <a:cubicBezTo>
                  <a:pt x="691815" y="3269458"/>
                  <a:pt x="680357" y="3268435"/>
                  <a:pt x="669471" y="3265714"/>
                </a:cubicBezTo>
                <a:cubicBezTo>
                  <a:pt x="560859" y="3193307"/>
                  <a:pt x="674127" y="3263960"/>
                  <a:pt x="579664" y="3216728"/>
                </a:cubicBezTo>
                <a:cubicBezTo>
                  <a:pt x="570888" y="3212340"/>
                  <a:pt x="564358" y="3203845"/>
                  <a:pt x="555171" y="3200400"/>
                </a:cubicBezTo>
                <a:cubicBezTo>
                  <a:pt x="542178" y="3195528"/>
                  <a:pt x="527957" y="3194957"/>
                  <a:pt x="514350" y="3192236"/>
                </a:cubicBezTo>
                <a:cubicBezTo>
                  <a:pt x="454687" y="3152460"/>
                  <a:pt x="529695" y="3201004"/>
                  <a:pt x="457200" y="3159578"/>
                </a:cubicBezTo>
                <a:cubicBezTo>
                  <a:pt x="448681" y="3154710"/>
                  <a:pt x="441483" y="3147638"/>
                  <a:pt x="432707" y="3143250"/>
                </a:cubicBezTo>
                <a:cubicBezTo>
                  <a:pt x="425010" y="3139401"/>
                  <a:pt x="416124" y="3138476"/>
                  <a:pt x="408214" y="3135086"/>
                </a:cubicBezTo>
                <a:cubicBezTo>
                  <a:pt x="397027" y="3130292"/>
                  <a:pt x="387103" y="3122606"/>
                  <a:pt x="375557" y="3118757"/>
                </a:cubicBezTo>
                <a:cubicBezTo>
                  <a:pt x="362392" y="3114369"/>
                  <a:pt x="348342" y="3113314"/>
                  <a:pt x="334735" y="3110593"/>
                </a:cubicBezTo>
                <a:cubicBezTo>
                  <a:pt x="276414" y="3071712"/>
                  <a:pt x="304788" y="3082696"/>
                  <a:pt x="253092" y="3069771"/>
                </a:cubicBezTo>
                <a:cubicBezTo>
                  <a:pt x="239485" y="3058885"/>
                  <a:pt x="226364" y="3047363"/>
                  <a:pt x="212271" y="3037114"/>
                </a:cubicBezTo>
                <a:cubicBezTo>
                  <a:pt x="196400" y="3025571"/>
                  <a:pt x="177162" y="3018334"/>
                  <a:pt x="163285" y="3004457"/>
                </a:cubicBezTo>
                <a:cubicBezTo>
                  <a:pt x="155121" y="2996293"/>
                  <a:pt x="146306" y="2988731"/>
                  <a:pt x="138792" y="2979964"/>
                </a:cubicBezTo>
                <a:cubicBezTo>
                  <a:pt x="123607" y="2962248"/>
                  <a:pt x="110891" y="2942194"/>
                  <a:pt x="97971" y="2922814"/>
                </a:cubicBezTo>
                <a:cubicBezTo>
                  <a:pt x="82919" y="2862604"/>
                  <a:pt x="99095" y="2917272"/>
                  <a:pt x="73478" y="2857500"/>
                </a:cubicBezTo>
                <a:cubicBezTo>
                  <a:pt x="70088" y="2849590"/>
                  <a:pt x="68336" y="2841065"/>
                  <a:pt x="65314" y="2833007"/>
                </a:cubicBezTo>
                <a:cubicBezTo>
                  <a:pt x="60168" y="2819285"/>
                  <a:pt x="54428" y="2805793"/>
                  <a:pt x="48985" y="2792186"/>
                </a:cubicBezTo>
                <a:cubicBezTo>
                  <a:pt x="43542" y="2764972"/>
                  <a:pt x="37772" y="2737821"/>
                  <a:pt x="32657" y="2710543"/>
                </a:cubicBezTo>
                <a:cubicBezTo>
                  <a:pt x="20342" y="2644862"/>
                  <a:pt x="31149" y="2681528"/>
                  <a:pt x="16328" y="2637064"/>
                </a:cubicBezTo>
                <a:cubicBezTo>
                  <a:pt x="14315" y="2622972"/>
                  <a:pt x="0" y="2525151"/>
                  <a:pt x="0" y="2514600"/>
                </a:cubicBezTo>
                <a:cubicBezTo>
                  <a:pt x="0" y="2394826"/>
                  <a:pt x="3964" y="2275071"/>
                  <a:pt x="8164" y="2155371"/>
                </a:cubicBezTo>
                <a:cubicBezTo>
                  <a:pt x="11940" y="2047743"/>
                  <a:pt x="2285" y="2077322"/>
                  <a:pt x="32657" y="2016578"/>
                </a:cubicBezTo>
                <a:cubicBezTo>
                  <a:pt x="35378" y="1997528"/>
                  <a:pt x="37047" y="1978298"/>
                  <a:pt x="40821" y="1959428"/>
                </a:cubicBezTo>
                <a:cubicBezTo>
                  <a:pt x="45222" y="1937422"/>
                  <a:pt x="53461" y="1916250"/>
                  <a:pt x="57150" y="1894114"/>
                </a:cubicBezTo>
                <a:cubicBezTo>
                  <a:pt x="59871" y="1877785"/>
                  <a:pt x="62068" y="1861360"/>
                  <a:pt x="65314" y="1845128"/>
                </a:cubicBezTo>
                <a:cubicBezTo>
                  <a:pt x="67514" y="1834125"/>
                  <a:pt x="71277" y="1823474"/>
                  <a:pt x="73478" y="1812471"/>
                </a:cubicBezTo>
                <a:cubicBezTo>
                  <a:pt x="76724" y="1796239"/>
                  <a:pt x="78174" y="1779672"/>
                  <a:pt x="81642" y="1763486"/>
                </a:cubicBezTo>
                <a:cubicBezTo>
                  <a:pt x="86344" y="1741542"/>
                  <a:pt x="94282" y="1720307"/>
                  <a:pt x="97971" y="1698171"/>
                </a:cubicBezTo>
                <a:cubicBezTo>
                  <a:pt x="100692" y="1681843"/>
                  <a:pt x="102889" y="1665418"/>
                  <a:pt x="106135" y="1649186"/>
                </a:cubicBezTo>
                <a:cubicBezTo>
                  <a:pt x="114643" y="1606646"/>
                  <a:pt x="112089" y="1628349"/>
                  <a:pt x="122464" y="1592036"/>
                </a:cubicBezTo>
                <a:cubicBezTo>
                  <a:pt x="125547" y="1581247"/>
                  <a:pt x="127545" y="1570167"/>
                  <a:pt x="130628" y="1559378"/>
                </a:cubicBezTo>
                <a:cubicBezTo>
                  <a:pt x="132992" y="1551103"/>
                  <a:pt x="136428" y="1543160"/>
                  <a:pt x="138792" y="1534886"/>
                </a:cubicBezTo>
                <a:cubicBezTo>
                  <a:pt x="141064" y="1526936"/>
                  <a:pt x="149529" y="1487522"/>
                  <a:pt x="155121" y="1477736"/>
                </a:cubicBezTo>
                <a:cubicBezTo>
                  <a:pt x="169088" y="1453294"/>
                  <a:pt x="184802" y="1439891"/>
                  <a:pt x="204107" y="1420586"/>
                </a:cubicBezTo>
                <a:cubicBezTo>
                  <a:pt x="221620" y="1368045"/>
                  <a:pt x="198541" y="1425112"/>
                  <a:pt x="236764" y="1371600"/>
                </a:cubicBezTo>
                <a:cubicBezTo>
                  <a:pt x="243838" y="1361696"/>
                  <a:pt x="247125" y="1349551"/>
                  <a:pt x="253092" y="1338943"/>
                </a:cubicBezTo>
                <a:cubicBezTo>
                  <a:pt x="271627" y="1305991"/>
                  <a:pt x="293334" y="1274787"/>
                  <a:pt x="310242" y="1240971"/>
                </a:cubicBezTo>
                <a:lnTo>
                  <a:pt x="351064" y="1159328"/>
                </a:lnTo>
                <a:cubicBezTo>
                  <a:pt x="356507" y="1148442"/>
                  <a:pt x="360641" y="1136797"/>
                  <a:pt x="367392" y="1126671"/>
                </a:cubicBezTo>
                <a:cubicBezTo>
                  <a:pt x="407168" y="1067008"/>
                  <a:pt x="358624" y="1142016"/>
                  <a:pt x="400050" y="1069521"/>
                </a:cubicBezTo>
                <a:cubicBezTo>
                  <a:pt x="404918" y="1061002"/>
                  <a:pt x="411990" y="1053804"/>
                  <a:pt x="416378" y="1045028"/>
                </a:cubicBezTo>
                <a:cubicBezTo>
                  <a:pt x="420226" y="1037331"/>
                  <a:pt x="420272" y="1028008"/>
                  <a:pt x="424542" y="1020536"/>
                </a:cubicBezTo>
                <a:cubicBezTo>
                  <a:pt x="431293" y="1008721"/>
                  <a:pt x="441126" y="998951"/>
                  <a:pt x="449035" y="987878"/>
                </a:cubicBezTo>
                <a:cubicBezTo>
                  <a:pt x="454738" y="979894"/>
                  <a:pt x="459921" y="971550"/>
                  <a:pt x="465364" y="963386"/>
                </a:cubicBezTo>
                <a:cubicBezTo>
                  <a:pt x="483845" y="889457"/>
                  <a:pt x="457583" y="978948"/>
                  <a:pt x="506185" y="881743"/>
                </a:cubicBezTo>
                <a:cubicBezTo>
                  <a:pt x="517071" y="859971"/>
                  <a:pt x="526318" y="837300"/>
                  <a:pt x="538842" y="816428"/>
                </a:cubicBezTo>
                <a:cubicBezTo>
                  <a:pt x="555171" y="789214"/>
                  <a:pt x="577792" y="764894"/>
                  <a:pt x="587828" y="734786"/>
                </a:cubicBezTo>
                <a:cubicBezTo>
                  <a:pt x="590549" y="726622"/>
                  <a:pt x="591431" y="717591"/>
                  <a:pt x="595992" y="710293"/>
                </a:cubicBezTo>
                <a:cubicBezTo>
                  <a:pt x="605228" y="695516"/>
                  <a:pt x="618984" y="683970"/>
                  <a:pt x="628650" y="669471"/>
                </a:cubicBezTo>
                <a:cubicBezTo>
                  <a:pt x="635401" y="659345"/>
                  <a:pt x="638528" y="647135"/>
                  <a:pt x="644978" y="636814"/>
                </a:cubicBezTo>
                <a:cubicBezTo>
                  <a:pt x="652190" y="625275"/>
                  <a:pt x="661562" y="615230"/>
                  <a:pt x="669471" y="604157"/>
                </a:cubicBezTo>
                <a:cubicBezTo>
                  <a:pt x="675174" y="596172"/>
                  <a:pt x="679414" y="587114"/>
                  <a:pt x="685800" y="579664"/>
                </a:cubicBezTo>
                <a:cubicBezTo>
                  <a:pt x="695819" y="567976"/>
                  <a:pt x="707571" y="557893"/>
                  <a:pt x="718457" y="547007"/>
                </a:cubicBezTo>
                <a:cubicBezTo>
                  <a:pt x="723900" y="536121"/>
                  <a:pt x="727711" y="524254"/>
                  <a:pt x="734785" y="514350"/>
                </a:cubicBezTo>
                <a:cubicBezTo>
                  <a:pt x="741496" y="504955"/>
                  <a:pt x="751675" y="498546"/>
                  <a:pt x="759278" y="489857"/>
                </a:cubicBezTo>
                <a:cubicBezTo>
                  <a:pt x="770753" y="476743"/>
                  <a:pt x="781480" y="462976"/>
                  <a:pt x="791935" y="449036"/>
                </a:cubicBezTo>
                <a:cubicBezTo>
                  <a:pt x="797822" y="441186"/>
                  <a:pt x="801326" y="431481"/>
                  <a:pt x="808264" y="424543"/>
                </a:cubicBezTo>
                <a:cubicBezTo>
                  <a:pt x="815202" y="417605"/>
                  <a:pt x="825307" y="414600"/>
                  <a:pt x="832757" y="408214"/>
                </a:cubicBezTo>
                <a:cubicBezTo>
                  <a:pt x="844445" y="398195"/>
                  <a:pt x="855395" y="387246"/>
                  <a:pt x="865414" y="375557"/>
                </a:cubicBezTo>
                <a:cubicBezTo>
                  <a:pt x="871800" y="368107"/>
                  <a:pt x="874358" y="357525"/>
                  <a:pt x="881742" y="351064"/>
                </a:cubicBezTo>
                <a:cubicBezTo>
                  <a:pt x="896817" y="337873"/>
                  <a:pt x="951997" y="305646"/>
                  <a:pt x="971550" y="293914"/>
                </a:cubicBezTo>
                <a:cubicBezTo>
                  <a:pt x="999075" y="252625"/>
                  <a:pt x="972936" y="280975"/>
                  <a:pt x="1012371" y="261257"/>
                </a:cubicBezTo>
                <a:cubicBezTo>
                  <a:pt x="1055559" y="239663"/>
                  <a:pt x="1019231" y="250525"/>
                  <a:pt x="1061357" y="220436"/>
                </a:cubicBezTo>
                <a:cubicBezTo>
                  <a:pt x="1071261" y="213362"/>
                  <a:pt x="1084110" y="211181"/>
                  <a:pt x="1094014" y="204107"/>
                </a:cubicBezTo>
                <a:cubicBezTo>
                  <a:pt x="1151916" y="162748"/>
                  <a:pt x="1081237" y="195079"/>
                  <a:pt x="1151164" y="155121"/>
                </a:cubicBezTo>
                <a:cubicBezTo>
                  <a:pt x="1242791" y="102763"/>
                  <a:pt x="1206062" y="128001"/>
                  <a:pt x="1273628" y="97971"/>
                </a:cubicBezTo>
                <a:cubicBezTo>
                  <a:pt x="1284750" y="93028"/>
                  <a:pt x="1295718" y="87681"/>
                  <a:pt x="1306285" y="81643"/>
                </a:cubicBezTo>
                <a:cubicBezTo>
                  <a:pt x="1314805" y="76775"/>
                  <a:pt x="1321759" y="69179"/>
                  <a:pt x="1330778" y="65314"/>
                </a:cubicBezTo>
                <a:cubicBezTo>
                  <a:pt x="1341091" y="60894"/>
                  <a:pt x="1352549" y="59871"/>
                  <a:pt x="1363435" y="57150"/>
                </a:cubicBezTo>
                <a:cubicBezTo>
                  <a:pt x="1423500" y="21112"/>
                  <a:pt x="1388863" y="36505"/>
                  <a:pt x="1469571" y="16328"/>
                </a:cubicBezTo>
                <a:lnTo>
                  <a:pt x="1502228" y="8164"/>
                </a:lnTo>
                <a:lnTo>
                  <a:pt x="1534885" y="0"/>
                </a:lnTo>
                <a:cubicBezTo>
                  <a:pt x="1589314" y="2721"/>
                  <a:pt x="1643863" y="3638"/>
                  <a:pt x="1698171" y="8164"/>
                </a:cubicBezTo>
                <a:cubicBezTo>
                  <a:pt x="1763812" y="13634"/>
                  <a:pt x="1700973" y="14541"/>
                  <a:pt x="1755321" y="32657"/>
                </a:cubicBezTo>
                <a:cubicBezTo>
                  <a:pt x="1771025" y="37892"/>
                  <a:pt x="1787978" y="38100"/>
                  <a:pt x="1804307" y="40821"/>
                </a:cubicBezTo>
                <a:cubicBezTo>
                  <a:pt x="1815193" y="46264"/>
                  <a:pt x="1825777" y="52356"/>
                  <a:pt x="1836964" y="57150"/>
                </a:cubicBezTo>
                <a:cubicBezTo>
                  <a:pt x="1844874" y="60540"/>
                  <a:pt x="1854296" y="60540"/>
                  <a:pt x="1861457" y="65314"/>
                </a:cubicBezTo>
                <a:cubicBezTo>
                  <a:pt x="1871064" y="71719"/>
                  <a:pt x="1876159" y="83687"/>
                  <a:pt x="1885950" y="89807"/>
                </a:cubicBezTo>
                <a:cubicBezTo>
                  <a:pt x="1898378" y="97574"/>
                  <a:pt x="1913379" y="100184"/>
                  <a:pt x="1926771" y="106136"/>
                </a:cubicBezTo>
                <a:cubicBezTo>
                  <a:pt x="2029730" y="151896"/>
                  <a:pt x="1879256" y="90395"/>
                  <a:pt x="2000250" y="138793"/>
                </a:cubicBezTo>
                <a:cubicBezTo>
                  <a:pt x="2012958" y="151501"/>
                  <a:pt x="2031046" y="172794"/>
                  <a:pt x="2049235" y="179614"/>
                </a:cubicBezTo>
                <a:cubicBezTo>
                  <a:pt x="2062228" y="184486"/>
                  <a:pt x="2076450" y="185057"/>
                  <a:pt x="2090057" y="187778"/>
                </a:cubicBezTo>
                <a:cubicBezTo>
                  <a:pt x="2114550" y="204107"/>
                  <a:pt x="2142720" y="215949"/>
                  <a:pt x="2163535" y="236764"/>
                </a:cubicBezTo>
                <a:cubicBezTo>
                  <a:pt x="2199458" y="272687"/>
                  <a:pt x="2189494" y="265802"/>
                  <a:pt x="2228850" y="293914"/>
                </a:cubicBezTo>
                <a:cubicBezTo>
                  <a:pt x="2267561" y="321565"/>
                  <a:pt x="2282275" y="322847"/>
                  <a:pt x="2326821" y="367393"/>
                </a:cubicBezTo>
                <a:cubicBezTo>
                  <a:pt x="2348592" y="389164"/>
                  <a:pt x="2373661" y="408076"/>
                  <a:pt x="2392135" y="432707"/>
                </a:cubicBezTo>
                <a:cubicBezTo>
                  <a:pt x="2400299" y="443593"/>
                  <a:pt x="2407006" y="455742"/>
                  <a:pt x="2416628" y="465364"/>
                </a:cubicBezTo>
                <a:cubicBezTo>
                  <a:pt x="2431658" y="480394"/>
                  <a:pt x="2449946" y="491823"/>
                  <a:pt x="2465614" y="506186"/>
                </a:cubicBezTo>
                <a:cubicBezTo>
                  <a:pt x="2482636" y="521790"/>
                  <a:pt x="2498271" y="538843"/>
                  <a:pt x="2514600" y="555171"/>
                </a:cubicBezTo>
                <a:cubicBezTo>
                  <a:pt x="2525486" y="566057"/>
                  <a:pt x="2537640" y="575807"/>
                  <a:pt x="2547257" y="587828"/>
                </a:cubicBezTo>
                <a:cubicBezTo>
                  <a:pt x="2656081" y="723861"/>
                  <a:pt x="2496756" y="527781"/>
                  <a:pt x="2620735" y="669471"/>
                </a:cubicBezTo>
                <a:cubicBezTo>
                  <a:pt x="2627197" y="676856"/>
                  <a:pt x="2630545" y="686630"/>
                  <a:pt x="2637064" y="693964"/>
                </a:cubicBezTo>
                <a:cubicBezTo>
                  <a:pt x="2711625" y="777845"/>
                  <a:pt x="2665322" y="711857"/>
                  <a:pt x="2702378" y="767443"/>
                </a:cubicBezTo>
                <a:cubicBezTo>
                  <a:pt x="2705099" y="778329"/>
                  <a:pt x="2705524" y="790064"/>
                  <a:pt x="2710542" y="800100"/>
                </a:cubicBezTo>
                <a:cubicBezTo>
                  <a:pt x="2719319" y="817653"/>
                  <a:pt x="2733463" y="832047"/>
                  <a:pt x="2743200" y="849086"/>
                </a:cubicBezTo>
                <a:cubicBezTo>
                  <a:pt x="2754086" y="868136"/>
                  <a:pt x="2766045" y="886611"/>
                  <a:pt x="2775857" y="906236"/>
                </a:cubicBezTo>
                <a:cubicBezTo>
                  <a:pt x="2782411" y="919344"/>
                  <a:pt x="2785167" y="934191"/>
                  <a:pt x="2792185" y="947057"/>
                </a:cubicBezTo>
                <a:cubicBezTo>
                  <a:pt x="2801582" y="964285"/>
                  <a:pt x="2818636" y="977426"/>
                  <a:pt x="2824842" y="996043"/>
                </a:cubicBezTo>
                <a:cubicBezTo>
                  <a:pt x="2844274" y="1054337"/>
                  <a:pt x="2831624" y="1030707"/>
                  <a:pt x="2857500" y="1069521"/>
                </a:cubicBezTo>
                <a:cubicBezTo>
                  <a:pt x="2860221" y="1083128"/>
                  <a:pt x="2861276" y="1097178"/>
                  <a:pt x="2865664" y="1110343"/>
                </a:cubicBezTo>
                <a:cubicBezTo>
                  <a:pt x="2869512" y="1121889"/>
                  <a:pt x="2877198" y="1131814"/>
                  <a:pt x="2881992" y="1143000"/>
                </a:cubicBezTo>
                <a:cubicBezTo>
                  <a:pt x="2885382" y="1150910"/>
                  <a:pt x="2886308" y="1159796"/>
                  <a:pt x="2890157" y="1167493"/>
                </a:cubicBezTo>
                <a:cubicBezTo>
                  <a:pt x="2894545" y="1176269"/>
                  <a:pt x="2901617" y="1183467"/>
                  <a:pt x="2906485" y="1191986"/>
                </a:cubicBezTo>
                <a:cubicBezTo>
                  <a:pt x="2912523" y="1202553"/>
                  <a:pt x="2917371" y="1213757"/>
                  <a:pt x="2922814" y="1224643"/>
                </a:cubicBezTo>
                <a:cubicBezTo>
                  <a:pt x="2942364" y="1302845"/>
                  <a:pt x="2916812" y="1210670"/>
                  <a:pt x="2947307" y="1289957"/>
                </a:cubicBezTo>
                <a:cubicBezTo>
                  <a:pt x="2956575" y="1314054"/>
                  <a:pt x="2965538" y="1338389"/>
                  <a:pt x="2971800" y="1363436"/>
                </a:cubicBezTo>
                <a:cubicBezTo>
                  <a:pt x="2974521" y="1374322"/>
                  <a:pt x="2974397" y="1386351"/>
                  <a:pt x="2979964" y="1396093"/>
                </a:cubicBezTo>
                <a:cubicBezTo>
                  <a:pt x="2985692" y="1406118"/>
                  <a:pt x="2996293" y="1412422"/>
                  <a:pt x="3004457" y="1420586"/>
                </a:cubicBezTo>
                <a:cubicBezTo>
                  <a:pt x="3024978" y="1482150"/>
                  <a:pt x="2997295" y="1406262"/>
                  <a:pt x="3028950" y="1469571"/>
                </a:cubicBezTo>
                <a:cubicBezTo>
                  <a:pt x="3062756" y="1537183"/>
                  <a:pt x="3006642" y="1448354"/>
                  <a:pt x="3053442" y="1518557"/>
                </a:cubicBezTo>
                <a:cubicBezTo>
                  <a:pt x="3070435" y="1586522"/>
                  <a:pt x="3049745" y="1519326"/>
                  <a:pt x="3077935" y="1575707"/>
                </a:cubicBezTo>
                <a:cubicBezTo>
                  <a:pt x="3111715" y="1643267"/>
                  <a:pt x="3051471" y="1547926"/>
                  <a:pt x="3102428" y="1632857"/>
                </a:cubicBezTo>
                <a:cubicBezTo>
                  <a:pt x="3122531" y="1666363"/>
                  <a:pt x="3137248" y="1684727"/>
                  <a:pt x="3159578" y="1714500"/>
                </a:cubicBezTo>
                <a:cubicBezTo>
                  <a:pt x="3162299" y="1722664"/>
                  <a:pt x="3165378" y="1730718"/>
                  <a:pt x="3167742" y="1738993"/>
                </a:cubicBezTo>
                <a:cubicBezTo>
                  <a:pt x="3170825" y="1749782"/>
                  <a:pt x="3170340" y="1761908"/>
                  <a:pt x="3175907" y="1771650"/>
                </a:cubicBezTo>
                <a:cubicBezTo>
                  <a:pt x="3208097" y="1827982"/>
                  <a:pt x="3179989" y="1779814"/>
                  <a:pt x="3192235" y="1812471"/>
                </a:cubicBezTo>
                <a:close/>
              </a:path>
            </a:pathLst>
          </a:custGeom>
          <a:solidFill>
            <a:srgbClr val="B4D3E3">
              <a:alpha val="30196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7D6A2E-6C0B-485C-90A9-1FC8DD4551B6}"/>
              </a:ext>
            </a:extLst>
          </p:cNvPr>
          <p:cNvSpPr/>
          <p:nvPr/>
        </p:nvSpPr>
        <p:spPr>
          <a:xfrm>
            <a:off x="8629650" y="4073979"/>
            <a:ext cx="1159329" cy="1110342"/>
          </a:xfrm>
          <a:custGeom>
            <a:avLst/>
            <a:gdLst>
              <a:gd name="connsiteX0" fmla="*/ 489857 w 1159329"/>
              <a:gd name="connsiteY0" fmla="*/ 0 h 1110342"/>
              <a:gd name="connsiteX1" fmla="*/ 391886 w 1159329"/>
              <a:gd name="connsiteY1" fmla="*/ 40821 h 1110342"/>
              <a:gd name="connsiteX2" fmla="*/ 351064 w 1159329"/>
              <a:gd name="connsiteY2" fmla="*/ 57150 h 1110342"/>
              <a:gd name="connsiteX3" fmla="*/ 302079 w 1159329"/>
              <a:gd name="connsiteY3" fmla="*/ 97971 h 1110342"/>
              <a:gd name="connsiteX4" fmla="*/ 228600 w 1159329"/>
              <a:gd name="connsiteY4" fmla="*/ 146957 h 1110342"/>
              <a:gd name="connsiteX5" fmla="*/ 155121 w 1159329"/>
              <a:gd name="connsiteY5" fmla="*/ 220435 h 1110342"/>
              <a:gd name="connsiteX6" fmla="*/ 130629 w 1159329"/>
              <a:gd name="connsiteY6" fmla="*/ 244928 h 1110342"/>
              <a:gd name="connsiteX7" fmla="*/ 106136 w 1159329"/>
              <a:gd name="connsiteY7" fmla="*/ 269421 h 1110342"/>
              <a:gd name="connsiteX8" fmla="*/ 57150 w 1159329"/>
              <a:gd name="connsiteY8" fmla="*/ 326571 h 1110342"/>
              <a:gd name="connsiteX9" fmla="*/ 48986 w 1159329"/>
              <a:gd name="connsiteY9" fmla="*/ 359228 h 1110342"/>
              <a:gd name="connsiteX10" fmla="*/ 16329 w 1159329"/>
              <a:gd name="connsiteY10" fmla="*/ 416378 h 1110342"/>
              <a:gd name="connsiteX11" fmla="*/ 0 w 1159329"/>
              <a:gd name="connsiteY11" fmla="*/ 481692 h 1110342"/>
              <a:gd name="connsiteX12" fmla="*/ 8164 w 1159329"/>
              <a:gd name="connsiteY12" fmla="*/ 644978 h 1110342"/>
              <a:gd name="connsiteX13" fmla="*/ 40821 w 1159329"/>
              <a:gd name="connsiteY13" fmla="*/ 710292 h 1110342"/>
              <a:gd name="connsiteX14" fmla="*/ 48986 w 1159329"/>
              <a:gd name="connsiteY14" fmla="*/ 734785 h 1110342"/>
              <a:gd name="connsiteX15" fmla="*/ 106136 w 1159329"/>
              <a:gd name="connsiteY15" fmla="*/ 783771 h 1110342"/>
              <a:gd name="connsiteX16" fmla="*/ 146957 w 1159329"/>
              <a:gd name="connsiteY16" fmla="*/ 824592 h 1110342"/>
              <a:gd name="connsiteX17" fmla="*/ 195943 w 1159329"/>
              <a:gd name="connsiteY17" fmla="*/ 881742 h 1110342"/>
              <a:gd name="connsiteX18" fmla="*/ 220436 w 1159329"/>
              <a:gd name="connsiteY18" fmla="*/ 906235 h 1110342"/>
              <a:gd name="connsiteX19" fmla="*/ 285750 w 1159329"/>
              <a:gd name="connsiteY19" fmla="*/ 947057 h 1110342"/>
              <a:gd name="connsiteX20" fmla="*/ 408214 w 1159329"/>
              <a:gd name="connsiteY20" fmla="*/ 1020535 h 1110342"/>
              <a:gd name="connsiteX21" fmla="*/ 432707 w 1159329"/>
              <a:gd name="connsiteY21" fmla="*/ 1045028 h 1110342"/>
              <a:gd name="connsiteX22" fmla="*/ 489857 w 1159329"/>
              <a:gd name="connsiteY22" fmla="*/ 1069521 h 1110342"/>
              <a:gd name="connsiteX23" fmla="*/ 530679 w 1159329"/>
              <a:gd name="connsiteY23" fmla="*/ 1085850 h 1110342"/>
              <a:gd name="connsiteX24" fmla="*/ 604157 w 1159329"/>
              <a:gd name="connsiteY24" fmla="*/ 1102178 h 1110342"/>
              <a:gd name="connsiteX25" fmla="*/ 636814 w 1159329"/>
              <a:gd name="connsiteY25" fmla="*/ 1110342 h 1110342"/>
              <a:gd name="connsiteX26" fmla="*/ 816429 w 1159329"/>
              <a:gd name="connsiteY26" fmla="*/ 1094014 h 1110342"/>
              <a:gd name="connsiteX27" fmla="*/ 889907 w 1159329"/>
              <a:gd name="connsiteY27" fmla="*/ 1061357 h 1110342"/>
              <a:gd name="connsiteX28" fmla="*/ 914400 w 1159329"/>
              <a:gd name="connsiteY28" fmla="*/ 1045028 h 1110342"/>
              <a:gd name="connsiteX29" fmla="*/ 947057 w 1159329"/>
              <a:gd name="connsiteY29" fmla="*/ 1036864 h 1110342"/>
              <a:gd name="connsiteX30" fmla="*/ 979714 w 1159329"/>
              <a:gd name="connsiteY30" fmla="*/ 1020535 h 1110342"/>
              <a:gd name="connsiteX31" fmla="*/ 1012371 w 1159329"/>
              <a:gd name="connsiteY31" fmla="*/ 987878 h 1110342"/>
              <a:gd name="connsiteX32" fmla="*/ 1028700 w 1159329"/>
              <a:gd name="connsiteY32" fmla="*/ 963385 h 1110342"/>
              <a:gd name="connsiteX33" fmla="*/ 1053193 w 1159329"/>
              <a:gd name="connsiteY33" fmla="*/ 955221 h 1110342"/>
              <a:gd name="connsiteX34" fmla="*/ 1094014 w 1159329"/>
              <a:gd name="connsiteY34" fmla="*/ 898071 h 1110342"/>
              <a:gd name="connsiteX35" fmla="*/ 1118507 w 1159329"/>
              <a:gd name="connsiteY35" fmla="*/ 816428 h 1110342"/>
              <a:gd name="connsiteX36" fmla="*/ 1143000 w 1159329"/>
              <a:gd name="connsiteY36" fmla="*/ 751114 h 1110342"/>
              <a:gd name="connsiteX37" fmla="*/ 1151164 w 1159329"/>
              <a:gd name="connsiteY37" fmla="*/ 726621 h 1110342"/>
              <a:gd name="connsiteX38" fmla="*/ 1159329 w 1159329"/>
              <a:gd name="connsiteY38" fmla="*/ 685800 h 1110342"/>
              <a:gd name="connsiteX39" fmla="*/ 1151164 w 1159329"/>
              <a:gd name="connsiteY39" fmla="*/ 489857 h 1110342"/>
              <a:gd name="connsiteX40" fmla="*/ 1143000 w 1159329"/>
              <a:gd name="connsiteY40" fmla="*/ 465364 h 1110342"/>
              <a:gd name="connsiteX41" fmla="*/ 1126671 w 1159329"/>
              <a:gd name="connsiteY41" fmla="*/ 391885 h 1110342"/>
              <a:gd name="connsiteX42" fmla="*/ 1110343 w 1159329"/>
              <a:gd name="connsiteY42" fmla="*/ 359228 h 1110342"/>
              <a:gd name="connsiteX43" fmla="*/ 1085850 w 1159329"/>
              <a:gd name="connsiteY43" fmla="*/ 310242 h 1110342"/>
              <a:gd name="connsiteX44" fmla="*/ 1036864 w 1159329"/>
              <a:gd name="connsiteY44" fmla="*/ 236764 h 1110342"/>
              <a:gd name="connsiteX45" fmla="*/ 1012371 w 1159329"/>
              <a:gd name="connsiteY45" fmla="*/ 212271 h 1110342"/>
              <a:gd name="connsiteX46" fmla="*/ 987879 w 1159329"/>
              <a:gd name="connsiteY46" fmla="*/ 204107 h 1110342"/>
              <a:gd name="connsiteX47" fmla="*/ 898071 w 1159329"/>
              <a:gd name="connsiteY47" fmla="*/ 155121 h 1110342"/>
              <a:gd name="connsiteX48" fmla="*/ 865414 w 1159329"/>
              <a:gd name="connsiteY48" fmla="*/ 138792 h 1110342"/>
              <a:gd name="connsiteX49" fmla="*/ 775607 w 1159329"/>
              <a:gd name="connsiteY49" fmla="*/ 114300 h 1110342"/>
              <a:gd name="connsiteX50" fmla="*/ 726621 w 1159329"/>
              <a:gd name="connsiteY50" fmla="*/ 97971 h 1110342"/>
              <a:gd name="connsiteX51" fmla="*/ 685800 w 1159329"/>
              <a:gd name="connsiteY51" fmla="*/ 89807 h 1110342"/>
              <a:gd name="connsiteX52" fmla="*/ 636814 w 1159329"/>
              <a:gd name="connsiteY52" fmla="*/ 73478 h 1110342"/>
              <a:gd name="connsiteX53" fmla="*/ 595993 w 1159329"/>
              <a:gd name="connsiteY53" fmla="*/ 65314 h 1110342"/>
              <a:gd name="connsiteX54" fmla="*/ 506186 w 1159329"/>
              <a:gd name="connsiteY54" fmla="*/ 40821 h 1110342"/>
              <a:gd name="connsiteX55" fmla="*/ 489857 w 1159329"/>
              <a:gd name="connsiteY55" fmla="*/ 0 h 111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159329" h="1110342">
                <a:moveTo>
                  <a:pt x="489857" y="0"/>
                </a:moveTo>
                <a:cubicBezTo>
                  <a:pt x="400792" y="29687"/>
                  <a:pt x="480406" y="584"/>
                  <a:pt x="391886" y="40821"/>
                </a:cubicBezTo>
                <a:cubicBezTo>
                  <a:pt x="378544" y="46886"/>
                  <a:pt x="364172" y="50596"/>
                  <a:pt x="351064" y="57150"/>
                </a:cubicBezTo>
                <a:cubicBezTo>
                  <a:pt x="312981" y="76191"/>
                  <a:pt x="338196" y="70883"/>
                  <a:pt x="302079" y="97971"/>
                </a:cubicBezTo>
                <a:cubicBezTo>
                  <a:pt x="278530" y="115633"/>
                  <a:pt x="251214" y="128112"/>
                  <a:pt x="228600" y="146957"/>
                </a:cubicBezTo>
                <a:cubicBezTo>
                  <a:pt x="201990" y="169132"/>
                  <a:pt x="179614" y="195942"/>
                  <a:pt x="155121" y="220435"/>
                </a:cubicBezTo>
                <a:lnTo>
                  <a:pt x="130629" y="244928"/>
                </a:lnTo>
                <a:cubicBezTo>
                  <a:pt x="122465" y="253092"/>
                  <a:pt x="113064" y="260184"/>
                  <a:pt x="106136" y="269421"/>
                </a:cubicBezTo>
                <a:cubicBezTo>
                  <a:pt x="74715" y="311315"/>
                  <a:pt x="91265" y="292456"/>
                  <a:pt x="57150" y="326571"/>
                </a:cubicBezTo>
                <a:cubicBezTo>
                  <a:pt x="54429" y="337457"/>
                  <a:pt x="53406" y="348915"/>
                  <a:pt x="48986" y="359228"/>
                </a:cubicBezTo>
                <a:cubicBezTo>
                  <a:pt x="22107" y="421945"/>
                  <a:pt x="41757" y="340095"/>
                  <a:pt x="16329" y="416378"/>
                </a:cubicBezTo>
                <a:cubicBezTo>
                  <a:pt x="9232" y="437668"/>
                  <a:pt x="0" y="481692"/>
                  <a:pt x="0" y="481692"/>
                </a:cubicBezTo>
                <a:cubicBezTo>
                  <a:pt x="2721" y="536121"/>
                  <a:pt x="1671" y="590870"/>
                  <a:pt x="8164" y="644978"/>
                </a:cubicBezTo>
                <a:cubicBezTo>
                  <a:pt x="12625" y="682150"/>
                  <a:pt x="26749" y="682149"/>
                  <a:pt x="40821" y="710292"/>
                </a:cubicBezTo>
                <a:cubicBezTo>
                  <a:pt x="44670" y="717989"/>
                  <a:pt x="44212" y="727624"/>
                  <a:pt x="48986" y="734785"/>
                </a:cubicBezTo>
                <a:cubicBezTo>
                  <a:pt x="63268" y="756208"/>
                  <a:pt x="87615" y="767308"/>
                  <a:pt x="106136" y="783771"/>
                </a:cubicBezTo>
                <a:cubicBezTo>
                  <a:pt x="120519" y="796556"/>
                  <a:pt x="133350" y="810985"/>
                  <a:pt x="146957" y="824592"/>
                </a:cubicBezTo>
                <a:cubicBezTo>
                  <a:pt x="161460" y="868103"/>
                  <a:pt x="146723" y="838675"/>
                  <a:pt x="195943" y="881742"/>
                </a:cubicBezTo>
                <a:cubicBezTo>
                  <a:pt x="204632" y="889345"/>
                  <a:pt x="211566" y="898843"/>
                  <a:pt x="220436" y="906235"/>
                </a:cubicBezTo>
                <a:cubicBezTo>
                  <a:pt x="232096" y="915952"/>
                  <a:pt x="278620" y="942444"/>
                  <a:pt x="285750" y="947057"/>
                </a:cubicBezTo>
                <a:cubicBezTo>
                  <a:pt x="397451" y="1019334"/>
                  <a:pt x="345046" y="999480"/>
                  <a:pt x="408214" y="1020535"/>
                </a:cubicBezTo>
                <a:cubicBezTo>
                  <a:pt x="416378" y="1028699"/>
                  <a:pt x="423312" y="1038317"/>
                  <a:pt x="432707" y="1045028"/>
                </a:cubicBezTo>
                <a:cubicBezTo>
                  <a:pt x="453837" y="1060121"/>
                  <a:pt x="467412" y="1061104"/>
                  <a:pt x="489857" y="1069521"/>
                </a:cubicBezTo>
                <a:cubicBezTo>
                  <a:pt x="503579" y="1074667"/>
                  <a:pt x="516776" y="1081216"/>
                  <a:pt x="530679" y="1085850"/>
                </a:cubicBezTo>
                <a:cubicBezTo>
                  <a:pt x="550588" y="1092486"/>
                  <a:pt x="584747" y="1097865"/>
                  <a:pt x="604157" y="1102178"/>
                </a:cubicBezTo>
                <a:cubicBezTo>
                  <a:pt x="615110" y="1104612"/>
                  <a:pt x="625928" y="1107621"/>
                  <a:pt x="636814" y="1110342"/>
                </a:cubicBezTo>
                <a:cubicBezTo>
                  <a:pt x="689688" y="1107405"/>
                  <a:pt x="760255" y="1112739"/>
                  <a:pt x="816429" y="1094014"/>
                </a:cubicBezTo>
                <a:cubicBezTo>
                  <a:pt x="837417" y="1087018"/>
                  <a:pt x="869996" y="1072735"/>
                  <a:pt x="889907" y="1061357"/>
                </a:cubicBezTo>
                <a:cubicBezTo>
                  <a:pt x="898427" y="1056489"/>
                  <a:pt x="905381" y="1048893"/>
                  <a:pt x="914400" y="1045028"/>
                </a:cubicBezTo>
                <a:cubicBezTo>
                  <a:pt x="924713" y="1040608"/>
                  <a:pt x="936171" y="1039585"/>
                  <a:pt x="947057" y="1036864"/>
                </a:cubicBezTo>
                <a:cubicBezTo>
                  <a:pt x="957943" y="1031421"/>
                  <a:pt x="969978" y="1027837"/>
                  <a:pt x="979714" y="1020535"/>
                </a:cubicBezTo>
                <a:cubicBezTo>
                  <a:pt x="992030" y="1011298"/>
                  <a:pt x="1002352" y="999566"/>
                  <a:pt x="1012371" y="987878"/>
                </a:cubicBezTo>
                <a:cubicBezTo>
                  <a:pt x="1018757" y="980428"/>
                  <a:pt x="1021038" y="969515"/>
                  <a:pt x="1028700" y="963385"/>
                </a:cubicBezTo>
                <a:cubicBezTo>
                  <a:pt x="1035420" y="958009"/>
                  <a:pt x="1045029" y="957942"/>
                  <a:pt x="1053193" y="955221"/>
                </a:cubicBezTo>
                <a:cubicBezTo>
                  <a:pt x="1077053" y="883639"/>
                  <a:pt x="1035903" y="994923"/>
                  <a:pt x="1094014" y="898071"/>
                </a:cubicBezTo>
                <a:cubicBezTo>
                  <a:pt x="1104598" y="880431"/>
                  <a:pt x="1112227" y="838409"/>
                  <a:pt x="1118507" y="816428"/>
                </a:cubicBezTo>
                <a:cubicBezTo>
                  <a:pt x="1125921" y="790477"/>
                  <a:pt x="1132643" y="778732"/>
                  <a:pt x="1143000" y="751114"/>
                </a:cubicBezTo>
                <a:cubicBezTo>
                  <a:pt x="1146022" y="743056"/>
                  <a:pt x="1149077" y="734970"/>
                  <a:pt x="1151164" y="726621"/>
                </a:cubicBezTo>
                <a:cubicBezTo>
                  <a:pt x="1154530" y="713159"/>
                  <a:pt x="1156607" y="699407"/>
                  <a:pt x="1159329" y="685800"/>
                </a:cubicBezTo>
                <a:cubicBezTo>
                  <a:pt x="1156607" y="620486"/>
                  <a:pt x="1155993" y="555049"/>
                  <a:pt x="1151164" y="489857"/>
                </a:cubicBezTo>
                <a:cubicBezTo>
                  <a:pt x="1150528" y="481275"/>
                  <a:pt x="1145087" y="473713"/>
                  <a:pt x="1143000" y="465364"/>
                </a:cubicBezTo>
                <a:cubicBezTo>
                  <a:pt x="1139117" y="449833"/>
                  <a:pt x="1132961" y="408657"/>
                  <a:pt x="1126671" y="391885"/>
                </a:cubicBezTo>
                <a:cubicBezTo>
                  <a:pt x="1122398" y="380489"/>
                  <a:pt x="1115137" y="370414"/>
                  <a:pt x="1110343" y="359228"/>
                </a:cubicBezTo>
                <a:cubicBezTo>
                  <a:pt x="1086311" y="303151"/>
                  <a:pt x="1121507" y="367293"/>
                  <a:pt x="1085850" y="310242"/>
                </a:cubicBezTo>
                <a:cubicBezTo>
                  <a:pt x="1064767" y="276510"/>
                  <a:pt x="1061951" y="266032"/>
                  <a:pt x="1036864" y="236764"/>
                </a:cubicBezTo>
                <a:cubicBezTo>
                  <a:pt x="1029350" y="227998"/>
                  <a:pt x="1021978" y="218676"/>
                  <a:pt x="1012371" y="212271"/>
                </a:cubicBezTo>
                <a:cubicBezTo>
                  <a:pt x="1005211" y="207497"/>
                  <a:pt x="996043" y="206828"/>
                  <a:pt x="987879" y="204107"/>
                </a:cubicBezTo>
                <a:cubicBezTo>
                  <a:pt x="943131" y="174275"/>
                  <a:pt x="972166" y="192168"/>
                  <a:pt x="898071" y="155121"/>
                </a:cubicBezTo>
                <a:cubicBezTo>
                  <a:pt x="887185" y="149678"/>
                  <a:pt x="876960" y="142641"/>
                  <a:pt x="865414" y="138792"/>
                </a:cubicBezTo>
                <a:cubicBezTo>
                  <a:pt x="717368" y="89444"/>
                  <a:pt x="902561" y="148924"/>
                  <a:pt x="775607" y="114300"/>
                </a:cubicBezTo>
                <a:cubicBezTo>
                  <a:pt x="759002" y="109771"/>
                  <a:pt x="743499" y="101346"/>
                  <a:pt x="726621" y="97971"/>
                </a:cubicBezTo>
                <a:cubicBezTo>
                  <a:pt x="713014" y="95250"/>
                  <a:pt x="699187" y="93458"/>
                  <a:pt x="685800" y="89807"/>
                </a:cubicBezTo>
                <a:cubicBezTo>
                  <a:pt x="669195" y="85278"/>
                  <a:pt x="653692" y="76853"/>
                  <a:pt x="636814" y="73478"/>
                </a:cubicBezTo>
                <a:cubicBezTo>
                  <a:pt x="623207" y="70757"/>
                  <a:pt x="609380" y="68965"/>
                  <a:pt x="595993" y="65314"/>
                </a:cubicBezTo>
                <a:cubicBezTo>
                  <a:pt x="482052" y="34239"/>
                  <a:pt x="605639" y="60711"/>
                  <a:pt x="506186" y="40821"/>
                </a:cubicBezTo>
                <a:lnTo>
                  <a:pt x="489857" y="0"/>
                </a:lnTo>
                <a:close/>
              </a:path>
            </a:pathLst>
          </a:custGeom>
          <a:solidFill>
            <a:srgbClr val="00FF00">
              <a:alpha val="3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D4D455C-8196-4479-AAF5-0783CA71D0BE}"/>
              </a:ext>
            </a:extLst>
          </p:cNvPr>
          <p:cNvSpPr/>
          <p:nvPr/>
        </p:nvSpPr>
        <p:spPr>
          <a:xfrm>
            <a:off x="9739993" y="3820886"/>
            <a:ext cx="1870230" cy="2383971"/>
          </a:xfrm>
          <a:custGeom>
            <a:avLst/>
            <a:gdLst>
              <a:gd name="connsiteX0" fmla="*/ 1812471 w 1870230"/>
              <a:gd name="connsiteY0" fmla="*/ 1257300 h 2383971"/>
              <a:gd name="connsiteX1" fmla="*/ 1796143 w 1870230"/>
              <a:gd name="connsiteY1" fmla="*/ 1347107 h 2383971"/>
              <a:gd name="connsiteX2" fmla="*/ 1787978 w 1870230"/>
              <a:gd name="connsiteY2" fmla="*/ 1379764 h 2383971"/>
              <a:gd name="connsiteX3" fmla="*/ 1755321 w 1870230"/>
              <a:gd name="connsiteY3" fmla="*/ 1445078 h 2383971"/>
              <a:gd name="connsiteX4" fmla="*/ 1738993 w 1870230"/>
              <a:gd name="connsiteY4" fmla="*/ 1494064 h 2383971"/>
              <a:gd name="connsiteX5" fmla="*/ 1722664 w 1870230"/>
              <a:gd name="connsiteY5" fmla="*/ 1526721 h 2383971"/>
              <a:gd name="connsiteX6" fmla="*/ 1706336 w 1870230"/>
              <a:gd name="connsiteY6" fmla="*/ 1575707 h 2383971"/>
              <a:gd name="connsiteX7" fmla="*/ 1690007 w 1870230"/>
              <a:gd name="connsiteY7" fmla="*/ 1616528 h 2383971"/>
              <a:gd name="connsiteX8" fmla="*/ 1681843 w 1870230"/>
              <a:gd name="connsiteY8" fmla="*/ 1649185 h 2383971"/>
              <a:gd name="connsiteX9" fmla="*/ 1641021 w 1870230"/>
              <a:gd name="connsiteY9" fmla="*/ 1730828 h 2383971"/>
              <a:gd name="connsiteX10" fmla="*/ 1632857 w 1870230"/>
              <a:gd name="connsiteY10" fmla="*/ 1771650 h 2383971"/>
              <a:gd name="connsiteX11" fmla="*/ 1624693 w 1870230"/>
              <a:gd name="connsiteY11" fmla="*/ 1796143 h 2383971"/>
              <a:gd name="connsiteX12" fmla="*/ 1616528 w 1870230"/>
              <a:gd name="connsiteY12" fmla="*/ 1836964 h 2383971"/>
              <a:gd name="connsiteX13" fmla="*/ 1583871 w 1870230"/>
              <a:gd name="connsiteY13" fmla="*/ 1885950 h 2383971"/>
              <a:gd name="connsiteX14" fmla="*/ 1559378 w 1870230"/>
              <a:gd name="connsiteY14" fmla="*/ 1934935 h 2383971"/>
              <a:gd name="connsiteX15" fmla="*/ 1518557 w 1870230"/>
              <a:gd name="connsiteY15" fmla="*/ 2000250 h 2383971"/>
              <a:gd name="connsiteX16" fmla="*/ 1469571 w 1870230"/>
              <a:gd name="connsiteY16" fmla="*/ 2041071 h 2383971"/>
              <a:gd name="connsiteX17" fmla="*/ 1453243 w 1870230"/>
              <a:gd name="connsiteY17" fmla="*/ 2073728 h 2383971"/>
              <a:gd name="connsiteX18" fmla="*/ 1428750 w 1870230"/>
              <a:gd name="connsiteY18" fmla="*/ 2090057 h 2383971"/>
              <a:gd name="connsiteX19" fmla="*/ 1355271 w 1870230"/>
              <a:gd name="connsiteY19" fmla="*/ 2147207 h 2383971"/>
              <a:gd name="connsiteX20" fmla="*/ 1322614 w 1870230"/>
              <a:gd name="connsiteY20" fmla="*/ 2163535 h 2383971"/>
              <a:gd name="connsiteX21" fmla="*/ 1240971 w 1870230"/>
              <a:gd name="connsiteY21" fmla="*/ 2212521 h 2383971"/>
              <a:gd name="connsiteX22" fmla="*/ 1143000 w 1870230"/>
              <a:gd name="connsiteY22" fmla="*/ 2245178 h 2383971"/>
              <a:gd name="connsiteX23" fmla="*/ 1020536 w 1870230"/>
              <a:gd name="connsiteY23" fmla="*/ 2294164 h 2383971"/>
              <a:gd name="connsiteX24" fmla="*/ 987878 w 1870230"/>
              <a:gd name="connsiteY24" fmla="*/ 2310493 h 2383971"/>
              <a:gd name="connsiteX25" fmla="*/ 938893 w 1870230"/>
              <a:gd name="connsiteY25" fmla="*/ 2318657 h 2383971"/>
              <a:gd name="connsiteX26" fmla="*/ 898071 w 1870230"/>
              <a:gd name="connsiteY26" fmla="*/ 2326821 h 2383971"/>
              <a:gd name="connsiteX27" fmla="*/ 865414 w 1870230"/>
              <a:gd name="connsiteY27" fmla="*/ 2334985 h 2383971"/>
              <a:gd name="connsiteX28" fmla="*/ 816428 w 1870230"/>
              <a:gd name="connsiteY28" fmla="*/ 2343150 h 2383971"/>
              <a:gd name="connsiteX29" fmla="*/ 783771 w 1870230"/>
              <a:gd name="connsiteY29" fmla="*/ 2351314 h 2383971"/>
              <a:gd name="connsiteX30" fmla="*/ 742950 w 1870230"/>
              <a:gd name="connsiteY30" fmla="*/ 2359478 h 2383971"/>
              <a:gd name="connsiteX31" fmla="*/ 693964 w 1870230"/>
              <a:gd name="connsiteY31" fmla="*/ 2375807 h 2383971"/>
              <a:gd name="connsiteX32" fmla="*/ 644978 w 1870230"/>
              <a:gd name="connsiteY32" fmla="*/ 2383971 h 2383971"/>
              <a:gd name="connsiteX33" fmla="*/ 391886 w 1870230"/>
              <a:gd name="connsiteY33" fmla="*/ 2367643 h 2383971"/>
              <a:gd name="connsiteX34" fmla="*/ 334736 w 1870230"/>
              <a:gd name="connsiteY34" fmla="*/ 2359478 h 2383971"/>
              <a:gd name="connsiteX35" fmla="*/ 277586 w 1870230"/>
              <a:gd name="connsiteY35" fmla="*/ 2326821 h 2383971"/>
              <a:gd name="connsiteX36" fmla="*/ 244928 w 1870230"/>
              <a:gd name="connsiteY36" fmla="*/ 2310493 h 2383971"/>
              <a:gd name="connsiteX37" fmla="*/ 212271 w 1870230"/>
              <a:gd name="connsiteY37" fmla="*/ 2277835 h 2383971"/>
              <a:gd name="connsiteX38" fmla="*/ 195943 w 1870230"/>
              <a:gd name="connsiteY38" fmla="*/ 2253343 h 2383971"/>
              <a:gd name="connsiteX39" fmla="*/ 171450 w 1870230"/>
              <a:gd name="connsiteY39" fmla="*/ 2237014 h 2383971"/>
              <a:gd name="connsiteX40" fmla="*/ 138793 w 1870230"/>
              <a:gd name="connsiteY40" fmla="*/ 2204357 h 2383971"/>
              <a:gd name="connsiteX41" fmla="*/ 130628 w 1870230"/>
              <a:gd name="connsiteY41" fmla="*/ 2179864 h 2383971"/>
              <a:gd name="connsiteX42" fmla="*/ 106136 w 1870230"/>
              <a:gd name="connsiteY42" fmla="*/ 2155371 h 2383971"/>
              <a:gd name="connsiteX43" fmla="*/ 89807 w 1870230"/>
              <a:gd name="connsiteY43" fmla="*/ 2130878 h 2383971"/>
              <a:gd name="connsiteX44" fmla="*/ 57150 w 1870230"/>
              <a:gd name="connsiteY44" fmla="*/ 2065564 h 2383971"/>
              <a:gd name="connsiteX45" fmla="*/ 48986 w 1870230"/>
              <a:gd name="connsiteY45" fmla="*/ 2041071 h 2383971"/>
              <a:gd name="connsiteX46" fmla="*/ 16328 w 1870230"/>
              <a:gd name="connsiteY46" fmla="*/ 1959428 h 2383971"/>
              <a:gd name="connsiteX47" fmla="*/ 8164 w 1870230"/>
              <a:gd name="connsiteY47" fmla="*/ 1902278 h 2383971"/>
              <a:gd name="connsiteX48" fmla="*/ 0 w 1870230"/>
              <a:gd name="connsiteY48" fmla="*/ 1853293 h 2383971"/>
              <a:gd name="connsiteX49" fmla="*/ 8164 w 1870230"/>
              <a:gd name="connsiteY49" fmla="*/ 1543050 h 2383971"/>
              <a:gd name="connsiteX50" fmla="*/ 16328 w 1870230"/>
              <a:gd name="connsiteY50" fmla="*/ 1469571 h 2383971"/>
              <a:gd name="connsiteX51" fmla="*/ 32657 w 1870230"/>
              <a:gd name="connsiteY51" fmla="*/ 1420585 h 2383971"/>
              <a:gd name="connsiteX52" fmla="*/ 65314 w 1870230"/>
              <a:gd name="connsiteY52" fmla="*/ 1273628 h 2383971"/>
              <a:gd name="connsiteX53" fmla="*/ 81643 w 1870230"/>
              <a:gd name="connsiteY53" fmla="*/ 1249135 h 2383971"/>
              <a:gd name="connsiteX54" fmla="*/ 89807 w 1870230"/>
              <a:gd name="connsiteY54" fmla="*/ 1183821 h 2383971"/>
              <a:gd name="connsiteX55" fmla="*/ 106136 w 1870230"/>
              <a:gd name="connsiteY55" fmla="*/ 1126671 h 2383971"/>
              <a:gd name="connsiteX56" fmla="*/ 130628 w 1870230"/>
              <a:gd name="connsiteY56" fmla="*/ 1053193 h 2383971"/>
              <a:gd name="connsiteX57" fmla="*/ 138793 w 1870230"/>
              <a:gd name="connsiteY57" fmla="*/ 1028700 h 2383971"/>
              <a:gd name="connsiteX58" fmla="*/ 146957 w 1870230"/>
              <a:gd name="connsiteY58" fmla="*/ 996043 h 2383971"/>
              <a:gd name="connsiteX59" fmla="*/ 171450 w 1870230"/>
              <a:gd name="connsiteY59" fmla="*/ 963385 h 2383971"/>
              <a:gd name="connsiteX60" fmla="*/ 187778 w 1870230"/>
              <a:gd name="connsiteY60" fmla="*/ 938893 h 2383971"/>
              <a:gd name="connsiteX61" fmla="*/ 220436 w 1870230"/>
              <a:gd name="connsiteY61" fmla="*/ 849085 h 2383971"/>
              <a:gd name="connsiteX62" fmla="*/ 236764 w 1870230"/>
              <a:gd name="connsiteY62" fmla="*/ 783771 h 2383971"/>
              <a:gd name="connsiteX63" fmla="*/ 269421 w 1870230"/>
              <a:gd name="connsiteY63" fmla="*/ 718457 h 2383971"/>
              <a:gd name="connsiteX64" fmla="*/ 302078 w 1870230"/>
              <a:gd name="connsiteY64" fmla="*/ 628650 h 2383971"/>
              <a:gd name="connsiteX65" fmla="*/ 318407 w 1870230"/>
              <a:gd name="connsiteY65" fmla="*/ 595993 h 2383971"/>
              <a:gd name="connsiteX66" fmla="*/ 334736 w 1870230"/>
              <a:gd name="connsiteY66" fmla="*/ 555171 h 2383971"/>
              <a:gd name="connsiteX67" fmla="*/ 367393 w 1870230"/>
              <a:gd name="connsiteY67" fmla="*/ 498021 h 2383971"/>
              <a:gd name="connsiteX68" fmla="*/ 383721 w 1870230"/>
              <a:gd name="connsiteY68" fmla="*/ 457200 h 2383971"/>
              <a:gd name="connsiteX69" fmla="*/ 457200 w 1870230"/>
              <a:gd name="connsiteY69" fmla="*/ 351064 h 2383971"/>
              <a:gd name="connsiteX70" fmla="*/ 506186 w 1870230"/>
              <a:gd name="connsiteY70" fmla="*/ 293914 h 2383971"/>
              <a:gd name="connsiteX71" fmla="*/ 547007 w 1870230"/>
              <a:gd name="connsiteY71" fmla="*/ 236764 h 2383971"/>
              <a:gd name="connsiteX72" fmla="*/ 595993 w 1870230"/>
              <a:gd name="connsiteY72" fmla="*/ 204107 h 2383971"/>
              <a:gd name="connsiteX73" fmla="*/ 620486 w 1870230"/>
              <a:gd name="connsiteY73" fmla="*/ 179614 h 2383971"/>
              <a:gd name="connsiteX74" fmla="*/ 702128 w 1870230"/>
              <a:gd name="connsiteY74" fmla="*/ 138793 h 2383971"/>
              <a:gd name="connsiteX75" fmla="*/ 726621 w 1870230"/>
              <a:gd name="connsiteY75" fmla="*/ 114300 h 2383971"/>
              <a:gd name="connsiteX76" fmla="*/ 800100 w 1870230"/>
              <a:gd name="connsiteY76" fmla="*/ 81643 h 2383971"/>
              <a:gd name="connsiteX77" fmla="*/ 832757 w 1870230"/>
              <a:gd name="connsiteY77" fmla="*/ 65314 h 2383971"/>
              <a:gd name="connsiteX78" fmla="*/ 922564 w 1870230"/>
              <a:gd name="connsiteY78" fmla="*/ 32657 h 2383971"/>
              <a:gd name="connsiteX79" fmla="*/ 947057 w 1870230"/>
              <a:gd name="connsiteY79" fmla="*/ 24493 h 2383971"/>
              <a:gd name="connsiteX80" fmla="*/ 996043 w 1870230"/>
              <a:gd name="connsiteY80" fmla="*/ 16328 h 2383971"/>
              <a:gd name="connsiteX81" fmla="*/ 1020536 w 1870230"/>
              <a:gd name="connsiteY81" fmla="*/ 8164 h 2383971"/>
              <a:gd name="connsiteX82" fmla="*/ 1061357 w 1870230"/>
              <a:gd name="connsiteY82" fmla="*/ 0 h 2383971"/>
              <a:gd name="connsiteX83" fmla="*/ 1265464 w 1870230"/>
              <a:gd name="connsiteY83" fmla="*/ 8164 h 2383971"/>
              <a:gd name="connsiteX84" fmla="*/ 1330778 w 1870230"/>
              <a:gd name="connsiteY84" fmla="*/ 40821 h 2383971"/>
              <a:gd name="connsiteX85" fmla="*/ 1363436 w 1870230"/>
              <a:gd name="connsiteY85" fmla="*/ 57150 h 2383971"/>
              <a:gd name="connsiteX86" fmla="*/ 1428750 w 1870230"/>
              <a:gd name="connsiteY86" fmla="*/ 114300 h 2383971"/>
              <a:gd name="connsiteX87" fmla="*/ 1461407 w 1870230"/>
              <a:gd name="connsiteY87" fmla="*/ 138793 h 2383971"/>
              <a:gd name="connsiteX88" fmla="*/ 1502228 w 1870230"/>
              <a:gd name="connsiteY88" fmla="*/ 187778 h 2383971"/>
              <a:gd name="connsiteX89" fmla="*/ 1518557 w 1870230"/>
              <a:gd name="connsiteY89" fmla="*/ 212271 h 2383971"/>
              <a:gd name="connsiteX90" fmla="*/ 1543050 w 1870230"/>
              <a:gd name="connsiteY90" fmla="*/ 228600 h 2383971"/>
              <a:gd name="connsiteX91" fmla="*/ 1575707 w 1870230"/>
              <a:gd name="connsiteY91" fmla="*/ 277585 h 2383971"/>
              <a:gd name="connsiteX92" fmla="*/ 1600200 w 1870230"/>
              <a:gd name="connsiteY92" fmla="*/ 310243 h 2383971"/>
              <a:gd name="connsiteX93" fmla="*/ 1616528 w 1870230"/>
              <a:gd name="connsiteY93" fmla="*/ 342900 h 2383971"/>
              <a:gd name="connsiteX94" fmla="*/ 1649186 w 1870230"/>
              <a:gd name="connsiteY94" fmla="*/ 391885 h 2383971"/>
              <a:gd name="connsiteX95" fmla="*/ 1665514 w 1870230"/>
              <a:gd name="connsiteY95" fmla="*/ 432707 h 2383971"/>
              <a:gd name="connsiteX96" fmla="*/ 1681843 w 1870230"/>
              <a:gd name="connsiteY96" fmla="*/ 457200 h 2383971"/>
              <a:gd name="connsiteX97" fmla="*/ 1698171 w 1870230"/>
              <a:gd name="connsiteY97" fmla="*/ 498021 h 2383971"/>
              <a:gd name="connsiteX98" fmla="*/ 1714500 w 1870230"/>
              <a:gd name="connsiteY98" fmla="*/ 530678 h 2383971"/>
              <a:gd name="connsiteX99" fmla="*/ 1730828 w 1870230"/>
              <a:gd name="connsiteY99" fmla="*/ 571500 h 2383971"/>
              <a:gd name="connsiteX100" fmla="*/ 1738993 w 1870230"/>
              <a:gd name="connsiteY100" fmla="*/ 595993 h 2383971"/>
              <a:gd name="connsiteX101" fmla="*/ 1755321 w 1870230"/>
              <a:gd name="connsiteY101" fmla="*/ 620485 h 2383971"/>
              <a:gd name="connsiteX102" fmla="*/ 1771650 w 1870230"/>
              <a:gd name="connsiteY102" fmla="*/ 653143 h 2383971"/>
              <a:gd name="connsiteX103" fmla="*/ 1779814 w 1870230"/>
              <a:gd name="connsiteY103" fmla="*/ 685800 h 2383971"/>
              <a:gd name="connsiteX104" fmla="*/ 1804307 w 1870230"/>
              <a:gd name="connsiteY104" fmla="*/ 726621 h 2383971"/>
              <a:gd name="connsiteX105" fmla="*/ 1812471 w 1870230"/>
              <a:gd name="connsiteY105" fmla="*/ 791935 h 2383971"/>
              <a:gd name="connsiteX106" fmla="*/ 1828800 w 1870230"/>
              <a:gd name="connsiteY106" fmla="*/ 840921 h 2383971"/>
              <a:gd name="connsiteX107" fmla="*/ 1853293 w 1870230"/>
              <a:gd name="connsiteY107" fmla="*/ 906235 h 2383971"/>
              <a:gd name="connsiteX108" fmla="*/ 1853293 w 1870230"/>
              <a:gd name="connsiteY108" fmla="*/ 1249135 h 2383971"/>
              <a:gd name="connsiteX109" fmla="*/ 1812471 w 1870230"/>
              <a:gd name="connsiteY109" fmla="*/ 1257300 h 2383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870230" h="2383971">
                <a:moveTo>
                  <a:pt x="1812471" y="1257300"/>
                </a:moveTo>
                <a:cubicBezTo>
                  <a:pt x="1802946" y="1273629"/>
                  <a:pt x="1802110" y="1317271"/>
                  <a:pt x="1796143" y="1347107"/>
                </a:cubicBezTo>
                <a:cubicBezTo>
                  <a:pt x="1793942" y="1358110"/>
                  <a:pt x="1792294" y="1369406"/>
                  <a:pt x="1787978" y="1379764"/>
                </a:cubicBezTo>
                <a:cubicBezTo>
                  <a:pt x="1778616" y="1402233"/>
                  <a:pt x="1763018" y="1421986"/>
                  <a:pt x="1755321" y="1445078"/>
                </a:cubicBezTo>
                <a:cubicBezTo>
                  <a:pt x="1749878" y="1461407"/>
                  <a:pt x="1746691" y="1478669"/>
                  <a:pt x="1738993" y="1494064"/>
                </a:cubicBezTo>
                <a:cubicBezTo>
                  <a:pt x="1733550" y="1504950"/>
                  <a:pt x="1727184" y="1515421"/>
                  <a:pt x="1722664" y="1526721"/>
                </a:cubicBezTo>
                <a:cubicBezTo>
                  <a:pt x="1716272" y="1542702"/>
                  <a:pt x="1712218" y="1559531"/>
                  <a:pt x="1706336" y="1575707"/>
                </a:cubicBezTo>
                <a:cubicBezTo>
                  <a:pt x="1701328" y="1589480"/>
                  <a:pt x="1694641" y="1602625"/>
                  <a:pt x="1690007" y="1616528"/>
                </a:cubicBezTo>
                <a:cubicBezTo>
                  <a:pt x="1686459" y="1627173"/>
                  <a:pt x="1686263" y="1638872"/>
                  <a:pt x="1681843" y="1649185"/>
                </a:cubicBezTo>
                <a:cubicBezTo>
                  <a:pt x="1669857" y="1677151"/>
                  <a:pt x="1641021" y="1730828"/>
                  <a:pt x="1641021" y="1730828"/>
                </a:cubicBezTo>
                <a:cubicBezTo>
                  <a:pt x="1638300" y="1744435"/>
                  <a:pt x="1636222" y="1758188"/>
                  <a:pt x="1632857" y="1771650"/>
                </a:cubicBezTo>
                <a:cubicBezTo>
                  <a:pt x="1630770" y="1779999"/>
                  <a:pt x="1626780" y="1787794"/>
                  <a:pt x="1624693" y="1796143"/>
                </a:cubicBezTo>
                <a:cubicBezTo>
                  <a:pt x="1621327" y="1809605"/>
                  <a:pt x="1622270" y="1824331"/>
                  <a:pt x="1616528" y="1836964"/>
                </a:cubicBezTo>
                <a:cubicBezTo>
                  <a:pt x="1608407" y="1854829"/>
                  <a:pt x="1583871" y="1885950"/>
                  <a:pt x="1583871" y="1885950"/>
                </a:cubicBezTo>
                <a:cubicBezTo>
                  <a:pt x="1571281" y="1923722"/>
                  <a:pt x="1581990" y="1898756"/>
                  <a:pt x="1559378" y="1934935"/>
                </a:cubicBezTo>
                <a:cubicBezTo>
                  <a:pt x="1555388" y="1941320"/>
                  <a:pt x="1527890" y="1989051"/>
                  <a:pt x="1518557" y="2000250"/>
                </a:cubicBezTo>
                <a:cubicBezTo>
                  <a:pt x="1498911" y="2023824"/>
                  <a:pt x="1493655" y="2025016"/>
                  <a:pt x="1469571" y="2041071"/>
                </a:cubicBezTo>
                <a:cubicBezTo>
                  <a:pt x="1464128" y="2051957"/>
                  <a:pt x="1461034" y="2064378"/>
                  <a:pt x="1453243" y="2073728"/>
                </a:cubicBezTo>
                <a:cubicBezTo>
                  <a:pt x="1446961" y="2081266"/>
                  <a:pt x="1436600" y="2084170"/>
                  <a:pt x="1428750" y="2090057"/>
                </a:cubicBezTo>
                <a:cubicBezTo>
                  <a:pt x="1403927" y="2108675"/>
                  <a:pt x="1379764" y="2128157"/>
                  <a:pt x="1355271" y="2147207"/>
                </a:cubicBezTo>
                <a:cubicBezTo>
                  <a:pt x="1345664" y="2154679"/>
                  <a:pt x="1333050" y="2157273"/>
                  <a:pt x="1322614" y="2163535"/>
                </a:cubicBezTo>
                <a:cubicBezTo>
                  <a:pt x="1290958" y="2182528"/>
                  <a:pt x="1274153" y="2200078"/>
                  <a:pt x="1240971" y="2212521"/>
                </a:cubicBezTo>
                <a:cubicBezTo>
                  <a:pt x="1208739" y="2224608"/>
                  <a:pt x="1173789" y="2229783"/>
                  <a:pt x="1143000" y="2245178"/>
                </a:cubicBezTo>
                <a:cubicBezTo>
                  <a:pt x="1003411" y="2314973"/>
                  <a:pt x="1147123" y="2248132"/>
                  <a:pt x="1020536" y="2294164"/>
                </a:cubicBezTo>
                <a:cubicBezTo>
                  <a:pt x="1009098" y="2298323"/>
                  <a:pt x="999536" y="2306996"/>
                  <a:pt x="987878" y="2310493"/>
                </a:cubicBezTo>
                <a:cubicBezTo>
                  <a:pt x="972023" y="2315250"/>
                  <a:pt x="955180" y="2315696"/>
                  <a:pt x="938893" y="2318657"/>
                </a:cubicBezTo>
                <a:cubicBezTo>
                  <a:pt x="925240" y="2321139"/>
                  <a:pt x="911617" y="2323811"/>
                  <a:pt x="898071" y="2326821"/>
                </a:cubicBezTo>
                <a:cubicBezTo>
                  <a:pt x="887118" y="2329255"/>
                  <a:pt x="876417" y="2332784"/>
                  <a:pt x="865414" y="2334985"/>
                </a:cubicBezTo>
                <a:cubicBezTo>
                  <a:pt x="849182" y="2338232"/>
                  <a:pt x="832660" y="2339903"/>
                  <a:pt x="816428" y="2343150"/>
                </a:cubicBezTo>
                <a:cubicBezTo>
                  <a:pt x="805425" y="2345351"/>
                  <a:pt x="794724" y="2348880"/>
                  <a:pt x="783771" y="2351314"/>
                </a:cubicBezTo>
                <a:cubicBezTo>
                  <a:pt x="770225" y="2354324"/>
                  <a:pt x="756337" y="2355827"/>
                  <a:pt x="742950" y="2359478"/>
                </a:cubicBezTo>
                <a:cubicBezTo>
                  <a:pt x="726345" y="2364007"/>
                  <a:pt x="710662" y="2371632"/>
                  <a:pt x="693964" y="2375807"/>
                </a:cubicBezTo>
                <a:cubicBezTo>
                  <a:pt x="677904" y="2379822"/>
                  <a:pt x="661307" y="2381250"/>
                  <a:pt x="644978" y="2383971"/>
                </a:cubicBezTo>
                <a:lnTo>
                  <a:pt x="391886" y="2367643"/>
                </a:lnTo>
                <a:cubicBezTo>
                  <a:pt x="372702" y="2366128"/>
                  <a:pt x="353301" y="2364541"/>
                  <a:pt x="334736" y="2359478"/>
                </a:cubicBezTo>
                <a:cubicBezTo>
                  <a:pt x="311126" y="2353039"/>
                  <a:pt x="297834" y="2338391"/>
                  <a:pt x="277586" y="2326821"/>
                </a:cubicBezTo>
                <a:cubicBezTo>
                  <a:pt x="267019" y="2320783"/>
                  <a:pt x="255814" y="2315936"/>
                  <a:pt x="244928" y="2310493"/>
                </a:cubicBezTo>
                <a:cubicBezTo>
                  <a:pt x="234042" y="2299607"/>
                  <a:pt x="222290" y="2289524"/>
                  <a:pt x="212271" y="2277835"/>
                </a:cubicBezTo>
                <a:cubicBezTo>
                  <a:pt x="205886" y="2270385"/>
                  <a:pt x="202881" y="2260281"/>
                  <a:pt x="195943" y="2253343"/>
                </a:cubicBezTo>
                <a:cubicBezTo>
                  <a:pt x="189005" y="2246405"/>
                  <a:pt x="178900" y="2243400"/>
                  <a:pt x="171450" y="2237014"/>
                </a:cubicBezTo>
                <a:cubicBezTo>
                  <a:pt x="159762" y="2226995"/>
                  <a:pt x="149679" y="2215243"/>
                  <a:pt x="138793" y="2204357"/>
                </a:cubicBezTo>
                <a:cubicBezTo>
                  <a:pt x="136071" y="2196193"/>
                  <a:pt x="135402" y="2187025"/>
                  <a:pt x="130628" y="2179864"/>
                </a:cubicBezTo>
                <a:cubicBezTo>
                  <a:pt x="124224" y="2170257"/>
                  <a:pt x="113527" y="2164241"/>
                  <a:pt x="106136" y="2155371"/>
                </a:cubicBezTo>
                <a:cubicBezTo>
                  <a:pt x="99854" y="2147833"/>
                  <a:pt x="95250" y="2139042"/>
                  <a:pt x="89807" y="2130878"/>
                </a:cubicBezTo>
                <a:cubicBezTo>
                  <a:pt x="73575" y="2065946"/>
                  <a:pt x="94158" y="2130328"/>
                  <a:pt x="57150" y="2065564"/>
                </a:cubicBezTo>
                <a:cubicBezTo>
                  <a:pt x="52880" y="2058092"/>
                  <a:pt x="52376" y="2048981"/>
                  <a:pt x="48986" y="2041071"/>
                </a:cubicBezTo>
                <a:cubicBezTo>
                  <a:pt x="12944" y="1956972"/>
                  <a:pt x="53499" y="2070938"/>
                  <a:pt x="16328" y="1959428"/>
                </a:cubicBezTo>
                <a:cubicBezTo>
                  <a:pt x="13607" y="1940378"/>
                  <a:pt x="11090" y="1921298"/>
                  <a:pt x="8164" y="1902278"/>
                </a:cubicBezTo>
                <a:cubicBezTo>
                  <a:pt x="5647" y="1885917"/>
                  <a:pt x="0" y="1869847"/>
                  <a:pt x="0" y="1853293"/>
                </a:cubicBezTo>
                <a:cubicBezTo>
                  <a:pt x="0" y="1749843"/>
                  <a:pt x="3766" y="1646407"/>
                  <a:pt x="8164" y="1543050"/>
                </a:cubicBezTo>
                <a:cubicBezTo>
                  <a:pt x="9212" y="1518429"/>
                  <a:pt x="11495" y="1493736"/>
                  <a:pt x="16328" y="1469571"/>
                </a:cubicBezTo>
                <a:cubicBezTo>
                  <a:pt x="19704" y="1452693"/>
                  <a:pt x="28482" y="1437283"/>
                  <a:pt x="32657" y="1420585"/>
                </a:cubicBezTo>
                <a:cubicBezTo>
                  <a:pt x="33160" y="1418575"/>
                  <a:pt x="58612" y="1283681"/>
                  <a:pt x="65314" y="1273628"/>
                </a:cubicBezTo>
                <a:lnTo>
                  <a:pt x="81643" y="1249135"/>
                </a:lnTo>
                <a:cubicBezTo>
                  <a:pt x="84364" y="1227364"/>
                  <a:pt x="86200" y="1205463"/>
                  <a:pt x="89807" y="1183821"/>
                </a:cubicBezTo>
                <a:cubicBezTo>
                  <a:pt x="94913" y="1153184"/>
                  <a:pt x="98369" y="1153856"/>
                  <a:pt x="106136" y="1126671"/>
                </a:cubicBezTo>
                <a:cubicBezTo>
                  <a:pt x="128026" y="1050059"/>
                  <a:pt x="96848" y="1143272"/>
                  <a:pt x="130628" y="1053193"/>
                </a:cubicBezTo>
                <a:cubicBezTo>
                  <a:pt x="133650" y="1045135"/>
                  <a:pt x="136429" y="1036975"/>
                  <a:pt x="138793" y="1028700"/>
                </a:cubicBezTo>
                <a:cubicBezTo>
                  <a:pt x="141876" y="1017911"/>
                  <a:pt x="141939" y="1006079"/>
                  <a:pt x="146957" y="996043"/>
                </a:cubicBezTo>
                <a:cubicBezTo>
                  <a:pt x="153042" y="983872"/>
                  <a:pt x="163541" y="974458"/>
                  <a:pt x="171450" y="963385"/>
                </a:cubicBezTo>
                <a:cubicBezTo>
                  <a:pt x="177153" y="955401"/>
                  <a:pt x="182335" y="947057"/>
                  <a:pt x="187778" y="938893"/>
                </a:cubicBezTo>
                <a:cubicBezTo>
                  <a:pt x="219167" y="829036"/>
                  <a:pt x="188050" y="924653"/>
                  <a:pt x="220436" y="849085"/>
                </a:cubicBezTo>
                <a:cubicBezTo>
                  <a:pt x="256592" y="764720"/>
                  <a:pt x="188850" y="908349"/>
                  <a:pt x="236764" y="783771"/>
                </a:cubicBezTo>
                <a:cubicBezTo>
                  <a:pt x="245502" y="761052"/>
                  <a:pt x="261724" y="741549"/>
                  <a:pt x="269421" y="718457"/>
                </a:cubicBezTo>
                <a:cubicBezTo>
                  <a:pt x="281487" y="682261"/>
                  <a:pt x="286934" y="662724"/>
                  <a:pt x="302078" y="628650"/>
                </a:cubicBezTo>
                <a:cubicBezTo>
                  <a:pt x="307021" y="617528"/>
                  <a:pt x="313464" y="607115"/>
                  <a:pt x="318407" y="595993"/>
                </a:cubicBezTo>
                <a:cubicBezTo>
                  <a:pt x="324359" y="582601"/>
                  <a:pt x="328784" y="568563"/>
                  <a:pt x="334736" y="555171"/>
                </a:cubicBezTo>
                <a:cubicBezTo>
                  <a:pt x="391993" y="426342"/>
                  <a:pt x="314852" y="603102"/>
                  <a:pt x="367393" y="498021"/>
                </a:cubicBezTo>
                <a:cubicBezTo>
                  <a:pt x="373947" y="484913"/>
                  <a:pt x="377769" y="470592"/>
                  <a:pt x="383721" y="457200"/>
                </a:cubicBezTo>
                <a:cubicBezTo>
                  <a:pt x="402091" y="415868"/>
                  <a:pt x="422755" y="385509"/>
                  <a:pt x="457200" y="351064"/>
                </a:cubicBezTo>
                <a:cubicBezTo>
                  <a:pt x="486869" y="321395"/>
                  <a:pt x="480004" y="330569"/>
                  <a:pt x="506186" y="293914"/>
                </a:cubicBezTo>
                <a:cubicBezTo>
                  <a:pt x="515686" y="280614"/>
                  <a:pt x="536562" y="246048"/>
                  <a:pt x="547007" y="236764"/>
                </a:cubicBezTo>
                <a:cubicBezTo>
                  <a:pt x="561675" y="223726"/>
                  <a:pt x="582116" y="217984"/>
                  <a:pt x="595993" y="204107"/>
                </a:cubicBezTo>
                <a:cubicBezTo>
                  <a:pt x="604157" y="195943"/>
                  <a:pt x="610653" y="185665"/>
                  <a:pt x="620486" y="179614"/>
                </a:cubicBezTo>
                <a:cubicBezTo>
                  <a:pt x="646399" y="163668"/>
                  <a:pt x="702128" y="138793"/>
                  <a:pt x="702128" y="138793"/>
                </a:cubicBezTo>
                <a:cubicBezTo>
                  <a:pt x="710292" y="130629"/>
                  <a:pt x="717014" y="120705"/>
                  <a:pt x="726621" y="114300"/>
                </a:cubicBezTo>
                <a:cubicBezTo>
                  <a:pt x="779111" y="79307"/>
                  <a:pt x="760265" y="98715"/>
                  <a:pt x="800100" y="81643"/>
                </a:cubicBezTo>
                <a:cubicBezTo>
                  <a:pt x="811287" y="76849"/>
                  <a:pt x="821635" y="70257"/>
                  <a:pt x="832757" y="65314"/>
                </a:cubicBezTo>
                <a:cubicBezTo>
                  <a:pt x="866844" y="50164"/>
                  <a:pt x="886352" y="44727"/>
                  <a:pt x="922564" y="32657"/>
                </a:cubicBezTo>
                <a:cubicBezTo>
                  <a:pt x="930728" y="29936"/>
                  <a:pt x="938568" y="25908"/>
                  <a:pt x="947057" y="24493"/>
                </a:cubicBezTo>
                <a:cubicBezTo>
                  <a:pt x="963386" y="21771"/>
                  <a:pt x="979883" y="19919"/>
                  <a:pt x="996043" y="16328"/>
                </a:cubicBezTo>
                <a:cubicBezTo>
                  <a:pt x="1004444" y="14461"/>
                  <a:pt x="1012187" y="10251"/>
                  <a:pt x="1020536" y="8164"/>
                </a:cubicBezTo>
                <a:cubicBezTo>
                  <a:pt x="1033998" y="4799"/>
                  <a:pt x="1047750" y="2721"/>
                  <a:pt x="1061357" y="0"/>
                </a:cubicBezTo>
                <a:cubicBezTo>
                  <a:pt x="1129393" y="2721"/>
                  <a:pt x="1197547" y="3313"/>
                  <a:pt x="1265464" y="8164"/>
                </a:cubicBezTo>
                <a:cubicBezTo>
                  <a:pt x="1286018" y="9632"/>
                  <a:pt x="1317599" y="33499"/>
                  <a:pt x="1330778" y="40821"/>
                </a:cubicBezTo>
                <a:cubicBezTo>
                  <a:pt x="1341417" y="46732"/>
                  <a:pt x="1353309" y="50399"/>
                  <a:pt x="1363436" y="57150"/>
                </a:cubicBezTo>
                <a:cubicBezTo>
                  <a:pt x="1420055" y="94896"/>
                  <a:pt x="1387442" y="78893"/>
                  <a:pt x="1428750" y="114300"/>
                </a:cubicBezTo>
                <a:cubicBezTo>
                  <a:pt x="1439081" y="123155"/>
                  <a:pt x="1451785" y="129171"/>
                  <a:pt x="1461407" y="138793"/>
                </a:cubicBezTo>
                <a:cubicBezTo>
                  <a:pt x="1476436" y="153822"/>
                  <a:pt x="1489179" y="171001"/>
                  <a:pt x="1502228" y="187778"/>
                </a:cubicBezTo>
                <a:cubicBezTo>
                  <a:pt x="1508252" y="195523"/>
                  <a:pt x="1511619" y="205333"/>
                  <a:pt x="1518557" y="212271"/>
                </a:cubicBezTo>
                <a:cubicBezTo>
                  <a:pt x="1525495" y="219209"/>
                  <a:pt x="1534886" y="223157"/>
                  <a:pt x="1543050" y="228600"/>
                </a:cubicBezTo>
                <a:cubicBezTo>
                  <a:pt x="1553936" y="244928"/>
                  <a:pt x="1564453" y="261508"/>
                  <a:pt x="1575707" y="277585"/>
                </a:cubicBezTo>
                <a:cubicBezTo>
                  <a:pt x="1583510" y="288733"/>
                  <a:pt x="1592988" y="298704"/>
                  <a:pt x="1600200" y="310243"/>
                </a:cubicBezTo>
                <a:cubicBezTo>
                  <a:pt x="1606650" y="320564"/>
                  <a:pt x="1610266" y="332464"/>
                  <a:pt x="1616528" y="342900"/>
                </a:cubicBezTo>
                <a:cubicBezTo>
                  <a:pt x="1626625" y="359728"/>
                  <a:pt x="1639789" y="374657"/>
                  <a:pt x="1649186" y="391885"/>
                </a:cubicBezTo>
                <a:cubicBezTo>
                  <a:pt x="1656204" y="404751"/>
                  <a:pt x="1658960" y="419599"/>
                  <a:pt x="1665514" y="432707"/>
                </a:cubicBezTo>
                <a:cubicBezTo>
                  <a:pt x="1669902" y="441483"/>
                  <a:pt x="1677455" y="448424"/>
                  <a:pt x="1681843" y="457200"/>
                </a:cubicBezTo>
                <a:cubicBezTo>
                  <a:pt x="1688397" y="470308"/>
                  <a:pt x="1692219" y="484629"/>
                  <a:pt x="1698171" y="498021"/>
                </a:cubicBezTo>
                <a:cubicBezTo>
                  <a:pt x="1703114" y="509143"/>
                  <a:pt x="1709557" y="519556"/>
                  <a:pt x="1714500" y="530678"/>
                </a:cubicBezTo>
                <a:cubicBezTo>
                  <a:pt x="1720452" y="544070"/>
                  <a:pt x="1725682" y="557778"/>
                  <a:pt x="1730828" y="571500"/>
                </a:cubicBezTo>
                <a:cubicBezTo>
                  <a:pt x="1733850" y="579558"/>
                  <a:pt x="1735144" y="588296"/>
                  <a:pt x="1738993" y="595993"/>
                </a:cubicBezTo>
                <a:cubicBezTo>
                  <a:pt x="1743381" y="604769"/>
                  <a:pt x="1750453" y="611966"/>
                  <a:pt x="1755321" y="620485"/>
                </a:cubicBezTo>
                <a:cubicBezTo>
                  <a:pt x="1761359" y="631052"/>
                  <a:pt x="1766207" y="642257"/>
                  <a:pt x="1771650" y="653143"/>
                </a:cubicBezTo>
                <a:cubicBezTo>
                  <a:pt x="1774371" y="664029"/>
                  <a:pt x="1775257" y="675546"/>
                  <a:pt x="1779814" y="685800"/>
                </a:cubicBezTo>
                <a:cubicBezTo>
                  <a:pt x="1786259" y="700301"/>
                  <a:pt x="1799640" y="711454"/>
                  <a:pt x="1804307" y="726621"/>
                </a:cubicBezTo>
                <a:cubicBezTo>
                  <a:pt x="1810759" y="747592"/>
                  <a:pt x="1807874" y="770481"/>
                  <a:pt x="1812471" y="791935"/>
                </a:cubicBezTo>
                <a:cubicBezTo>
                  <a:pt x="1816077" y="808765"/>
                  <a:pt x="1824626" y="824223"/>
                  <a:pt x="1828800" y="840921"/>
                </a:cubicBezTo>
                <a:cubicBezTo>
                  <a:pt x="1839916" y="885385"/>
                  <a:pt x="1831946" y="863542"/>
                  <a:pt x="1853293" y="906235"/>
                </a:cubicBezTo>
                <a:cubicBezTo>
                  <a:pt x="1875079" y="1036954"/>
                  <a:pt x="1876661" y="1027141"/>
                  <a:pt x="1853293" y="1249135"/>
                </a:cubicBezTo>
                <a:cubicBezTo>
                  <a:pt x="1851415" y="1266974"/>
                  <a:pt x="1821996" y="1240971"/>
                  <a:pt x="1812471" y="1257300"/>
                </a:cubicBezTo>
                <a:close/>
              </a:path>
            </a:pathLst>
          </a:custGeom>
          <a:solidFill>
            <a:srgbClr val="FF00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D305A77-AAAC-47D5-9242-7FAAB9E126B8}"/>
              </a:ext>
            </a:extLst>
          </p:cNvPr>
          <p:cNvSpPr txBox="1"/>
          <p:nvPr/>
        </p:nvSpPr>
        <p:spPr>
          <a:xfrm>
            <a:off x="3008837" y="2129981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4BD1E34-4FA7-4083-B189-614DCBB66642}"/>
              </a:ext>
            </a:extLst>
          </p:cNvPr>
          <p:cNvSpPr txBox="1"/>
          <p:nvPr/>
        </p:nvSpPr>
        <p:spPr>
          <a:xfrm>
            <a:off x="8020383" y="237479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6792776-C890-4DD1-B5CB-C562E35F07F0}"/>
              </a:ext>
            </a:extLst>
          </p:cNvPr>
          <p:cNvSpPr txBox="1"/>
          <p:nvPr/>
        </p:nvSpPr>
        <p:spPr>
          <a:xfrm>
            <a:off x="9134485" y="347638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21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7897514" y="2379238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51/154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Determine 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Perform the rotation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430770" y="3239912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106571" y="2484331"/>
            <a:ext cx="399468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5817" y="2897958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8977142" y="30064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359" y="200419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7409270" y="213859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5451721" y="270452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2433735-0004-4E92-A216-BFA3F65296F5}"/>
              </a:ext>
            </a:extLst>
          </p:cNvPr>
          <p:cNvGrpSpPr/>
          <p:nvPr/>
        </p:nvGrpSpPr>
        <p:grpSpPr>
          <a:xfrm>
            <a:off x="9828705" y="1885107"/>
            <a:ext cx="2122772" cy="792515"/>
            <a:chOff x="472197" y="2039307"/>
            <a:chExt cx="10922132" cy="4077664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98E8E89-928E-484F-9BF2-8970A259EB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5238" y="2178006"/>
              <a:ext cx="1141047" cy="1339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5E96FCE-FAC1-40C5-886B-C693568DB0EB}"/>
                </a:ext>
              </a:extLst>
            </p:cNvPr>
            <p:cNvCxnSpPr>
              <a:cxnSpLocks/>
              <a:endCxn id="165" idx="5"/>
            </p:cNvCxnSpPr>
            <p:nvPr/>
          </p:nvCxnSpPr>
          <p:spPr>
            <a:xfrm>
              <a:off x="1591511" y="2161835"/>
              <a:ext cx="2363096" cy="21534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row: Notched Right 124">
              <a:extLst>
                <a:ext uri="{FF2B5EF4-FFF2-40B4-BE49-F238E27FC236}">
                  <a16:creationId xmlns:a16="http://schemas.microsoft.com/office/drawing/2014/main" id="{D9EBD83A-398C-443C-A0D6-1575125C8A7F}"/>
                </a:ext>
              </a:extLst>
            </p:cNvPr>
            <p:cNvSpPr/>
            <p:nvPr/>
          </p:nvSpPr>
          <p:spPr>
            <a:xfrm>
              <a:off x="5625035" y="2914651"/>
              <a:ext cx="740257" cy="461225"/>
            </a:xfrm>
            <a:prstGeom prst="notchedRightArrow">
              <a:avLst/>
            </a:prstGeom>
            <a:solidFill>
              <a:srgbClr val="FFFF00"/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0ED478F-5F4B-4C09-88BF-7E086A8A58DE}"/>
                </a:ext>
              </a:extLst>
            </p:cNvPr>
            <p:cNvCxnSpPr>
              <a:cxnSpLocks/>
              <a:endCxn id="183" idx="5"/>
            </p:cNvCxnSpPr>
            <p:nvPr/>
          </p:nvCxnSpPr>
          <p:spPr>
            <a:xfrm>
              <a:off x="9149573" y="2476368"/>
              <a:ext cx="1337008" cy="12275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6">
              <a:extLst>
                <a:ext uri="{FF2B5EF4-FFF2-40B4-BE49-F238E27FC236}">
                  <a16:creationId xmlns:a16="http://schemas.microsoft.com/office/drawing/2014/main" id="{2F0E3632-5085-4D83-8C60-E3AF2B480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165" y="2132230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9822FADD-0B36-4632-99BD-7C6434EBF533}"/>
                </a:ext>
              </a:extLst>
            </p:cNvPr>
            <p:cNvGrpSpPr/>
            <p:nvPr/>
          </p:nvGrpSpPr>
          <p:grpSpPr>
            <a:xfrm>
              <a:off x="472197" y="2332333"/>
              <a:ext cx="1309373" cy="2105523"/>
              <a:chOff x="924173" y="3228664"/>
              <a:chExt cx="1309373" cy="2105523"/>
            </a:xfrm>
          </p:grpSpPr>
          <p:sp>
            <p:nvSpPr>
              <p:cNvPr id="199" name="Isosceles Triangle 198">
                <a:extLst>
                  <a:ext uri="{FF2B5EF4-FFF2-40B4-BE49-F238E27FC236}">
                    <a16:creationId xmlns:a16="http://schemas.microsoft.com/office/drawing/2014/main" id="{C634E1D6-2E5A-4F48-B0C8-8C9D3DB5318E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463D280-B014-45AD-8F8A-2EEFCB4AD3E2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1448964" y="322866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8DB2A49-873F-4B2E-9C7E-CE1047462048}"/>
                </a:ext>
              </a:extLst>
            </p:cNvPr>
            <p:cNvGrpSpPr/>
            <p:nvPr/>
          </p:nvGrpSpPr>
          <p:grpSpPr>
            <a:xfrm>
              <a:off x="1434173" y="3233391"/>
              <a:ext cx="1309373" cy="2118643"/>
              <a:chOff x="2590770" y="3674624"/>
              <a:chExt cx="1309373" cy="2118643"/>
            </a:xfrm>
          </p:grpSpPr>
          <p:sp>
            <p:nvSpPr>
              <p:cNvPr id="197" name="Isosceles Triangle 196">
                <a:extLst>
                  <a:ext uri="{FF2B5EF4-FFF2-40B4-BE49-F238E27FC236}">
                    <a16:creationId xmlns:a16="http://schemas.microsoft.com/office/drawing/2014/main" id="{57FED4BD-AE86-440E-B828-2B931658C3CE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2B55BC26-5C31-4303-9F7C-97D36B0BC2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15561" y="367462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7" name="Oval 16">
              <a:extLst>
                <a:ext uri="{FF2B5EF4-FFF2-40B4-BE49-F238E27FC236}">
                  <a16:creationId xmlns:a16="http://schemas.microsoft.com/office/drawing/2014/main" id="{5AF712A6-A287-4D31-835E-6469CAB8C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645" y="291511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60" name="Oval 16">
              <a:extLst>
                <a:ext uri="{FF2B5EF4-FFF2-40B4-BE49-F238E27FC236}">
                  <a16:creationId xmlns:a16="http://schemas.microsoft.com/office/drawing/2014/main" id="{04470523-5FD9-4DB5-BF11-5E2AAD5B8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095" y="2039307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34788AA-D874-4D17-A936-E8C01DBBBF5F}"/>
                </a:ext>
              </a:extLst>
            </p:cNvPr>
            <p:cNvGrpSpPr/>
            <p:nvPr/>
          </p:nvGrpSpPr>
          <p:grpSpPr>
            <a:xfrm>
              <a:off x="2503333" y="4163389"/>
              <a:ext cx="1119314" cy="1953582"/>
              <a:chOff x="2625884" y="3783730"/>
              <a:chExt cx="1119314" cy="195358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C4256A6C-4018-431E-A267-F51AD5D5F249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5F2B7648-5ADA-469F-8C31-AA75283556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0455" y="3783730"/>
                <a:ext cx="584743" cy="53126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A607230F-E9EE-4DDD-8484-6EC9F556C9CD}"/>
                </a:ext>
              </a:extLst>
            </p:cNvPr>
            <p:cNvGrpSpPr/>
            <p:nvPr/>
          </p:nvGrpSpPr>
          <p:grpSpPr>
            <a:xfrm>
              <a:off x="3995215" y="4293584"/>
              <a:ext cx="1188321" cy="1816176"/>
              <a:chOff x="2487145" y="3921136"/>
              <a:chExt cx="1188321" cy="181617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3" name="Isosceles Triangle 192">
                <a:extLst>
                  <a:ext uri="{FF2B5EF4-FFF2-40B4-BE49-F238E27FC236}">
                    <a16:creationId xmlns:a16="http://schemas.microsoft.com/office/drawing/2014/main" id="{94FE3CD9-B869-491D-BF23-3463C1E48B08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A1E8D9E3-B1A2-469F-A795-AA90FA4B8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7145" y="3921136"/>
                <a:ext cx="653588" cy="37932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5" name="Oval 16">
              <a:extLst>
                <a:ext uri="{FF2B5EF4-FFF2-40B4-BE49-F238E27FC236}">
                  <a16:creationId xmlns:a16="http://schemas.microsoft.com/office/drawing/2014/main" id="{324F39EB-A519-490E-B954-779E710EB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195" y="3790916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FCF0C33C-AFA4-4757-B385-496D66EFB545}"/>
                </a:ext>
              </a:extLst>
            </p:cNvPr>
            <p:cNvGrpSpPr/>
            <p:nvPr/>
          </p:nvGrpSpPr>
          <p:grpSpPr>
            <a:xfrm>
              <a:off x="6838292" y="3709350"/>
              <a:ext cx="1066726" cy="2001104"/>
              <a:chOff x="924173" y="3333083"/>
              <a:chExt cx="1066726" cy="2001104"/>
            </a:xfrm>
          </p:grpSpPr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8D307BAD-F457-4D04-B27B-C08568F77266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41FBE30A-043C-4A38-B833-52F52E04873B}"/>
                  </a:ext>
                </a:extLst>
              </p:cNvPr>
              <p:cNvCxnSpPr>
                <a:cxnSpLocks/>
                <a:endCxn id="191" idx="0"/>
              </p:cNvCxnSpPr>
              <p:nvPr/>
            </p:nvCxnSpPr>
            <p:spPr>
              <a:xfrm flipH="1">
                <a:off x="1448964" y="3333083"/>
                <a:ext cx="541935" cy="564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24287CB-4410-4C8D-A299-E20DB8A4DFD4}"/>
                </a:ext>
              </a:extLst>
            </p:cNvPr>
            <p:cNvGrpSpPr/>
            <p:nvPr/>
          </p:nvGrpSpPr>
          <p:grpSpPr>
            <a:xfrm>
              <a:off x="8035898" y="3673658"/>
              <a:ext cx="1049582" cy="2049916"/>
              <a:chOff x="2590770" y="3743351"/>
              <a:chExt cx="1049582" cy="2049916"/>
            </a:xfrm>
          </p:grpSpPr>
          <p:sp>
            <p:nvSpPr>
              <p:cNvPr id="189" name="Isosceles Triangle 188">
                <a:extLst>
                  <a:ext uri="{FF2B5EF4-FFF2-40B4-BE49-F238E27FC236}">
                    <a16:creationId xmlns:a16="http://schemas.microsoft.com/office/drawing/2014/main" id="{7ADEFCEF-D5E9-4C03-9C7B-C6457A7B2A15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3C6F8F4C-54C8-4FEA-BCED-ED51C17AB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493" y="3743351"/>
                <a:ext cx="363068" cy="5999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38B9B115-1206-40D8-BA9B-CAEF1240C220}"/>
                </a:ext>
              </a:extLst>
            </p:cNvPr>
            <p:cNvGrpSpPr/>
            <p:nvPr/>
          </p:nvGrpSpPr>
          <p:grpSpPr>
            <a:xfrm>
              <a:off x="9189396" y="3703893"/>
              <a:ext cx="1049582" cy="2006561"/>
              <a:chOff x="2625884" y="3730751"/>
              <a:chExt cx="1049582" cy="200656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7" name="Isosceles Triangle 186">
                <a:extLst>
                  <a:ext uri="{FF2B5EF4-FFF2-40B4-BE49-F238E27FC236}">
                    <a16:creationId xmlns:a16="http://schemas.microsoft.com/office/drawing/2014/main" id="{B58E8373-51CE-4504-A695-EBB7058F6E8C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58A1B0B5-CF5B-4DF7-8704-860BD95078D2}"/>
                  </a:ext>
                </a:extLst>
              </p:cNvPr>
              <p:cNvCxnSpPr>
                <a:cxnSpLocks/>
                <a:stCxn id="183" idx="3"/>
              </p:cNvCxnSpPr>
              <p:nvPr/>
            </p:nvCxnSpPr>
            <p:spPr>
              <a:xfrm flipH="1">
                <a:off x="3160456" y="3730751"/>
                <a:ext cx="328176" cy="58424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571B9A24-8300-494C-9EAA-E129C2DD6FEE}"/>
                </a:ext>
              </a:extLst>
            </p:cNvPr>
            <p:cNvGrpSpPr/>
            <p:nvPr/>
          </p:nvGrpSpPr>
          <p:grpSpPr>
            <a:xfrm>
              <a:off x="10344747" y="3673658"/>
              <a:ext cx="1049582" cy="2033904"/>
              <a:chOff x="2625884" y="3703408"/>
              <a:chExt cx="1049582" cy="203390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5" name="Isosceles Triangle 184">
                <a:extLst>
                  <a:ext uri="{FF2B5EF4-FFF2-40B4-BE49-F238E27FC236}">
                    <a16:creationId xmlns:a16="http://schemas.microsoft.com/office/drawing/2014/main" id="{6EB46C3C-AEF5-41C7-BC31-C24CD3590E52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4E21ECB-8B72-4EBD-B63D-159970FE9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5616" y="3703408"/>
                <a:ext cx="445117" cy="59705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B9C2993-7489-4796-82BC-8897DEE9F0B5}"/>
                </a:ext>
              </a:extLst>
            </p:cNvPr>
            <p:cNvGrpSpPr/>
            <p:nvPr/>
          </p:nvGrpSpPr>
          <p:grpSpPr>
            <a:xfrm>
              <a:off x="9962179" y="3179483"/>
              <a:ext cx="694001" cy="908365"/>
              <a:chOff x="10782573" y="3746338"/>
              <a:chExt cx="491968" cy="643928"/>
            </a:xfrm>
          </p:grpSpPr>
          <p:sp>
            <p:nvSpPr>
              <p:cNvPr id="183" name="Oval 16">
                <a:extLst>
                  <a:ext uri="{FF2B5EF4-FFF2-40B4-BE49-F238E27FC236}">
                    <a16:creationId xmlns:a16="http://schemas.microsoft.com/office/drawing/2014/main" id="{5B5AEC3F-E8AE-4AB2-B1EC-3FF5DB83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2573" y="37463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FCE05F9-08E4-4AEA-855A-057CD9905381}"/>
                  </a:ext>
                </a:extLst>
              </p:cNvPr>
              <p:cNvSpPr txBox="1"/>
              <p:nvPr/>
            </p:nvSpPr>
            <p:spPr>
              <a:xfrm>
                <a:off x="10856592" y="3833197"/>
                <a:ext cx="417949" cy="55706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endParaRPr lang="en-US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2" name="Oval 16">
              <a:extLst>
                <a:ext uri="{FF2B5EF4-FFF2-40B4-BE49-F238E27FC236}">
                  <a16:creationId xmlns:a16="http://schemas.microsoft.com/office/drawing/2014/main" id="{F9959620-F685-4D58-97FA-BE534384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776" y="316218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96155C-9E18-43BD-A73B-02B2D4AD6F92}"/>
              </a:ext>
            </a:extLst>
          </p:cNvPr>
          <p:cNvGrpSpPr/>
          <p:nvPr/>
        </p:nvGrpSpPr>
        <p:grpSpPr>
          <a:xfrm>
            <a:off x="3604440" y="3419384"/>
            <a:ext cx="2051589" cy="2182997"/>
            <a:chOff x="1469146" y="3753235"/>
            <a:chExt cx="2051589" cy="2182997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086441D7-90B0-4943-B55E-88083B9A311A}"/>
                </a:ext>
              </a:extLst>
            </p:cNvPr>
            <p:cNvSpPr txBox="1"/>
            <p:nvPr/>
          </p:nvSpPr>
          <p:spPr>
            <a:xfrm>
              <a:off x="1623252" y="556478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548DA9DA-730F-4A5B-924C-E937980827A2}"/>
                </a:ext>
              </a:extLst>
            </p:cNvPr>
            <p:cNvSpPr txBox="1"/>
            <p:nvPr/>
          </p:nvSpPr>
          <p:spPr>
            <a:xfrm>
              <a:off x="2703207" y="5566900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A5104F36-04D0-4F50-9E3E-3D96C0790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275" y="4724980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0CC2CF3-54E9-47C8-B689-D28A940F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8631" y="3753235"/>
              <a:ext cx="1232104" cy="6971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6AE6A3D-C030-4D0C-91FE-6123AC52E916}"/>
                </a:ext>
              </a:extLst>
            </p:cNvPr>
            <p:cNvSpPr/>
            <p:nvPr/>
          </p:nvSpPr>
          <p:spPr>
            <a:xfrm>
              <a:off x="1566659" y="5125471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16">
              <a:extLst>
                <a:ext uri="{FF2B5EF4-FFF2-40B4-BE49-F238E27FC236}">
                  <a16:creationId xmlns:a16="http://schemas.microsoft.com/office/drawing/2014/main" id="{744030F8-9DD6-4E13-98F3-7388527FE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545" y="415405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1EEF1B3-FA79-4763-98F8-EB3325EB62A9}"/>
                </a:ext>
              </a:extLst>
            </p:cNvPr>
            <p:cNvSpPr/>
            <p:nvPr/>
          </p:nvSpPr>
          <p:spPr>
            <a:xfrm>
              <a:off x="2633204" y="5096946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4864E51C-A52D-49D9-AA9D-E19C9757A1C7}"/>
                </a:ext>
              </a:extLst>
            </p:cNvPr>
            <p:cNvCxnSpPr>
              <a:cxnSpLocks/>
            </p:cNvCxnSpPr>
            <p:nvPr/>
          </p:nvCxnSpPr>
          <p:spPr>
            <a:xfrm>
              <a:off x="2466858" y="4688808"/>
              <a:ext cx="352589" cy="4039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0AB5129-5F44-45CA-8C26-9E6FEA1A3FFD}"/>
                </a:ext>
              </a:extLst>
            </p:cNvPr>
            <p:cNvSpPr txBox="1"/>
            <p:nvPr/>
          </p:nvSpPr>
          <p:spPr>
            <a:xfrm>
              <a:off x="1983890" y="4297984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17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29A673A-72F7-4BED-B97D-5FFAEBFF35FD}"/>
                </a:ext>
              </a:extLst>
            </p:cNvPr>
            <p:cNvSpPr txBox="1"/>
            <p:nvPr/>
          </p:nvSpPr>
          <p:spPr>
            <a:xfrm>
              <a:off x="1469146" y="425728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8EDE487-CE4A-448D-BD27-0C85A904C40A}"/>
              </a:ext>
            </a:extLst>
          </p:cNvPr>
          <p:cNvCxnSpPr>
            <a:cxnSpLocks/>
          </p:cNvCxnSpPr>
          <p:nvPr/>
        </p:nvCxnSpPr>
        <p:spPr>
          <a:xfrm flipH="1">
            <a:off x="8497309" y="3328741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01AA1E0-030A-46E3-8BA0-83D5BDB53CE3}"/>
              </a:ext>
            </a:extLst>
          </p:cNvPr>
          <p:cNvGrpSpPr/>
          <p:nvPr/>
        </p:nvGrpSpPr>
        <p:grpSpPr>
          <a:xfrm>
            <a:off x="8165612" y="3886279"/>
            <a:ext cx="826085" cy="557612"/>
            <a:chOff x="7833301" y="5217286"/>
            <a:chExt cx="826085" cy="557612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239AB0F-CDB7-4409-B51B-82B1E300156C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A9E844B-E810-4866-8DC1-86D55246998C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A4B0CB23-67F4-45AF-A4F1-CD38F142D830}"/>
              </a:ext>
            </a:extLst>
          </p:cNvPr>
          <p:cNvSpPr txBox="1"/>
          <p:nvPr/>
        </p:nvSpPr>
        <p:spPr>
          <a:xfrm>
            <a:off x="7235576" y="3471203"/>
            <a:ext cx="32252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FB5D21E-A217-4396-8599-D9027CBCC3F7}"/>
              </a:ext>
            </a:extLst>
          </p:cNvPr>
          <p:cNvCxnSpPr>
            <a:cxnSpLocks/>
          </p:cNvCxnSpPr>
          <p:nvPr/>
        </p:nvCxnSpPr>
        <p:spPr>
          <a:xfrm>
            <a:off x="6009489" y="3406236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4929881" y="2330135"/>
            <a:ext cx="4593624" cy="1660216"/>
            <a:chOff x="4303740" y="1121476"/>
            <a:chExt cx="4593624" cy="1660216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2FD8B6B-6287-4D5A-81CF-782E7FF70742}"/>
                </a:ext>
              </a:extLst>
            </p:cNvPr>
            <p:cNvGrpSpPr/>
            <p:nvPr/>
          </p:nvGrpSpPr>
          <p:grpSpPr>
            <a:xfrm>
              <a:off x="4813045" y="1121476"/>
              <a:ext cx="1876173" cy="1378117"/>
              <a:chOff x="4427922" y="1595017"/>
              <a:chExt cx="1876173" cy="1378117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8AB9791-8FDE-4898-AB60-75A7D04D017F}"/>
                  </a:ext>
                </a:extLst>
              </p:cNvPr>
              <p:cNvCxnSpPr>
                <a:cxnSpLocks/>
                <a:endCxn id="239" idx="2"/>
              </p:cNvCxnSpPr>
              <p:nvPr/>
            </p:nvCxnSpPr>
            <p:spPr>
              <a:xfrm flipV="1">
                <a:off x="4793800" y="1595017"/>
                <a:ext cx="1510295" cy="8231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6">
                <a:extLst>
                  <a:ext uri="{FF2B5EF4-FFF2-40B4-BE49-F238E27FC236}">
                    <a16:creationId xmlns:a16="http://schemas.microsoft.com/office/drawing/2014/main" id="{73D4A683-96B5-42D0-9868-23D2EF1CC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922" y="2321247"/>
                <a:ext cx="651887" cy="651887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6A1BC2ED-09DF-4A1B-8F92-E26AA21D2154}"/>
                  </a:ext>
                </a:extLst>
              </p:cNvPr>
              <p:cNvSpPr txBox="1"/>
              <p:nvPr/>
            </p:nvSpPr>
            <p:spPr>
              <a:xfrm>
                <a:off x="4515552" y="24510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44</a:t>
                </a: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63C673-A01B-4EE2-93D2-26523AFBB541}"/>
              </a:ext>
            </a:extLst>
          </p:cNvPr>
          <p:cNvGrpSpPr/>
          <p:nvPr/>
        </p:nvGrpSpPr>
        <p:grpSpPr>
          <a:xfrm>
            <a:off x="5744351" y="3887937"/>
            <a:ext cx="3001708" cy="2587790"/>
            <a:chOff x="2251461" y="4001733"/>
            <a:chExt cx="3001708" cy="2587790"/>
          </a:xfrm>
        </p:grpSpPr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879B9DD-3701-4C41-95D3-079A2BA03545}"/>
                </a:ext>
              </a:extLst>
            </p:cNvPr>
            <p:cNvCxnSpPr>
              <a:cxnSpLocks/>
            </p:cNvCxnSpPr>
            <p:nvPr/>
          </p:nvCxnSpPr>
          <p:spPr>
            <a:xfrm>
              <a:off x="4155404" y="4388360"/>
              <a:ext cx="318502" cy="3896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3C62BB6-B61C-42D5-BF2A-9F04EF29D0FE}"/>
                </a:ext>
              </a:extLst>
            </p:cNvPr>
            <p:cNvGrpSpPr/>
            <p:nvPr/>
          </p:nvGrpSpPr>
          <p:grpSpPr>
            <a:xfrm>
              <a:off x="3903948" y="4738837"/>
              <a:ext cx="1349221" cy="1825222"/>
              <a:chOff x="6582966" y="5123011"/>
              <a:chExt cx="1349221" cy="1825222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78FE62D-912A-4E0E-A711-90AD4CAE5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3733" y="5714745"/>
                <a:ext cx="250688" cy="350802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D65AB43-A937-496E-9DE7-7FE5B5DC8F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2356" y="5774898"/>
                <a:ext cx="221786" cy="470208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34E7A63-15F7-422A-94AC-F9D009DD7673}"/>
                  </a:ext>
                </a:extLst>
              </p:cNvPr>
              <p:cNvSpPr/>
              <p:nvPr/>
            </p:nvSpPr>
            <p:spPr>
              <a:xfrm>
                <a:off x="7496656" y="6063117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9B50FB0-FD76-46F7-BAAD-7BC3AEAEA1FB}"/>
                  </a:ext>
                </a:extLst>
              </p:cNvPr>
              <p:cNvSpPr/>
              <p:nvPr/>
            </p:nvSpPr>
            <p:spPr>
              <a:xfrm>
                <a:off x="6636656" y="6054953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3794280-0FE3-4A35-A8AA-2E4111DDD214}"/>
                  </a:ext>
                </a:extLst>
              </p:cNvPr>
              <p:cNvSpPr txBox="1"/>
              <p:nvPr/>
            </p:nvSpPr>
            <p:spPr>
              <a:xfrm>
                <a:off x="7553159" y="6578901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8D6AF62-67DC-4F5D-ACC0-479F11C57F47}"/>
                  </a:ext>
                </a:extLst>
              </p:cNvPr>
              <p:cNvSpPr txBox="1"/>
              <p:nvPr/>
            </p:nvSpPr>
            <p:spPr>
              <a:xfrm>
                <a:off x="6664730" y="655724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0" name="Oval 16">
                <a:extLst>
                  <a:ext uri="{FF2B5EF4-FFF2-40B4-BE49-F238E27FC236}">
                    <a16:creationId xmlns:a16="http://schemas.microsoft.com/office/drawing/2014/main" id="{CD691F22-5634-46D3-A978-B75145F3F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2122" y="5123011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6E5A38-0289-4DA5-9F4F-CF1CA4C7AFB5}"/>
                  </a:ext>
                </a:extLst>
              </p:cNvPr>
              <p:cNvSpPr txBox="1"/>
              <p:nvPr/>
            </p:nvSpPr>
            <p:spPr>
              <a:xfrm>
                <a:off x="7050254" y="5244411"/>
                <a:ext cx="4892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54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3132D1B-1230-4CBD-A30A-84388225A01B}"/>
                  </a:ext>
                </a:extLst>
              </p:cNvPr>
              <p:cNvSpPr txBox="1"/>
              <p:nvPr/>
            </p:nvSpPr>
            <p:spPr>
              <a:xfrm>
                <a:off x="6582966" y="538966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47CCF8-42BD-4208-9EB8-3A94D1491145}"/>
                </a:ext>
              </a:extLst>
            </p:cNvPr>
            <p:cNvGrpSpPr/>
            <p:nvPr/>
          </p:nvGrpSpPr>
          <p:grpSpPr>
            <a:xfrm>
              <a:off x="2251461" y="4375532"/>
              <a:ext cx="1351662" cy="2213991"/>
              <a:chOff x="5315049" y="3888928"/>
              <a:chExt cx="1351662" cy="2213991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E430833-B2FF-4F5C-B849-891C07FEDD57}"/>
                  </a:ext>
                </a:extLst>
              </p:cNvPr>
              <p:cNvSpPr/>
              <p:nvPr/>
            </p:nvSpPr>
            <p:spPr>
              <a:xfrm>
                <a:off x="6158584" y="5263379"/>
                <a:ext cx="429995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4DD096-7971-4928-A0CC-FF7C6C604C41}"/>
                  </a:ext>
                </a:extLst>
              </p:cNvPr>
              <p:cNvSpPr txBox="1"/>
              <p:nvPr/>
            </p:nvSpPr>
            <p:spPr>
              <a:xfrm>
                <a:off x="5860989" y="388892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B661904-5CBB-48AC-A741-58E04A595E24}"/>
                  </a:ext>
                </a:extLst>
              </p:cNvPr>
              <p:cNvSpPr txBox="1"/>
              <p:nvPr/>
            </p:nvSpPr>
            <p:spPr>
              <a:xfrm>
                <a:off x="5371552" y="573358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14C50096-096F-45A1-8A28-55937CBEE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858" y="4913681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298AA5C-4AD4-4F24-A60F-B65C74A80C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5384" y="4913681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90D6EA79-E9D8-495E-8660-21D36D571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00068" y="3959124"/>
                <a:ext cx="466643" cy="46049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Oval 16">
                <a:extLst>
                  <a:ext uri="{FF2B5EF4-FFF2-40B4-BE49-F238E27FC236}">
                    <a16:creationId xmlns:a16="http://schemas.microsoft.com/office/drawing/2014/main" id="{31BC0A0F-EFA1-464D-B2E0-1DC4AE548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015" y="4324155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B539B0D-98CE-492A-BD89-34CFFB69F1BD}"/>
                  </a:ext>
                </a:extLst>
              </p:cNvPr>
              <p:cNvSpPr/>
              <p:nvPr/>
            </p:nvSpPr>
            <p:spPr>
              <a:xfrm>
                <a:off x="5315049" y="5263379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15DD3A9-3CED-4EFA-9A0D-482D45D05356}"/>
                  </a:ext>
                </a:extLst>
              </p:cNvPr>
              <p:cNvSpPr txBox="1"/>
              <p:nvPr/>
            </p:nvSpPr>
            <p:spPr>
              <a:xfrm>
                <a:off x="5704125" y="44569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48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DD7FCD6-75A6-4079-9F53-7BC72FC94187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241" name="Oval 16">
              <a:extLst>
                <a:ext uri="{FF2B5EF4-FFF2-40B4-BE49-F238E27FC236}">
                  <a16:creationId xmlns:a16="http://schemas.microsoft.com/office/drawing/2014/main" id="{FAEBA425-6851-4DF2-B6F0-4F73B4FA1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517" y="4001733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63DFAB3-2743-433C-8FD6-34959B9ECBD5}"/>
                </a:ext>
              </a:extLst>
            </p:cNvPr>
            <p:cNvSpPr txBox="1"/>
            <p:nvPr/>
          </p:nvSpPr>
          <p:spPr>
            <a:xfrm>
              <a:off x="3603123" y="4126075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50</a:t>
              </a:r>
            </a:p>
          </p:txBody>
        </p:sp>
      </p:grpSp>
      <p:sp>
        <p:nvSpPr>
          <p:cNvPr id="251" name="TextBox 250">
            <a:extLst>
              <a:ext uri="{FF2B5EF4-FFF2-40B4-BE49-F238E27FC236}">
                <a16:creationId xmlns:a16="http://schemas.microsoft.com/office/drawing/2014/main" id="{BA583ACC-A064-4BC5-9B47-951E7E0E4E22}"/>
              </a:ext>
            </a:extLst>
          </p:cNvPr>
          <p:cNvSpPr txBox="1"/>
          <p:nvPr/>
        </p:nvSpPr>
        <p:spPr>
          <a:xfrm>
            <a:off x="7082782" y="190892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C880D21-81F4-4BB2-92AA-210616EE82B4}"/>
              </a:ext>
            </a:extLst>
          </p:cNvPr>
          <p:cNvSpPr txBox="1"/>
          <p:nvPr/>
        </p:nvSpPr>
        <p:spPr>
          <a:xfrm>
            <a:off x="8580292" y="297945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82702F6-7880-4500-9674-790C1F48E0EB}"/>
              </a:ext>
            </a:extLst>
          </p:cNvPr>
          <p:cNvSpPr txBox="1"/>
          <p:nvPr/>
        </p:nvSpPr>
        <p:spPr>
          <a:xfrm>
            <a:off x="8011778" y="1891440"/>
            <a:ext cx="322524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1048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7897514" y="2379238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52/154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Determine 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Perform the rotation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Update BFs of A,B,C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430770" y="3239912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106571" y="2484331"/>
            <a:ext cx="39946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5817" y="2897958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8977142" y="30064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359" y="200419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7409270" y="213859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5451721" y="270452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2433735-0004-4E92-A216-BFA3F65296F5}"/>
              </a:ext>
            </a:extLst>
          </p:cNvPr>
          <p:cNvGrpSpPr/>
          <p:nvPr/>
        </p:nvGrpSpPr>
        <p:grpSpPr>
          <a:xfrm>
            <a:off x="9828705" y="1885107"/>
            <a:ext cx="2122772" cy="792515"/>
            <a:chOff x="472197" y="2039307"/>
            <a:chExt cx="10922132" cy="4077664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98E8E89-928E-484F-9BF2-8970A259EB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5238" y="2178006"/>
              <a:ext cx="1141047" cy="1339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5E96FCE-FAC1-40C5-886B-C693568DB0EB}"/>
                </a:ext>
              </a:extLst>
            </p:cNvPr>
            <p:cNvCxnSpPr>
              <a:cxnSpLocks/>
              <a:endCxn id="165" idx="5"/>
            </p:cNvCxnSpPr>
            <p:nvPr/>
          </p:nvCxnSpPr>
          <p:spPr>
            <a:xfrm>
              <a:off x="1591511" y="2161835"/>
              <a:ext cx="2363096" cy="21534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row: Notched Right 124">
              <a:extLst>
                <a:ext uri="{FF2B5EF4-FFF2-40B4-BE49-F238E27FC236}">
                  <a16:creationId xmlns:a16="http://schemas.microsoft.com/office/drawing/2014/main" id="{D9EBD83A-398C-443C-A0D6-1575125C8A7F}"/>
                </a:ext>
              </a:extLst>
            </p:cNvPr>
            <p:cNvSpPr/>
            <p:nvPr/>
          </p:nvSpPr>
          <p:spPr>
            <a:xfrm>
              <a:off x="5625035" y="2914651"/>
              <a:ext cx="740257" cy="461225"/>
            </a:xfrm>
            <a:prstGeom prst="notchedRightArrow">
              <a:avLst/>
            </a:prstGeom>
            <a:solidFill>
              <a:srgbClr val="FFFF00"/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0ED478F-5F4B-4C09-88BF-7E086A8A58DE}"/>
                </a:ext>
              </a:extLst>
            </p:cNvPr>
            <p:cNvCxnSpPr>
              <a:cxnSpLocks/>
              <a:endCxn id="183" idx="5"/>
            </p:cNvCxnSpPr>
            <p:nvPr/>
          </p:nvCxnSpPr>
          <p:spPr>
            <a:xfrm>
              <a:off x="9149573" y="2476368"/>
              <a:ext cx="1337008" cy="12275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6">
              <a:extLst>
                <a:ext uri="{FF2B5EF4-FFF2-40B4-BE49-F238E27FC236}">
                  <a16:creationId xmlns:a16="http://schemas.microsoft.com/office/drawing/2014/main" id="{2F0E3632-5085-4D83-8C60-E3AF2B480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165" y="2132230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9822FADD-0B36-4632-99BD-7C6434EBF533}"/>
                </a:ext>
              </a:extLst>
            </p:cNvPr>
            <p:cNvGrpSpPr/>
            <p:nvPr/>
          </p:nvGrpSpPr>
          <p:grpSpPr>
            <a:xfrm>
              <a:off x="472197" y="2332333"/>
              <a:ext cx="1309373" cy="2105523"/>
              <a:chOff x="924173" y="3228664"/>
              <a:chExt cx="1309373" cy="2105523"/>
            </a:xfrm>
          </p:grpSpPr>
          <p:sp>
            <p:nvSpPr>
              <p:cNvPr id="199" name="Isosceles Triangle 198">
                <a:extLst>
                  <a:ext uri="{FF2B5EF4-FFF2-40B4-BE49-F238E27FC236}">
                    <a16:creationId xmlns:a16="http://schemas.microsoft.com/office/drawing/2014/main" id="{C634E1D6-2E5A-4F48-B0C8-8C9D3DB5318E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463D280-B014-45AD-8F8A-2EEFCB4AD3E2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1448964" y="322866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8DB2A49-873F-4B2E-9C7E-CE1047462048}"/>
                </a:ext>
              </a:extLst>
            </p:cNvPr>
            <p:cNvGrpSpPr/>
            <p:nvPr/>
          </p:nvGrpSpPr>
          <p:grpSpPr>
            <a:xfrm>
              <a:off x="1434173" y="3233391"/>
              <a:ext cx="1309373" cy="2118643"/>
              <a:chOff x="2590770" y="3674624"/>
              <a:chExt cx="1309373" cy="2118643"/>
            </a:xfrm>
          </p:grpSpPr>
          <p:sp>
            <p:nvSpPr>
              <p:cNvPr id="197" name="Isosceles Triangle 196">
                <a:extLst>
                  <a:ext uri="{FF2B5EF4-FFF2-40B4-BE49-F238E27FC236}">
                    <a16:creationId xmlns:a16="http://schemas.microsoft.com/office/drawing/2014/main" id="{57FED4BD-AE86-440E-B828-2B931658C3CE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2B55BC26-5C31-4303-9F7C-97D36B0BC2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15561" y="367462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7" name="Oval 16">
              <a:extLst>
                <a:ext uri="{FF2B5EF4-FFF2-40B4-BE49-F238E27FC236}">
                  <a16:creationId xmlns:a16="http://schemas.microsoft.com/office/drawing/2014/main" id="{5AF712A6-A287-4D31-835E-6469CAB8C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645" y="291511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60" name="Oval 16">
              <a:extLst>
                <a:ext uri="{FF2B5EF4-FFF2-40B4-BE49-F238E27FC236}">
                  <a16:creationId xmlns:a16="http://schemas.microsoft.com/office/drawing/2014/main" id="{04470523-5FD9-4DB5-BF11-5E2AAD5B8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095" y="2039307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34788AA-D874-4D17-A936-E8C01DBBBF5F}"/>
                </a:ext>
              </a:extLst>
            </p:cNvPr>
            <p:cNvGrpSpPr/>
            <p:nvPr/>
          </p:nvGrpSpPr>
          <p:grpSpPr>
            <a:xfrm>
              <a:off x="2503333" y="4163389"/>
              <a:ext cx="1119314" cy="1953582"/>
              <a:chOff x="2625884" y="3783730"/>
              <a:chExt cx="1119314" cy="195358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C4256A6C-4018-431E-A267-F51AD5D5F249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5F2B7648-5ADA-469F-8C31-AA75283556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0455" y="3783730"/>
                <a:ext cx="584743" cy="53126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A607230F-E9EE-4DDD-8484-6EC9F556C9CD}"/>
                </a:ext>
              </a:extLst>
            </p:cNvPr>
            <p:cNvGrpSpPr/>
            <p:nvPr/>
          </p:nvGrpSpPr>
          <p:grpSpPr>
            <a:xfrm>
              <a:off x="3995215" y="4293584"/>
              <a:ext cx="1188321" cy="1816176"/>
              <a:chOff x="2487145" y="3921136"/>
              <a:chExt cx="1188321" cy="181617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3" name="Isosceles Triangle 192">
                <a:extLst>
                  <a:ext uri="{FF2B5EF4-FFF2-40B4-BE49-F238E27FC236}">
                    <a16:creationId xmlns:a16="http://schemas.microsoft.com/office/drawing/2014/main" id="{94FE3CD9-B869-491D-BF23-3463C1E48B08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A1E8D9E3-B1A2-469F-A795-AA90FA4B8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7145" y="3921136"/>
                <a:ext cx="653588" cy="37932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5" name="Oval 16">
              <a:extLst>
                <a:ext uri="{FF2B5EF4-FFF2-40B4-BE49-F238E27FC236}">
                  <a16:creationId xmlns:a16="http://schemas.microsoft.com/office/drawing/2014/main" id="{324F39EB-A519-490E-B954-779E710EB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195" y="3790916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FCF0C33C-AFA4-4757-B385-496D66EFB545}"/>
                </a:ext>
              </a:extLst>
            </p:cNvPr>
            <p:cNvGrpSpPr/>
            <p:nvPr/>
          </p:nvGrpSpPr>
          <p:grpSpPr>
            <a:xfrm>
              <a:off x="6838292" y="3709350"/>
              <a:ext cx="1066726" cy="2001104"/>
              <a:chOff x="924173" y="3333083"/>
              <a:chExt cx="1066726" cy="2001104"/>
            </a:xfrm>
          </p:grpSpPr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8D307BAD-F457-4D04-B27B-C08568F77266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41FBE30A-043C-4A38-B833-52F52E04873B}"/>
                  </a:ext>
                </a:extLst>
              </p:cNvPr>
              <p:cNvCxnSpPr>
                <a:cxnSpLocks/>
                <a:endCxn id="191" idx="0"/>
              </p:cNvCxnSpPr>
              <p:nvPr/>
            </p:nvCxnSpPr>
            <p:spPr>
              <a:xfrm flipH="1">
                <a:off x="1448964" y="3333083"/>
                <a:ext cx="541935" cy="564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24287CB-4410-4C8D-A299-E20DB8A4DFD4}"/>
                </a:ext>
              </a:extLst>
            </p:cNvPr>
            <p:cNvGrpSpPr/>
            <p:nvPr/>
          </p:nvGrpSpPr>
          <p:grpSpPr>
            <a:xfrm>
              <a:off x="8035898" y="3673658"/>
              <a:ext cx="1049582" cy="2049916"/>
              <a:chOff x="2590770" y="3743351"/>
              <a:chExt cx="1049582" cy="2049916"/>
            </a:xfrm>
          </p:grpSpPr>
          <p:sp>
            <p:nvSpPr>
              <p:cNvPr id="189" name="Isosceles Triangle 188">
                <a:extLst>
                  <a:ext uri="{FF2B5EF4-FFF2-40B4-BE49-F238E27FC236}">
                    <a16:creationId xmlns:a16="http://schemas.microsoft.com/office/drawing/2014/main" id="{7ADEFCEF-D5E9-4C03-9C7B-C6457A7B2A15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3C6F8F4C-54C8-4FEA-BCED-ED51C17AB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493" y="3743351"/>
                <a:ext cx="363068" cy="5999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38B9B115-1206-40D8-BA9B-CAEF1240C220}"/>
                </a:ext>
              </a:extLst>
            </p:cNvPr>
            <p:cNvGrpSpPr/>
            <p:nvPr/>
          </p:nvGrpSpPr>
          <p:grpSpPr>
            <a:xfrm>
              <a:off x="9189396" y="3703893"/>
              <a:ext cx="1049582" cy="2006561"/>
              <a:chOff x="2625884" y="3730751"/>
              <a:chExt cx="1049582" cy="200656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7" name="Isosceles Triangle 186">
                <a:extLst>
                  <a:ext uri="{FF2B5EF4-FFF2-40B4-BE49-F238E27FC236}">
                    <a16:creationId xmlns:a16="http://schemas.microsoft.com/office/drawing/2014/main" id="{B58E8373-51CE-4504-A695-EBB7058F6E8C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58A1B0B5-CF5B-4DF7-8704-860BD95078D2}"/>
                  </a:ext>
                </a:extLst>
              </p:cNvPr>
              <p:cNvCxnSpPr>
                <a:cxnSpLocks/>
                <a:stCxn id="183" idx="3"/>
              </p:cNvCxnSpPr>
              <p:nvPr/>
            </p:nvCxnSpPr>
            <p:spPr>
              <a:xfrm flipH="1">
                <a:off x="3160456" y="3730751"/>
                <a:ext cx="328176" cy="58424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571B9A24-8300-494C-9EAA-E129C2DD6FEE}"/>
                </a:ext>
              </a:extLst>
            </p:cNvPr>
            <p:cNvGrpSpPr/>
            <p:nvPr/>
          </p:nvGrpSpPr>
          <p:grpSpPr>
            <a:xfrm>
              <a:off x="10344747" y="3673658"/>
              <a:ext cx="1049582" cy="2033904"/>
              <a:chOff x="2625884" y="3703408"/>
              <a:chExt cx="1049582" cy="203390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5" name="Isosceles Triangle 184">
                <a:extLst>
                  <a:ext uri="{FF2B5EF4-FFF2-40B4-BE49-F238E27FC236}">
                    <a16:creationId xmlns:a16="http://schemas.microsoft.com/office/drawing/2014/main" id="{6EB46C3C-AEF5-41C7-BC31-C24CD3590E52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4E21ECB-8B72-4EBD-B63D-159970FE9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5616" y="3703408"/>
                <a:ext cx="445117" cy="59705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B9C2993-7489-4796-82BC-8897DEE9F0B5}"/>
                </a:ext>
              </a:extLst>
            </p:cNvPr>
            <p:cNvGrpSpPr/>
            <p:nvPr/>
          </p:nvGrpSpPr>
          <p:grpSpPr>
            <a:xfrm>
              <a:off x="9962179" y="3179483"/>
              <a:ext cx="694001" cy="908365"/>
              <a:chOff x="10782573" y="3746338"/>
              <a:chExt cx="491968" cy="643928"/>
            </a:xfrm>
          </p:grpSpPr>
          <p:sp>
            <p:nvSpPr>
              <p:cNvPr id="183" name="Oval 16">
                <a:extLst>
                  <a:ext uri="{FF2B5EF4-FFF2-40B4-BE49-F238E27FC236}">
                    <a16:creationId xmlns:a16="http://schemas.microsoft.com/office/drawing/2014/main" id="{5B5AEC3F-E8AE-4AB2-B1EC-3FF5DB83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2573" y="37463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FCE05F9-08E4-4AEA-855A-057CD9905381}"/>
                  </a:ext>
                </a:extLst>
              </p:cNvPr>
              <p:cNvSpPr txBox="1"/>
              <p:nvPr/>
            </p:nvSpPr>
            <p:spPr>
              <a:xfrm>
                <a:off x="10856592" y="3833197"/>
                <a:ext cx="417949" cy="55706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endParaRPr lang="en-US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2" name="Oval 16">
              <a:extLst>
                <a:ext uri="{FF2B5EF4-FFF2-40B4-BE49-F238E27FC236}">
                  <a16:creationId xmlns:a16="http://schemas.microsoft.com/office/drawing/2014/main" id="{F9959620-F685-4D58-97FA-BE534384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776" y="316218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96155C-9E18-43BD-A73B-02B2D4AD6F92}"/>
              </a:ext>
            </a:extLst>
          </p:cNvPr>
          <p:cNvGrpSpPr/>
          <p:nvPr/>
        </p:nvGrpSpPr>
        <p:grpSpPr>
          <a:xfrm>
            <a:off x="3604440" y="3419384"/>
            <a:ext cx="2051589" cy="2182997"/>
            <a:chOff x="1469146" y="3753235"/>
            <a:chExt cx="2051589" cy="2182997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086441D7-90B0-4943-B55E-88083B9A311A}"/>
                </a:ext>
              </a:extLst>
            </p:cNvPr>
            <p:cNvSpPr txBox="1"/>
            <p:nvPr/>
          </p:nvSpPr>
          <p:spPr>
            <a:xfrm>
              <a:off x="1623252" y="556478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548DA9DA-730F-4A5B-924C-E937980827A2}"/>
                </a:ext>
              </a:extLst>
            </p:cNvPr>
            <p:cNvSpPr txBox="1"/>
            <p:nvPr/>
          </p:nvSpPr>
          <p:spPr>
            <a:xfrm>
              <a:off x="2703207" y="5566900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A5104F36-04D0-4F50-9E3E-3D96C0790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275" y="4724980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0CC2CF3-54E9-47C8-B689-D28A940F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8631" y="3753235"/>
              <a:ext cx="1232104" cy="6971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6AE6A3D-C030-4D0C-91FE-6123AC52E916}"/>
                </a:ext>
              </a:extLst>
            </p:cNvPr>
            <p:cNvSpPr/>
            <p:nvPr/>
          </p:nvSpPr>
          <p:spPr>
            <a:xfrm>
              <a:off x="1566659" y="5125471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16">
              <a:extLst>
                <a:ext uri="{FF2B5EF4-FFF2-40B4-BE49-F238E27FC236}">
                  <a16:creationId xmlns:a16="http://schemas.microsoft.com/office/drawing/2014/main" id="{744030F8-9DD6-4E13-98F3-7388527FE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545" y="415405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1EEF1B3-FA79-4763-98F8-EB3325EB62A9}"/>
                </a:ext>
              </a:extLst>
            </p:cNvPr>
            <p:cNvSpPr/>
            <p:nvPr/>
          </p:nvSpPr>
          <p:spPr>
            <a:xfrm>
              <a:off x="2633204" y="5096946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4864E51C-A52D-49D9-AA9D-E19C9757A1C7}"/>
                </a:ext>
              </a:extLst>
            </p:cNvPr>
            <p:cNvCxnSpPr>
              <a:cxnSpLocks/>
            </p:cNvCxnSpPr>
            <p:nvPr/>
          </p:nvCxnSpPr>
          <p:spPr>
            <a:xfrm>
              <a:off x="2466858" y="4688808"/>
              <a:ext cx="352589" cy="4039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0AB5129-5F44-45CA-8C26-9E6FEA1A3FFD}"/>
                </a:ext>
              </a:extLst>
            </p:cNvPr>
            <p:cNvSpPr txBox="1"/>
            <p:nvPr/>
          </p:nvSpPr>
          <p:spPr>
            <a:xfrm>
              <a:off x="1983890" y="4297984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17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29A673A-72F7-4BED-B97D-5FFAEBFF35FD}"/>
                </a:ext>
              </a:extLst>
            </p:cNvPr>
            <p:cNvSpPr txBox="1"/>
            <p:nvPr/>
          </p:nvSpPr>
          <p:spPr>
            <a:xfrm>
              <a:off x="1469146" y="425728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8EDE487-CE4A-448D-BD27-0C85A904C40A}"/>
              </a:ext>
            </a:extLst>
          </p:cNvPr>
          <p:cNvCxnSpPr>
            <a:cxnSpLocks/>
          </p:cNvCxnSpPr>
          <p:nvPr/>
        </p:nvCxnSpPr>
        <p:spPr>
          <a:xfrm flipH="1">
            <a:off x="8497309" y="3328741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01AA1E0-030A-46E3-8BA0-83D5BDB53CE3}"/>
              </a:ext>
            </a:extLst>
          </p:cNvPr>
          <p:cNvGrpSpPr/>
          <p:nvPr/>
        </p:nvGrpSpPr>
        <p:grpSpPr>
          <a:xfrm>
            <a:off x="8165612" y="3886279"/>
            <a:ext cx="826085" cy="557612"/>
            <a:chOff x="7833301" y="5217286"/>
            <a:chExt cx="826085" cy="557612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239AB0F-CDB7-4409-B51B-82B1E300156C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A9E844B-E810-4866-8DC1-86D55246998C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A4B0CB23-67F4-45AF-A4F1-CD38F142D830}"/>
              </a:ext>
            </a:extLst>
          </p:cNvPr>
          <p:cNvSpPr txBox="1"/>
          <p:nvPr/>
        </p:nvSpPr>
        <p:spPr>
          <a:xfrm>
            <a:off x="7235576" y="3471203"/>
            <a:ext cx="32252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FB5D21E-A217-4396-8599-D9027CBCC3F7}"/>
              </a:ext>
            </a:extLst>
          </p:cNvPr>
          <p:cNvCxnSpPr>
            <a:cxnSpLocks/>
          </p:cNvCxnSpPr>
          <p:nvPr/>
        </p:nvCxnSpPr>
        <p:spPr>
          <a:xfrm>
            <a:off x="6009489" y="3406236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4929881" y="2330135"/>
            <a:ext cx="4593624" cy="1660216"/>
            <a:chOff x="4303740" y="1121476"/>
            <a:chExt cx="4593624" cy="1660216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2FD8B6B-6287-4D5A-81CF-782E7FF70742}"/>
                </a:ext>
              </a:extLst>
            </p:cNvPr>
            <p:cNvGrpSpPr/>
            <p:nvPr/>
          </p:nvGrpSpPr>
          <p:grpSpPr>
            <a:xfrm>
              <a:off x="4813045" y="1121476"/>
              <a:ext cx="1876173" cy="1378117"/>
              <a:chOff x="4427922" y="1595017"/>
              <a:chExt cx="1876173" cy="1378117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8AB9791-8FDE-4898-AB60-75A7D04D017F}"/>
                  </a:ext>
                </a:extLst>
              </p:cNvPr>
              <p:cNvCxnSpPr>
                <a:cxnSpLocks/>
                <a:endCxn id="239" idx="2"/>
              </p:cNvCxnSpPr>
              <p:nvPr/>
            </p:nvCxnSpPr>
            <p:spPr>
              <a:xfrm flipV="1">
                <a:off x="4793800" y="1595017"/>
                <a:ext cx="1510295" cy="8231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6">
                <a:extLst>
                  <a:ext uri="{FF2B5EF4-FFF2-40B4-BE49-F238E27FC236}">
                    <a16:creationId xmlns:a16="http://schemas.microsoft.com/office/drawing/2014/main" id="{73D4A683-96B5-42D0-9868-23D2EF1CC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922" y="2321247"/>
                <a:ext cx="651887" cy="651887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6A1BC2ED-09DF-4A1B-8F92-E26AA21D2154}"/>
                  </a:ext>
                </a:extLst>
              </p:cNvPr>
              <p:cNvSpPr txBox="1"/>
              <p:nvPr/>
            </p:nvSpPr>
            <p:spPr>
              <a:xfrm>
                <a:off x="4515552" y="24510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44</a:t>
                </a: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63C673-A01B-4EE2-93D2-26523AFBB541}"/>
              </a:ext>
            </a:extLst>
          </p:cNvPr>
          <p:cNvGrpSpPr/>
          <p:nvPr/>
        </p:nvGrpSpPr>
        <p:grpSpPr>
          <a:xfrm>
            <a:off x="5744351" y="3887937"/>
            <a:ext cx="3001708" cy="2587790"/>
            <a:chOff x="2251461" y="4001733"/>
            <a:chExt cx="3001708" cy="2587790"/>
          </a:xfrm>
        </p:grpSpPr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879B9DD-3701-4C41-95D3-079A2BA03545}"/>
                </a:ext>
              </a:extLst>
            </p:cNvPr>
            <p:cNvCxnSpPr>
              <a:cxnSpLocks/>
            </p:cNvCxnSpPr>
            <p:nvPr/>
          </p:nvCxnSpPr>
          <p:spPr>
            <a:xfrm>
              <a:off x="4155404" y="4388360"/>
              <a:ext cx="318502" cy="3896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3C62BB6-B61C-42D5-BF2A-9F04EF29D0FE}"/>
                </a:ext>
              </a:extLst>
            </p:cNvPr>
            <p:cNvGrpSpPr/>
            <p:nvPr/>
          </p:nvGrpSpPr>
          <p:grpSpPr>
            <a:xfrm>
              <a:off x="3903948" y="4738837"/>
              <a:ext cx="1349221" cy="1825222"/>
              <a:chOff x="6582966" y="5123011"/>
              <a:chExt cx="1349221" cy="1825222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78FE62D-912A-4E0E-A711-90AD4CAE5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3733" y="5714745"/>
                <a:ext cx="250688" cy="350802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D65AB43-A937-496E-9DE7-7FE5B5DC8F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2356" y="5774898"/>
                <a:ext cx="221786" cy="470208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34E7A63-15F7-422A-94AC-F9D009DD7673}"/>
                  </a:ext>
                </a:extLst>
              </p:cNvPr>
              <p:cNvSpPr/>
              <p:nvPr/>
            </p:nvSpPr>
            <p:spPr>
              <a:xfrm>
                <a:off x="7496656" y="6063117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9B50FB0-FD76-46F7-BAAD-7BC3AEAEA1FB}"/>
                  </a:ext>
                </a:extLst>
              </p:cNvPr>
              <p:cNvSpPr/>
              <p:nvPr/>
            </p:nvSpPr>
            <p:spPr>
              <a:xfrm>
                <a:off x="6636656" y="6054953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3794280-0FE3-4A35-A8AA-2E4111DDD214}"/>
                  </a:ext>
                </a:extLst>
              </p:cNvPr>
              <p:cNvSpPr txBox="1"/>
              <p:nvPr/>
            </p:nvSpPr>
            <p:spPr>
              <a:xfrm>
                <a:off x="7553159" y="6578901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8D6AF62-67DC-4F5D-ACC0-479F11C57F47}"/>
                  </a:ext>
                </a:extLst>
              </p:cNvPr>
              <p:cNvSpPr txBox="1"/>
              <p:nvPr/>
            </p:nvSpPr>
            <p:spPr>
              <a:xfrm>
                <a:off x="6664730" y="655724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0" name="Oval 16">
                <a:extLst>
                  <a:ext uri="{FF2B5EF4-FFF2-40B4-BE49-F238E27FC236}">
                    <a16:creationId xmlns:a16="http://schemas.microsoft.com/office/drawing/2014/main" id="{CD691F22-5634-46D3-A978-B75145F3F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2122" y="5123011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6E5A38-0289-4DA5-9F4F-CF1CA4C7AFB5}"/>
                  </a:ext>
                </a:extLst>
              </p:cNvPr>
              <p:cNvSpPr txBox="1"/>
              <p:nvPr/>
            </p:nvSpPr>
            <p:spPr>
              <a:xfrm>
                <a:off x="7050254" y="5244411"/>
                <a:ext cx="4892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54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3132D1B-1230-4CBD-A30A-84388225A01B}"/>
                  </a:ext>
                </a:extLst>
              </p:cNvPr>
              <p:cNvSpPr txBox="1"/>
              <p:nvPr/>
            </p:nvSpPr>
            <p:spPr>
              <a:xfrm>
                <a:off x="6582966" y="538966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47CCF8-42BD-4208-9EB8-3A94D1491145}"/>
                </a:ext>
              </a:extLst>
            </p:cNvPr>
            <p:cNvGrpSpPr/>
            <p:nvPr/>
          </p:nvGrpSpPr>
          <p:grpSpPr>
            <a:xfrm>
              <a:off x="2251461" y="4375532"/>
              <a:ext cx="1351662" cy="2213991"/>
              <a:chOff x="5315049" y="3888928"/>
              <a:chExt cx="1351662" cy="2213991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E430833-B2FF-4F5C-B849-891C07FEDD57}"/>
                  </a:ext>
                </a:extLst>
              </p:cNvPr>
              <p:cNvSpPr/>
              <p:nvPr/>
            </p:nvSpPr>
            <p:spPr>
              <a:xfrm>
                <a:off x="6158584" y="5263379"/>
                <a:ext cx="429995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4DD096-7971-4928-A0CC-FF7C6C604C41}"/>
                  </a:ext>
                </a:extLst>
              </p:cNvPr>
              <p:cNvSpPr txBox="1"/>
              <p:nvPr/>
            </p:nvSpPr>
            <p:spPr>
              <a:xfrm>
                <a:off x="5860989" y="388892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B661904-5CBB-48AC-A741-58E04A595E24}"/>
                  </a:ext>
                </a:extLst>
              </p:cNvPr>
              <p:cNvSpPr txBox="1"/>
              <p:nvPr/>
            </p:nvSpPr>
            <p:spPr>
              <a:xfrm>
                <a:off x="5371552" y="573358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14C50096-096F-45A1-8A28-55937CBEE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858" y="4913681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298AA5C-4AD4-4F24-A60F-B65C74A80C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5384" y="4913681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90D6EA79-E9D8-495E-8660-21D36D571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00068" y="3959124"/>
                <a:ext cx="466643" cy="46049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Oval 16">
                <a:extLst>
                  <a:ext uri="{FF2B5EF4-FFF2-40B4-BE49-F238E27FC236}">
                    <a16:creationId xmlns:a16="http://schemas.microsoft.com/office/drawing/2014/main" id="{31BC0A0F-EFA1-464D-B2E0-1DC4AE548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015" y="4324155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B539B0D-98CE-492A-BD89-34CFFB69F1BD}"/>
                  </a:ext>
                </a:extLst>
              </p:cNvPr>
              <p:cNvSpPr/>
              <p:nvPr/>
            </p:nvSpPr>
            <p:spPr>
              <a:xfrm>
                <a:off x="5315049" y="5263379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15DD3A9-3CED-4EFA-9A0D-482D45D05356}"/>
                  </a:ext>
                </a:extLst>
              </p:cNvPr>
              <p:cNvSpPr txBox="1"/>
              <p:nvPr/>
            </p:nvSpPr>
            <p:spPr>
              <a:xfrm>
                <a:off x="5704125" y="44569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48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DD7FCD6-75A6-4079-9F53-7BC72FC94187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241" name="Oval 16">
              <a:extLst>
                <a:ext uri="{FF2B5EF4-FFF2-40B4-BE49-F238E27FC236}">
                  <a16:creationId xmlns:a16="http://schemas.microsoft.com/office/drawing/2014/main" id="{FAEBA425-6851-4DF2-B6F0-4F73B4FA1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517" y="4001733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63DFAB3-2743-433C-8FD6-34959B9ECBD5}"/>
                </a:ext>
              </a:extLst>
            </p:cNvPr>
            <p:cNvSpPr txBox="1"/>
            <p:nvPr/>
          </p:nvSpPr>
          <p:spPr>
            <a:xfrm>
              <a:off x="3603123" y="4126075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50</a:t>
              </a:r>
            </a:p>
          </p:txBody>
        </p:sp>
      </p:grpSp>
      <p:sp>
        <p:nvSpPr>
          <p:cNvPr id="251" name="TextBox 250">
            <a:extLst>
              <a:ext uri="{FF2B5EF4-FFF2-40B4-BE49-F238E27FC236}">
                <a16:creationId xmlns:a16="http://schemas.microsoft.com/office/drawing/2014/main" id="{BA583ACC-A064-4BC5-9B47-951E7E0E4E22}"/>
              </a:ext>
            </a:extLst>
          </p:cNvPr>
          <p:cNvSpPr txBox="1"/>
          <p:nvPr/>
        </p:nvSpPr>
        <p:spPr>
          <a:xfrm>
            <a:off x="7082782" y="190892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C880D21-81F4-4BB2-92AA-210616EE82B4}"/>
              </a:ext>
            </a:extLst>
          </p:cNvPr>
          <p:cNvSpPr txBox="1"/>
          <p:nvPr/>
        </p:nvSpPr>
        <p:spPr>
          <a:xfrm>
            <a:off x="8580292" y="297945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82702F6-7880-4500-9674-790C1F48E0EB}"/>
              </a:ext>
            </a:extLst>
          </p:cNvPr>
          <p:cNvSpPr txBox="1"/>
          <p:nvPr/>
        </p:nvSpPr>
        <p:spPr>
          <a:xfrm>
            <a:off x="8011778" y="1891440"/>
            <a:ext cx="322524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4267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6FE2A90-C6C3-4222-9FD8-2BB33BA15516}"/>
              </a:ext>
            </a:extLst>
          </p:cNvPr>
          <p:cNvCxnSpPr>
            <a:cxnSpLocks/>
          </p:cNvCxnSpPr>
          <p:nvPr/>
        </p:nvCxnSpPr>
        <p:spPr>
          <a:xfrm>
            <a:off x="7897514" y="2379238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53/154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54654-4A4D-42C7-9C66-E41805F371E6}"/>
              </a:ext>
            </a:extLst>
          </p:cNvPr>
          <p:cNvSpPr txBox="1"/>
          <p:nvPr/>
        </p:nvSpPr>
        <p:spPr>
          <a:xfrm>
            <a:off x="369638" y="1911053"/>
            <a:ext cx="29139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delete(32)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Update its BF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A= </a:t>
            </a:r>
            <a:r>
              <a:rPr lang="en-US" sz="1600" dirty="0" err="1">
                <a:solidFill>
                  <a:srgbClr val="00B0F0"/>
                </a:solidFill>
                <a:latin typeface="Arial Rounded MT Bold" panose="020F0704030504030204" pitchFamily="34" charset="0"/>
              </a:rPr>
              <a:t>current_node</a:t>
            </a:r>
            <a:endParaRPr lang="en-US" sz="16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 err="1">
                <a:solidFill>
                  <a:srgbClr val="FF9900"/>
                </a:solidFill>
                <a:latin typeface="Arial Rounded MT Bold" panose="020F0704030504030204" pitchFamily="34" charset="0"/>
              </a:rPr>
              <a:t>Determin</a:t>
            </a:r>
            <a:r>
              <a:rPr lang="en-US" sz="1600" dirty="0">
                <a:solidFill>
                  <a:srgbClr val="FF9900"/>
                </a:solidFill>
                <a:latin typeface="Arial Rounded MT Bold" panose="020F0704030504030204" pitchFamily="34" charset="0"/>
              </a:rPr>
              <a:t> B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Determine 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Perform the rotation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Update BFs of A,B,C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 Rounded MT Bold" panose="020F0704030504030204" pitchFamily="34" charset="0"/>
              </a:rPr>
              <a:t>Repeat from parent of </a:t>
            </a:r>
            <a:r>
              <a:rPr lang="en-US" sz="1600" dirty="0" err="1">
                <a:latin typeface="Arial Rounded MT Bold" panose="020F0704030504030204" pitchFamily="34" charset="0"/>
              </a:rPr>
              <a:t>current_node</a:t>
            </a:r>
            <a:r>
              <a:rPr lang="en-US" sz="1600" dirty="0">
                <a:latin typeface="Arial Rounded MT Bold" panose="020F0704030504030204" pitchFamily="34" charset="0"/>
              </a:rPr>
              <a:t> until we reach NULL!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FEBB0A-D033-4040-8520-8EA60E412650}"/>
              </a:ext>
            </a:extLst>
          </p:cNvPr>
          <p:cNvGrpSpPr/>
          <p:nvPr/>
        </p:nvGrpSpPr>
        <p:grpSpPr>
          <a:xfrm>
            <a:off x="9430770" y="3239912"/>
            <a:ext cx="1288389" cy="2222734"/>
            <a:chOff x="9552971" y="1305997"/>
            <a:chExt cx="1288389" cy="22227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786240-D976-4F6B-99B1-72187F460C9F}"/>
                </a:ext>
              </a:extLst>
            </p:cNvPr>
            <p:cNvGrpSpPr/>
            <p:nvPr/>
          </p:nvGrpSpPr>
          <p:grpSpPr>
            <a:xfrm>
              <a:off x="9552971" y="1305997"/>
              <a:ext cx="1239027" cy="2222734"/>
              <a:chOff x="8632471" y="3077923"/>
              <a:chExt cx="1239027" cy="2222734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61BA47A-DD5B-463E-83EF-8E87C5788757}"/>
                  </a:ext>
                </a:extLst>
              </p:cNvPr>
              <p:cNvSpPr txBox="1"/>
              <p:nvPr/>
            </p:nvSpPr>
            <p:spPr>
              <a:xfrm>
                <a:off x="9164033" y="307792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3B7C6B0-7FF6-475C-A2DA-CC004B1B4FD5}"/>
                  </a:ext>
                </a:extLst>
              </p:cNvPr>
              <p:cNvSpPr txBox="1"/>
              <p:nvPr/>
            </p:nvSpPr>
            <p:spPr>
              <a:xfrm>
                <a:off x="9548974" y="491053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402EF0F-4E21-4637-B45E-7C7525A37B54}"/>
                  </a:ext>
                </a:extLst>
              </p:cNvPr>
              <p:cNvSpPr txBox="1"/>
              <p:nvPr/>
            </p:nvSpPr>
            <p:spPr>
              <a:xfrm>
                <a:off x="8676836" y="493132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506BCF9-6C8D-43EF-BB65-31A72BE10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11899" y="4060958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6EF914C-B9F8-418C-B970-33956724F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39425" y="4060958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C762C429-B2AF-449B-8423-6401983BD6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279" y="3159880"/>
                <a:ext cx="464973" cy="4379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Oval 16">
                <a:extLst>
                  <a:ext uri="{FF2B5EF4-FFF2-40B4-BE49-F238E27FC236}">
                    <a16:creationId xmlns:a16="http://schemas.microsoft.com/office/drawing/2014/main" id="{3A4D125C-466A-41CE-AB5D-847DAF61D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2520" y="3489409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B063A84-3A85-43D8-A723-ADAFD40A3C80}"/>
                  </a:ext>
                </a:extLst>
              </p:cNvPr>
              <p:cNvSpPr/>
              <p:nvPr/>
            </p:nvSpPr>
            <p:spPr>
              <a:xfrm>
                <a:off x="8632471" y="4432472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2750F8D-8CF0-4AA7-8136-EF865BAA744D}"/>
                  </a:ext>
                </a:extLst>
              </p:cNvPr>
              <p:cNvSpPr txBox="1"/>
              <p:nvPr/>
            </p:nvSpPr>
            <p:spPr>
              <a:xfrm>
                <a:off x="8996093" y="3631972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88</a:t>
                </a: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4F3A753-51D2-43A1-B709-309B232E459F}"/>
                </a:ext>
              </a:extLst>
            </p:cNvPr>
            <p:cNvSpPr/>
            <p:nvPr/>
          </p:nvSpPr>
          <p:spPr>
            <a:xfrm>
              <a:off x="10405829" y="2639834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90374580-3300-4F8C-A253-658DD2832A18}"/>
              </a:ext>
            </a:extLst>
          </p:cNvPr>
          <p:cNvSpPr txBox="1"/>
          <p:nvPr/>
        </p:nvSpPr>
        <p:spPr>
          <a:xfrm>
            <a:off x="9106571" y="2484331"/>
            <a:ext cx="39946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-1</a:t>
            </a:r>
          </a:p>
        </p:txBody>
      </p:sp>
      <p:sp>
        <p:nvSpPr>
          <p:cNvPr id="237" name="Oval 16">
            <a:extLst>
              <a:ext uri="{FF2B5EF4-FFF2-40B4-BE49-F238E27FC236}">
                <a16:creationId xmlns:a16="http://schemas.microsoft.com/office/drawing/2014/main" id="{335E5DE9-91E8-4F5C-B311-FE3A380C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5817" y="2897958"/>
            <a:ext cx="651887" cy="6518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554A299-ECAB-4D19-8F3D-69B83E160D5F}"/>
              </a:ext>
            </a:extLst>
          </p:cNvPr>
          <p:cNvSpPr txBox="1"/>
          <p:nvPr/>
        </p:nvSpPr>
        <p:spPr>
          <a:xfrm>
            <a:off x="8977142" y="3006405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78</a:t>
            </a:r>
          </a:p>
        </p:txBody>
      </p:sp>
      <p:sp>
        <p:nvSpPr>
          <p:cNvPr id="239" name="Oval 16">
            <a:extLst>
              <a:ext uri="{FF2B5EF4-FFF2-40B4-BE49-F238E27FC236}">
                <a16:creationId xmlns:a16="http://schemas.microsoft.com/office/drawing/2014/main" id="{611D7DE7-3605-4EB7-8E7F-960556397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359" y="2004191"/>
            <a:ext cx="651887" cy="651887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7F00999-E32C-430C-8FAF-BDC4B762C034}"/>
              </a:ext>
            </a:extLst>
          </p:cNvPr>
          <p:cNvSpPr txBox="1"/>
          <p:nvPr/>
        </p:nvSpPr>
        <p:spPr>
          <a:xfrm>
            <a:off x="7409270" y="2138592"/>
            <a:ext cx="489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 Rounded MT Bold" panose="020F0704030504030204" pitchFamily="34" charset="0"/>
              </a:rPr>
              <a:t>62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79776-F025-49A3-9BB1-CBD071A29710}"/>
              </a:ext>
            </a:extLst>
          </p:cNvPr>
          <p:cNvSpPr/>
          <p:nvPr/>
        </p:nvSpPr>
        <p:spPr>
          <a:xfrm>
            <a:off x="5451721" y="270452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</a:t>
            </a:r>
            <a:endParaRPr lang="en-US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2433735-0004-4E92-A216-BFA3F65296F5}"/>
              </a:ext>
            </a:extLst>
          </p:cNvPr>
          <p:cNvGrpSpPr/>
          <p:nvPr/>
        </p:nvGrpSpPr>
        <p:grpSpPr>
          <a:xfrm>
            <a:off x="9828705" y="1885107"/>
            <a:ext cx="2122772" cy="792515"/>
            <a:chOff x="472197" y="2039307"/>
            <a:chExt cx="10922132" cy="4077664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98E8E89-928E-484F-9BF2-8970A259EB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5238" y="2178006"/>
              <a:ext cx="1141047" cy="1339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5E96FCE-FAC1-40C5-886B-C693568DB0EB}"/>
                </a:ext>
              </a:extLst>
            </p:cNvPr>
            <p:cNvCxnSpPr>
              <a:cxnSpLocks/>
              <a:endCxn id="165" idx="5"/>
            </p:cNvCxnSpPr>
            <p:nvPr/>
          </p:nvCxnSpPr>
          <p:spPr>
            <a:xfrm>
              <a:off x="1591511" y="2161835"/>
              <a:ext cx="2363096" cy="21534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rrow: Notched Right 124">
              <a:extLst>
                <a:ext uri="{FF2B5EF4-FFF2-40B4-BE49-F238E27FC236}">
                  <a16:creationId xmlns:a16="http://schemas.microsoft.com/office/drawing/2014/main" id="{D9EBD83A-398C-443C-A0D6-1575125C8A7F}"/>
                </a:ext>
              </a:extLst>
            </p:cNvPr>
            <p:cNvSpPr/>
            <p:nvPr/>
          </p:nvSpPr>
          <p:spPr>
            <a:xfrm>
              <a:off x="5625035" y="2914651"/>
              <a:ext cx="740257" cy="461225"/>
            </a:xfrm>
            <a:prstGeom prst="notchedRightArrow">
              <a:avLst/>
            </a:prstGeom>
            <a:solidFill>
              <a:srgbClr val="FFFF00"/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0ED478F-5F4B-4C09-88BF-7E086A8A58DE}"/>
                </a:ext>
              </a:extLst>
            </p:cNvPr>
            <p:cNvCxnSpPr>
              <a:cxnSpLocks/>
              <a:endCxn id="183" idx="5"/>
            </p:cNvCxnSpPr>
            <p:nvPr/>
          </p:nvCxnSpPr>
          <p:spPr>
            <a:xfrm>
              <a:off x="9149573" y="2476368"/>
              <a:ext cx="1337008" cy="12275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Oval 16">
              <a:extLst>
                <a:ext uri="{FF2B5EF4-FFF2-40B4-BE49-F238E27FC236}">
                  <a16:creationId xmlns:a16="http://schemas.microsoft.com/office/drawing/2014/main" id="{2F0E3632-5085-4D83-8C60-E3AF2B480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165" y="2132230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9822FADD-0B36-4632-99BD-7C6434EBF533}"/>
                </a:ext>
              </a:extLst>
            </p:cNvPr>
            <p:cNvGrpSpPr/>
            <p:nvPr/>
          </p:nvGrpSpPr>
          <p:grpSpPr>
            <a:xfrm>
              <a:off x="472197" y="2332333"/>
              <a:ext cx="1309373" cy="2105523"/>
              <a:chOff x="924173" y="3228664"/>
              <a:chExt cx="1309373" cy="2105523"/>
            </a:xfrm>
          </p:grpSpPr>
          <p:sp>
            <p:nvSpPr>
              <p:cNvPr id="199" name="Isosceles Triangle 198">
                <a:extLst>
                  <a:ext uri="{FF2B5EF4-FFF2-40B4-BE49-F238E27FC236}">
                    <a16:creationId xmlns:a16="http://schemas.microsoft.com/office/drawing/2014/main" id="{C634E1D6-2E5A-4F48-B0C8-8C9D3DB5318E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463D280-B014-45AD-8F8A-2EEFCB4AD3E2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1448964" y="322866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98DB2A49-873F-4B2E-9C7E-CE1047462048}"/>
                </a:ext>
              </a:extLst>
            </p:cNvPr>
            <p:cNvGrpSpPr/>
            <p:nvPr/>
          </p:nvGrpSpPr>
          <p:grpSpPr>
            <a:xfrm>
              <a:off x="1434173" y="3233391"/>
              <a:ext cx="1309373" cy="2118643"/>
              <a:chOff x="2590770" y="3674624"/>
              <a:chExt cx="1309373" cy="2118643"/>
            </a:xfrm>
          </p:grpSpPr>
          <p:sp>
            <p:nvSpPr>
              <p:cNvPr id="197" name="Isosceles Triangle 196">
                <a:extLst>
                  <a:ext uri="{FF2B5EF4-FFF2-40B4-BE49-F238E27FC236}">
                    <a16:creationId xmlns:a16="http://schemas.microsoft.com/office/drawing/2014/main" id="{57FED4BD-AE86-440E-B828-2B931658C3CE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2B55BC26-5C31-4303-9F7C-97D36B0BC2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15561" y="3674624"/>
                <a:ext cx="784582" cy="66867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7" name="Oval 16">
              <a:extLst>
                <a:ext uri="{FF2B5EF4-FFF2-40B4-BE49-F238E27FC236}">
                  <a16:creationId xmlns:a16="http://schemas.microsoft.com/office/drawing/2014/main" id="{5AF712A6-A287-4D31-835E-6469CAB8C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645" y="291511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160" name="Oval 16">
              <a:extLst>
                <a:ext uri="{FF2B5EF4-FFF2-40B4-BE49-F238E27FC236}">
                  <a16:creationId xmlns:a16="http://schemas.microsoft.com/office/drawing/2014/main" id="{04470523-5FD9-4DB5-BF11-5E2AAD5B8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7095" y="2039307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F34788AA-D874-4D17-A936-E8C01DBBBF5F}"/>
                </a:ext>
              </a:extLst>
            </p:cNvPr>
            <p:cNvGrpSpPr/>
            <p:nvPr/>
          </p:nvGrpSpPr>
          <p:grpSpPr>
            <a:xfrm>
              <a:off x="2503333" y="4163389"/>
              <a:ext cx="1119314" cy="1953582"/>
              <a:chOff x="2625884" y="3783730"/>
              <a:chExt cx="1119314" cy="195358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5" name="Isosceles Triangle 194">
                <a:extLst>
                  <a:ext uri="{FF2B5EF4-FFF2-40B4-BE49-F238E27FC236}">
                    <a16:creationId xmlns:a16="http://schemas.microsoft.com/office/drawing/2014/main" id="{C4256A6C-4018-431E-A267-F51AD5D5F249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/>
              </a:p>
            </p:txBody>
          </p: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5F2B7648-5ADA-469F-8C31-AA75283556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0455" y="3783730"/>
                <a:ext cx="584743" cy="53126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A607230F-E9EE-4DDD-8484-6EC9F556C9CD}"/>
                </a:ext>
              </a:extLst>
            </p:cNvPr>
            <p:cNvGrpSpPr/>
            <p:nvPr/>
          </p:nvGrpSpPr>
          <p:grpSpPr>
            <a:xfrm>
              <a:off x="3995215" y="4293584"/>
              <a:ext cx="1188321" cy="1816176"/>
              <a:chOff x="2487145" y="3921136"/>
              <a:chExt cx="1188321" cy="1816176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93" name="Isosceles Triangle 192">
                <a:extLst>
                  <a:ext uri="{FF2B5EF4-FFF2-40B4-BE49-F238E27FC236}">
                    <a16:creationId xmlns:a16="http://schemas.microsoft.com/office/drawing/2014/main" id="{94FE3CD9-B869-491D-BF23-3463C1E48B08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A1E8D9E3-B1A2-469F-A795-AA90FA4B8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87145" y="3921136"/>
                <a:ext cx="653588" cy="379323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5" name="Oval 16">
              <a:extLst>
                <a:ext uri="{FF2B5EF4-FFF2-40B4-BE49-F238E27FC236}">
                  <a16:creationId xmlns:a16="http://schemas.microsoft.com/office/drawing/2014/main" id="{324F39EB-A519-490E-B954-779E710EB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195" y="3790916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FCF0C33C-AFA4-4757-B385-496D66EFB545}"/>
                </a:ext>
              </a:extLst>
            </p:cNvPr>
            <p:cNvGrpSpPr/>
            <p:nvPr/>
          </p:nvGrpSpPr>
          <p:grpSpPr>
            <a:xfrm>
              <a:off x="6838292" y="3709350"/>
              <a:ext cx="1066726" cy="2001104"/>
              <a:chOff x="924173" y="3333083"/>
              <a:chExt cx="1066726" cy="2001104"/>
            </a:xfrm>
          </p:grpSpPr>
          <p:sp>
            <p:nvSpPr>
              <p:cNvPr id="191" name="Isosceles Triangle 190">
                <a:extLst>
                  <a:ext uri="{FF2B5EF4-FFF2-40B4-BE49-F238E27FC236}">
                    <a16:creationId xmlns:a16="http://schemas.microsoft.com/office/drawing/2014/main" id="{8D307BAD-F457-4D04-B27B-C08568F77266}"/>
                  </a:ext>
                </a:extLst>
              </p:cNvPr>
              <p:cNvSpPr/>
              <p:nvPr/>
            </p:nvSpPr>
            <p:spPr>
              <a:xfrm>
                <a:off x="924173" y="3897334"/>
                <a:ext cx="1049582" cy="1436853"/>
              </a:xfrm>
              <a:prstGeom prst="triangle">
                <a:avLst/>
              </a:prstGeom>
              <a:solidFill>
                <a:srgbClr val="F5EBFF"/>
              </a:solidFill>
              <a:ln w="127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41FBE30A-043C-4A38-B833-52F52E04873B}"/>
                  </a:ext>
                </a:extLst>
              </p:cNvPr>
              <p:cNvCxnSpPr>
                <a:cxnSpLocks/>
                <a:endCxn id="191" idx="0"/>
              </p:cNvCxnSpPr>
              <p:nvPr/>
            </p:nvCxnSpPr>
            <p:spPr>
              <a:xfrm flipH="1">
                <a:off x="1448964" y="3333083"/>
                <a:ext cx="541935" cy="5642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824287CB-4410-4C8D-A299-E20DB8A4DFD4}"/>
                </a:ext>
              </a:extLst>
            </p:cNvPr>
            <p:cNvGrpSpPr/>
            <p:nvPr/>
          </p:nvGrpSpPr>
          <p:grpSpPr>
            <a:xfrm>
              <a:off x="8035898" y="3673658"/>
              <a:ext cx="1049582" cy="2049916"/>
              <a:chOff x="2590770" y="3743351"/>
              <a:chExt cx="1049582" cy="2049916"/>
            </a:xfrm>
          </p:grpSpPr>
          <p:sp>
            <p:nvSpPr>
              <p:cNvPr id="189" name="Isosceles Triangle 188">
                <a:extLst>
                  <a:ext uri="{FF2B5EF4-FFF2-40B4-BE49-F238E27FC236}">
                    <a16:creationId xmlns:a16="http://schemas.microsoft.com/office/drawing/2014/main" id="{7ADEFCEF-D5E9-4C03-9C7B-C6457A7B2A15}"/>
                  </a:ext>
                </a:extLst>
              </p:cNvPr>
              <p:cNvSpPr/>
              <p:nvPr/>
            </p:nvSpPr>
            <p:spPr>
              <a:xfrm>
                <a:off x="2590770" y="4356414"/>
                <a:ext cx="1049582" cy="14368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3C6F8F4C-54C8-4FEA-BCED-ED51C17AB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493" y="3743351"/>
                <a:ext cx="363068" cy="5999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38B9B115-1206-40D8-BA9B-CAEF1240C220}"/>
                </a:ext>
              </a:extLst>
            </p:cNvPr>
            <p:cNvGrpSpPr/>
            <p:nvPr/>
          </p:nvGrpSpPr>
          <p:grpSpPr>
            <a:xfrm>
              <a:off x="9189396" y="3703893"/>
              <a:ext cx="1049582" cy="2006561"/>
              <a:chOff x="2625884" y="3730751"/>
              <a:chExt cx="1049582" cy="200656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7" name="Isosceles Triangle 186">
                <a:extLst>
                  <a:ext uri="{FF2B5EF4-FFF2-40B4-BE49-F238E27FC236}">
                    <a16:creationId xmlns:a16="http://schemas.microsoft.com/office/drawing/2014/main" id="{B58E8373-51CE-4504-A695-EBB7058F6E8C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00FF00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58A1B0B5-CF5B-4DF7-8704-860BD95078D2}"/>
                  </a:ext>
                </a:extLst>
              </p:cNvPr>
              <p:cNvCxnSpPr>
                <a:cxnSpLocks/>
                <a:stCxn id="183" idx="3"/>
              </p:cNvCxnSpPr>
              <p:nvPr/>
            </p:nvCxnSpPr>
            <p:spPr>
              <a:xfrm flipH="1">
                <a:off x="3160456" y="3730751"/>
                <a:ext cx="328176" cy="58424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571B9A24-8300-494C-9EAA-E129C2DD6FEE}"/>
                </a:ext>
              </a:extLst>
            </p:cNvPr>
            <p:cNvGrpSpPr/>
            <p:nvPr/>
          </p:nvGrpSpPr>
          <p:grpSpPr>
            <a:xfrm>
              <a:off x="10344747" y="3673658"/>
              <a:ext cx="1049582" cy="2033904"/>
              <a:chOff x="2625884" y="3703408"/>
              <a:chExt cx="1049582" cy="2033904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185" name="Isosceles Triangle 184">
                <a:extLst>
                  <a:ext uri="{FF2B5EF4-FFF2-40B4-BE49-F238E27FC236}">
                    <a16:creationId xmlns:a16="http://schemas.microsoft.com/office/drawing/2014/main" id="{6EB46C3C-AEF5-41C7-BC31-C24CD3590E52}"/>
                  </a:ext>
                </a:extLst>
              </p:cNvPr>
              <p:cNvSpPr/>
              <p:nvPr/>
            </p:nvSpPr>
            <p:spPr>
              <a:xfrm>
                <a:off x="2625884" y="4300459"/>
                <a:ext cx="1049582" cy="1436853"/>
              </a:xfrm>
              <a:prstGeom prst="triangle">
                <a:avLst/>
              </a:prstGeom>
              <a:solidFill>
                <a:srgbClr val="FF0000"/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64E21ECB-8B72-4EBD-B63D-159970FE9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5616" y="3703408"/>
                <a:ext cx="445117" cy="59705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DB9C2993-7489-4796-82BC-8897DEE9F0B5}"/>
                </a:ext>
              </a:extLst>
            </p:cNvPr>
            <p:cNvGrpSpPr/>
            <p:nvPr/>
          </p:nvGrpSpPr>
          <p:grpSpPr>
            <a:xfrm>
              <a:off x="9962179" y="3179483"/>
              <a:ext cx="694001" cy="908365"/>
              <a:chOff x="10782573" y="3746338"/>
              <a:chExt cx="491968" cy="643928"/>
            </a:xfrm>
          </p:grpSpPr>
          <p:sp>
            <p:nvSpPr>
              <p:cNvPr id="183" name="Oval 16">
                <a:extLst>
                  <a:ext uri="{FF2B5EF4-FFF2-40B4-BE49-F238E27FC236}">
                    <a16:creationId xmlns:a16="http://schemas.microsoft.com/office/drawing/2014/main" id="{5B5AEC3F-E8AE-4AB2-B1EC-3FF5DB83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2573" y="37463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900">
                  <a:solidFill>
                    <a:prstClr val="black"/>
                  </a:solidFill>
                  <a:latin typeface="Corbel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FCE05F9-08E4-4AEA-855A-057CD9905381}"/>
                  </a:ext>
                </a:extLst>
              </p:cNvPr>
              <p:cNvSpPr txBox="1"/>
              <p:nvPr/>
            </p:nvSpPr>
            <p:spPr>
              <a:xfrm>
                <a:off x="10856592" y="3833197"/>
                <a:ext cx="417949" cy="55706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endParaRPr lang="en-US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2" name="Oval 16">
              <a:extLst>
                <a:ext uri="{FF2B5EF4-FFF2-40B4-BE49-F238E27FC236}">
                  <a16:creationId xmlns:a16="http://schemas.microsoft.com/office/drawing/2014/main" id="{F9959620-F685-4D58-97FA-BE534384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31776" y="3162183"/>
              <a:ext cx="614386" cy="61438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900">
                <a:solidFill>
                  <a:prstClr val="black"/>
                </a:solidFill>
                <a:latin typeface="Corbel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96155C-9E18-43BD-A73B-02B2D4AD6F92}"/>
              </a:ext>
            </a:extLst>
          </p:cNvPr>
          <p:cNvGrpSpPr/>
          <p:nvPr/>
        </p:nvGrpSpPr>
        <p:grpSpPr>
          <a:xfrm>
            <a:off x="3604440" y="3419384"/>
            <a:ext cx="2051589" cy="2182997"/>
            <a:chOff x="1469146" y="3753235"/>
            <a:chExt cx="2051589" cy="2182997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086441D7-90B0-4943-B55E-88083B9A311A}"/>
                </a:ext>
              </a:extLst>
            </p:cNvPr>
            <p:cNvSpPr txBox="1"/>
            <p:nvPr/>
          </p:nvSpPr>
          <p:spPr>
            <a:xfrm>
              <a:off x="1623252" y="556478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548DA9DA-730F-4A5B-924C-E937980827A2}"/>
                </a:ext>
              </a:extLst>
            </p:cNvPr>
            <p:cNvSpPr txBox="1"/>
            <p:nvPr/>
          </p:nvSpPr>
          <p:spPr>
            <a:xfrm>
              <a:off x="2703207" y="5566900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A5104F36-04D0-4F50-9E3E-3D96C0790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0275" y="4724980"/>
              <a:ext cx="221786" cy="47020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0CC2CF3-54E9-47C8-B689-D28A940FC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8631" y="3753235"/>
              <a:ext cx="1232104" cy="69714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6AE6A3D-C030-4D0C-91FE-6123AC52E916}"/>
                </a:ext>
              </a:extLst>
            </p:cNvPr>
            <p:cNvSpPr/>
            <p:nvPr/>
          </p:nvSpPr>
          <p:spPr>
            <a:xfrm>
              <a:off x="1566659" y="5125471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16">
              <a:extLst>
                <a:ext uri="{FF2B5EF4-FFF2-40B4-BE49-F238E27FC236}">
                  <a16:creationId xmlns:a16="http://schemas.microsoft.com/office/drawing/2014/main" id="{744030F8-9DD6-4E13-98F3-7388527FE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545" y="4154051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1EEF1B3-FA79-4763-98F8-EB3325EB62A9}"/>
                </a:ext>
              </a:extLst>
            </p:cNvPr>
            <p:cNvSpPr/>
            <p:nvPr/>
          </p:nvSpPr>
          <p:spPr>
            <a:xfrm>
              <a:off x="2633204" y="5096946"/>
              <a:ext cx="435531" cy="402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4864E51C-A52D-49D9-AA9D-E19C9757A1C7}"/>
                </a:ext>
              </a:extLst>
            </p:cNvPr>
            <p:cNvCxnSpPr>
              <a:cxnSpLocks/>
            </p:cNvCxnSpPr>
            <p:nvPr/>
          </p:nvCxnSpPr>
          <p:spPr>
            <a:xfrm>
              <a:off x="2466858" y="4688808"/>
              <a:ext cx="352589" cy="4039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50AB5129-5F44-45CA-8C26-9E6FEA1A3FFD}"/>
                </a:ext>
              </a:extLst>
            </p:cNvPr>
            <p:cNvSpPr txBox="1"/>
            <p:nvPr/>
          </p:nvSpPr>
          <p:spPr>
            <a:xfrm>
              <a:off x="1983890" y="4297984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17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29A673A-72F7-4BED-B97D-5FFAEBFF35FD}"/>
                </a:ext>
              </a:extLst>
            </p:cNvPr>
            <p:cNvSpPr txBox="1"/>
            <p:nvPr/>
          </p:nvSpPr>
          <p:spPr>
            <a:xfrm>
              <a:off x="1469146" y="4257281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8EDE487-CE4A-448D-BD27-0C85A904C40A}"/>
              </a:ext>
            </a:extLst>
          </p:cNvPr>
          <p:cNvCxnSpPr>
            <a:cxnSpLocks/>
          </p:cNvCxnSpPr>
          <p:nvPr/>
        </p:nvCxnSpPr>
        <p:spPr>
          <a:xfrm flipH="1">
            <a:off x="8497309" y="3328741"/>
            <a:ext cx="417609" cy="5754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01AA1E0-030A-46E3-8BA0-83D5BDB53CE3}"/>
              </a:ext>
            </a:extLst>
          </p:cNvPr>
          <p:cNvGrpSpPr/>
          <p:nvPr/>
        </p:nvGrpSpPr>
        <p:grpSpPr>
          <a:xfrm>
            <a:off x="8165612" y="3886279"/>
            <a:ext cx="826085" cy="557612"/>
            <a:chOff x="7833301" y="5217286"/>
            <a:chExt cx="826085" cy="557612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239AB0F-CDB7-4409-B51B-82B1E300156C}"/>
                </a:ext>
              </a:extLst>
            </p:cNvPr>
            <p:cNvSpPr txBox="1"/>
            <p:nvPr/>
          </p:nvSpPr>
          <p:spPr>
            <a:xfrm>
              <a:off x="8336862" y="5405566"/>
              <a:ext cx="32252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CA9E844B-E810-4866-8DC1-86D55246998C}"/>
                </a:ext>
              </a:extLst>
            </p:cNvPr>
            <p:cNvSpPr/>
            <p:nvPr/>
          </p:nvSpPr>
          <p:spPr>
            <a:xfrm>
              <a:off x="7833301" y="5217286"/>
              <a:ext cx="435531" cy="454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A4B0CB23-67F4-45AF-A4F1-CD38F142D830}"/>
              </a:ext>
            </a:extLst>
          </p:cNvPr>
          <p:cNvSpPr txBox="1"/>
          <p:nvPr/>
        </p:nvSpPr>
        <p:spPr>
          <a:xfrm>
            <a:off x="7235576" y="3471203"/>
            <a:ext cx="32252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0"/>
              </a:rPr>
              <a:t>0</a:t>
            </a:r>
          </a:p>
        </p:txBody>
      </p: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FB5D21E-A217-4396-8599-D9027CBCC3F7}"/>
              </a:ext>
            </a:extLst>
          </p:cNvPr>
          <p:cNvCxnSpPr>
            <a:cxnSpLocks/>
          </p:cNvCxnSpPr>
          <p:nvPr/>
        </p:nvCxnSpPr>
        <p:spPr>
          <a:xfrm>
            <a:off x="6009489" y="3406236"/>
            <a:ext cx="1137819" cy="5908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9176129-E4F3-4E55-89E0-D1AE55747F7D}"/>
              </a:ext>
            </a:extLst>
          </p:cNvPr>
          <p:cNvGrpSpPr/>
          <p:nvPr/>
        </p:nvGrpSpPr>
        <p:grpSpPr>
          <a:xfrm>
            <a:off x="4929881" y="2330135"/>
            <a:ext cx="4593624" cy="1660216"/>
            <a:chOff x="4303740" y="1121476"/>
            <a:chExt cx="4593624" cy="1660216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2FD8B6B-6287-4D5A-81CF-782E7FF70742}"/>
                </a:ext>
              </a:extLst>
            </p:cNvPr>
            <p:cNvGrpSpPr/>
            <p:nvPr/>
          </p:nvGrpSpPr>
          <p:grpSpPr>
            <a:xfrm>
              <a:off x="4813045" y="1121476"/>
              <a:ext cx="1876173" cy="1378117"/>
              <a:chOff x="4427922" y="1595017"/>
              <a:chExt cx="1876173" cy="1378117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78AB9791-8FDE-4898-AB60-75A7D04D017F}"/>
                  </a:ext>
                </a:extLst>
              </p:cNvPr>
              <p:cNvCxnSpPr>
                <a:cxnSpLocks/>
                <a:endCxn id="239" idx="2"/>
              </p:cNvCxnSpPr>
              <p:nvPr/>
            </p:nvCxnSpPr>
            <p:spPr>
              <a:xfrm flipV="1">
                <a:off x="4793800" y="1595017"/>
                <a:ext cx="1510295" cy="82317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6">
                <a:extLst>
                  <a:ext uri="{FF2B5EF4-FFF2-40B4-BE49-F238E27FC236}">
                    <a16:creationId xmlns:a16="http://schemas.microsoft.com/office/drawing/2014/main" id="{73D4A683-96B5-42D0-9868-23D2EF1CC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922" y="2321247"/>
                <a:ext cx="651887" cy="651887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6A1BC2ED-09DF-4A1B-8F92-E26AA21D2154}"/>
                  </a:ext>
                </a:extLst>
              </p:cNvPr>
              <p:cNvSpPr txBox="1"/>
              <p:nvPr/>
            </p:nvSpPr>
            <p:spPr>
              <a:xfrm>
                <a:off x="4515552" y="24510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44</a:t>
                </a: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5984434-082C-4073-AA33-36F967F9351A}"/>
                </a:ext>
              </a:extLst>
            </p:cNvPr>
            <p:cNvSpPr txBox="1"/>
            <p:nvPr/>
          </p:nvSpPr>
          <p:spPr>
            <a:xfrm>
              <a:off x="8574840" y="2412360"/>
              <a:ext cx="322524" cy="36933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Arial Rounded MT Bold" panose="020F0704030504030204" pitchFamily="34" charset="0"/>
                </a:rPr>
                <a:t>0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DF9A13C-223E-46FC-961E-44B32DC3070B}"/>
                </a:ext>
              </a:extLst>
            </p:cNvPr>
            <p:cNvSpPr txBox="1"/>
            <p:nvPr/>
          </p:nvSpPr>
          <p:spPr>
            <a:xfrm>
              <a:off x="4303740" y="1911053"/>
              <a:ext cx="399468" cy="36933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-1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63C673-A01B-4EE2-93D2-26523AFBB541}"/>
              </a:ext>
            </a:extLst>
          </p:cNvPr>
          <p:cNvGrpSpPr/>
          <p:nvPr/>
        </p:nvGrpSpPr>
        <p:grpSpPr>
          <a:xfrm>
            <a:off x="5744351" y="3887937"/>
            <a:ext cx="3001708" cy="2587790"/>
            <a:chOff x="2251461" y="4001733"/>
            <a:chExt cx="3001708" cy="2587790"/>
          </a:xfrm>
        </p:grpSpPr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879B9DD-3701-4C41-95D3-079A2BA03545}"/>
                </a:ext>
              </a:extLst>
            </p:cNvPr>
            <p:cNvCxnSpPr>
              <a:cxnSpLocks/>
            </p:cNvCxnSpPr>
            <p:nvPr/>
          </p:nvCxnSpPr>
          <p:spPr>
            <a:xfrm>
              <a:off x="4155404" y="4388360"/>
              <a:ext cx="318502" cy="3896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3C62BB6-B61C-42D5-BF2A-9F04EF29D0FE}"/>
                </a:ext>
              </a:extLst>
            </p:cNvPr>
            <p:cNvGrpSpPr/>
            <p:nvPr/>
          </p:nvGrpSpPr>
          <p:grpSpPr>
            <a:xfrm>
              <a:off x="3903948" y="4738837"/>
              <a:ext cx="1349221" cy="1825222"/>
              <a:chOff x="6582966" y="5123011"/>
              <a:chExt cx="1349221" cy="1825222"/>
            </a:xfrm>
          </p:grpSpPr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978FE62D-912A-4E0E-A711-90AD4CAE5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3733" y="5714745"/>
                <a:ext cx="250688" cy="350802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D65AB43-A937-496E-9DE7-7FE5B5DC8F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2356" y="5774898"/>
                <a:ext cx="221786" cy="470208"/>
              </a:xfrm>
              <a:prstGeom prst="line">
                <a:avLst/>
              </a:prstGeom>
              <a:ln w="28575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34E7A63-15F7-422A-94AC-F9D009DD7673}"/>
                  </a:ext>
                </a:extLst>
              </p:cNvPr>
              <p:cNvSpPr/>
              <p:nvPr/>
            </p:nvSpPr>
            <p:spPr>
              <a:xfrm>
                <a:off x="7496656" y="6063117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49B50FB0-FD76-46F7-BAAD-7BC3AEAEA1FB}"/>
                  </a:ext>
                </a:extLst>
              </p:cNvPr>
              <p:cNvSpPr/>
              <p:nvPr/>
            </p:nvSpPr>
            <p:spPr>
              <a:xfrm>
                <a:off x="6636656" y="6054953"/>
                <a:ext cx="435531" cy="4548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73794280-0FE3-4A35-A8AA-2E4111DDD214}"/>
                  </a:ext>
                </a:extLst>
              </p:cNvPr>
              <p:cNvSpPr txBox="1"/>
              <p:nvPr/>
            </p:nvSpPr>
            <p:spPr>
              <a:xfrm>
                <a:off x="7553159" y="6578901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8D6AF62-67DC-4F5D-ACC0-479F11C57F47}"/>
                  </a:ext>
                </a:extLst>
              </p:cNvPr>
              <p:cNvSpPr txBox="1"/>
              <p:nvPr/>
            </p:nvSpPr>
            <p:spPr>
              <a:xfrm>
                <a:off x="6664730" y="6557246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0" name="Oval 16">
                <a:extLst>
                  <a:ext uri="{FF2B5EF4-FFF2-40B4-BE49-F238E27FC236}">
                    <a16:creationId xmlns:a16="http://schemas.microsoft.com/office/drawing/2014/main" id="{CD691F22-5634-46D3-A978-B75145F3F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2122" y="5123011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6E5A38-0289-4DA5-9F4F-CF1CA4C7AFB5}"/>
                  </a:ext>
                </a:extLst>
              </p:cNvPr>
              <p:cNvSpPr txBox="1"/>
              <p:nvPr/>
            </p:nvSpPr>
            <p:spPr>
              <a:xfrm>
                <a:off x="7050254" y="5244411"/>
                <a:ext cx="4892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54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3132D1B-1230-4CBD-A30A-84388225A01B}"/>
                  </a:ext>
                </a:extLst>
              </p:cNvPr>
              <p:cNvSpPr txBox="1"/>
              <p:nvPr/>
            </p:nvSpPr>
            <p:spPr>
              <a:xfrm>
                <a:off x="6582966" y="5389663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47CCF8-42BD-4208-9EB8-3A94D1491145}"/>
                </a:ext>
              </a:extLst>
            </p:cNvPr>
            <p:cNvGrpSpPr/>
            <p:nvPr/>
          </p:nvGrpSpPr>
          <p:grpSpPr>
            <a:xfrm>
              <a:off x="2251461" y="4375532"/>
              <a:ext cx="1351662" cy="2213991"/>
              <a:chOff x="5315049" y="3888928"/>
              <a:chExt cx="1351662" cy="2213991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E430833-B2FF-4F5C-B849-891C07FEDD57}"/>
                  </a:ext>
                </a:extLst>
              </p:cNvPr>
              <p:cNvSpPr/>
              <p:nvPr/>
            </p:nvSpPr>
            <p:spPr>
              <a:xfrm>
                <a:off x="6158584" y="5263379"/>
                <a:ext cx="429995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4DD096-7971-4928-A0CC-FF7C6C604C41}"/>
                  </a:ext>
                </a:extLst>
              </p:cNvPr>
              <p:cNvSpPr txBox="1"/>
              <p:nvPr/>
            </p:nvSpPr>
            <p:spPr>
              <a:xfrm>
                <a:off x="5860989" y="3888928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B661904-5CBB-48AC-A741-58E04A595E24}"/>
                  </a:ext>
                </a:extLst>
              </p:cNvPr>
              <p:cNvSpPr txBox="1"/>
              <p:nvPr/>
            </p:nvSpPr>
            <p:spPr>
              <a:xfrm>
                <a:off x="5371552" y="5733587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14C50096-096F-45A1-8A28-55937CBEE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858" y="4913681"/>
                <a:ext cx="250688" cy="35080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298AA5C-4AD4-4F24-A60F-B65C74A80C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5384" y="4913681"/>
                <a:ext cx="221786" cy="47020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90D6EA79-E9D8-495E-8660-21D36D571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00068" y="3959124"/>
                <a:ext cx="466643" cy="46049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Oval 16">
                <a:extLst>
                  <a:ext uri="{FF2B5EF4-FFF2-40B4-BE49-F238E27FC236}">
                    <a16:creationId xmlns:a16="http://schemas.microsoft.com/office/drawing/2014/main" id="{31BC0A0F-EFA1-464D-B2E0-1DC4AE548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6015" y="4324155"/>
                <a:ext cx="651887" cy="65188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B539B0D-98CE-492A-BD89-34CFFB69F1BD}"/>
                  </a:ext>
                </a:extLst>
              </p:cNvPr>
              <p:cNvSpPr/>
              <p:nvPr/>
            </p:nvSpPr>
            <p:spPr>
              <a:xfrm>
                <a:off x="5315049" y="5263379"/>
                <a:ext cx="435531" cy="402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15DD3A9-3CED-4EFA-9A0D-482D45D05356}"/>
                  </a:ext>
                </a:extLst>
              </p:cNvPr>
              <p:cNvSpPr txBox="1"/>
              <p:nvPr/>
            </p:nvSpPr>
            <p:spPr>
              <a:xfrm>
                <a:off x="5704125" y="4456996"/>
                <a:ext cx="4892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48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DD7FCD6-75A6-4079-9F53-7BC72FC94187}"/>
                  </a:ext>
                </a:extLst>
              </p:cNvPr>
              <p:cNvSpPr txBox="1"/>
              <p:nvPr/>
            </p:nvSpPr>
            <p:spPr>
              <a:xfrm>
                <a:off x="6185880" y="5714745"/>
                <a:ext cx="32252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  <a:latin typeface="Arial Rounded MT Bold" panose="020F0704030504030204" pitchFamily="34" charset="0"/>
                  </a:rPr>
                  <a:t>0</a:t>
                </a:r>
              </a:p>
            </p:txBody>
          </p:sp>
        </p:grpSp>
        <p:sp>
          <p:nvSpPr>
            <p:cNvPr id="241" name="Oval 16">
              <a:extLst>
                <a:ext uri="{FF2B5EF4-FFF2-40B4-BE49-F238E27FC236}">
                  <a16:creationId xmlns:a16="http://schemas.microsoft.com/office/drawing/2014/main" id="{FAEBA425-6851-4DF2-B6F0-4F73B4FA1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517" y="4001733"/>
              <a:ext cx="651887" cy="6518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63DFAB3-2743-433C-8FD6-34959B9ECBD5}"/>
                </a:ext>
              </a:extLst>
            </p:cNvPr>
            <p:cNvSpPr txBox="1"/>
            <p:nvPr/>
          </p:nvSpPr>
          <p:spPr>
            <a:xfrm>
              <a:off x="3603123" y="4126075"/>
              <a:ext cx="4892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50</a:t>
              </a:r>
            </a:p>
          </p:txBody>
        </p:sp>
      </p:grpSp>
      <p:sp>
        <p:nvSpPr>
          <p:cNvPr id="251" name="TextBox 250">
            <a:extLst>
              <a:ext uri="{FF2B5EF4-FFF2-40B4-BE49-F238E27FC236}">
                <a16:creationId xmlns:a16="http://schemas.microsoft.com/office/drawing/2014/main" id="{BA583ACC-A064-4BC5-9B47-951E7E0E4E22}"/>
              </a:ext>
            </a:extLst>
          </p:cNvPr>
          <p:cNvSpPr txBox="1"/>
          <p:nvPr/>
        </p:nvSpPr>
        <p:spPr>
          <a:xfrm>
            <a:off x="7082782" y="190892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9900"/>
                </a:solidFill>
                <a:latin typeface="Arial Rounded MT Bold" panose="020F0704030504030204" pitchFamily="34" charset="0"/>
              </a:rPr>
              <a:t>B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C880D21-81F4-4BB2-92AA-210616EE82B4}"/>
              </a:ext>
            </a:extLst>
          </p:cNvPr>
          <p:cNvSpPr txBox="1"/>
          <p:nvPr/>
        </p:nvSpPr>
        <p:spPr>
          <a:xfrm>
            <a:off x="8580292" y="297945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FF00"/>
                </a:solidFill>
                <a:latin typeface="Arial Rounded MT Bold" panose="020F0704030504030204" pitchFamily="34" charset="0"/>
              </a:rPr>
              <a:t>C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82702F6-7880-4500-9674-790C1F48E0EB}"/>
              </a:ext>
            </a:extLst>
          </p:cNvPr>
          <p:cNvSpPr txBox="1"/>
          <p:nvPr/>
        </p:nvSpPr>
        <p:spPr>
          <a:xfrm>
            <a:off x="8011778" y="1891440"/>
            <a:ext cx="322524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1FF74-9121-4568-978B-8573F05AF8EB}"/>
              </a:ext>
            </a:extLst>
          </p:cNvPr>
          <p:cNvSpPr txBox="1"/>
          <p:nvPr/>
        </p:nvSpPr>
        <p:spPr>
          <a:xfrm>
            <a:off x="805542" y="4813442"/>
            <a:ext cx="1971196" cy="92333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44 was root and its  parent was Null, so we are done!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650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5547A-479C-49B8-8D04-98514E80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AVL: Insert/ </a:t>
            </a:r>
            <a:r>
              <a:rPr lang="en-US" dirty="0" err="1"/>
              <a:t>DElete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E287E-2BC3-403C-8D9D-6E421AB8F24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54/154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00957-67A0-4E2A-A6D3-70FE7387E29C}"/>
              </a:ext>
            </a:extLst>
          </p:cNvPr>
          <p:cNvSpPr txBox="1"/>
          <p:nvPr/>
        </p:nvSpPr>
        <p:spPr>
          <a:xfrm>
            <a:off x="6164036" y="2351314"/>
            <a:ext cx="5380263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err="1"/>
              <a:t>AVL.Delete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1. Delete node x as usual.</a:t>
            </a:r>
          </a:p>
          <a:p>
            <a:r>
              <a:rPr lang="en-US" dirty="0"/>
              <a:t>2. Set </a:t>
            </a:r>
            <a:r>
              <a:rPr lang="en-US" dirty="0" err="1"/>
              <a:t>current_node</a:t>
            </a:r>
            <a:r>
              <a:rPr lang="en-US" dirty="0"/>
              <a:t> = </a:t>
            </a:r>
            <a:r>
              <a:rPr lang="en-US" dirty="0" err="1"/>
              <a:t>x.parent</a:t>
            </a:r>
            <a:r>
              <a:rPr lang="en-US" dirty="0"/>
              <a:t>.</a:t>
            </a:r>
          </a:p>
          <a:p>
            <a:r>
              <a:rPr lang="en-US" dirty="0"/>
              <a:t>3. While </a:t>
            </a:r>
            <a:r>
              <a:rPr lang="en-US" dirty="0" err="1"/>
              <a:t>current_node</a:t>
            </a:r>
            <a:r>
              <a:rPr lang="en-US" dirty="0"/>
              <a:t> ≠ NULL:</a:t>
            </a:r>
          </a:p>
          <a:p>
            <a:r>
              <a:rPr lang="en-US" dirty="0"/>
              <a:t>   a. Update height and balance factor of </a:t>
            </a:r>
            <a:r>
              <a:rPr lang="en-US" dirty="0" err="1"/>
              <a:t>current_node</a:t>
            </a:r>
            <a:r>
              <a:rPr lang="en-US" dirty="0"/>
              <a:t>.</a:t>
            </a:r>
          </a:p>
          <a:p>
            <a:r>
              <a:rPr lang="en-US" dirty="0"/>
              <a:t>   b. If </a:t>
            </a:r>
            <a:r>
              <a:rPr lang="en-US" dirty="0" err="1"/>
              <a:t>current_node</a:t>
            </a:r>
            <a:r>
              <a:rPr lang="en-US" dirty="0"/>
              <a:t> is unbalanced:</a:t>
            </a:r>
          </a:p>
          <a:p>
            <a:r>
              <a:rPr lang="en-US" dirty="0"/>
              <a:t>      Determine A,B,C and perform rotation</a:t>
            </a:r>
          </a:p>
          <a:p>
            <a:r>
              <a:rPr lang="en-US" dirty="0"/>
              <a:t>      Update heights and balance factors after rotation.</a:t>
            </a:r>
          </a:p>
          <a:p>
            <a:r>
              <a:rPr lang="en-US" dirty="0"/>
              <a:t>   Set </a:t>
            </a:r>
            <a:r>
              <a:rPr lang="en-US" dirty="0" err="1"/>
              <a:t>current_node</a:t>
            </a:r>
            <a:r>
              <a:rPr lang="en-US" dirty="0"/>
              <a:t> = </a:t>
            </a:r>
            <a:r>
              <a:rPr lang="en-US" dirty="0" err="1"/>
              <a:t>current_node.parent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18E9BCE-9A47-4A3A-BCC1-7B3BF2E4996F}"/>
              </a:ext>
            </a:extLst>
          </p:cNvPr>
          <p:cNvSpPr txBox="1"/>
          <p:nvPr/>
        </p:nvSpPr>
        <p:spPr>
          <a:xfrm>
            <a:off x="511629" y="2351314"/>
            <a:ext cx="5380263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err="1"/>
              <a:t>AVL.Insert</a:t>
            </a:r>
            <a:endParaRPr lang="en-US" u="sng" dirty="0"/>
          </a:p>
          <a:p>
            <a:endParaRPr lang="en-US" dirty="0"/>
          </a:p>
          <a:p>
            <a:r>
              <a:rPr lang="en-US" dirty="0"/>
              <a:t>1. Insert node x as usual.</a:t>
            </a:r>
          </a:p>
          <a:p>
            <a:r>
              <a:rPr lang="en-US" dirty="0"/>
              <a:t>2. On the path from x to the root, update the balance factors to find the first unbalance node (A).</a:t>
            </a:r>
          </a:p>
          <a:p>
            <a:r>
              <a:rPr lang="en-US" dirty="0"/>
              <a:t>3. Determine B and C and perform rotation.</a:t>
            </a:r>
            <a:br>
              <a:rPr lang="en-US" dirty="0"/>
            </a:br>
            <a:r>
              <a:rPr lang="en-US" dirty="0"/>
              <a:t>4. Update the heights and balance factors of nodes A, B, and C. Continue updating the heights and balance factors on the path from node A up to the root.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3524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4834-9EE0-4CE8-A5D5-4164628E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0B29-CF1F-4A43-99A8-C775F7BA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9461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Red-black tree is a </a:t>
            </a:r>
            <a:r>
              <a:rPr lang="en-US" sz="2400" dirty="0">
                <a:solidFill>
                  <a:srgbClr val="FF0000"/>
                </a:solidFill>
              </a:rPr>
              <a:t>binary search tree </a:t>
            </a:r>
            <a:r>
              <a:rPr lang="en-US" sz="2400" dirty="0"/>
              <a:t>that satisfies the following properties:</a:t>
            </a:r>
          </a:p>
          <a:p>
            <a:endParaRPr lang="en-US" sz="2400" dirty="0"/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Every node is either red or black. 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The root is black 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Every external node is black. 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Both children of a red node are black. 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For each node, all paths from the node to its descendant leaves </a:t>
            </a:r>
            <a:r>
              <a:rPr lang="en-US" sz="2400"/>
              <a:t>(nil </a:t>
            </a:r>
            <a:r>
              <a:rPr lang="en-US" sz="2400" dirty="0"/>
              <a:t>nodes) contain the same number of black nodes.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46E6-2954-4968-A4C3-4C127C176DA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55/154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416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7754-C8AE-401A-B51C-77D632F1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52" y="506355"/>
            <a:ext cx="10972800" cy="1252728"/>
          </a:xfrm>
        </p:spPr>
        <p:txBody>
          <a:bodyPr/>
          <a:lstStyle/>
          <a:p>
            <a:r>
              <a:rPr lang="en-US" dirty="0"/>
              <a:t>Red-Black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56/154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B41E7B-176B-497B-A296-70FD01842ADA}"/>
              </a:ext>
            </a:extLst>
          </p:cNvPr>
          <p:cNvGrpSpPr/>
          <p:nvPr/>
        </p:nvGrpSpPr>
        <p:grpSpPr>
          <a:xfrm>
            <a:off x="3384975" y="1886908"/>
            <a:ext cx="8405644" cy="4727251"/>
            <a:chOff x="3384975" y="1886908"/>
            <a:chExt cx="8405644" cy="4727251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1CC8CE-9DED-4F1F-B76D-0C374140B210}"/>
                </a:ext>
              </a:extLst>
            </p:cNvPr>
            <p:cNvGrpSpPr/>
            <p:nvPr/>
          </p:nvGrpSpPr>
          <p:grpSpPr>
            <a:xfrm>
              <a:off x="3384975" y="1902330"/>
              <a:ext cx="8405644" cy="4711829"/>
              <a:chOff x="662095" y="2491424"/>
              <a:chExt cx="8405644" cy="4711829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CF38896-5E52-49F6-9D34-3E4E6FB18059}"/>
                  </a:ext>
                </a:extLst>
              </p:cNvPr>
              <p:cNvCxnSpPr>
                <a:stCxn id="142" idx="0"/>
                <a:endCxn id="141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29C8E89C-9A5F-4FC1-B0D3-F1934D3E037F}"/>
                  </a:ext>
                </a:extLst>
              </p:cNvPr>
              <p:cNvCxnSpPr>
                <a:stCxn id="143" idx="0"/>
                <a:endCxn id="141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6">
                <a:extLst>
                  <a:ext uri="{FF2B5EF4-FFF2-40B4-BE49-F238E27FC236}">
                    <a16:creationId xmlns:a16="http://schemas.microsoft.com/office/drawing/2014/main" id="{FD4F0BC6-5FCA-4874-9BCA-6B8787C82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3708" y="24914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B6B8BDA-3170-4960-930B-BFC5E83E23C6}"/>
                  </a:ext>
                </a:extLst>
              </p:cNvPr>
              <p:cNvCxnSpPr>
                <a:stCxn id="127" idx="0"/>
                <a:endCxn id="125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D567073-E843-4669-8D52-B8AB361F1349}"/>
                  </a:ext>
                </a:extLst>
              </p:cNvPr>
              <p:cNvCxnSpPr>
                <a:cxnSpLocks/>
                <a:endCxn id="125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3C3D6CA-EE42-4D8E-9F80-2C594A86930E}"/>
                  </a:ext>
                </a:extLst>
              </p:cNvPr>
              <p:cNvCxnSpPr>
                <a:stCxn id="141" idx="0"/>
                <a:endCxn id="123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4C41EC3-24BE-42AF-BB46-0C3398D08148}"/>
                  </a:ext>
                </a:extLst>
              </p:cNvPr>
              <p:cNvCxnSpPr>
                <a:stCxn id="125" idx="0"/>
                <a:endCxn id="123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6">
                <a:extLst>
                  <a:ext uri="{FF2B5EF4-FFF2-40B4-BE49-F238E27FC236}">
                    <a16:creationId xmlns:a16="http://schemas.microsoft.com/office/drawing/2014/main" id="{3ED98775-4FAA-4412-98F3-8CA200F3E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1D1D716A-22DB-4D99-8F5B-DA3EB971F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E32A1D8-62BC-41E1-AD9C-8265B5F68F1E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C812B62-0193-45C3-8C3B-58BA30E99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6A898D6-D349-4142-9CE5-CEEC90F1420E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091E5657-3B6D-45BE-B1B4-B7635A5F7336}"/>
                  </a:ext>
                </a:extLst>
              </p:cNvPr>
              <p:cNvCxnSpPr>
                <a:endCxn id="139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EEA613EC-FE34-48E0-97DA-AF4A6FF76208}"/>
                  </a:ext>
                </a:extLst>
              </p:cNvPr>
              <p:cNvCxnSpPr>
                <a:cxnSpLocks/>
                <a:stCxn id="158" idx="0"/>
                <a:endCxn id="134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F8E8203-746B-49E5-93FD-D3BD857C8342}"/>
                  </a:ext>
                </a:extLst>
              </p:cNvPr>
              <p:cNvCxnSpPr>
                <a:cxnSpLocks/>
                <a:stCxn id="154" idx="0"/>
                <a:endCxn id="133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BE1DB4F-7DCF-4B78-AF06-124695BD521C}"/>
                  </a:ext>
                </a:extLst>
              </p:cNvPr>
              <p:cNvCxnSpPr>
                <a:cxnSpLocks/>
                <a:stCxn id="153" idx="0"/>
                <a:endCxn id="133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6">
                <a:extLst>
                  <a:ext uri="{FF2B5EF4-FFF2-40B4-BE49-F238E27FC236}">
                    <a16:creationId xmlns:a16="http://schemas.microsoft.com/office/drawing/2014/main" id="{40D791E1-B55D-42DF-B4F9-C30A58272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Oval 16">
                <a:extLst>
                  <a:ext uri="{FF2B5EF4-FFF2-40B4-BE49-F238E27FC236}">
                    <a16:creationId xmlns:a16="http://schemas.microsoft.com/office/drawing/2014/main" id="{D8AD5A84-4CFD-452D-A249-C8D32CEE3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DA3ED64-F6CB-4DFF-B039-C2FFFDB8C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96E23ED2-C02C-4E87-9523-4A9722AE151E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1061CA79-0490-4BE2-A37F-F6114657CB93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F1E8A45F-4498-42C0-A86D-0581ED59A225}"/>
                  </a:ext>
                </a:extLst>
              </p:cNvPr>
              <p:cNvCxnSpPr>
                <a:stCxn id="156" idx="0"/>
                <a:endCxn id="139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Oval 16">
                <a:extLst>
                  <a:ext uri="{FF2B5EF4-FFF2-40B4-BE49-F238E27FC236}">
                    <a16:creationId xmlns:a16="http://schemas.microsoft.com/office/drawing/2014/main" id="{039CFEC0-F61F-44D7-8511-F47AD6B01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F144084-FAF8-4094-8C00-C8A8DDA60332}"/>
                  </a:ext>
                </a:extLst>
              </p:cNvPr>
              <p:cNvCxnSpPr>
                <a:cxnSpLocks/>
                <a:stCxn id="162" idx="0"/>
                <a:endCxn id="134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17CED580-6DBE-4722-B353-E723DB2B1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6945EC9-1978-4ED1-8531-B0F56974C733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35D27F20-4F3A-4D5A-BCFD-ACC540791C6D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B162613-AEE6-4A16-A275-C4B6CE184AC9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C25B10EA-C4E8-46F8-9E9E-F554F01CDCD1}"/>
                    </a:ext>
                  </a:extLst>
                </p:cNvPr>
                <p:cNvCxnSpPr>
                  <a:stCxn id="187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ECF4A764-DAE8-4DCF-9858-0D14750ADFA0}"/>
                    </a:ext>
                  </a:extLst>
                </p:cNvPr>
                <p:cNvCxnSpPr>
                  <a:stCxn id="188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EFA5311A-504B-4079-92CA-7892A3553E7B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E870F122-6385-4D21-A146-CF095253B90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AE4426FD-5125-4C6D-B0CA-12F8AA0B63E5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5E7C7D45-15FA-456F-8936-E50215E8A437}"/>
                    </a:ext>
                  </a:extLst>
                </p:cNvPr>
                <p:cNvCxnSpPr>
                  <a:stCxn id="183" idx="0"/>
                  <a:endCxn id="135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CD57B8AC-2545-4A6F-B911-8167F68CE4C5}"/>
                    </a:ext>
                  </a:extLst>
                </p:cNvPr>
                <p:cNvCxnSpPr>
                  <a:stCxn id="184" idx="0"/>
                  <a:endCxn id="135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8E4E14D-0E01-4D38-9E9F-16F692B3866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D6C9FFC3-48BE-435F-AB70-171D96AFBAE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0DA92A6A-8FA6-4803-91B7-D815C18176BC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B2EE6D9-584F-4827-AAD5-0748916C01EE}"/>
                    </a:ext>
                  </a:extLst>
                </p:cNvPr>
                <p:cNvCxnSpPr>
                  <a:stCxn id="179" idx="0"/>
                  <a:endCxn id="127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2E49A5B-44B1-41E9-8173-89F9E72E8FE4}"/>
                    </a:ext>
                  </a:extLst>
                </p:cNvPr>
                <p:cNvCxnSpPr>
                  <a:stCxn id="180" idx="0"/>
                  <a:endCxn id="127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DC89D28D-1B83-47FA-A9A2-565C2CC22D83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6DA411AB-D8E6-4879-A861-8F72C2D55D7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7F604CB-C9A2-4094-B55F-85C74AD842B9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6D92B6B-800F-42A9-9509-A101DEFEAFAB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754EC7E-BCC7-4F15-9D31-2B167C45E32B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343B1C3-7E6E-4EA2-8790-3FB4F7C1D497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A96952C-8466-4E81-832E-072F5001DBD4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772DD0F-D440-4633-A32A-8C53CC1F3FF9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F2EC188-ACBB-4360-90B4-2796DE5E77CC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66A263E9-A6F1-4DF6-B68E-3A48DB74E671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AC956F1F-B65F-45F9-8C57-1B1752144158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9C9B2BFA-2FB6-4480-87DB-B191904A3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B89FE93-7965-444F-AC46-789C9507D4F8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BABC5D2-A36B-41A4-B623-0B4CE31B24EB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8C32A508-BE04-455D-BE0B-B6DD9CA8DFBA}"/>
                  </a:ext>
                </a:extLst>
              </p:cNvPr>
              <p:cNvCxnSpPr>
                <a:cxnSpLocks/>
                <a:stCxn id="167" idx="0"/>
                <a:endCxn id="162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25AEDE3E-E80C-48C9-9294-7DD66BB40D92}"/>
                  </a:ext>
                </a:extLst>
              </p:cNvPr>
              <p:cNvCxnSpPr>
                <a:cxnSpLocks/>
                <a:stCxn id="161" idx="0"/>
                <a:endCxn id="163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Oval 16">
                <a:extLst>
                  <a:ext uri="{FF2B5EF4-FFF2-40B4-BE49-F238E27FC236}">
                    <a16:creationId xmlns:a16="http://schemas.microsoft.com/office/drawing/2014/main" id="{4680B586-9996-452A-B542-12E80A858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Oval 16">
                <a:extLst>
                  <a:ext uri="{FF2B5EF4-FFF2-40B4-BE49-F238E27FC236}">
                    <a16:creationId xmlns:a16="http://schemas.microsoft.com/office/drawing/2014/main" id="{6DD1712F-7B16-44E5-B4E7-193DFEA6F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4AFE941B-13C9-4EFA-8DD6-D51CB1021F13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927AF8B-151A-4017-8459-13CF9D990200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D52C6967-7244-4CE6-B753-115F0B01EC97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B45DE17-9E3E-4ECD-8F29-A55EF01AFF7C}"/>
                    </a:ext>
                  </a:extLst>
                </p:cNvPr>
                <p:cNvCxnSpPr>
                  <a:stCxn id="17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12F58822-51D4-4F9B-B82C-29CBE9B19EAE}"/>
                    </a:ext>
                  </a:extLst>
                </p:cNvPr>
                <p:cNvCxnSpPr>
                  <a:stCxn id="176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ECC609D9-94FC-4BA2-904E-C39FB156E290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8E92468E-F95D-4B6E-A9B1-C9D13C5B5DAA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66" name="Oval 16">
                <a:extLst>
                  <a:ext uri="{FF2B5EF4-FFF2-40B4-BE49-F238E27FC236}">
                    <a16:creationId xmlns:a16="http://schemas.microsoft.com/office/drawing/2014/main" id="{092A11B9-734C-47A0-BD99-2A06B2478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DBABEF-439F-4C56-8408-8CA0C8F2E3FC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081BA31-9415-4195-8F2F-380C8F4165C6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50F1CA23-555C-4099-9EA6-481AA5FB5AC0}"/>
                    </a:ext>
                  </a:extLst>
                </p:cNvPr>
                <p:cNvCxnSpPr>
                  <a:stCxn id="171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FDBA475-4698-400B-A945-9F1B839149DD}"/>
                    </a:ext>
                  </a:extLst>
                </p:cNvPr>
                <p:cNvCxnSpPr>
                  <a:stCxn id="172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C0FD4934-D62F-4BEC-9AF3-0B5ACB2F7DFF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A8A6ACE3-3DBC-47B2-B0EC-89666D9D9EE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FD03277-A780-414C-A424-3CC07CAE93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F4B3255-A3D0-4BC5-BA56-10EDADBCD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DCFAAC-21F1-4251-82B4-971DF769404C}"/>
                </a:ext>
              </a:extLst>
            </p:cNvPr>
            <p:cNvSpPr txBox="1"/>
            <p:nvPr/>
          </p:nvSpPr>
          <p:spPr>
            <a:xfrm>
              <a:off x="7750880" y="1886908"/>
              <a:ext cx="460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12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BE5CC2B-BA8C-4A93-BB51-90B2F1A779B9}"/>
              </a:ext>
            </a:extLst>
          </p:cNvPr>
          <p:cNvSpPr/>
          <p:nvPr/>
        </p:nvSpPr>
        <p:spPr>
          <a:xfrm>
            <a:off x="124628" y="1879254"/>
            <a:ext cx="41298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node is either red or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The root is black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external node is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Both children of a red node are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For each node, all paths from the node to its nil nodes contain the same number of black nodes.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398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7754-C8AE-401A-B51C-77D632F1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52" y="506355"/>
            <a:ext cx="10972800" cy="1252728"/>
          </a:xfrm>
        </p:spPr>
        <p:txBody>
          <a:bodyPr/>
          <a:lstStyle/>
          <a:p>
            <a:r>
              <a:rPr lang="en-US" dirty="0"/>
              <a:t>Red-Black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57/154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B41E7B-176B-497B-A296-70FD01842ADA}"/>
              </a:ext>
            </a:extLst>
          </p:cNvPr>
          <p:cNvGrpSpPr/>
          <p:nvPr/>
        </p:nvGrpSpPr>
        <p:grpSpPr>
          <a:xfrm>
            <a:off x="3384975" y="1886908"/>
            <a:ext cx="8405644" cy="4727251"/>
            <a:chOff x="3384975" y="1886908"/>
            <a:chExt cx="8405644" cy="4727251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1CC8CE-9DED-4F1F-B76D-0C374140B210}"/>
                </a:ext>
              </a:extLst>
            </p:cNvPr>
            <p:cNvGrpSpPr/>
            <p:nvPr/>
          </p:nvGrpSpPr>
          <p:grpSpPr>
            <a:xfrm>
              <a:off x="3384975" y="1902330"/>
              <a:ext cx="8405644" cy="4711829"/>
              <a:chOff x="662095" y="2491424"/>
              <a:chExt cx="8405644" cy="4711829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CF38896-5E52-49F6-9D34-3E4E6FB18059}"/>
                  </a:ext>
                </a:extLst>
              </p:cNvPr>
              <p:cNvCxnSpPr>
                <a:stCxn id="142" idx="0"/>
                <a:endCxn id="141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29C8E89C-9A5F-4FC1-B0D3-F1934D3E037F}"/>
                  </a:ext>
                </a:extLst>
              </p:cNvPr>
              <p:cNvCxnSpPr>
                <a:stCxn id="143" idx="0"/>
                <a:endCxn id="141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6">
                <a:extLst>
                  <a:ext uri="{FF2B5EF4-FFF2-40B4-BE49-F238E27FC236}">
                    <a16:creationId xmlns:a16="http://schemas.microsoft.com/office/drawing/2014/main" id="{FD4F0BC6-5FCA-4874-9BCA-6B8787C82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3708" y="24914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B6B8BDA-3170-4960-930B-BFC5E83E23C6}"/>
                  </a:ext>
                </a:extLst>
              </p:cNvPr>
              <p:cNvCxnSpPr>
                <a:stCxn id="127" idx="0"/>
                <a:endCxn id="125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D567073-E843-4669-8D52-B8AB361F1349}"/>
                  </a:ext>
                </a:extLst>
              </p:cNvPr>
              <p:cNvCxnSpPr>
                <a:cxnSpLocks/>
                <a:endCxn id="125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3C3D6CA-EE42-4D8E-9F80-2C594A86930E}"/>
                  </a:ext>
                </a:extLst>
              </p:cNvPr>
              <p:cNvCxnSpPr>
                <a:stCxn id="141" idx="0"/>
                <a:endCxn id="123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4C41EC3-24BE-42AF-BB46-0C3398D08148}"/>
                  </a:ext>
                </a:extLst>
              </p:cNvPr>
              <p:cNvCxnSpPr>
                <a:stCxn id="125" idx="0"/>
                <a:endCxn id="123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6">
                <a:extLst>
                  <a:ext uri="{FF2B5EF4-FFF2-40B4-BE49-F238E27FC236}">
                    <a16:creationId xmlns:a16="http://schemas.microsoft.com/office/drawing/2014/main" id="{3ED98775-4FAA-4412-98F3-8CA200F3E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1D1D716A-22DB-4D99-8F5B-DA3EB971F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E32A1D8-62BC-41E1-AD9C-8265B5F68F1E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C812B62-0193-45C3-8C3B-58BA30E99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6A898D6-D349-4142-9CE5-CEEC90F1420E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091E5657-3B6D-45BE-B1B4-B7635A5F7336}"/>
                  </a:ext>
                </a:extLst>
              </p:cNvPr>
              <p:cNvCxnSpPr>
                <a:endCxn id="139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EEA613EC-FE34-48E0-97DA-AF4A6FF76208}"/>
                  </a:ext>
                </a:extLst>
              </p:cNvPr>
              <p:cNvCxnSpPr>
                <a:cxnSpLocks/>
                <a:stCxn id="158" idx="0"/>
                <a:endCxn id="134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F8E8203-746B-49E5-93FD-D3BD857C8342}"/>
                  </a:ext>
                </a:extLst>
              </p:cNvPr>
              <p:cNvCxnSpPr>
                <a:cxnSpLocks/>
                <a:stCxn id="154" idx="0"/>
                <a:endCxn id="133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BE1DB4F-7DCF-4B78-AF06-124695BD521C}"/>
                  </a:ext>
                </a:extLst>
              </p:cNvPr>
              <p:cNvCxnSpPr>
                <a:cxnSpLocks/>
                <a:stCxn id="153" idx="0"/>
                <a:endCxn id="133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6">
                <a:extLst>
                  <a:ext uri="{FF2B5EF4-FFF2-40B4-BE49-F238E27FC236}">
                    <a16:creationId xmlns:a16="http://schemas.microsoft.com/office/drawing/2014/main" id="{40D791E1-B55D-42DF-B4F9-C30A58272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Oval 16">
                <a:extLst>
                  <a:ext uri="{FF2B5EF4-FFF2-40B4-BE49-F238E27FC236}">
                    <a16:creationId xmlns:a16="http://schemas.microsoft.com/office/drawing/2014/main" id="{D8AD5A84-4CFD-452D-A249-C8D32CEE3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DA3ED64-F6CB-4DFF-B039-C2FFFDB8C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96E23ED2-C02C-4E87-9523-4A9722AE151E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1061CA79-0490-4BE2-A37F-F6114657CB93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F1E8A45F-4498-42C0-A86D-0581ED59A225}"/>
                  </a:ext>
                </a:extLst>
              </p:cNvPr>
              <p:cNvCxnSpPr>
                <a:stCxn id="156" idx="0"/>
                <a:endCxn id="139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Oval 16">
                <a:extLst>
                  <a:ext uri="{FF2B5EF4-FFF2-40B4-BE49-F238E27FC236}">
                    <a16:creationId xmlns:a16="http://schemas.microsoft.com/office/drawing/2014/main" id="{039CFEC0-F61F-44D7-8511-F47AD6B01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F144084-FAF8-4094-8C00-C8A8DDA60332}"/>
                  </a:ext>
                </a:extLst>
              </p:cNvPr>
              <p:cNvCxnSpPr>
                <a:cxnSpLocks/>
                <a:stCxn id="162" idx="0"/>
                <a:endCxn id="134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17CED580-6DBE-4722-B353-E723DB2B1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6945EC9-1978-4ED1-8531-B0F56974C733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35D27F20-4F3A-4D5A-BCFD-ACC540791C6D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B162613-AEE6-4A16-A275-C4B6CE184AC9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C25B10EA-C4E8-46F8-9E9E-F554F01CDCD1}"/>
                    </a:ext>
                  </a:extLst>
                </p:cNvPr>
                <p:cNvCxnSpPr>
                  <a:stCxn id="187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ECF4A764-DAE8-4DCF-9858-0D14750ADFA0}"/>
                    </a:ext>
                  </a:extLst>
                </p:cNvPr>
                <p:cNvCxnSpPr>
                  <a:stCxn id="188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EFA5311A-504B-4079-92CA-7892A3553E7B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E870F122-6385-4D21-A146-CF095253B90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AE4426FD-5125-4C6D-B0CA-12F8AA0B63E5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5E7C7D45-15FA-456F-8936-E50215E8A437}"/>
                    </a:ext>
                  </a:extLst>
                </p:cNvPr>
                <p:cNvCxnSpPr>
                  <a:stCxn id="183" idx="0"/>
                  <a:endCxn id="135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CD57B8AC-2545-4A6F-B911-8167F68CE4C5}"/>
                    </a:ext>
                  </a:extLst>
                </p:cNvPr>
                <p:cNvCxnSpPr>
                  <a:stCxn id="184" idx="0"/>
                  <a:endCxn id="135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8E4E14D-0E01-4D38-9E9F-16F692B3866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D6C9FFC3-48BE-435F-AB70-171D96AFBAE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0DA92A6A-8FA6-4803-91B7-D815C18176BC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B2EE6D9-584F-4827-AAD5-0748916C01EE}"/>
                    </a:ext>
                  </a:extLst>
                </p:cNvPr>
                <p:cNvCxnSpPr>
                  <a:stCxn id="179" idx="0"/>
                  <a:endCxn id="127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2E49A5B-44B1-41E9-8173-89F9E72E8FE4}"/>
                    </a:ext>
                  </a:extLst>
                </p:cNvPr>
                <p:cNvCxnSpPr>
                  <a:stCxn id="180" idx="0"/>
                  <a:endCxn id="127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DC89D28D-1B83-47FA-A9A2-565C2CC22D83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6DA411AB-D8E6-4879-A861-8F72C2D55D7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7F604CB-C9A2-4094-B55F-85C74AD842B9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6D92B6B-800F-42A9-9509-A101DEFEAFAB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754EC7E-BCC7-4F15-9D31-2B167C45E32B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343B1C3-7E6E-4EA2-8790-3FB4F7C1D497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A96952C-8466-4E81-832E-072F5001DBD4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772DD0F-D440-4633-A32A-8C53CC1F3FF9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F2EC188-ACBB-4360-90B4-2796DE5E77CC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66A263E9-A6F1-4DF6-B68E-3A48DB74E671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AC956F1F-B65F-45F9-8C57-1B1752144158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9C9B2BFA-2FB6-4480-87DB-B191904A3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B89FE93-7965-444F-AC46-789C9507D4F8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BABC5D2-A36B-41A4-B623-0B4CE31B24EB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8C32A508-BE04-455D-BE0B-B6DD9CA8DFBA}"/>
                  </a:ext>
                </a:extLst>
              </p:cNvPr>
              <p:cNvCxnSpPr>
                <a:cxnSpLocks/>
                <a:stCxn id="167" idx="0"/>
                <a:endCxn id="162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25AEDE3E-E80C-48C9-9294-7DD66BB40D92}"/>
                  </a:ext>
                </a:extLst>
              </p:cNvPr>
              <p:cNvCxnSpPr>
                <a:cxnSpLocks/>
                <a:stCxn id="161" idx="0"/>
                <a:endCxn id="163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Oval 16">
                <a:extLst>
                  <a:ext uri="{FF2B5EF4-FFF2-40B4-BE49-F238E27FC236}">
                    <a16:creationId xmlns:a16="http://schemas.microsoft.com/office/drawing/2014/main" id="{4680B586-9996-452A-B542-12E80A858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Oval 16">
                <a:extLst>
                  <a:ext uri="{FF2B5EF4-FFF2-40B4-BE49-F238E27FC236}">
                    <a16:creationId xmlns:a16="http://schemas.microsoft.com/office/drawing/2014/main" id="{6DD1712F-7B16-44E5-B4E7-193DFEA6F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4AFE941B-13C9-4EFA-8DD6-D51CB1021F13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927AF8B-151A-4017-8459-13CF9D990200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D52C6967-7244-4CE6-B753-115F0B01EC97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B45DE17-9E3E-4ECD-8F29-A55EF01AFF7C}"/>
                    </a:ext>
                  </a:extLst>
                </p:cNvPr>
                <p:cNvCxnSpPr>
                  <a:stCxn id="17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12F58822-51D4-4F9B-B82C-29CBE9B19EAE}"/>
                    </a:ext>
                  </a:extLst>
                </p:cNvPr>
                <p:cNvCxnSpPr>
                  <a:stCxn id="176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ECC609D9-94FC-4BA2-904E-C39FB156E290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8E92468E-F95D-4B6E-A9B1-C9D13C5B5DAA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66" name="Oval 16">
                <a:extLst>
                  <a:ext uri="{FF2B5EF4-FFF2-40B4-BE49-F238E27FC236}">
                    <a16:creationId xmlns:a16="http://schemas.microsoft.com/office/drawing/2014/main" id="{092A11B9-734C-47A0-BD99-2A06B2478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DBABEF-439F-4C56-8408-8CA0C8F2E3FC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081BA31-9415-4195-8F2F-380C8F4165C6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50F1CA23-555C-4099-9EA6-481AA5FB5AC0}"/>
                    </a:ext>
                  </a:extLst>
                </p:cNvPr>
                <p:cNvCxnSpPr>
                  <a:stCxn id="171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FDBA475-4698-400B-A945-9F1B839149DD}"/>
                    </a:ext>
                  </a:extLst>
                </p:cNvPr>
                <p:cNvCxnSpPr>
                  <a:stCxn id="172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C0FD4934-D62F-4BEC-9AF3-0B5ACB2F7DFF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A8A6ACE3-3DBC-47B2-B0EC-89666D9D9EE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FD03277-A780-414C-A424-3CC07CAE93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F4B3255-A3D0-4BC5-BA56-10EDADBCD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DCFAAC-21F1-4251-82B4-971DF769404C}"/>
                </a:ext>
              </a:extLst>
            </p:cNvPr>
            <p:cNvSpPr txBox="1"/>
            <p:nvPr/>
          </p:nvSpPr>
          <p:spPr>
            <a:xfrm>
              <a:off x="7750880" y="1886908"/>
              <a:ext cx="460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12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BE5CC2B-BA8C-4A93-BB51-90B2F1A779B9}"/>
              </a:ext>
            </a:extLst>
          </p:cNvPr>
          <p:cNvSpPr/>
          <p:nvPr/>
        </p:nvSpPr>
        <p:spPr>
          <a:xfrm>
            <a:off x="124628" y="1879254"/>
            <a:ext cx="41298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node is either red or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The root is black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external node is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Both children of a red node are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For each node, all paths from the node to its nil nodes contain the same number of black nodes.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8DF4D7B-635B-4476-B5BD-BE944ED348A0}"/>
              </a:ext>
            </a:extLst>
          </p:cNvPr>
          <p:cNvSpPr/>
          <p:nvPr/>
        </p:nvSpPr>
        <p:spPr>
          <a:xfrm>
            <a:off x="6948330" y="3319738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33F710F-60E6-4BEF-9121-3468046FEA09}"/>
              </a:ext>
            </a:extLst>
          </p:cNvPr>
          <p:cNvSpPr/>
          <p:nvPr/>
        </p:nvSpPr>
        <p:spPr>
          <a:xfrm>
            <a:off x="5233307" y="3633107"/>
            <a:ext cx="1681843" cy="2808514"/>
          </a:xfrm>
          <a:custGeom>
            <a:avLst/>
            <a:gdLst>
              <a:gd name="connsiteX0" fmla="*/ 1681843 w 1681843"/>
              <a:gd name="connsiteY0" fmla="*/ 0 h 2808514"/>
              <a:gd name="connsiteX1" fmla="*/ 1053193 w 1681843"/>
              <a:gd name="connsiteY1" fmla="*/ 628650 h 2808514"/>
              <a:gd name="connsiteX2" fmla="*/ 310243 w 1681843"/>
              <a:gd name="connsiteY2" fmla="*/ 1722664 h 2808514"/>
              <a:gd name="connsiteX3" fmla="*/ 0 w 1681843"/>
              <a:gd name="connsiteY3" fmla="*/ 2808514 h 280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843" h="2808514">
                <a:moveTo>
                  <a:pt x="1681843" y="0"/>
                </a:moveTo>
                <a:lnTo>
                  <a:pt x="1053193" y="628650"/>
                </a:lnTo>
                <a:lnTo>
                  <a:pt x="310243" y="1722664"/>
                </a:lnTo>
                <a:lnTo>
                  <a:pt x="0" y="2808514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4C49DAA-C714-44BF-9CBB-E0669B94DA77}"/>
              </a:ext>
            </a:extLst>
          </p:cNvPr>
          <p:cNvSpPr/>
          <p:nvPr/>
        </p:nvSpPr>
        <p:spPr>
          <a:xfrm>
            <a:off x="6694714" y="3820886"/>
            <a:ext cx="873579" cy="2571750"/>
          </a:xfrm>
          <a:custGeom>
            <a:avLst/>
            <a:gdLst>
              <a:gd name="connsiteX0" fmla="*/ 424543 w 873579"/>
              <a:gd name="connsiteY0" fmla="*/ 0 h 2571750"/>
              <a:gd name="connsiteX1" fmla="*/ 0 w 873579"/>
              <a:gd name="connsiteY1" fmla="*/ 522514 h 2571750"/>
              <a:gd name="connsiteX2" fmla="*/ 693965 w 873579"/>
              <a:gd name="connsiteY2" fmla="*/ 1616528 h 2571750"/>
              <a:gd name="connsiteX3" fmla="*/ 873579 w 873579"/>
              <a:gd name="connsiteY3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579" h="2571750">
                <a:moveTo>
                  <a:pt x="424543" y="0"/>
                </a:moveTo>
                <a:lnTo>
                  <a:pt x="0" y="522514"/>
                </a:lnTo>
                <a:lnTo>
                  <a:pt x="693965" y="1616528"/>
                </a:lnTo>
                <a:lnTo>
                  <a:pt x="873579" y="2571750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D2E2140-7A08-420A-B2FB-DCFEBDA0026D}"/>
              </a:ext>
            </a:extLst>
          </p:cNvPr>
          <p:cNvSpPr/>
          <p:nvPr/>
        </p:nvSpPr>
        <p:spPr>
          <a:xfrm>
            <a:off x="7470321" y="3600450"/>
            <a:ext cx="1077686" cy="1812471"/>
          </a:xfrm>
          <a:custGeom>
            <a:avLst/>
            <a:gdLst>
              <a:gd name="connsiteX0" fmla="*/ 0 w 1077686"/>
              <a:gd name="connsiteY0" fmla="*/ 0 h 1812471"/>
              <a:gd name="connsiteX1" fmla="*/ 889908 w 1077686"/>
              <a:gd name="connsiteY1" fmla="*/ 840921 h 1812471"/>
              <a:gd name="connsiteX2" fmla="*/ 1077686 w 1077686"/>
              <a:gd name="connsiteY2" fmla="*/ 1812471 h 1812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7686" h="1812471">
                <a:moveTo>
                  <a:pt x="0" y="0"/>
                </a:moveTo>
                <a:lnTo>
                  <a:pt x="889908" y="840921"/>
                </a:lnTo>
                <a:lnTo>
                  <a:pt x="1077686" y="1812471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77C8A-961F-4909-A068-5752C69FC2D1}"/>
              </a:ext>
            </a:extLst>
          </p:cNvPr>
          <p:cNvSpPr txBox="1"/>
          <p:nvPr/>
        </p:nvSpPr>
        <p:spPr>
          <a:xfrm>
            <a:off x="409096" y="4978330"/>
            <a:ext cx="3327578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Black height of node 10 is 2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781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3" grpId="0" animBg="1"/>
      <p:bldP spid="5" grpId="0" animBg="1"/>
      <p:bldP spid="6" grpId="0" animBg="1"/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7754-C8AE-401A-B51C-77D632F1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052" y="506355"/>
            <a:ext cx="10972800" cy="1252728"/>
          </a:xfrm>
        </p:spPr>
        <p:txBody>
          <a:bodyPr/>
          <a:lstStyle/>
          <a:p>
            <a:r>
              <a:rPr lang="en-US" dirty="0"/>
              <a:t>Red-Black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B41E7B-176B-497B-A296-70FD01842ADA}"/>
              </a:ext>
            </a:extLst>
          </p:cNvPr>
          <p:cNvGrpSpPr/>
          <p:nvPr/>
        </p:nvGrpSpPr>
        <p:grpSpPr>
          <a:xfrm>
            <a:off x="3384975" y="1886908"/>
            <a:ext cx="8405644" cy="4727251"/>
            <a:chOff x="3384975" y="1886908"/>
            <a:chExt cx="8405644" cy="4727251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11CC8CE-9DED-4F1F-B76D-0C374140B210}"/>
                </a:ext>
              </a:extLst>
            </p:cNvPr>
            <p:cNvGrpSpPr/>
            <p:nvPr/>
          </p:nvGrpSpPr>
          <p:grpSpPr>
            <a:xfrm>
              <a:off x="3384975" y="1902330"/>
              <a:ext cx="8405644" cy="4711829"/>
              <a:chOff x="662095" y="2491424"/>
              <a:chExt cx="8405644" cy="4711829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CF38896-5E52-49F6-9D34-3E4E6FB18059}"/>
                  </a:ext>
                </a:extLst>
              </p:cNvPr>
              <p:cNvCxnSpPr>
                <a:stCxn id="142" idx="0"/>
                <a:endCxn id="141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29C8E89C-9A5F-4FC1-B0D3-F1934D3E037F}"/>
                  </a:ext>
                </a:extLst>
              </p:cNvPr>
              <p:cNvCxnSpPr>
                <a:stCxn id="143" idx="0"/>
                <a:endCxn id="141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6">
                <a:extLst>
                  <a:ext uri="{FF2B5EF4-FFF2-40B4-BE49-F238E27FC236}">
                    <a16:creationId xmlns:a16="http://schemas.microsoft.com/office/drawing/2014/main" id="{FD4F0BC6-5FCA-4874-9BCA-6B8787C82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3708" y="24914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B6B8BDA-3170-4960-930B-BFC5E83E23C6}"/>
                  </a:ext>
                </a:extLst>
              </p:cNvPr>
              <p:cNvCxnSpPr>
                <a:stCxn id="127" idx="0"/>
                <a:endCxn id="125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CD567073-E843-4669-8D52-B8AB361F1349}"/>
                  </a:ext>
                </a:extLst>
              </p:cNvPr>
              <p:cNvCxnSpPr>
                <a:cxnSpLocks/>
                <a:endCxn id="125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3C3D6CA-EE42-4D8E-9F80-2C594A86930E}"/>
                  </a:ext>
                </a:extLst>
              </p:cNvPr>
              <p:cNvCxnSpPr>
                <a:stCxn id="141" idx="0"/>
                <a:endCxn id="123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4C41EC3-24BE-42AF-BB46-0C3398D08148}"/>
                  </a:ext>
                </a:extLst>
              </p:cNvPr>
              <p:cNvCxnSpPr>
                <a:stCxn id="125" idx="0"/>
                <a:endCxn id="123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6">
                <a:extLst>
                  <a:ext uri="{FF2B5EF4-FFF2-40B4-BE49-F238E27FC236}">
                    <a16:creationId xmlns:a16="http://schemas.microsoft.com/office/drawing/2014/main" id="{3ED98775-4FAA-4412-98F3-8CA200F3E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1D1D716A-22DB-4D99-8F5B-DA3EB971F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BE32A1D8-62BC-41E1-AD9C-8265B5F68F1E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C812B62-0193-45C3-8C3B-58BA30E99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6A898D6-D349-4142-9CE5-CEEC90F1420E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091E5657-3B6D-45BE-B1B4-B7635A5F7336}"/>
                  </a:ext>
                </a:extLst>
              </p:cNvPr>
              <p:cNvCxnSpPr>
                <a:endCxn id="139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EEA613EC-FE34-48E0-97DA-AF4A6FF76208}"/>
                  </a:ext>
                </a:extLst>
              </p:cNvPr>
              <p:cNvCxnSpPr>
                <a:cxnSpLocks/>
                <a:stCxn id="158" idx="0"/>
                <a:endCxn id="134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3F8E8203-746B-49E5-93FD-D3BD857C8342}"/>
                  </a:ext>
                </a:extLst>
              </p:cNvPr>
              <p:cNvCxnSpPr>
                <a:cxnSpLocks/>
                <a:stCxn id="154" idx="0"/>
                <a:endCxn id="133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BE1DB4F-7DCF-4B78-AF06-124695BD521C}"/>
                  </a:ext>
                </a:extLst>
              </p:cNvPr>
              <p:cNvCxnSpPr>
                <a:cxnSpLocks/>
                <a:stCxn id="153" idx="0"/>
                <a:endCxn id="133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6">
                <a:extLst>
                  <a:ext uri="{FF2B5EF4-FFF2-40B4-BE49-F238E27FC236}">
                    <a16:creationId xmlns:a16="http://schemas.microsoft.com/office/drawing/2014/main" id="{40D791E1-B55D-42DF-B4F9-C30A58272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Oval 16">
                <a:extLst>
                  <a:ext uri="{FF2B5EF4-FFF2-40B4-BE49-F238E27FC236}">
                    <a16:creationId xmlns:a16="http://schemas.microsoft.com/office/drawing/2014/main" id="{D8AD5A84-4CFD-452D-A249-C8D32CEE3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DA3ED64-F6CB-4DFF-B039-C2FFFDB8C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96E23ED2-C02C-4E87-9523-4A9722AE151E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1061CA79-0490-4BE2-A37F-F6114657CB93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F1E8A45F-4498-42C0-A86D-0581ED59A225}"/>
                  </a:ext>
                </a:extLst>
              </p:cNvPr>
              <p:cNvCxnSpPr>
                <a:stCxn id="156" idx="0"/>
                <a:endCxn id="139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Oval 16">
                <a:extLst>
                  <a:ext uri="{FF2B5EF4-FFF2-40B4-BE49-F238E27FC236}">
                    <a16:creationId xmlns:a16="http://schemas.microsoft.com/office/drawing/2014/main" id="{039CFEC0-F61F-44D7-8511-F47AD6B019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F144084-FAF8-4094-8C00-C8A8DDA60332}"/>
                  </a:ext>
                </a:extLst>
              </p:cNvPr>
              <p:cNvCxnSpPr>
                <a:cxnSpLocks/>
                <a:stCxn id="162" idx="0"/>
                <a:endCxn id="134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17CED580-6DBE-4722-B353-E723DB2B1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6945EC9-1978-4ED1-8531-B0F56974C733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35D27F20-4F3A-4D5A-BCFD-ACC540791C6D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B162613-AEE6-4A16-A275-C4B6CE184AC9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C25B10EA-C4E8-46F8-9E9E-F554F01CDCD1}"/>
                    </a:ext>
                  </a:extLst>
                </p:cNvPr>
                <p:cNvCxnSpPr>
                  <a:stCxn id="187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ECF4A764-DAE8-4DCF-9858-0D14750ADFA0}"/>
                    </a:ext>
                  </a:extLst>
                </p:cNvPr>
                <p:cNvCxnSpPr>
                  <a:stCxn id="188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EFA5311A-504B-4079-92CA-7892A3553E7B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E870F122-6385-4D21-A146-CF095253B90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AE4426FD-5125-4C6D-B0CA-12F8AA0B63E5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5E7C7D45-15FA-456F-8936-E50215E8A437}"/>
                    </a:ext>
                  </a:extLst>
                </p:cNvPr>
                <p:cNvCxnSpPr>
                  <a:stCxn id="183" idx="0"/>
                  <a:endCxn id="135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CD57B8AC-2545-4A6F-B911-8167F68CE4C5}"/>
                    </a:ext>
                  </a:extLst>
                </p:cNvPr>
                <p:cNvCxnSpPr>
                  <a:stCxn id="184" idx="0"/>
                  <a:endCxn id="135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D8E4E14D-0E01-4D38-9E9F-16F692B3866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D6C9FFC3-48BE-435F-AB70-171D96AFBAE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0DA92A6A-8FA6-4803-91B7-D815C18176BC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BB2EE6D9-584F-4827-AAD5-0748916C01EE}"/>
                    </a:ext>
                  </a:extLst>
                </p:cNvPr>
                <p:cNvCxnSpPr>
                  <a:stCxn id="179" idx="0"/>
                  <a:endCxn id="127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2E49A5B-44B1-41E9-8173-89F9E72E8FE4}"/>
                    </a:ext>
                  </a:extLst>
                </p:cNvPr>
                <p:cNvCxnSpPr>
                  <a:stCxn id="180" idx="0"/>
                  <a:endCxn id="127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DC89D28D-1B83-47FA-A9A2-565C2CC22D83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6DA411AB-D8E6-4879-A861-8F72C2D55D7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7F604CB-C9A2-4094-B55F-85C74AD842B9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6D92B6B-800F-42A9-9509-A101DEFEAFAB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754EC7E-BCC7-4F15-9D31-2B167C45E32B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343B1C3-7E6E-4EA2-8790-3FB4F7C1D497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A96952C-8466-4E81-832E-072F5001DBD4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772DD0F-D440-4633-A32A-8C53CC1F3FF9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F2EC188-ACBB-4360-90B4-2796DE5E77CC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66A263E9-A6F1-4DF6-B68E-3A48DB74E671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AC956F1F-B65F-45F9-8C57-1B1752144158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9C9B2BFA-2FB6-4480-87DB-B191904A35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B89FE93-7965-444F-AC46-789C9507D4F8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FBABC5D2-A36B-41A4-B623-0B4CE31B24EB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8C32A508-BE04-455D-BE0B-B6DD9CA8DFBA}"/>
                  </a:ext>
                </a:extLst>
              </p:cNvPr>
              <p:cNvCxnSpPr>
                <a:cxnSpLocks/>
                <a:stCxn id="167" idx="0"/>
                <a:endCxn id="162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25AEDE3E-E80C-48C9-9294-7DD66BB40D92}"/>
                  </a:ext>
                </a:extLst>
              </p:cNvPr>
              <p:cNvCxnSpPr>
                <a:cxnSpLocks/>
                <a:stCxn id="161" idx="0"/>
                <a:endCxn id="163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Oval 16">
                <a:extLst>
                  <a:ext uri="{FF2B5EF4-FFF2-40B4-BE49-F238E27FC236}">
                    <a16:creationId xmlns:a16="http://schemas.microsoft.com/office/drawing/2014/main" id="{4680B586-9996-452A-B542-12E80A858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Oval 16">
                <a:extLst>
                  <a:ext uri="{FF2B5EF4-FFF2-40B4-BE49-F238E27FC236}">
                    <a16:creationId xmlns:a16="http://schemas.microsoft.com/office/drawing/2014/main" id="{6DD1712F-7B16-44E5-B4E7-193DFEA6F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4AFE941B-13C9-4EFA-8DD6-D51CB1021F13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927AF8B-151A-4017-8459-13CF9D990200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D52C6967-7244-4CE6-B753-115F0B01EC97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B45DE17-9E3E-4ECD-8F29-A55EF01AFF7C}"/>
                    </a:ext>
                  </a:extLst>
                </p:cNvPr>
                <p:cNvCxnSpPr>
                  <a:stCxn id="17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12F58822-51D4-4F9B-B82C-29CBE9B19EAE}"/>
                    </a:ext>
                  </a:extLst>
                </p:cNvPr>
                <p:cNvCxnSpPr>
                  <a:stCxn id="176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ECC609D9-94FC-4BA2-904E-C39FB156E290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8E92468E-F95D-4B6E-A9B1-C9D13C5B5DAA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66" name="Oval 16">
                <a:extLst>
                  <a:ext uri="{FF2B5EF4-FFF2-40B4-BE49-F238E27FC236}">
                    <a16:creationId xmlns:a16="http://schemas.microsoft.com/office/drawing/2014/main" id="{092A11B9-734C-47A0-BD99-2A06B2478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31DBABEF-439F-4C56-8408-8CA0C8F2E3FC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081BA31-9415-4195-8F2F-380C8F4165C6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50F1CA23-555C-4099-9EA6-481AA5FB5AC0}"/>
                    </a:ext>
                  </a:extLst>
                </p:cNvPr>
                <p:cNvCxnSpPr>
                  <a:stCxn id="171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FDBA475-4698-400B-A945-9F1B839149DD}"/>
                    </a:ext>
                  </a:extLst>
                </p:cNvPr>
                <p:cNvCxnSpPr>
                  <a:stCxn id="172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C0FD4934-D62F-4BEC-9AF3-0B5ACB2F7DFF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A8A6ACE3-3DBC-47B2-B0EC-89666D9D9EE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FD03277-A780-414C-A424-3CC07CAE93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F4B3255-A3D0-4BC5-BA56-10EDADBCD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DCFAAC-21F1-4251-82B4-971DF769404C}"/>
                </a:ext>
              </a:extLst>
            </p:cNvPr>
            <p:cNvSpPr txBox="1"/>
            <p:nvPr/>
          </p:nvSpPr>
          <p:spPr>
            <a:xfrm>
              <a:off x="7750880" y="1886908"/>
              <a:ext cx="460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12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DBE5CC2B-BA8C-4A93-BB51-90B2F1A779B9}"/>
              </a:ext>
            </a:extLst>
          </p:cNvPr>
          <p:cNvSpPr/>
          <p:nvPr/>
        </p:nvSpPr>
        <p:spPr>
          <a:xfrm>
            <a:off x="124628" y="1879254"/>
            <a:ext cx="41298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node is either red or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The root is black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Every external node is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latin typeface="Arial Rounded MT Bold" panose="020F0704030504030204" pitchFamily="34" charset="0"/>
              </a:rPr>
              <a:t>Both children of a red node are black. </a:t>
            </a:r>
          </a:p>
          <a:p>
            <a:pPr marL="461772" indent="-342900">
              <a:buFont typeface="+mj-lt"/>
              <a:buAutoNum type="arabicPeriod"/>
            </a:pPr>
            <a:r>
              <a:rPr lang="en-US" sz="14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For each node, all paths from the node to its nil nodes contain the same number of black nodes.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8DF4D7B-635B-4476-B5BD-BE944ED348A0}"/>
              </a:ext>
            </a:extLst>
          </p:cNvPr>
          <p:cNvSpPr/>
          <p:nvPr/>
        </p:nvSpPr>
        <p:spPr>
          <a:xfrm>
            <a:off x="3796768" y="3319933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77C8A-961F-4909-A068-5752C69FC2D1}"/>
              </a:ext>
            </a:extLst>
          </p:cNvPr>
          <p:cNvSpPr txBox="1"/>
          <p:nvPr/>
        </p:nvSpPr>
        <p:spPr>
          <a:xfrm>
            <a:off x="409096" y="4978330"/>
            <a:ext cx="318971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Black height of node 3 is 1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E1527D0-5271-4737-87B3-89D682266431}"/>
              </a:ext>
            </a:extLst>
          </p:cNvPr>
          <p:cNvSpPr/>
          <p:nvPr/>
        </p:nvSpPr>
        <p:spPr>
          <a:xfrm>
            <a:off x="3355521" y="3657600"/>
            <a:ext cx="318408" cy="563336"/>
          </a:xfrm>
          <a:custGeom>
            <a:avLst/>
            <a:gdLst>
              <a:gd name="connsiteX0" fmla="*/ 318408 w 318408"/>
              <a:gd name="connsiteY0" fmla="*/ 0 h 563336"/>
              <a:gd name="connsiteX1" fmla="*/ 0 w 318408"/>
              <a:gd name="connsiteY1" fmla="*/ 563336 h 5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8408" h="563336">
                <a:moveTo>
                  <a:pt x="318408" y="0"/>
                </a:moveTo>
                <a:lnTo>
                  <a:pt x="0" y="563336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1426F6-0FAD-4D51-8189-85B5C7CC7A48}"/>
              </a:ext>
            </a:extLst>
          </p:cNvPr>
          <p:cNvSpPr/>
          <p:nvPr/>
        </p:nvSpPr>
        <p:spPr>
          <a:xfrm>
            <a:off x="4278086" y="3690257"/>
            <a:ext cx="636814" cy="1698172"/>
          </a:xfrm>
          <a:custGeom>
            <a:avLst/>
            <a:gdLst>
              <a:gd name="connsiteX0" fmla="*/ 0 w 636814"/>
              <a:gd name="connsiteY0" fmla="*/ 0 h 1698172"/>
              <a:gd name="connsiteX1" fmla="*/ 457200 w 636814"/>
              <a:gd name="connsiteY1" fmla="*/ 783772 h 1698172"/>
              <a:gd name="connsiteX2" fmla="*/ 636814 w 636814"/>
              <a:gd name="connsiteY2" fmla="*/ 1698172 h 169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6814" h="1698172">
                <a:moveTo>
                  <a:pt x="0" y="0"/>
                </a:moveTo>
                <a:lnTo>
                  <a:pt x="457200" y="783772"/>
                </a:lnTo>
                <a:lnTo>
                  <a:pt x="636814" y="1698172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861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" grpId="0" animBg="1"/>
      <p:bldP spid="8" grpId="0" animBg="1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59/154</a:t>
            </a:r>
          </a:p>
        </p:txBody>
      </p:sp>
      <p:sp>
        <p:nvSpPr>
          <p:cNvPr id="86" name="Slide Number Placeholder 3">
            <a:extLst>
              <a:ext uri="{FF2B5EF4-FFF2-40B4-BE49-F238E27FC236}">
                <a16:creationId xmlns:a16="http://schemas.microsoft.com/office/drawing/2014/main" id="{1079155D-F066-4DDD-AD40-F39F0D089F6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0558404" y="5959824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sz="1200" dirty="0">
                <a:solidFill>
                  <a:prstClr val="black">
                    <a:tint val="95000"/>
                  </a:prstClr>
                </a:solidFill>
                <a:latin typeface="Corbel"/>
              </a:rPr>
              <a:t>54/89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EF501B-4016-4D2E-82BC-1A08B1308501}"/>
              </a:ext>
            </a:extLst>
          </p:cNvPr>
          <p:cNvGrpSpPr/>
          <p:nvPr/>
        </p:nvGrpSpPr>
        <p:grpSpPr>
          <a:xfrm>
            <a:off x="3384975" y="2227014"/>
            <a:ext cx="8405644" cy="4387145"/>
            <a:chOff x="3384975" y="2227014"/>
            <a:chExt cx="8405644" cy="4387145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F694E50-1B7E-4A58-9416-5E8E7C9DFE83}"/>
                </a:ext>
              </a:extLst>
            </p:cNvPr>
            <p:cNvGrpSpPr/>
            <p:nvPr/>
          </p:nvGrpSpPr>
          <p:grpSpPr>
            <a:xfrm>
              <a:off x="3384975" y="2556885"/>
              <a:ext cx="8405644" cy="4057274"/>
              <a:chOff x="662095" y="3145979"/>
              <a:chExt cx="8405644" cy="4057274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A87CBF39-3A8D-463F-9E91-DF6BD67185A8}"/>
                  </a:ext>
                </a:extLst>
              </p:cNvPr>
              <p:cNvCxnSpPr>
                <a:stCxn id="134" idx="0"/>
                <a:endCxn id="133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2AFD38CF-6CD1-49CC-90FF-4DE491687862}"/>
                  </a:ext>
                </a:extLst>
              </p:cNvPr>
              <p:cNvCxnSpPr>
                <a:stCxn id="135" idx="0"/>
                <a:endCxn id="133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7FA489C-61E5-4BED-94D8-96FD78770D42}"/>
                  </a:ext>
                </a:extLst>
              </p:cNvPr>
              <p:cNvCxnSpPr>
                <a:stCxn id="108" idx="0"/>
                <a:endCxn id="105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771F3FE-2C5F-4B71-B9DB-E38F6C53DCE5}"/>
                  </a:ext>
                </a:extLst>
              </p:cNvPr>
              <p:cNvCxnSpPr>
                <a:cxnSpLocks/>
                <a:endCxn id="105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80F4EE1-8AEC-4A29-9711-B296C1762360}"/>
                  </a:ext>
                </a:extLst>
              </p:cNvPr>
              <p:cNvCxnSpPr>
                <a:stCxn id="133" idx="0"/>
                <a:endCxn id="104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4B9FA5F-FF5B-4A27-8D19-F92006535154}"/>
                  </a:ext>
                </a:extLst>
              </p:cNvPr>
              <p:cNvCxnSpPr>
                <a:stCxn id="105" idx="0"/>
                <a:endCxn id="104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6">
                <a:extLst>
                  <a:ext uri="{FF2B5EF4-FFF2-40B4-BE49-F238E27FC236}">
                    <a16:creationId xmlns:a16="http://schemas.microsoft.com/office/drawing/2014/main" id="{46070120-BBCA-4A27-A1BB-9E16EB5FD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5" name="Oval 16">
                <a:extLst>
                  <a:ext uri="{FF2B5EF4-FFF2-40B4-BE49-F238E27FC236}">
                    <a16:creationId xmlns:a16="http://schemas.microsoft.com/office/drawing/2014/main" id="{813440DA-3988-4E4D-9F68-C14333A39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0301167-A3D9-4CD8-A020-2547778D8B06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97A81131-BA96-480E-A139-08C576DB3F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73076644-0F4F-439D-9948-269DCA0839D0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65D916B1-4F26-45FA-82A2-C0A6D3D3D54F}"/>
                  </a:ext>
                </a:extLst>
              </p:cNvPr>
              <p:cNvCxnSpPr>
                <a:endCxn id="131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D6BC1FB-8423-4B1F-93FE-1269D9361409}"/>
                  </a:ext>
                </a:extLst>
              </p:cNvPr>
              <p:cNvCxnSpPr>
                <a:cxnSpLocks/>
                <a:stCxn id="150" idx="0"/>
                <a:endCxn id="126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4AD5139-5EAB-4B11-B597-F29E76FFF6EB}"/>
                  </a:ext>
                </a:extLst>
              </p:cNvPr>
              <p:cNvCxnSpPr>
                <a:cxnSpLocks/>
                <a:stCxn id="146" idx="0"/>
                <a:endCxn id="125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41D93785-FFE5-4079-A91D-79A866190BA9}"/>
                  </a:ext>
                </a:extLst>
              </p:cNvPr>
              <p:cNvCxnSpPr>
                <a:cxnSpLocks/>
                <a:stCxn id="145" idx="0"/>
                <a:endCxn id="125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58061E62-5CA8-402C-B443-25D2368B5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Oval 16">
                <a:extLst>
                  <a:ext uri="{FF2B5EF4-FFF2-40B4-BE49-F238E27FC236}">
                    <a16:creationId xmlns:a16="http://schemas.microsoft.com/office/drawing/2014/main" id="{992974A7-8452-40B2-92B2-84C6D7BA4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32F74F20-E486-4DB8-8927-F872DC514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F42A7E3B-C3F5-4CB8-B0C0-F104F325A299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4CA0BB15-CFD1-4263-B088-4DB076AF5503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1E882C9-7E17-4788-A2F9-EBEF478139EC}"/>
                  </a:ext>
                </a:extLst>
              </p:cNvPr>
              <p:cNvCxnSpPr>
                <a:stCxn id="148" idx="0"/>
                <a:endCxn id="131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6">
                <a:extLst>
                  <a:ext uri="{FF2B5EF4-FFF2-40B4-BE49-F238E27FC236}">
                    <a16:creationId xmlns:a16="http://schemas.microsoft.com/office/drawing/2014/main" id="{19D590F8-D505-4227-AE61-2271FD10C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A1071932-5FA1-46F7-8733-ED4FD095235E}"/>
                  </a:ext>
                </a:extLst>
              </p:cNvPr>
              <p:cNvCxnSpPr>
                <a:cxnSpLocks/>
                <a:stCxn id="154" idx="0"/>
                <a:endCxn id="126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6">
                <a:extLst>
                  <a:ext uri="{FF2B5EF4-FFF2-40B4-BE49-F238E27FC236}">
                    <a16:creationId xmlns:a16="http://schemas.microsoft.com/office/drawing/2014/main" id="{69B646DD-A86A-4F53-A8CF-3F2073E07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CE13AA46-1B6D-4699-AF70-C9E2712397FA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89FE9517-0CDE-4827-A58E-87E59EC738CC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8D68ADAF-D5F4-4F96-9B02-FB492E57156E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98C5059-D20D-45B3-AABF-E1BAB2B258FA}"/>
                    </a:ext>
                  </a:extLst>
                </p:cNvPr>
                <p:cNvCxnSpPr>
                  <a:stCxn id="179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EFCF1BE8-9FDA-4BDC-9017-1DCEA9586431}"/>
                    </a:ext>
                  </a:extLst>
                </p:cNvPr>
                <p:cNvCxnSpPr>
                  <a:stCxn id="180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2F1C17B4-315C-4412-B889-1390A284228A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26E3D894-C307-4D6C-A129-AFC88A8DAA5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BBBF05C3-053D-45DB-9B25-52E7D6E72085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D202DD8F-5FA6-4AD1-A32A-D2700CBE4122}"/>
                    </a:ext>
                  </a:extLst>
                </p:cNvPr>
                <p:cNvCxnSpPr>
                  <a:stCxn id="175" idx="0"/>
                  <a:endCxn id="127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6DB39D7D-F191-4259-8C62-5DF0CCAD52FD}"/>
                    </a:ext>
                  </a:extLst>
                </p:cNvPr>
                <p:cNvCxnSpPr>
                  <a:stCxn id="176" idx="0"/>
                  <a:endCxn id="127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BC7AF1B6-CEE3-4390-9DFA-E1E3AAC7255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333C1F3D-5FED-4147-9727-7CC4409F589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6DEA4A5-9411-4F5B-B57B-C0042DA1D77A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69EACC56-34B0-4F64-8ABB-3388A8EED137}"/>
                    </a:ext>
                  </a:extLst>
                </p:cNvPr>
                <p:cNvCxnSpPr>
                  <a:stCxn id="171" idx="0"/>
                  <a:endCxn id="108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5EDB0337-850A-46F2-9F11-6CB9F84F1EED}"/>
                    </a:ext>
                  </a:extLst>
                </p:cNvPr>
                <p:cNvCxnSpPr>
                  <a:stCxn id="172" idx="0"/>
                  <a:endCxn id="108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201E3FDF-76E3-4C92-9608-77CCD54DB2BE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1EB38D47-D7BE-4AA9-A511-314654853B47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8920DE4-BD9F-4538-99EA-06F3123A6E86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74DB133-CCED-4D74-BF6D-DE2AF2709599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8F274EC3-DABA-45CF-BFFE-E41407DE999C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84F911E-C868-434A-BF59-8616D36AA70D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B0DEB85-4B80-4D40-A204-2092A50FC9F1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933651F-75B1-42FA-8334-44175C8FA210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A2EDDC95-3AA9-44D5-9F10-E39B7BD9D629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C9DCBA4-C608-4506-A23E-215D5C7030CA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CCF8F9B-FC2E-4D3F-93C1-83DC2ABD5F2A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C44BA595-09C9-45DE-8CFC-64E1B0C5D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50513EB-AB27-4EB3-92BE-E282066600D9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F6B14E57-9D17-4BBB-A7CA-863CCB174DD4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86DE45DF-17AF-4B89-AA8A-4F8FB8C73815}"/>
                  </a:ext>
                </a:extLst>
              </p:cNvPr>
              <p:cNvCxnSpPr>
                <a:cxnSpLocks/>
                <a:stCxn id="159" idx="0"/>
                <a:endCxn id="154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C2F5353D-B30F-4AB0-9709-CD56822D3E90}"/>
                  </a:ext>
                </a:extLst>
              </p:cNvPr>
              <p:cNvCxnSpPr>
                <a:cxnSpLocks/>
                <a:stCxn id="153" idx="0"/>
                <a:endCxn id="155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Oval 16">
                <a:extLst>
                  <a:ext uri="{FF2B5EF4-FFF2-40B4-BE49-F238E27FC236}">
                    <a16:creationId xmlns:a16="http://schemas.microsoft.com/office/drawing/2014/main" id="{712D37B4-AF97-4160-954A-152AF540A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4" name="Oval 16">
                <a:extLst>
                  <a:ext uri="{FF2B5EF4-FFF2-40B4-BE49-F238E27FC236}">
                    <a16:creationId xmlns:a16="http://schemas.microsoft.com/office/drawing/2014/main" id="{5E250443-00E5-436A-A77C-B386E6A37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9382489C-0DEC-426E-A525-318EBF74085B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A355BD9-73F9-474A-8922-0E92DCBA5BFB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82662938-44CE-4B78-8008-0935A7BA7EF9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0E72E71C-AFD7-46C6-ABB1-1DB7CD0F419E}"/>
                    </a:ext>
                  </a:extLst>
                </p:cNvPr>
                <p:cNvCxnSpPr>
                  <a:stCxn id="167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3DA13F37-38E9-4872-B15E-A4040F3C6F2D}"/>
                    </a:ext>
                  </a:extLst>
                </p:cNvPr>
                <p:cNvCxnSpPr>
                  <a:stCxn id="168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83F3A78F-DF2F-47AE-B22D-0DBC1D24260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041648BF-B8DF-44B5-BB6A-54C9977BAC80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8" name="Oval 16">
                <a:extLst>
                  <a:ext uri="{FF2B5EF4-FFF2-40B4-BE49-F238E27FC236}">
                    <a16:creationId xmlns:a16="http://schemas.microsoft.com/office/drawing/2014/main" id="{EFDCEF80-9CFF-41A0-813E-2945519B4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01CB754-99AC-4DCE-AD9F-AC5FD0B1F4EF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5DF2EBE6-8B8D-4877-8749-3E64DAF46B06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4F70A44B-62D9-45E9-B7D1-02D33C99E4E1}"/>
                    </a:ext>
                  </a:extLst>
                </p:cNvPr>
                <p:cNvCxnSpPr>
                  <a:stCxn id="163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54C3692B-758D-487A-B886-364EF35A4FC2}"/>
                    </a:ext>
                  </a:extLst>
                </p:cNvPr>
                <p:cNvCxnSpPr>
                  <a:stCxn id="164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B91FE4F7-4E86-4E6C-A8B7-8F77622EAC2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8E718955-FA5B-4BAF-9227-57CB55CA3B9A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CFF85A7-F30D-4430-8621-0C95E3A51B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1D693E1-5B81-456F-B35F-C2D1CB9C39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itle 28">
            <a:extLst>
              <a:ext uri="{FF2B5EF4-FFF2-40B4-BE49-F238E27FC236}">
                <a16:creationId xmlns:a16="http://schemas.microsoft.com/office/drawing/2014/main" id="{5F541D38-EF4F-4993-83A4-0DBB3C8A1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height of RBT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758B190-F5A6-45D2-A03E-B0B277B877AD}"/>
              </a:ext>
            </a:extLst>
          </p:cNvPr>
          <p:cNvSpPr txBox="1"/>
          <p:nvPr/>
        </p:nvSpPr>
        <p:spPr>
          <a:xfrm>
            <a:off x="858867" y="2322893"/>
            <a:ext cx="288598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Black height of root is 3 </a:t>
            </a:r>
          </a:p>
        </p:txBody>
      </p:sp>
      <p:sp>
        <p:nvSpPr>
          <p:cNvPr id="258" name="Oval 16">
            <a:extLst>
              <a:ext uri="{FF2B5EF4-FFF2-40B4-BE49-F238E27FC236}">
                <a16:creationId xmlns:a16="http://schemas.microsoft.com/office/drawing/2014/main" id="{197FB141-90D2-4E49-930E-C2A724B20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0258" y="1958868"/>
            <a:ext cx="435531" cy="435531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F6DE78A4-026D-477A-AFF0-7E29324492EA}"/>
              </a:ext>
            </a:extLst>
          </p:cNvPr>
          <p:cNvSpPr txBox="1"/>
          <p:nvPr/>
        </p:nvSpPr>
        <p:spPr>
          <a:xfrm>
            <a:off x="7744528" y="1992580"/>
            <a:ext cx="46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4030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60/154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B54D50-3A6D-4CAD-9821-716FE4009E20}"/>
              </a:ext>
            </a:extLst>
          </p:cNvPr>
          <p:cNvSpPr/>
          <p:nvPr/>
        </p:nvSpPr>
        <p:spPr>
          <a:xfrm>
            <a:off x="803221" y="2594777"/>
            <a:ext cx="28425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“Black height” violation!</a:t>
            </a:r>
          </a:p>
        </p:txBody>
      </p:sp>
      <p:sp>
        <p:nvSpPr>
          <p:cNvPr id="86" name="Slide Number Placeholder 3">
            <a:extLst>
              <a:ext uri="{FF2B5EF4-FFF2-40B4-BE49-F238E27FC236}">
                <a16:creationId xmlns:a16="http://schemas.microsoft.com/office/drawing/2014/main" id="{1079155D-F066-4DDD-AD40-F39F0D089F6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0558404" y="5959824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sz="1200" dirty="0">
                <a:solidFill>
                  <a:prstClr val="black">
                    <a:tint val="95000"/>
                  </a:prstClr>
                </a:solidFill>
                <a:latin typeface="Corbel"/>
              </a:rPr>
              <a:t>54/89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4C0184-2AEA-41AA-8CFB-3B7BB6943E8B}"/>
              </a:ext>
            </a:extLst>
          </p:cNvPr>
          <p:cNvGrpSpPr/>
          <p:nvPr/>
        </p:nvGrpSpPr>
        <p:grpSpPr>
          <a:xfrm>
            <a:off x="3384975" y="1886908"/>
            <a:ext cx="8405644" cy="4727251"/>
            <a:chOff x="3384975" y="1886908"/>
            <a:chExt cx="8405644" cy="4727251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E4F61B2-8A97-405E-8F0C-33B8651DC96C}"/>
                </a:ext>
              </a:extLst>
            </p:cNvPr>
            <p:cNvGrpSpPr/>
            <p:nvPr/>
          </p:nvGrpSpPr>
          <p:grpSpPr>
            <a:xfrm>
              <a:off x="3384975" y="1902330"/>
              <a:ext cx="8405644" cy="4711829"/>
              <a:chOff x="662095" y="2491424"/>
              <a:chExt cx="8405644" cy="4711829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A157461-F390-4C06-BF7D-9EABB1D5A7AB}"/>
                  </a:ext>
                </a:extLst>
              </p:cNvPr>
              <p:cNvCxnSpPr>
                <a:stCxn id="134" idx="0"/>
                <a:endCxn id="133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95607B23-AAB3-40D1-93B1-45CB173FBD57}"/>
                  </a:ext>
                </a:extLst>
              </p:cNvPr>
              <p:cNvCxnSpPr>
                <a:stCxn id="135" idx="0"/>
                <a:endCxn id="133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16">
                <a:extLst>
                  <a:ext uri="{FF2B5EF4-FFF2-40B4-BE49-F238E27FC236}">
                    <a16:creationId xmlns:a16="http://schemas.microsoft.com/office/drawing/2014/main" id="{DBD2CE20-917A-4135-BDD9-654434CF1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3708" y="24914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BFF6792-9393-457E-85AE-056FF56C1998}"/>
                  </a:ext>
                </a:extLst>
              </p:cNvPr>
              <p:cNvCxnSpPr>
                <a:stCxn id="108" idx="0"/>
                <a:endCxn id="105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0E0C73C-DD45-49EA-9D4D-539307BC80F6}"/>
                  </a:ext>
                </a:extLst>
              </p:cNvPr>
              <p:cNvCxnSpPr>
                <a:cxnSpLocks/>
                <a:endCxn id="105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733E527F-7694-4905-ACF1-AB057FEEB736}"/>
                  </a:ext>
                </a:extLst>
              </p:cNvPr>
              <p:cNvCxnSpPr>
                <a:stCxn id="133" idx="0"/>
                <a:endCxn id="104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A393C69-8F50-4BDA-96B9-27A2F01EC517}"/>
                  </a:ext>
                </a:extLst>
              </p:cNvPr>
              <p:cNvCxnSpPr>
                <a:stCxn id="105" idx="0"/>
                <a:endCxn id="104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6">
                <a:extLst>
                  <a:ext uri="{FF2B5EF4-FFF2-40B4-BE49-F238E27FC236}">
                    <a16:creationId xmlns:a16="http://schemas.microsoft.com/office/drawing/2014/main" id="{B1323C7D-F9AD-47C5-91A1-34F0C475A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5" name="Oval 16">
                <a:extLst>
                  <a:ext uri="{FF2B5EF4-FFF2-40B4-BE49-F238E27FC236}">
                    <a16:creationId xmlns:a16="http://schemas.microsoft.com/office/drawing/2014/main" id="{B2F04DED-2CC1-4B8E-8DF2-11DBB469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305D372E-5827-45CB-914C-EBE0C5169066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315928E-6B7E-4F42-ACC2-D82FF6447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ED9CEF5-665B-470F-9A73-CF3774089621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EB61FDB-27E3-4062-B979-9F8F9961BDC4}"/>
                  </a:ext>
                </a:extLst>
              </p:cNvPr>
              <p:cNvCxnSpPr>
                <a:endCxn id="131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DBF71EC-9A7B-4E44-BE20-03DB7A600687}"/>
                  </a:ext>
                </a:extLst>
              </p:cNvPr>
              <p:cNvCxnSpPr>
                <a:cxnSpLocks/>
                <a:stCxn id="150" idx="0"/>
                <a:endCxn id="126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EDBE52B-2C21-4E23-849B-5ADA19369BDD}"/>
                  </a:ext>
                </a:extLst>
              </p:cNvPr>
              <p:cNvCxnSpPr>
                <a:cxnSpLocks/>
                <a:stCxn id="146" idx="0"/>
                <a:endCxn id="125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7F1FEFDE-F50D-4269-AF87-8D5D3D5FA62B}"/>
                  </a:ext>
                </a:extLst>
              </p:cNvPr>
              <p:cNvCxnSpPr>
                <a:cxnSpLocks/>
                <a:stCxn id="145" idx="0"/>
                <a:endCxn id="125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DBA23B9D-E0E3-4D0E-BC4D-9E5BAA058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Oval 16">
                <a:extLst>
                  <a:ext uri="{FF2B5EF4-FFF2-40B4-BE49-F238E27FC236}">
                    <a16:creationId xmlns:a16="http://schemas.microsoft.com/office/drawing/2014/main" id="{8F50DEE2-9B21-4952-9539-C1E4C3584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EF420BCD-34C1-4E5D-94CA-59D9ED1AF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8E76F003-54F3-4B4C-97DF-D7D916276743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DCB3E88-C1AE-4C3E-8712-EC75F7700A30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25CEFA31-2FA2-4842-ACCD-C9D68A20CD1F}"/>
                  </a:ext>
                </a:extLst>
              </p:cNvPr>
              <p:cNvCxnSpPr>
                <a:stCxn id="148" idx="0"/>
                <a:endCxn id="131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6">
                <a:extLst>
                  <a:ext uri="{FF2B5EF4-FFF2-40B4-BE49-F238E27FC236}">
                    <a16:creationId xmlns:a16="http://schemas.microsoft.com/office/drawing/2014/main" id="{D1C4008B-E946-400F-868A-A81B64E26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7C141B8-33E2-47C1-9DEC-7C18C841AEB7}"/>
                  </a:ext>
                </a:extLst>
              </p:cNvPr>
              <p:cNvCxnSpPr>
                <a:cxnSpLocks/>
                <a:stCxn id="154" idx="0"/>
                <a:endCxn id="126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Oval 16">
                <a:extLst>
                  <a:ext uri="{FF2B5EF4-FFF2-40B4-BE49-F238E27FC236}">
                    <a16:creationId xmlns:a16="http://schemas.microsoft.com/office/drawing/2014/main" id="{20FC7E3F-0BAB-4F61-A8FD-FE5D79454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4009D38-245E-4729-8F49-A7D43FD6C981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2F9A23B8-9B81-4242-B20C-E30563EE3360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744863DE-D42E-40DE-9F8E-8C49904672B2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AE4A338A-0DFA-4144-9480-2038AC47FADD}"/>
                    </a:ext>
                  </a:extLst>
                </p:cNvPr>
                <p:cNvCxnSpPr>
                  <a:stCxn id="179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D3D8815B-1C18-41FE-A003-B041EB72EB2D}"/>
                    </a:ext>
                  </a:extLst>
                </p:cNvPr>
                <p:cNvCxnSpPr>
                  <a:stCxn id="180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1189F845-4EDF-4BFC-89A3-4637D47374FF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5EAAAF06-53D4-474B-B837-9E1B08252BF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7ED14C18-EE15-44EA-8DAE-B203B82B10A0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022F5735-35E2-4BA4-919E-DC16DFEC4B50}"/>
                    </a:ext>
                  </a:extLst>
                </p:cNvPr>
                <p:cNvCxnSpPr>
                  <a:stCxn id="175" idx="0"/>
                  <a:endCxn id="127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378FA965-B634-41C8-93FE-9E64FBA6E5D9}"/>
                    </a:ext>
                  </a:extLst>
                </p:cNvPr>
                <p:cNvCxnSpPr>
                  <a:stCxn id="176" idx="0"/>
                  <a:endCxn id="127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397222DE-2321-48AF-A3F2-B83BBAAE7339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C6045B71-0E47-4893-B085-4BCBE7183DC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5BA1B349-716A-4EDF-963A-CAA3B68E6399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F819C562-A266-41A6-A11D-E8D202E93661}"/>
                    </a:ext>
                  </a:extLst>
                </p:cNvPr>
                <p:cNvCxnSpPr>
                  <a:stCxn id="171" idx="0"/>
                  <a:endCxn id="108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2154C580-00A0-4278-A83B-45F243C646D2}"/>
                    </a:ext>
                  </a:extLst>
                </p:cNvPr>
                <p:cNvCxnSpPr>
                  <a:stCxn id="172" idx="0"/>
                  <a:endCxn id="108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E0C202C8-2071-40A5-8B82-3D569CD96573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1BC4FCC5-DB23-44F4-97D7-576DAB3E88C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8D983B25-F5B5-4381-9C1B-E437D4F79BBF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6BFACDBC-4B43-4F7A-8152-5683010F9699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2B3791C7-4D84-41E0-8539-B15511D98889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1199FC6A-0EF1-490F-9E35-B70B81C2C6C3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C62C0AB-9C87-4FED-A972-120E08949C44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81BAC34A-7FDF-49B6-B7A2-73267432F223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9E5E6B12-5D2C-469B-B91D-CF970E08BDEC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F468930-5D04-45F1-B801-D2A8D3B1C58B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74AD70F8-16D4-4FA1-95A2-22D5F98164F8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D99E0B46-D512-48E6-9C96-B014C6F78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C00EC00-CAA8-4FCC-8475-612539E861C7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30C8EFE1-7374-4962-BA31-775110D0604A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6AEFFE3D-3FFC-4752-85A0-6E01168414BE}"/>
                  </a:ext>
                </a:extLst>
              </p:cNvPr>
              <p:cNvCxnSpPr>
                <a:cxnSpLocks/>
                <a:stCxn id="159" idx="0"/>
                <a:endCxn id="154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F387704E-CA93-4FCD-BFD2-5800DEF4FEEE}"/>
                  </a:ext>
                </a:extLst>
              </p:cNvPr>
              <p:cNvCxnSpPr>
                <a:cxnSpLocks/>
                <a:stCxn id="153" idx="0"/>
                <a:endCxn id="155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Oval 16">
                <a:extLst>
                  <a:ext uri="{FF2B5EF4-FFF2-40B4-BE49-F238E27FC236}">
                    <a16:creationId xmlns:a16="http://schemas.microsoft.com/office/drawing/2014/main" id="{D3186879-8666-4144-80A5-F5CC23CEC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4" name="Oval 16">
                <a:extLst>
                  <a:ext uri="{FF2B5EF4-FFF2-40B4-BE49-F238E27FC236}">
                    <a16:creationId xmlns:a16="http://schemas.microsoft.com/office/drawing/2014/main" id="{9CABA2A8-A4AE-4F9F-B3FC-BBC75C512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51BEB68-1B06-433A-9F08-FF7697AFA350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E48B0397-844F-444F-9808-02A3DC773063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0BDE7AC-6294-47D7-91A1-A8CD991388C5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5B0C12C1-28E4-4BCD-9311-FD57E7193B79}"/>
                    </a:ext>
                  </a:extLst>
                </p:cNvPr>
                <p:cNvCxnSpPr>
                  <a:stCxn id="167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15C12E18-8FBF-4374-933D-5C12C1171216}"/>
                    </a:ext>
                  </a:extLst>
                </p:cNvPr>
                <p:cNvCxnSpPr>
                  <a:stCxn id="168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C52C9707-AD3D-4CE9-8145-D08383FB7A33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D4FCB63E-2697-48C0-BF2F-2EA210F53EC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8" name="Oval 16">
                <a:extLst>
                  <a:ext uri="{FF2B5EF4-FFF2-40B4-BE49-F238E27FC236}">
                    <a16:creationId xmlns:a16="http://schemas.microsoft.com/office/drawing/2014/main" id="{A634FD28-1B27-461D-B39E-97A8573B8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4854445-E442-45FD-83AD-B62264A06501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482BBE04-5EF7-46C2-A5B2-AA1860C7C437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44845C7D-B0F6-48CE-8505-BA3934BAAED5}"/>
                    </a:ext>
                  </a:extLst>
                </p:cNvPr>
                <p:cNvCxnSpPr>
                  <a:stCxn id="163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27C3C389-FD92-462A-B82B-A0732931F944}"/>
                    </a:ext>
                  </a:extLst>
                </p:cNvPr>
                <p:cNvCxnSpPr>
                  <a:stCxn id="164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E61E6716-DA9D-430D-8A15-F3930F600BCD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703ACB3F-9BEA-41B8-B558-D0FD3372723B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185711C-630C-4CEF-9307-DE941C1CBD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D38DEFD-F9E8-48EC-8B2E-EEBC78685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3238186-63DE-432C-A367-C7F7BA90E2CF}"/>
                </a:ext>
              </a:extLst>
            </p:cNvPr>
            <p:cNvSpPr txBox="1"/>
            <p:nvPr/>
          </p:nvSpPr>
          <p:spPr>
            <a:xfrm>
              <a:off x="7750880" y="1886908"/>
              <a:ext cx="460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12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7EB8487-1041-4C0B-B647-6B200332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Violations!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7291199B-A141-41E6-8833-DA3828D2EB7B}"/>
              </a:ext>
            </a:extLst>
          </p:cNvPr>
          <p:cNvSpPr/>
          <p:nvPr/>
        </p:nvSpPr>
        <p:spPr>
          <a:xfrm>
            <a:off x="6948330" y="3319738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923ECADD-5BA4-448C-812D-7253D7628A84}"/>
              </a:ext>
            </a:extLst>
          </p:cNvPr>
          <p:cNvSpPr/>
          <p:nvPr/>
        </p:nvSpPr>
        <p:spPr>
          <a:xfrm>
            <a:off x="5233307" y="3633107"/>
            <a:ext cx="1681843" cy="2808514"/>
          </a:xfrm>
          <a:custGeom>
            <a:avLst/>
            <a:gdLst>
              <a:gd name="connsiteX0" fmla="*/ 1681843 w 1681843"/>
              <a:gd name="connsiteY0" fmla="*/ 0 h 2808514"/>
              <a:gd name="connsiteX1" fmla="*/ 1053193 w 1681843"/>
              <a:gd name="connsiteY1" fmla="*/ 628650 h 2808514"/>
              <a:gd name="connsiteX2" fmla="*/ 310243 w 1681843"/>
              <a:gd name="connsiteY2" fmla="*/ 1722664 h 2808514"/>
              <a:gd name="connsiteX3" fmla="*/ 0 w 1681843"/>
              <a:gd name="connsiteY3" fmla="*/ 2808514 h 280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843" h="2808514">
                <a:moveTo>
                  <a:pt x="1681843" y="0"/>
                </a:moveTo>
                <a:lnTo>
                  <a:pt x="1053193" y="628650"/>
                </a:lnTo>
                <a:lnTo>
                  <a:pt x="310243" y="1722664"/>
                </a:lnTo>
                <a:lnTo>
                  <a:pt x="0" y="2808514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C1EF8639-7D59-420F-9815-0F830C42A30B}"/>
              </a:ext>
            </a:extLst>
          </p:cNvPr>
          <p:cNvSpPr/>
          <p:nvPr/>
        </p:nvSpPr>
        <p:spPr>
          <a:xfrm>
            <a:off x="6694714" y="3820886"/>
            <a:ext cx="873579" cy="2571750"/>
          </a:xfrm>
          <a:custGeom>
            <a:avLst/>
            <a:gdLst>
              <a:gd name="connsiteX0" fmla="*/ 424543 w 873579"/>
              <a:gd name="connsiteY0" fmla="*/ 0 h 2571750"/>
              <a:gd name="connsiteX1" fmla="*/ 0 w 873579"/>
              <a:gd name="connsiteY1" fmla="*/ 522514 h 2571750"/>
              <a:gd name="connsiteX2" fmla="*/ 693965 w 873579"/>
              <a:gd name="connsiteY2" fmla="*/ 1616528 h 2571750"/>
              <a:gd name="connsiteX3" fmla="*/ 873579 w 873579"/>
              <a:gd name="connsiteY3" fmla="*/ 257175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579" h="2571750">
                <a:moveTo>
                  <a:pt x="424543" y="0"/>
                </a:moveTo>
                <a:lnTo>
                  <a:pt x="0" y="522514"/>
                </a:lnTo>
                <a:lnTo>
                  <a:pt x="693965" y="1616528"/>
                </a:lnTo>
                <a:lnTo>
                  <a:pt x="873579" y="2571750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844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animBg="1"/>
      <p:bldP spid="182" grpId="0" animBg="1"/>
      <p:bldP spid="18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C9C23-1546-4346-A814-76E006C1A46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61/154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B54D50-3A6D-4CAD-9821-716FE4009E20}"/>
              </a:ext>
            </a:extLst>
          </p:cNvPr>
          <p:cNvSpPr/>
          <p:nvPr/>
        </p:nvSpPr>
        <p:spPr>
          <a:xfrm>
            <a:off x="800730" y="2894689"/>
            <a:ext cx="2702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“Double red” violation!</a:t>
            </a:r>
          </a:p>
        </p:txBody>
      </p:sp>
      <p:sp>
        <p:nvSpPr>
          <p:cNvPr id="86" name="Slide Number Placeholder 3">
            <a:extLst>
              <a:ext uri="{FF2B5EF4-FFF2-40B4-BE49-F238E27FC236}">
                <a16:creationId xmlns:a16="http://schemas.microsoft.com/office/drawing/2014/main" id="{1079155D-F066-4DDD-AD40-F39F0D089F6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0558404" y="5959824"/>
            <a:ext cx="1052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sz="1200" dirty="0">
                <a:solidFill>
                  <a:prstClr val="black">
                    <a:tint val="95000"/>
                  </a:prstClr>
                </a:solidFill>
                <a:latin typeface="Corbel"/>
              </a:rPr>
              <a:t>54/89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6FA775A-57B4-40E4-8E68-F3B4F4EABB3A}"/>
              </a:ext>
            </a:extLst>
          </p:cNvPr>
          <p:cNvSpPr/>
          <p:nvPr/>
        </p:nvSpPr>
        <p:spPr>
          <a:xfrm rot="20431924">
            <a:off x="9289980" y="2996014"/>
            <a:ext cx="969658" cy="20071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28BEE2E-C44B-45D0-951B-73B134F5390E}"/>
              </a:ext>
            </a:extLst>
          </p:cNvPr>
          <p:cNvGrpSpPr/>
          <p:nvPr/>
        </p:nvGrpSpPr>
        <p:grpSpPr>
          <a:xfrm>
            <a:off x="3384975" y="1886908"/>
            <a:ext cx="8405644" cy="4727251"/>
            <a:chOff x="3384975" y="1886908"/>
            <a:chExt cx="8405644" cy="4727251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BCBCFF9-6057-43FE-851D-8EC3706246A1}"/>
                </a:ext>
              </a:extLst>
            </p:cNvPr>
            <p:cNvGrpSpPr/>
            <p:nvPr/>
          </p:nvGrpSpPr>
          <p:grpSpPr>
            <a:xfrm>
              <a:off x="3384975" y="1902330"/>
              <a:ext cx="8405644" cy="4711829"/>
              <a:chOff x="662095" y="2491424"/>
              <a:chExt cx="8405644" cy="4711829"/>
            </a:xfrm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96708F40-DCD9-4856-A48F-FAA0B6D0A183}"/>
                  </a:ext>
                </a:extLst>
              </p:cNvPr>
              <p:cNvCxnSpPr>
                <a:stCxn id="133" idx="0"/>
                <a:endCxn id="132" idx="3"/>
              </p:cNvCxnSpPr>
              <p:nvPr/>
            </p:nvCxnSpPr>
            <p:spPr>
              <a:xfrm flipV="1">
                <a:off x="8119940" y="4264219"/>
                <a:ext cx="223358" cy="7126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2C02D94-BCE2-4EFD-806C-404339A7F542}"/>
                  </a:ext>
                </a:extLst>
              </p:cNvPr>
              <p:cNvCxnSpPr>
                <a:stCxn id="134" idx="0"/>
                <a:endCxn id="132" idx="5"/>
              </p:cNvCxnSpPr>
              <p:nvPr/>
            </p:nvCxnSpPr>
            <p:spPr>
              <a:xfrm flipH="1" flipV="1">
                <a:off x="8651265" y="4264219"/>
                <a:ext cx="250580" cy="69999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16">
                <a:extLst>
                  <a:ext uri="{FF2B5EF4-FFF2-40B4-BE49-F238E27FC236}">
                    <a16:creationId xmlns:a16="http://schemas.microsoft.com/office/drawing/2014/main" id="{66A531E1-9739-4592-8FB7-3908A4C98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3708" y="24914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BBFC3F6-9E5B-4805-9777-CE409C466D2E}"/>
                  </a:ext>
                </a:extLst>
              </p:cNvPr>
              <p:cNvCxnSpPr>
                <a:stCxn id="106" idx="0"/>
                <a:endCxn id="104" idx="5"/>
              </p:cNvCxnSpPr>
              <p:nvPr/>
            </p:nvCxnSpPr>
            <p:spPr>
              <a:xfrm flipH="1" flipV="1">
                <a:off x="6948259" y="4261865"/>
                <a:ext cx="269479" cy="6761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EDF9A4D-3F2C-4034-BB69-DE9513551842}"/>
                  </a:ext>
                </a:extLst>
              </p:cNvPr>
              <p:cNvCxnSpPr>
                <a:cxnSpLocks/>
                <a:endCxn id="104" idx="3"/>
              </p:cNvCxnSpPr>
              <p:nvPr/>
            </p:nvCxnSpPr>
            <p:spPr>
              <a:xfrm flipV="1">
                <a:off x="6300045" y="4261865"/>
                <a:ext cx="340247" cy="69221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7F9C73B0-64FC-4C01-8DB4-0C6BE1BA1417}"/>
                  </a:ext>
                </a:extLst>
              </p:cNvPr>
              <p:cNvCxnSpPr>
                <a:stCxn id="132" idx="0"/>
                <a:endCxn id="103" idx="5"/>
              </p:cNvCxnSpPr>
              <p:nvPr/>
            </p:nvCxnSpPr>
            <p:spPr>
              <a:xfrm flipH="1" flipV="1">
                <a:off x="7675390" y="3522520"/>
                <a:ext cx="821892" cy="36995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AA1D2E1-AA78-4B1B-B047-928DE9A99196}"/>
                  </a:ext>
                </a:extLst>
              </p:cNvPr>
              <p:cNvCxnSpPr>
                <a:stCxn id="104" idx="0"/>
                <a:endCxn id="103" idx="3"/>
              </p:cNvCxnSpPr>
              <p:nvPr/>
            </p:nvCxnSpPr>
            <p:spPr>
              <a:xfrm flipV="1">
                <a:off x="6794276" y="3522520"/>
                <a:ext cx="573147" cy="367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Oval 16">
                <a:extLst>
                  <a:ext uri="{FF2B5EF4-FFF2-40B4-BE49-F238E27FC236}">
                    <a16:creationId xmlns:a16="http://schemas.microsoft.com/office/drawing/2014/main" id="{2338BBAD-4DC2-4283-AEA0-2E7B09A0F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3641" y="315077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4" name="Oval 16">
                <a:extLst>
                  <a:ext uri="{FF2B5EF4-FFF2-40B4-BE49-F238E27FC236}">
                    <a16:creationId xmlns:a16="http://schemas.microsoft.com/office/drawing/2014/main" id="{AF5C1809-A844-4C51-ACF2-838535FA1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6510" y="3890116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39D84737-51CA-4596-83CE-FD1225479EFF}"/>
                  </a:ext>
                </a:extLst>
              </p:cNvPr>
              <p:cNvSpPr/>
              <p:nvPr/>
            </p:nvSpPr>
            <p:spPr>
              <a:xfrm>
                <a:off x="5531296" y="378601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DF1B545D-D8C7-4556-80C4-F2F71AEB2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99972" y="493799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6989C2F6-F061-469E-900C-5B8AD693F619}"/>
                  </a:ext>
                </a:extLst>
              </p:cNvPr>
              <p:cNvSpPr/>
              <p:nvPr/>
            </p:nvSpPr>
            <p:spPr>
              <a:xfrm>
                <a:off x="6338776" y="479225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FF6219EC-A21E-49E3-B901-386AF1A7DEA1}"/>
                  </a:ext>
                </a:extLst>
              </p:cNvPr>
              <p:cNvCxnSpPr>
                <a:endCxn id="130" idx="3"/>
              </p:cNvCxnSpPr>
              <p:nvPr/>
            </p:nvCxnSpPr>
            <p:spPr>
              <a:xfrm flipV="1">
                <a:off x="845524" y="4285274"/>
                <a:ext cx="284869" cy="6291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5FEF289-ACB4-4E52-B4BC-57891EFB1681}"/>
                  </a:ext>
                </a:extLst>
              </p:cNvPr>
              <p:cNvCxnSpPr>
                <a:cxnSpLocks/>
                <a:stCxn id="149" idx="0"/>
                <a:endCxn id="125" idx="5"/>
              </p:cNvCxnSpPr>
              <p:nvPr/>
            </p:nvCxnSpPr>
            <p:spPr>
              <a:xfrm flipH="1" flipV="1">
                <a:off x="4588839" y="4293658"/>
                <a:ext cx="769124" cy="6772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8575C47-1F00-4082-A5E8-C17E44C38744}"/>
                  </a:ext>
                </a:extLst>
              </p:cNvPr>
              <p:cNvCxnSpPr>
                <a:cxnSpLocks/>
                <a:stCxn id="145" idx="0"/>
                <a:endCxn id="123" idx="5"/>
              </p:cNvCxnSpPr>
              <p:nvPr/>
            </p:nvCxnSpPr>
            <p:spPr>
              <a:xfrm flipH="1" flipV="1">
                <a:off x="3105406" y="3517728"/>
                <a:ext cx="1331771" cy="42713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7D54A602-A137-4616-9E8B-6CBD3D0D5618}"/>
                  </a:ext>
                </a:extLst>
              </p:cNvPr>
              <p:cNvCxnSpPr>
                <a:cxnSpLocks/>
                <a:stCxn id="144" idx="0"/>
                <a:endCxn id="123" idx="3"/>
              </p:cNvCxnSpPr>
              <p:nvPr/>
            </p:nvCxnSpPr>
            <p:spPr>
              <a:xfrm flipV="1">
                <a:off x="1285492" y="3517728"/>
                <a:ext cx="1511947" cy="4376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6">
                <a:extLst>
                  <a:ext uri="{FF2B5EF4-FFF2-40B4-BE49-F238E27FC236}">
                    <a16:creationId xmlns:a16="http://schemas.microsoft.com/office/drawing/2014/main" id="{2A64ED6F-C0FC-472D-ADE2-0B5C10025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657" y="3145979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5" name="Oval 16">
                <a:extLst>
                  <a:ext uri="{FF2B5EF4-FFF2-40B4-BE49-F238E27FC236}">
                    <a16:creationId xmlns:a16="http://schemas.microsoft.com/office/drawing/2014/main" id="{CB18D723-E883-4971-8D9A-3644C7483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090" y="392190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C822EB1E-C43F-4FAA-8177-C970DD95F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1657" y="4937997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2C1AD6F-7DEF-498F-859F-D9B3E8AEADD6}"/>
                  </a:ext>
                </a:extLst>
              </p:cNvPr>
              <p:cNvSpPr/>
              <p:nvPr/>
            </p:nvSpPr>
            <p:spPr>
              <a:xfrm>
                <a:off x="1851278" y="395119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2AEC2A3-748D-45CA-89CB-1C0D189827FB}"/>
                  </a:ext>
                </a:extLst>
              </p:cNvPr>
              <p:cNvSpPr/>
              <p:nvPr/>
            </p:nvSpPr>
            <p:spPr>
              <a:xfrm>
                <a:off x="1511023" y="4980644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C88E224-5197-491B-B1E5-EA2C0BB142B7}"/>
                  </a:ext>
                </a:extLst>
              </p:cNvPr>
              <p:cNvCxnSpPr>
                <a:stCxn id="147" idx="0"/>
                <a:endCxn id="130" idx="5"/>
              </p:cNvCxnSpPr>
              <p:nvPr/>
            </p:nvCxnSpPr>
            <p:spPr>
              <a:xfrm flipH="1" flipV="1">
                <a:off x="1438360" y="4285274"/>
                <a:ext cx="271374" cy="66600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Oval 16">
                <a:extLst>
                  <a:ext uri="{FF2B5EF4-FFF2-40B4-BE49-F238E27FC236}">
                    <a16:creationId xmlns:a16="http://schemas.microsoft.com/office/drawing/2014/main" id="{A3F2867D-9065-487A-BB68-D75887408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611" y="391352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054F62FE-81C0-4910-B0E0-AF093EEA801C}"/>
                  </a:ext>
                </a:extLst>
              </p:cNvPr>
              <p:cNvCxnSpPr>
                <a:cxnSpLocks/>
                <a:stCxn id="153" idx="0"/>
                <a:endCxn id="125" idx="3"/>
              </p:cNvCxnSpPr>
              <p:nvPr/>
            </p:nvCxnSpPr>
            <p:spPr>
              <a:xfrm flipV="1">
                <a:off x="3747764" y="4293658"/>
                <a:ext cx="533108" cy="6228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6">
                <a:extLst>
                  <a:ext uri="{FF2B5EF4-FFF2-40B4-BE49-F238E27FC236}">
                    <a16:creationId xmlns:a16="http://schemas.microsoft.com/office/drawing/2014/main" id="{60E44993-C0C8-4724-8FBB-9FEDA92BB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9516" y="3892470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A4C8E925-BFBA-4CB9-8F74-58754EB45D25}"/>
                  </a:ext>
                </a:extLst>
              </p:cNvPr>
              <p:cNvSpPr/>
              <p:nvPr/>
            </p:nvSpPr>
            <p:spPr>
              <a:xfrm>
                <a:off x="7954046" y="49769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69FC0C0-EC1A-458E-9C72-7257BD9BB5A9}"/>
                  </a:ext>
                </a:extLst>
              </p:cNvPr>
              <p:cNvSpPr/>
              <p:nvPr/>
            </p:nvSpPr>
            <p:spPr>
              <a:xfrm>
                <a:off x="8735951" y="496421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A3E5AC17-9950-4189-8B99-37FBA4B8FD0A}"/>
                  </a:ext>
                </a:extLst>
              </p:cNvPr>
              <p:cNvGrpSpPr/>
              <p:nvPr/>
            </p:nvGrpSpPr>
            <p:grpSpPr>
              <a:xfrm>
                <a:off x="1252454" y="5311133"/>
                <a:ext cx="834293" cy="900680"/>
                <a:chOff x="7590826" y="4498352"/>
                <a:chExt cx="834293" cy="900680"/>
              </a:xfrm>
              <a:solidFill>
                <a:schemeClr val="bg1"/>
              </a:solidFill>
            </p:grpSpPr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7410C9C0-CB6D-47C4-9D6F-20F2E184EFD4}"/>
                    </a:ext>
                  </a:extLst>
                </p:cNvPr>
                <p:cNvCxnSpPr>
                  <a:stCxn id="178" idx="0"/>
                </p:cNvCxnSpPr>
                <p:nvPr/>
              </p:nvCxnSpPr>
              <p:spPr>
                <a:xfrm flipV="1">
                  <a:off x="7756720" y="4498352"/>
                  <a:ext cx="143432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D0AB354F-0F27-453E-8DFF-172F0AD8EE71}"/>
                    </a:ext>
                  </a:extLst>
                </p:cNvPr>
                <p:cNvCxnSpPr>
                  <a:stCxn id="179" idx="0"/>
                </p:cNvCxnSpPr>
                <p:nvPr/>
              </p:nvCxnSpPr>
              <p:spPr>
                <a:xfrm flipH="1" flipV="1">
                  <a:off x="8208119" y="4498352"/>
                  <a:ext cx="51106" cy="548494"/>
                </a:xfrm>
                <a:prstGeom prst="line">
                  <a:avLst/>
                </a:prstGeom>
                <a:grpFill/>
                <a:ln w="381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C18A84DD-45CD-4C09-974C-8E0FC5307832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ED23EEAC-6523-4898-9E37-FF52552D3A23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B73E327E-D93C-4DD8-B06B-DE86113BC52B}"/>
                  </a:ext>
                </a:extLst>
              </p:cNvPr>
              <p:cNvGrpSpPr/>
              <p:nvPr/>
            </p:nvGrpSpPr>
            <p:grpSpPr>
              <a:xfrm>
                <a:off x="49075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DF25C5B5-33EB-4152-A0E3-CAB25FAF9FE8}"/>
                    </a:ext>
                  </a:extLst>
                </p:cNvPr>
                <p:cNvCxnSpPr>
                  <a:stCxn id="174" idx="0"/>
                  <a:endCxn id="126" idx="3"/>
                </p:cNvCxnSpPr>
                <p:nvPr/>
              </p:nvCxnSpPr>
              <p:spPr>
                <a:xfrm flipV="1">
                  <a:off x="7756720" y="4484265"/>
                  <a:ext cx="112031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942C4E96-AC59-4C64-B95E-E36D49F5CFA7}"/>
                    </a:ext>
                  </a:extLst>
                </p:cNvPr>
                <p:cNvCxnSpPr>
                  <a:stCxn id="175" idx="0"/>
                  <a:endCxn id="126" idx="5"/>
                </p:cNvCxnSpPr>
                <p:nvPr/>
              </p:nvCxnSpPr>
              <p:spPr>
                <a:xfrm flipH="1" flipV="1">
                  <a:off x="8176718" y="4484265"/>
                  <a:ext cx="82507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BC95D39D-01E9-4974-8759-FEB992B1DBEE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0C903F21-F943-49CF-A553-C8257F1E1CD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8A5E230A-AC24-4AD2-B3B7-8BDF4C6C2599}"/>
                  </a:ext>
                </a:extLst>
              </p:cNvPr>
              <p:cNvGrpSpPr/>
              <p:nvPr/>
            </p:nvGrpSpPr>
            <p:grpSpPr>
              <a:xfrm>
                <a:off x="6774414" y="530974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CCF54EF9-03F9-4E5E-8434-1E6763E98F7F}"/>
                    </a:ext>
                  </a:extLst>
                </p:cNvPr>
                <p:cNvCxnSpPr>
                  <a:stCxn id="170" idx="0"/>
                  <a:endCxn id="106" idx="3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EB0AC59F-F46A-46B6-8D51-E134BB5FE92C}"/>
                    </a:ext>
                  </a:extLst>
                </p:cNvPr>
                <p:cNvCxnSpPr>
                  <a:stCxn id="171" idx="0"/>
                  <a:endCxn id="106" idx="5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02E80941-A7FA-487A-98B3-DEBAD44369FA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D7B80F5B-5C4B-478C-BB79-8106F7F3A2F8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08E1A39B-3397-4E74-9AD3-D12ECF778628}"/>
                  </a:ext>
                </a:extLst>
              </p:cNvPr>
              <p:cNvSpPr txBox="1"/>
              <p:nvPr/>
            </p:nvSpPr>
            <p:spPr>
              <a:xfrm>
                <a:off x="7266961" y="3195873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1EE12835-B2CD-45D6-AFC5-299F15677181}"/>
                  </a:ext>
                </a:extLst>
              </p:cNvPr>
              <p:cNvSpPr txBox="1"/>
              <p:nvPr/>
            </p:nvSpPr>
            <p:spPr>
              <a:xfrm>
                <a:off x="8287929" y="394609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17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CEAC6F5-1805-425D-BA0A-582420A3FB8F}"/>
                  </a:ext>
                </a:extLst>
              </p:cNvPr>
              <p:cNvSpPr txBox="1"/>
              <p:nvPr/>
            </p:nvSpPr>
            <p:spPr>
              <a:xfrm>
                <a:off x="6576510" y="39219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F9C1FA0-FC0D-4FE4-B40D-BBD9C6CEA058}"/>
                  </a:ext>
                </a:extLst>
              </p:cNvPr>
              <p:cNvSpPr txBox="1"/>
              <p:nvPr/>
            </p:nvSpPr>
            <p:spPr>
              <a:xfrm>
                <a:off x="7036353" y="496056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14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B3C9C9C-B047-42B5-AB99-ACA0666FC05F}"/>
                  </a:ext>
                </a:extLst>
              </p:cNvPr>
              <p:cNvSpPr/>
              <p:nvPr/>
            </p:nvSpPr>
            <p:spPr>
              <a:xfrm>
                <a:off x="6178925" y="4843063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477356-4F7F-47D0-80E0-2C92A00D1ACD}"/>
                  </a:ext>
                </a:extLst>
              </p:cNvPr>
              <p:cNvSpPr txBox="1"/>
              <p:nvPr/>
            </p:nvSpPr>
            <p:spPr>
              <a:xfrm>
                <a:off x="2792271" y="3175882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D41D8027-0FD9-4EBA-8F1D-FFA7502EAE53}"/>
                  </a:ext>
                </a:extLst>
              </p:cNvPr>
              <p:cNvSpPr txBox="1"/>
              <p:nvPr/>
            </p:nvSpPr>
            <p:spPr>
              <a:xfrm>
                <a:off x="1124230" y="3955399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82DE549C-2DD1-4C5A-8F98-968CB6D9A778}"/>
                  </a:ext>
                </a:extLst>
              </p:cNvPr>
              <p:cNvSpPr txBox="1"/>
              <p:nvPr/>
            </p:nvSpPr>
            <p:spPr>
              <a:xfrm>
                <a:off x="4206986" y="394485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6FE2A29-43D4-4732-8CB4-09EF49113643}"/>
                  </a:ext>
                </a:extLst>
              </p:cNvPr>
              <p:cNvSpPr/>
              <p:nvPr/>
            </p:nvSpPr>
            <p:spPr>
              <a:xfrm>
                <a:off x="662095" y="4914445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9DC0BD97-2071-4A15-B7C2-5BE52AFB8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968" y="495127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87C29C10-CC6E-4C9D-992D-9FECD9AAA4C7}"/>
                  </a:ext>
                </a:extLst>
              </p:cNvPr>
              <p:cNvSpPr txBox="1"/>
              <p:nvPr/>
            </p:nvSpPr>
            <p:spPr>
              <a:xfrm>
                <a:off x="1560241" y="4988676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C8C44D9-95DD-4A38-B0B5-C6C485B64213}"/>
                  </a:ext>
                </a:extLst>
              </p:cNvPr>
              <p:cNvSpPr txBox="1"/>
              <p:nvPr/>
            </p:nvSpPr>
            <p:spPr>
              <a:xfrm>
                <a:off x="5127772" y="497089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7AEE034F-A61A-454B-84D5-EC649D07D5F4}"/>
                  </a:ext>
                </a:extLst>
              </p:cNvPr>
              <p:cNvCxnSpPr>
                <a:cxnSpLocks/>
                <a:stCxn id="158" idx="0"/>
                <a:endCxn id="153" idx="5"/>
              </p:cNvCxnSpPr>
              <p:nvPr/>
            </p:nvCxnSpPr>
            <p:spPr>
              <a:xfrm flipH="1" flipV="1">
                <a:off x="3901747" y="5288273"/>
                <a:ext cx="431843" cy="6188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ABFDEF6C-4301-40B7-B6CD-CE9B3CC6D739}"/>
                  </a:ext>
                </a:extLst>
              </p:cNvPr>
              <p:cNvCxnSpPr>
                <a:cxnSpLocks/>
                <a:stCxn id="152" idx="0"/>
                <a:endCxn id="154" idx="1"/>
              </p:cNvCxnSpPr>
              <p:nvPr/>
            </p:nvCxnSpPr>
            <p:spPr>
              <a:xfrm flipV="1">
                <a:off x="3136914" y="5134289"/>
                <a:ext cx="462697" cy="75557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Oval 16">
                <a:extLst>
                  <a:ext uri="{FF2B5EF4-FFF2-40B4-BE49-F238E27FC236}">
                    <a16:creationId xmlns:a16="http://schemas.microsoft.com/office/drawing/2014/main" id="{95587EB4-12D7-4548-852E-A80CE67F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148" y="5889867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Oval 16">
                <a:extLst>
                  <a:ext uri="{FF2B5EF4-FFF2-40B4-BE49-F238E27FC236}">
                    <a16:creationId xmlns:a16="http://schemas.microsoft.com/office/drawing/2014/main" id="{65FDBDB8-2A01-4174-9E2E-052E2121C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998" y="491652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F3E3FAFD-EFB9-43CF-84E7-36B30555C4C5}"/>
                  </a:ext>
                </a:extLst>
              </p:cNvPr>
              <p:cNvSpPr txBox="1"/>
              <p:nvPr/>
            </p:nvSpPr>
            <p:spPr>
              <a:xfrm>
                <a:off x="3599611" y="4949623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7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582247B1-B95F-4DA0-8510-F5B984388360}"/>
                  </a:ext>
                </a:extLst>
              </p:cNvPr>
              <p:cNvSpPr txBox="1"/>
              <p:nvPr/>
            </p:nvSpPr>
            <p:spPr>
              <a:xfrm>
                <a:off x="3024547" y="594103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</a:t>
                </a:r>
              </a:p>
            </p:txBody>
          </p: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8784EDA6-C1BB-4742-B745-66EDC69CD7FC}"/>
                  </a:ext>
                </a:extLst>
              </p:cNvPr>
              <p:cNvGrpSpPr/>
              <p:nvPr/>
            </p:nvGrpSpPr>
            <p:grpSpPr>
              <a:xfrm>
                <a:off x="3906024" y="623389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8C5AD1A2-55E5-453F-8DD7-FC58E9764CCB}"/>
                    </a:ext>
                  </a:extLst>
                </p:cNvPr>
                <p:cNvCxnSpPr>
                  <a:stCxn id="166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4FFC761C-805A-4C70-98A7-51EA450F7BD4}"/>
                    </a:ext>
                  </a:extLst>
                </p:cNvPr>
                <p:cNvCxnSpPr>
                  <a:stCxn id="167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3D81B166-37A7-4887-94FF-53CA7C8E9D6A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4A30938D-ABA1-453A-8910-D7AA885ACC2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7" name="Oval 16">
                <a:extLst>
                  <a:ext uri="{FF2B5EF4-FFF2-40B4-BE49-F238E27FC236}">
                    <a16:creationId xmlns:a16="http://schemas.microsoft.com/office/drawing/2014/main" id="{129BD51B-0DCF-4A7E-BDA8-4C4D0AA23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084" y="5852955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1111C63-2C64-45BC-A6C9-570B75140E27}"/>
                  </a:ext>
                </a:extLst>
              </p:cNvPr>
              <p:cNvSpPr txBox="1"/>
              <p:nvPr/>
            </p:nvSpPr>
            <p:spPr>
              <a:xfrm>
                <a:off x="4172328" y="5907101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4F426065-D099-4A0A-83FF-5F12B41A7211}"/>
                  </a:ext>
                </a:extLst>
              </p:cNvPr>
              <p:cNvGrpSpPr/>
              <p:nvPr/>
            </p:nvGrpSpPr>
            <p:grpSpPr>
              <a:xfrm>
                <a:off x="2687719" y="6288486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E36FEF88-A3BC-4449-9476-DB0B24D40D9D}"/>
                    </a:ext>
                  </a:extLst>
                </p:cNvPr>
                <p:cNvCxnSpPr>
                  <a:stCxn id="162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1B446A75-DE35-413D-B382-12F98D6E0266}"/>
                    </a:ext>
                  </a:extLst>
                </p:cNvPr>
                <p:cNvCxnSpPr>
                  <a:stCxn id="163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32B73320-906D-484A-8239-C9B0C62995B6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34145A6F-0619-4B8E-973B-693A5F4B936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2A8704A-EC4D-4885-AFB4-D51492EBA3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2007" y="2227014"/>
              <a:ext cx="1970301" cy="52829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7128C72-3755-4C0F-A819-DD19BD6A9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1739" y="2229346"/>
              <a:ext cx="2052301" cy="5749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6D0500F-420B-4A22-9C06-F01D45FFD985}"/>
                </a:ext>
              </a:extLst>
            </p:cNvPr>
            <p:cNvSpPr txBox="1"/>
            <p:nvPr/>
          </p:nvSpPr>
          <p:spPr>
            <a:xfrm>
              <a:off x="7750880" y="1886908"/>
              <a:ext cx="460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12</a:t>
              </a: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CE7DF1FD-C790-4899-A33D-1F332D0B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Violations!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33470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1C1D-36FB-4DA6-96E8-5DF10F83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19786-E618-4EB8-8247-57A6E79249F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62/154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932E1-86CD-437E-8E7F-233C107166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234" r="8851" b="89244"/>
          <a:stretch/>
        </p:blipFill>
        <p:spPr>
          <a:xfrm>
            <a:off x="1983921" y="2277582"/>
            <a:ext cx="8384721" cy="8101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01790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8377-E1AD-4324-BFF6-D3475650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15" y="2180496"/>
            <a:ext cx="11390372" cy="3975348"/>
          </a:xfrm>
        </p:spPr>
        <p:txBody>
          <a:bodyPr>
            <a:normAutofit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sz="2400" dirty="0"/>
              <a:t>Insert the new key as usual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Paint the new node.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If tree is not a RBT, perform </a:t>
            </a:r>
            <a:r>
              <a:rPr lang="en-US" sz="2400" b="1" dirty="0"/>
              <a:t>rotations and/or </a:t>
            </a:r>
            <a:r>
              <a:rPr lang="en-US" sz="2400" b="1" dirty="0" err="1"/>
              <a:t>recolorings</a:t>
            </a:r>
            <a:r>
              <a:rPr lang="en-US" sz="2400" b="1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63/154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27545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797-BFE8-4130-B84D-FDD30012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8377-E1AD-4324-BFF6-D34756503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15" y="2180496"/>
            <a:ext cx="11390372" cy="3975348"/>
          </a:xfrm>
        </p:spPr>
        <p:txBody>
          <a:bodyPr>
            <a:normAutofit/>
          </a:bodyPr>
          <a:lstStyle/>
          <a:p>
            <a:pPr marL="633222" indent="-514350"/>
            <a:r>
              <a:rPr lang="en-US" sz="2400" dirty="0"/>
              <a:t>Insert the new key as usual</a:t>
            </a:r>
          </a:p>
          <a:p>
            <a:pPr marL="633222" indent="-514350"/>
            <a:r>
              <a:rPr lang="en-US" sz="2400" dirty="0"/>
              <a:t>If the new node is the root, color it </a:t>
            </a:r>
            <a:r>
              <a:rPr lang="en-US" sz="2400" b="1" dirty="0"/>
              <a:t>black</a:t>
            </a:r>
            <a:r>
              <a:rPr lang="en-US" sz="2400" dirty="0"/>
              <a:t> and we are done! Otherwise color it </a:t>
            </a:r>
            <a:r>
              <a:rPr lang="en-US" sz="2400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.</a:t>
            </a:r>
          </a:p>
          <a:p>
            <a:pPr marL="633222" indent="-514350"/>
            <a:r>
              <a:rPr lang="en-US" sz="2400" dirty="0"/>
              <a:t>If its parent is </a:t>
            </a:r>
            <a:r>
              <a:rPr lang="en-US" sz="2400" b="1" dirty="0"/>
              <a:t>black</a:t>
            </a:r>
            <a:r>
              <a:rPr lang="en-US" sz="2400" dirty="0"/>
              <a:t>, nothing else needs to be done, we are done!</a:t>
            </a:r>
          </a:p>
          <a:p>
            <a:pPr marL="633222" indent="-514350"/>
            <a:r>
              <a:rPr lang="en-US" sz="2400" dirty="0"/>
              <a:t>Otherwise, that means a “double red” violation of red-black tree rules, which needs to be fixed.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95531-057F-479C-A3C6-A4AA662F039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64/154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3721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65/154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12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E1F285-58B3-4311-98DD-275F4E48B363}"/>
              </a:ext>
            </a:extLst>
          </p:cNvPr>
          <p:cNvSpPr/>
          <p:nvPr/>
        </p:nvSpPr>
        <p:spPr>
          <a:xfrm>
            <a:off x="7857198" y="1981084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83B6244-CFD8-4497-87C8-DB9C55C6B592}"/>
              </a:ext>
            </a:extLst>
          </p:cNvPr>
          <p:cNvSpPr/>
          <p:nvPr/>
        </p:nvSpPr>
        <p:spPr>
          <a:xfrm>
            <a:off x="6007980" y="294068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D5E656F-9E39-43A5-9568-6705F466DAFD}"/>
              </a:ext>
            </a:extLst>
          </p:cNvPr>
          <p:cNvSpPr/>
          <p:nvPr/>
        </p:nvSpPr>
        <p:spPr>
          <a:xfrm>
            <a:off x="4952646" y="3797429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27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67" grpId="0" animBg="1"/>
      <p:bldP spid="67" grpId="1" animBg="1"/>
      <p:bldP spid="6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66/154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59F12-E30A-4F2B-AF70-11693A5FCB4F}"/>
              </a:ext>
            </a:extLst>
          </p:cNvPr>
          <p:cNvSpPr/>
          <p:nvPr/>
        </p:nvSpPr>
        <p:spPr>
          <a:xfrm>
            <a:off x="5257418" y="4748355"/>
            <a:ext cx="355314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71752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67/154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668399" cy="930833"/>
              <a:chOff x="7590826" y="4468199"/>
              <a:chExt cx="668399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12</a:t>
            </a: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E9A593A8-708B-4EEE-A513-61B18878C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870" y="4748489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C35A24-23F8-4722-B81E-0CE06D589768}"/>
              </a:ext>
            </a:extLst>
          </p:cNvPr>
          <p:cNvSpPr txBox="1"/>
          <p:nvPr/>
        </p:nvSpPr>
        <p:spPr>
          <a:xfrm>
            <a:off x="5222737" y="47858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12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644ADE4-4751-4EF9-9DCF-344B42950FD5}"/>
              </a:ext>
            </a:extLst>
          </p:cNvPr>
          <p:cNvGrpSpPr/>
          <p:nvPr/>
        </p:nvGrpSpPr>
        <p:grpSpPr>
          <a:xfrm>
            <a:off x="5019370" y="513741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762842-36C9-4935-BBF3-D6B9937F260D}"/>
                </a:ext>
              </a:extLst>
            </p:cNvPr>
            <p:cNvCxnSpPr>
              <a:cxnSpLocks/>
              <a:stCxn id="10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7E55BDB-CFE6-4F16-8F70-5E8255E7F684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47835CA-6C73-414E-A377-D0BEB07ED8F0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E0489AC-504B-4286-877A-601F660EB4D9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4C139E8-0466-420F-9B09-63C8F8B66856}"/>
              </a:ext>
            </a:extLst>
          </p:cNvPr>
          <p:cNvSpPr/>
          <p:nvPr/>
        </p:nvSpPr>
        <p:spPr>
          <a:xfrm>
            <a:off x="632543" y="4610614"/>
            <a:ext cx="3702723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If its parent is black, we are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33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50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E1F285-58B3-4311-98DD-275F4E48B363}"/>
              </a:ext>
            </a:extLst>
          </p:cNvPr>
          <p:cNvSpPr/>
          <p:nvPr/>
        </p:nvSpPr>
        <p:spPr>
          <a:xfrm>
            <a:off x="7857198" y="1981084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83B6244-CFD8-4497-87C8-DB9C55C6B592}"/>
              </a:ext>
            </a:extLst>
          </p:cNvPr>
          <p:cNvSpPr/>
          <p:nvPr/>
        </p:nvSpPr>
        <p:spPr>
          <a:xfrm>
            <a:off x="9543120" y="2883532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D5E656F-9E39-43A5-9568-6705F466DAFD}"/>
              </a:ext>
            </a:extLst>
          </p:cNvPr>
          <p:cNvSpPr/>
          <p:nvPr/>
        </p:nvSpPr>
        <p:spPr>
          <a:xfrm>
            <a:off x="8700060" y="378110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5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67" grpId="0" animBg="1"/>
      <p:bldP spid="67" grpId="1" animBg="1"/>
      <p:bldP spid="6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59F12-E30A-4F2B-AF70-11693A5FCB4F}"/>
              </a:ext>
            </a:extLst>
          </p:cNvPr>
          <p:cNvSpPr/>
          <p:nvPr/>
        </p:nvSpPr>
        <p:spPr>
          <a:xfrm>
            <a:off x="8955842" y="4732027"/>
            <a:ext cx="355314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5120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70/154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50</a:t>
            </a: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E9A593A8-708B-4EEE-A513-61B18878C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1966" y="4732917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C35A24-23F8-4722-B81E-0CE06D589768}"/>
              </a:ext>
            </a:extLst>
          </p:cNvPr>
          <p:cNvSpPr txBox="1"/>
          <p:nvPr/>
        </p:nvSpPr>
        <p:spPr>
          <a:xfrm>
            <a:off x="8928833" y="47702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644ADE4-4751-4EF9-9DCF-344B42950FD5}"/>
              </a:ext>
            </a:extLst>
          </p:cNvPr>
          <p:cNvGrpSpPr/>
          <p:nvPr/>
        </p:nvGrpSpPr>
        <p:grpSpPr>
          <a:xfrm>
            <a:off x="8725466" y="5121841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762842-36C9-4935-BBF3-D6B9937F260D}"/>
                </a:ext>
              </a:extLst>
            </p:cNvPr>
            <p:cNvCxnSpPr>
              <a:cxnSpLocks/>
              <a:stCxn id="10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D7E55BDB-CFE6-4F16-8F70-5E8255E7F684}"/>
                </a:ext>
              </a:extLst>
            </p:cNvPr>
            <p:cNvCxnSpPr>
              <a:cxnSpLocks/>
              <a:stCxn id="10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47835CA-6C73-414E-A377-D0BEB07ED8F0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E0489AC-504B-4286-877A-601F660EB4D9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EB8672F-66F0-4130-803C-57FE78F1954C}"/>
              </a:ext>
            </a:extLst>
          </p:cNvPr>
          <p:cNvGrpSpPr/>
          <p:nvPr/>
        </p:nvGrpSpPr>
        <p:grpSpPr>
          <a:xfrm>
            <a:off x="4759396" y="1992136"/>
            <a:ext cx="6249062" cy="4168731"/>
            <a:chOff x="4759396" y="1518608"/>
            <a:chExt cx="6249062" cy="4168731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4034D22-81B8-4C4F-9198-1DE98133A60D}"/>
                </a:ext>
              </a:extLst>
            </p:cNvPr>
            <p:cNvCxnSpPr>
              <a:cxnSpLocks/>
              <a:stCxn id="82" idx="1"/>
              <a:endCxn id="72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8E44BC2-33DC-4DF1-802A-B528DEA8FD95}"/>
                </a:ext>
              </a:extLst>
            </p:cNvPr>
            <p:cNvCxnSpPr>
              <a:cxnSpLocks/>
              <a:stCxn id="108" idx="7"/>
              <a:endCxn id="72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16">
              <a:extLst>
                <a:ext uri="{FF2B5EF4-FFF2-40B4-BE49-F238E27FC236}">
                  <a16:creationId xmlns:a16="http://schemas.microsoft.com/office/drawing/2014/main" id="{548F7BCC-7119-4825-8DC0-180C9C616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ABC6055-1A84-45B2-81EA-2C28C986EB87}"/>
                </a:ext>
              </a:extLst>
            </p:cNvPr>
            <p:cNvCxnSpPr>
              <a:cxnSpLocks/>
              <a:stCxn id="115" idx="0"/>
              <a:endCxn id="82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07D2052-17B0-4534-B1B2-CB11BCFD9595}"/>
                </a:ext>
              </a:extLst>
            </p:cNvPr>
            <p:cNvCxnSpPr>
              <a:cxnSpLocks/>
              <a:stCxn id="83" idx="0"/>
              <a:endCxn id="82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6">
              <a:extLst>
                <a:ext uri="{FF2B5EF4-FFF2-40B4-BE49-F238E27FC236}">
                  <a16:creationId xmlns:a16="http://schemas.microsoft.com/office/drawing/2014/main" id="{0ED5F3A8-F48E-420A-BA66-49FAF3065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Oval 16">
              <a:extLst>
                <a:ext uri="{FF2B5EF4-FFF2-40B4-BE49-F238E27FC236}">
                  <a16:creationId xmlns:a16="http://schemas.microsoft.com/office/drawing/2014/main" id="{63474977-45F9-4D63-8E92-73EF72D4E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D1F9B7B-9032-4483-9E09-77047A7F9C00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110A009-2F9D-448A-9008-621A8509F07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B128294-3B72-4083-B655-EA2EF69B8996}"/>
                </a:ext>
              </a:extLst>
            </p:cNvPr>
            <p:cNvCxnSpPr>
              <a:cxnSpLocks/>
              <a:stCxn id="125" idx="0"/>
              <a:endCxn id="109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C8FADA5-ED5A-4555-B11C-56D061D531A3}"/>
                </a:ext>
              </a:extLst>
            </p:cNvPr>
            <p:cNvCxnSpPr>
              <a:cxnSpLocks/>
              <a:stCxn id="124" idx="0"/>
              <a:endCxn id="108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34F073F-BF90-435D-A177-ED3C3B1883A5}"/>
                </a:ext>
              </a:extLst>
            </p:cNvPr>
            <p:cNvCxnSpPr>
              <a:cxnSpLocks/>
              <a:stCxn id="113" idx="0"/>
              <a:endCxn id="108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C7E161D1-B7F8-45AE-B039-F02D4122E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F9D8384F-3D1C-402F-9FA6-673FED86D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C213469-4A87-4540-9B15-16CE1CCD7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0C3CCD50-2241-4A16-934E-D722365BA24F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4AD70CB-763B-43EF-B6F6-C150E22DBD59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3" name="Oval 16">
              <a:extLst>
                <a:ext uri="{FF2B5EF4-FFF2-40B4-BE49-F238E27FC236}">
                  <a16:creationId xmlns:a16="http://schemas.microsoft.com/office/drawing/2014/main" id="{843CAE99-17EF-43E2-BF91-77F4C6065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6CC5A0F-3FEA-46D9-B497-B9B999649140}"/>
                </a:ext>
              </a:extLst>
            </p:cNvPr>
            <p:cNvCxnSpPr>
              <a:cxnSpLocks/>
              <a:stCxn id="126" idx="0"/>
              <a:endCxn id="109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2BBED832-7E47-42DB-B209-04D2F71D9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6EABF8C8-2963-4000-8E1C-8902FEDDF74D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C005EAC2-711F-4E47-B35E-3125B00BF0CD}"/>
                  </a:ext>
                </a:extLst>
              </p:cNvPr>
              <p:cNvCxnSpPr>
                <a:cxnSpLocks/>
                <a:stCxn id="150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EBACD39A-2F1E-45B4-B28E-00B952CB135D}"/>
                  </a:ext>
                </a:extLst>
              </p:cNvPr>
              <p:cNvCxnSpPr>
                <a:cxnSpLocks/>
                <a:stCxn id="151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D5200F6-CCAA-44FA-B592-5CE7053BD8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88D3E101-A079-4046-B4D7-FC0B4AF0C619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14804A6-AA31-4A6B-B67C-F486761742CB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EC9921A9-65B8-449D-B1DA-602B40905DA0}"/>
                  </a:ext>
                </a:extLst>
              </p:cNvPr>
              <p:cNvCxnSpPr>
                <a:cxnSpLocks/>
                <a:stCxn id="146" idx="0"/>
                <a:endCxn id="110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CC05EFED-EA0C-4797-8A52-83DB4D3C88CF}"/>
                  </a:ext>
                </a:extLst>
              </p:cNvPr>
              <p:cNvCxnSpPr>
                <a:cxnSpLocks/>
                <a:stCxn id="147" idx="0"/>
                <a:endCxn id="110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82AD499-E368-470F-8676-5C649E2E0C51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0214CE53-D872-47E5-A7AF-2411C915BFE6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39ABFF6-689C-4DDE-B2A8-36265C1D3C78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3027674-9D09-489A-B34B-EC982D3F89AA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83A1BBC-48D4-49B9-9A77-A90D19FF8447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4072034-9FB7-418F-98F0-E39F7A44D104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0245695-0ADE-48DD-B03D-54E163517B45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0F850A0-4061-48D8-A768-EE1F216967D5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4DE94595-173C-45E3-A9BB-52E456095DB1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83CF15E-3AFD-495E-8924-787460706FD8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26" name="Oval 16">
              <a:extLst>
                <a:ext uri="{FF2B5EF4-FFF2-40B4-BE49-F238E27FC236}">
                  <a16:creationId xmlns:a16="http://schemas.microsoft.com/office/drawing/2014/main" id="{0D0C783A-8843-414F-86E4-480A8E82C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6CE3181-1359-4BE9-A5A3-5E5211A33730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941C208-40EC-4B82-92C1-B36DF83FFCFD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35E7B08-D5AE-4456-A61A-3C52514C7B0A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849AC6F5-3CD7-4949-9B1A-1E24E4EC8A38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3D5268E9-6C45-44D2-A4EC-4C67C336BC35}"/>
                  </a:ext>
                </a:extLst>
              </p:cNvPr>
              <p:cNvCxnSpPr>
                <a:cxnSpLocks/>
                <a:stCxn id="143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5CD4B-8FD3-4655-80AF-B419A014FBB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CD19B1C2-4082-45E2-90BB-44B5A5D35B5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02B0B85-CF92-4C07-B178-432D95FFA076}"/>
                </a:ext>
              </a:extLst>
            </p:cNvPr>
            <p:cNvGrpSpPr/>
            <p:nvPr/>
          </p:nvGrpSpPr>
          <p:grpSpPr>
            <a:xfrm>
              <a:off x="8470529" y="3689295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9DA9BE87-D7E1-42C1-9B74-D7F21BB54CDF}"/>
                  </a:ext>
                </a:extLst>
              </p:cNvPr>
              <p:cNvCxnSpPr>
                <a:cxnSpLocks/>
                <a:stCxn id="138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45BE055A-0A2E-4788-BD88-AAEDEAC768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1CA84853-1288-438C-A197-3612C45A7665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FD6C4AC-3223-4367-B4AB-B8AFD5E50AA8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5315E3D5-C78B-4BE8-BFF1-E4BB64598639}"/>
                  </a:ext>
                </a:extLst>
              </p:cNvPr>
              <p:cNvCxnSpPr>
                <a:cxnSpLocks/>
                <a:stCxn id="134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F945BBB6-72E6-441C-8D5A-88D3AB546785}"/>
                  </a:ext>
                </a:extLst>
              </p:cNvPr>
              <p:cNvCxnSpPr>
                <a:cxnSpLocks/>
                <a:stCxn id="135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7FD2011-25BB-480F-BA0C-8C3D4101C8B4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2A042C2E-4750-41D7-BC33-82B41139CDEF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A54CA69-2193-4D23-9F8B-DF1DEB55DEB3}"/>
              </a:ext>
            </a:extLst>
          </p:cNvPr>
          <p:cNvSpPr/>
          <p:nvPr/>
        </p:nvSpPr>
        <p:spPr>
          <a:xfrm>
            <a:off x="601784" y="4891956"/>
            <a:ext cx="3693532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If its parent is red, rebalance!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284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Rebalancing RBT after insertion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71/154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C8285-9E90-41B9-B70D-FD400083E9DF}"/>
              </a:ext>
            </a:extLst>
          </p:cNvPr>
          <p:cNvSpPr/>
          <p:nvPr/>
        </p:nvSpPr>
        <p:spPr>
          <a:xfrm>
            <a:off x="5791200" y="2423008"/>
            <a:ext cx="711200" cy="7112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41407-28A0-4621-A057-7FBCA1850C86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6398247" y="3030055"/>
            <a:ext cx="728967" cy="808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0873A3-0F9B-41A3-859C-8F4835C53966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332724" y="303005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1B12EFE-AD2C-44B4-9C64-A4D138712147}"/>
              </a:ext>
            </a:extLst>
          </p:cNvPr>
          <p:cNvSpPr txBox="1"/>
          <p:nvPr/>
        </p:nvSpPr>
        <p:spPr>
          <a:xfrm>
            <a:off x="5054431" y="1931558"/>
            <a:ext cx="2306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Grandparent of x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ABF7BE6-E227-4921-91E3-921A77A96F8D}"/>
              </a:ext>
            </a:extLst>
          </p:cNvPr>
          <p:cNvSpPr/>
          <p:nvPr/>
        </p:nvSpPr>
        <p:spPr>
          <a:xfrm>
            <a:off x="6748946" y="3625668"/>
            <a:ext cx="711200" cy="711200"/>
          </a:xfrm>
          <a:prstGeom prst="ellipse">
            <a:avLst/>
          </a:prstGeom>
          <a:solidFill>
            <a:srgbClr val="2FC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3D3280-B268-4F47-A782-FE495C33DBBA}"/>
              </a:ext>
            </a:extLst>
          </p:cNvPr>
          <p:cNvSpPr txBox="1"/>
          <p:nvPr/>
        </p:nvSpPr>
        <p:spPr>
          <a:xfrm>
            <a:off x="7460146" y="3677525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Uncle of x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768C3DE-A38E-44B1-9701-6FE657E5A230}"/>
              </a:ext>
            </a:extLst>
          </p:cNvPr>
          <p:cNvSpPr/>
          <p:nvPr/>
        </p:nvSpPr>
        <p:spPr>
          <a:xfrm>
            <a:off x="4833454" y="3684584"/>
            <a:ext cx="711200" cy="7112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52D3FC-7E5F-4A03-B7ED-4D27B91E6B73}"/>
              </a:ext>
            </a:extLst>
          </p:cNvPr>
          <p:cNvSpPr/>
          <p:nvPr/>
        </p:nvSpPr>
        <p:spPr>
          <a:xfrm>
            <a:off x="5906636" y="4786445"/>
            <a:ext cx="711200" cy="711200"/>
          </a:xfrm>
          <a:prstGeom prst="ellipse">
            <a:avLst/>
          </a:prstGeom>
          <a:solidFill>
            <a:srgbClr val="E994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X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A771C0-70C6-4BEA-88B0-2B51DE7C4F93}"/>
              </a:ext>
            </a:extLst>
          </p:cNvPr>
          <p:cNvCxnSpPr>
            <a:cxnSpLocks/>
            <a:stCxn id="20" idx="5"/>
            <a:endCxn id="21" idx="1"/>
          </p:cNvCxnSpPr>
          <p:nvPr/>
        </p:nvCxnSpPr>
        <p:spPr>
          <a:xfrm>
            <a:off x="5440501" y="4291631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38B788-AE39-48BE-847D-27002BD82446}"/>
              </a:ext>
            </a:extLst>
          </p:cNvPr>
          <p:cNvSpPr txBox="1"/>
          <p:nvPr/>
        </p:nvSpPr>
        <p:spPr>
          <a:xfrm>
            <a:off x="3214619" y="3774845"/>
            <a:ext cx="1530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Parent of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8111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72/154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5674899" y="1886847"/>
            <a:ext cx="866456" cy="307777"/>
          </a:xfrm>
          <a:prstGeom prst="rect">
            <a:avLst/>
          </a:prstGeom>
          <a:solidFill>
            <a:srgbClr val="00B0F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Uncle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4467921" y="2194624"/>
            <a:ext cx="1640206" cy="47396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6108127" y="2194624"/>
            <a:ext cx="1626195" cy="46498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4179380" y="2668593"/>
            <a:ext cx="57708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7363772" y="2659608"/>
            <a:ext cx="7411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 flipH="1">
            <a:off x="4464416" y="2976370"/>
            <a:ext cx="3505" cy="5162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224282" y="3492657"/>
            <a:ext cx="24802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Invert the colors of P,G,U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Start over with 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6098789" y="3723490"/>
            <a:ext cx="1648876" cy="57174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7747665" y="3723490"/>
            <a:ext cx="2066578" cy="575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5625101" y="4295234"/>
            <a:ext cx="947375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Triangle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9455786" y="4298538"/>
            <a:ext cx="716913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Line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7734322" y="2967385"/>
            <a:ext cx="13343" cy="4483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7377115" y="3415713"/>
            <a:ext cx="7411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X-P-G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814243" y="4606315"/>
            <a:ext cx="511" cy="3467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558735" y="4953044"/>
            <a:ext cx="251203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Change the colors of P, G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Perform a rotation at G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6098354" y="4603011"/>
            <a:ext cx="435" cy="3973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5020300" y="5000328"/>
            <a:ext cx="215610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Perform a rotation at P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X=P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7417A6E-F7D2-45AD-B15C-6A2EC495330A}"/>
              </a:ext>
            </a:extLst>
          </p:cNvPr>
          <p:cNvCxnSpPr>
            <a:cxnSpLocks/>
            <a:stCxn id="155" idx="1"/>
            <a:endCxn id="149" idx="1"/>
          </p:cNvCxnSpPr>
          <p:nvPr/>
        </p:nvCxnSpPr>
        <p:spPr>
          <a:xfrm rot="10800000" flipH="1">
            <a:off x="3224281" y="2040737"/>
            <a:ext cx="2450617" cy="1713531"/>
          </a:xfrm>
          <a:prstGeom prst="bentConnector3">
            <a:avLst>
              <a:gd name="adj1" fmla="val -932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14E089-5B60-482A-8398-4F389A0AA0AB}"/>
              </a:ext>
            </a:extLst>
          </p:cNvPr>
          <p:cNvCxnSpPr>
            <a:cxnSpLocks/>
            <a:stCxn id="173" idx="3"/>
            <a:endCxn id="160" idx="1"/>
          </p:cNvCxnSpPr>
          <p:nvPr/>
        </p:nvCxnSpPr>
        <p:spPr>
          <a:xfrm flipV="1">
            <a:off x="7176408" y="4452427"/>
            <a:ext cx="2279378" cy="809511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9027C5-74FB-4C8F-97C1-BD56EFCAAC4B}"/>
              </a:ext>
            </a:extLst>
          </p:cNvPr>
          <p:cNvGrpSpPr/>
          <p:nvPr/>
        </p:nvGrpSpPr>
        <p:grpSpPr>
          <a:xfrm>
            <a:off x="763489" y="3030279"/>
            <a:ext cx="1799365" cy="2094660"/>
            <a:chOff x="1277839" y="3030279"/>
            <a:chExt cx="1799365" cy="209466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C5BF955-38C6-4BA3-8ECA-C7988FAFB09E}"/>
                </a:ext>
              </a:extLst>
            </p:cNvPr>
            <p:cNvSpPr/>
            <p:nvPr/>
          </p:nvSpPr>
          <p:spPr>
            <a:xfrm>
              <a:off x="1909858" y="3030279"/>
              <a:ext cx="478639" cy="47863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G</a:t>
              </a:r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10FC65-FECE-42FD-9B34-CEA05CDFA16A}"/>
                </a:ext>
              </a:extLst>
            </p:cNvPr>
            <p:cNvCxnSpPr>
              <a:cxnSpLocks/>
              <a:stCxn id="53" idx="5"/>
            </p:cNvCxnSpPr>
            <p:nvPr/>
          </p:nvCxnSpPr>
          <p:spPr>
            <a:xfrm>
              <a:off x="2318402" y="3438822"/>
              <a:ext cx="490596" cy="5439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C667EE9-3AC2-49BE-BCE8-3CD3883B4ED3}"/>
                </a:ext>
              </a:extLst>
            </p:cNvPr>
            <p:cNvSpPr/>
            <p:nvPr/>
          </p:nvSpPr>
          <p:spPr>
            <a:xfrm>
              <a:off x="1277839" y="3904747"/>
              <a:ext cx="478639" cy="478639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P</a:t>
              </a:r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8299581-5E0B-41CD-A3F4-FD1800A05A5B}"/>
                </a:ext>
              </a:extLst>
            </p:cNvPr>
            <p:cNvSpPr/>
            <p:nvPr/>
          </p:nvSpPr>
          <p:spPr>
            <a:xfrm>
              <a:off x="2000092" y="4646300"/>
              <a:ext cx="478639" cy="478639"/>
            </a:xfrm>
            <a:prstGeom prst="ellipse">
              <a:avLst/>
            </a:prstGeom>
            <a:solidFill>
              <a:srgbClr val="E994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X</a:t>
              </a:r>
              <a:endParaRPr lang="en-US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B15C347-D18A-47B8-BE19-066C8E765821}"/>
                </a:ext>
              </a:extLst>
            </p:cNvPr>
            <p:cNvSpPr/>
            <p:nvPr/>
          </p:nvSpPr>
          <p:spPr>
            <a:xfrm>
              <a:off x="2598565" y="3912682"/>
              <a:ext cx="478639" cy="478639"/>
            </a:xfrm>
            <a:prstGeom prst="ellipse">
              <a:avLst/>
            </a:prstGeom>
            <a:solidFill>
              <a:srgbClr val="2FC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</a:t>
              </a:r>
              <a:endParaRPr lang="en-US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3C3BF97-CB73-472E-B684-FA4A1F73EFF5}"/>
                </a:ext>
              </a:extLst>
            </p:cNvPr>
            <p:cNvCxnSpPr>
              <a:cxnSpLocks/>
              <a:stCxn id="55" idx="5"/>
              <a:endCxn id="56" idx="1"/>
            </p:cNvCxnSpPr>
            <p:nvPr/>
          </p:nvCxnSpPr>
          <p:spPr>
            <a:xfrm>
              <a:off x="1686383" y="4313290"/>
              <a:ext cx="383805" cy="4031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7AB7679-6041-4DA8-9221-335B5EFB2E56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V="1">
              <a:off x="1601303" y="3438822"/>
              <a:ext cx="378650" cy="473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259219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Rebalancing RBT after insertion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73/154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C8285-9E90-41B9-B70D-FD400083E9DF}"/>
              </a:ext>
            </a:extLst>
          </p:cNvPr>
          <p:cNvSpPr/>
          <p:nvPr/>
        </p:nvSpPr>
        <p:spPr>
          <a:xfrm>
            <a:off x="5791200" y="2423008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G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41407-28A0-4621-A057-7FBCA1850C86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6398247" y="3030055"/>
            <a:ext cx="728967" cy="808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0873A3-0F9B-41A3-859C-8F4835C53966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332724" y="3030055"/>
            <a:ext cx="562629" cy="6959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566BDF-5B51-4B29-BAF9-1B2758F504AE}"/>
              </a:ext>
            </a:extLst>
          </p:cNvPr>
          <p:cNvSpPr/>
          <p:nvPr/>
        </p:nvSpPr>
        <p:spPr>
          <a:xfrm>
            <a:off x="6771614" y="3694946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ED384E-036E-4C32-ADAD-36E4A33532A0}"/>
              </a:ext>
            </a:extLst>
          </p:cNvPr>
          <p:cNvSpPr/>
          <p:nvPr/>
        </p:nvSpPr>
        <p:spPr>
          <a:xfrm>
            <a:off x="4822171" y="3694946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5BCD3A-DDFA-4935-B647-3BFA8E723F29}"/>
              </a:ext>
            </a:extLst>
          </p:cNvPr>
          <p:cNvSpPr/>
          <p:nvPr/>
        </p:nvSpPr>
        <p:spPr>
          <a:xfrm>
            <a:off x="5895353" y="4796807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X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6EE71A-553E-404F-ADCE-162F5CEE00FC}"/>
              </a:ext>
            </a:extLst>
          </p:cNvPr>
          <p:cNvCxnSpPr>
            <a:cxnSpLocks/>
            <a:stCxn id="16" idx="5"/>
            <a:endCxn id="17" idx="1"/>
          </p:cNvCxnSpPr>
          <p:nvPr/>
        </p:nvCxnSpPr>
        <p:spPr>
          <a:xfrm>
            <a:off x="5429218" y="4301993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86CE3C-CD1A-446D-A384-8CCD6C4816A0}"/>
              </a:ext>
            </a:extLst>
          </p:cNvPr>
          <p:cNvSpPr txBox="1"/>
          <p:nvPr/>
        </p:nvSpPr>
        <p:spPr>
          <a:xfrm>
            <a:off x="3796654" y="5905345"/>
            <a:ext cx="3639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What color is </a:t>
            </a:r>
            <a:r>
              <a:rPr lang="en-US">
                <a:latin typeface="Arial Rounded MT Bold" panose="020F0704030504030204" pitchFamily="34" charset="0"/>
              </a:rPr>
              <a:t>the grandparent</a:t>
            </a:r>
            <a:r>
              <a:rPr lang="en-US" dirty="0">
                <a:latin typeface="Arial Rounded MT Bold" panose="020F0704030504030204" pitchFamily="34" charset="0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95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Rebalancing RBT after insertion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74/154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C8285-9E90-41B9-B70D-FD400083E9DF}"/>
              </a:ext>
            </a:extLst>
          </p:cNvPr>
          <p:cNvSpPr/>
          <p:nvPr/>
        </p:nvSpPr>
        <p:spPr>
          <a:xfrm>
            <a:off x="5791200" y="2423008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41407-28A0-4621-A057-7FBCA1850C86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6398247" y="3030055"/>
            <a:ext cx="728967" cy="808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0873A3-0F9B-41A3-859C-8F4835C53966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5332724" y="3030055"/>
            <a:ext cx="562629" cy="6959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566BDF-5B51-4B29-BAF9-1B2758F504AE}"/>
              </a:ext>
            </a:extLst>
          </p:cNvPr>
          <p:cNvSpPr/>
          <p:nvPr/>
        </p:nvSpPr>
        <p:spPr>
          <a:xfrm>
            <a:off x="6771614" y="3694946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ED384E-036E-4C32-ADAD-36E4A33532A0}"/>
              </a:ext>
            </a:extLst>
          </p:cNvPr>
          <p:cNvSpPr/>
          <p:nvPr/>
        </p:nvSpPr>
        <p:spPr>
          <a:xfrm>
            <a:off x="4822171" y="3694946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5BCD3A-DDFA-4935-B647-3BFA8E723F29}"/>
              </a:ext>
            </a:extLst>
          </p:cNvPr>
          <p:cNvSpPr/>
          <p:nvPr/>
        </p:nvSpPr>
        <p:spPr>
          <a:xfrm>
            <a:off x="5895353" y="4796807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X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6EE71A-553E-404F-ADCE-162F5CEE00FC}"/>
              </a:ext>
            </a:extLst>
          </p:cNvPr>
          <p:cNvCxnSpPr>
            <a:cxnSpLocks/>
            <a:stCxn id="16" idx="5"/>
            <a:endCxn id="17" idx="1"/>
          </p:cNvCxnSpPr>
          <p:nvPr/>
        </p:nvCxnSpPr>
        <p:spPr>
          <a:xfrm>
            <a:off x="5429218" y="4301993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441482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Rebalancing RBT after insertion: two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75/154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1C8285-9E90-41B9-B70D-FD400083E9DF}"/>
              </a:ext>
            </a:extLst>
          </p:cNvPr>
          <p:cNvSpPr/>
          <p:nvPr/>
        </p:nvSpPr>
        <p:spPr>
          <a:xfrm>
            <a:off x="2533650" y="2664093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341407-28A0-4621-A057-7FBCA1850C86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3140697" y="3271140"/>
            <a:ext cx="728967" cy="808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0873A3-0F9B-41A3-859C-8F4835C53966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2075174" y="3271140"/>
            <a:ext cx="562629" cy="6959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566BDF-5B51-4B29-BAF9-1B2758F504AE}"/>
              </a:ext>
            </a:extLst>
          </p:cNvPr>
          <p:cNvSpPr/>
          <p:nvPr/>
        </p:nvSpPr>
        <p:spPr>
          <a:xfrm>
            <a:off x="3514064" y="3936031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U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FED384E-036E-4C32-ADAD-36E4A33532A0}"/>
              </a:ext>
            </a:extLst>
          </p:cNvPr>
          <p:cNvSpPr/>
          <p:nvPr/>
        </p:nvSpPr>
        <p:spPr>
          <a:xfrm>
            <a:off x="1564621" y="3936031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5BCD3A-DDFA-4935-B647-3BFA8E723F29}"/>
              </a:ext>
            </a:extLst>
          </p:cNvPr>
          <p:cNvSpPr/>
          <p:nvPr/>
        </p:nvSpPr>
        <p:spPr>
          <a:xfrm>
            <a:off x="2637803" y="5037892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X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6EE71A-553E-404F-ADCE-162F5CEE00FC}"/>
              </a:ext>
            </a:extLst>
          </p:cNvPr>
          <p:cNvCxnSpPr>
            <a:cxnSpLocks/>
            <a:stCxn id="16" idx="5"/>
            <a:endCxn id="17" idx="1"/>
          </p:cNvCxnSpPr>
          <p:nvPr/>
        </p:nvCxnSpPr>
        <p:spPr>
          <a:xfrm>
            <a:off x="2171668" y="4543078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E0B8B1B-EA85-4B1F-9531-96366FF41F3E}"/>
              </a:ext>
            </a:extLst>
          </p:cNvPr>
          <p:cNvSpPr/>
          <p:nvPr/>
        </p:nvSpPr>
        <p:spPr>
          <a:xfrm>
            <a:off x="7758432" y="2559940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A4DDCB-C01D-4E82-B674-0AE964E4F591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8365479" y="3166987"/>
            <a:ext cx="728967" cy="80825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2E134B-9FAE-4EA7-B7B5-02ED6700E712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7299956" y="3166987"/>
            <a:ext cx="562629" cy="6959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129272C-2892-408E-8F23-D0E03D37D4B3}"/>
              </a:ext>
            </a:extLst>
          </p:cNvPr>
          <p:cNvSpPr/>
          <p:nvPr/>
        </p:nvSpPr>
        <p:spPr>
          <a:xfrm>
            <a:off x="8738846" y="3831878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853A39-E7E9-4E39-899A-875175A47388}"/>
              </a:ext>
            </a:extLst>
          </p:cNvPr>
          <p:cNvSpPr/>
          <p:nvPr/>
        </p:nvSpPr>
        <p:spPr>
          <a:xfrm>
            <a:off x="6789403" y="3831878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8E119F9-0D3C-49AB-9BEC-9629D31F86C4}"/>
              </a:ext>
            </a:extLst>
          </p:cNvPr>
          <p:cNvSpPr/>
          <p:nvPr/>
        </p:nvSpPr>
        <p:spPr>
          <a:xfrm>
            <a:off x="7862585" y="4933739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X</a:t>
            </a:r>
            <a:endParaRPr 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4B5ECC-B55D-4C0E-B4F7-B1AEC7B977BF}"/>
              </a:ext>
            </a:extLst>
          </p:cNvPr>
          <p:cNvCxnSpPr>
            <a:cxnSpLocks/>
            <a:stCxn id="20" idx="5"/>
            <a:endCxn id="21" idx="1"/>
          </p:cNvCxnSpPr>
          <p:nvPr/>
        </p:nvCxnSpPr>
        <p:spPr>
          <a:xfrm>
            <a:off x="7396450" y="4438925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8D6E461-C258-44AA-B4B1-3FC86B3668A1}"/>
              </a:ext>
            </a:extLst>
          </p:cNvPr>
          <p:cNvSpPr txBox="1"/>
          <p:nvPr/>
        </p:nvSpPr>
        <p:spPr>
          <a:xfrm>
            <a:off x="4081943" y="3675266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Uncle of 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22481A-9B22-4A5F-9CBE-F568D02F48FB}"/>
              </a:ext>
            </a:extLst>
          </p:cNvPr>
          <p:cNvSpPr txBox="1"/>
          <p:nvPr/>
        </p:nvSpPr>
        <p:spPr>
          <a:xfrm>
            <a:off x="9404131" y="3725813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Uncle of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37180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76/154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D4142D-9DC0-4B51-9FB8-2D3011180522}"/>
              </a:ext>
            </a:extLst>
          </p:cNvPr>
          <p:cNvGrpSpPr/>
          <p:nvPr/>
        </p:nvGrpSpPr>
        <p:grpSpPr>
          <a:xfrm>
            <a:off x="5667341" y="3682343"/>
            <a:ext cx="1335613" cy="1504988"/>
            <a:chOff x="7852783" y="2139256"/>
            <a:chExt cx="1335613" cy="150498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0634951-621D-4DD1-B3AD-DE3E79F01E69}"/>
                </a:ext>
              </a:extLst>
            </p:cNvPr>
            <p:cNvGrpSpPr/>
            <p:nvPr/>
          </p:nvGrpSpPr>
          <p:grpSpPr>
            <a:xfrm>
              <a:off x="7852783" y="2139256"/>
              <a:ext cx="1335613" cy="1479442"/>
              <a:chOff x="8026401" y="1762253"/>
              <a:chExt cx="2757137" cy="3054048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93B43C5-050A-485A-B179-306FB3268152}"/>
                  </a:ext>
                </a:extLst>
              </p:cNvPr>
              <p:cNvCxnSpPr>
                <a:cxnSpLocks/>
                <a:stCxn id="37" idx="5"/>
                <a:endCxn id="32" idx="1"/>
              </p:cNvCxnSpPr>
              <p:nvPr/>
            </p:nvCxnSpPr>
            <p:spPr>
              <a:xfrm>
                <a:off x="9447524" y="2369300"/>
                <a:ext cx="728967" cy="80825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499D6E8-4114-4EC4-9F22-151953B6BC41}"/>
                  </a:ext>
                </a:extLst>
              </p:cNvPr>
              <p:cNvSpPr/>
              <p:nvPr/>
            </p:nvSpPr>
            <p:spPr>
              <a:xfrm>
                <a:off x="10072338" y="3073400"/>
                <a:ext cx="711200" cy="7112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F19DC05-758D-492C-9713-F83475BEB098}"/>
                  </a:ext>
                </a:extLst>
              </p:cNvPr>
              <p:cNvSpPr/>
              <p:nvPr/>
            </p:nvSpPr>
            <p:spPr>
              <a:xfrm>
                <a:off x="9147741" y="4105101"/>
                <a:ext cx="711200" cy="711200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56557F2-72D6-43EE-9AD2-DA4DF0BE5116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>
                <a:off x="8681606" y="3610287"/>
                <a:ext cx="570288" cy="59896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41B4C70-6EE5-40F2-A5DD-B347FB9845FD}"/>
                  </a:ext>
                </a:extLst>
              </p:cNvPr>
              <p:cNvCxnSpPr>
                <a:cxnSpLocks/>
                <a:stCxn id="38" idx="0"/>
                <a:endCxn id="37" idx="3"/>
              </p:cNvCxnSpPr>
              <p:nvPr/>
            </p:nvCxnSpPr>
            <p:spPr>
              <a:xfrm flipV="1">
                <a:off x="8382001" y="2369300"/>
                <a:ext cx="562629" cy="704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DDEAA5C-442B-4BE1-994B-E03C913077AA}"/>
                  </a:ext>
                </a:extLst>
              </p:cNvPr>
              <p:cNvSpPr/>
              <p:nvPr/>
            </p:nvSpPr>
            <p:spPr>
              <a:xfrm>
                <a:off x="8840477" y="1762253"/>
                <a:ext cx="711200" cy="7112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D3D88D2-BDEC-43C5-AB8D-BB0E66247161}"/>
                  </a:ext>
                </a:extLst>
              </p:cNvPr>
              <p:cNvSpPr/>
              <p:nvPr/>
            </p:nvSpPr>
            <p:spPr>
              <a:xfrm>
                <a:off x="8026401" y="3073400"/>
                <a:ext cx="711200" cy="711200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04A56F7-990B-40AC-9EAF-CE125DED370B}"/>
                </a:ext>
              </a:extLst>
            </p:cNvPr>
            <p:cNvSpPr txBox="1"/>
            <p:nvPr/>
          </p:nvSpPr>
          <p:spPr>
            <a:xfrm>
              <a:off x="8409385" y="3182579"/>
              <a:ext cx="317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4257BCC-149D-4CBA-A335-1A611AFDD4A3}"/>
              </a:ext>
            </a:extLst>
          </p:cNvPr>
          <p:cNvGrpSpPr/>
          <p:nvPr/>
        </p:nvGrpSpPr>
        <p:grpSpPr>
          <a:xfrm>
            <a:off x="7716264" y="3654930"/>
            <a:ext cx="1748912" cy="1559362"/>
            <a:chOff x="9190506" y="2162643"/>
            <a:chExt cx="1748912" cy="155936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72DB0DB-CED0-4CE2-8FC6-20CFCDF1B2BB}"/>
                </a:ext>
              </a:extLst>
            </p:cNvPr>
            <p:cNvGrpSpPr/>
            <p:nvPr/>
          </p:nvGrpSpPr>
          <p:grpSpPr>
            <a:xfrm>
              <a:off x="9190506" y="2162643"/>
              <a:ext cx="1748912" cy="1510984"/>
              <a:chOff x="7173218" y="1762253"/>
              <a:chExt cx="3610320" cy="311916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86EFCA9-CA35-4BF1-B93A-C0693C42FB73}"/>
                  </a:ext>
                </a:extLst>
              </p:cNvPr>
              <p:cNvCxnSpPr>
                <a:cxnSpLocks/>
                <a:stCxn id="46" idx="5"/>
                <a:endCxn id="42" idx="1"/>
              </p:cNvCxnSpPr>
              <p:nvPr/>
            </p:nvCxnSpPr>
            <p:spPr>
              <a:xfrm>
                <a:off x="9447524" y="2369300"/>
                <a:ext cx="728967" cy="80825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261572C-D39C-4F90-B9F2-33C71D893D86}"/>
                  </a:ext>
                </a:extLst>
              </p:cNvPr>
              <p:cNvSpPr/>
              <p:nvPr/>
            </p:nvSpPr>
            <p:spPr>
              <a:xfrm>
                <a:off x="10072338" y="3073400"/>
                <a:ext cx="711200" cy="7112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379589A-DA86-485F-8783-FA830CC57A60}"/>
                  </a:ext>
                </a:extLst>
              </p:cNvPr>
              <p:cNvSpPr/>
              <p:nvPr/>
            </p:nvSpPr>
            <p:spPr>
              <a:xfrm>
                <a:off x="7173218" y="4170213"/>
                <a:ext cx="711201" cy="711201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EBF58C9-E6F4-45FF-BB7B-63028E34AD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90808" y="3562009"/>
                <a:ext cx="484342" cy="61926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7C1FC8D6-E5D8-424F-AE74-6AF62DC6C6FD}"/>
                  </a:ext>
                </a:extLst>
              </p:cNvPr>
              <p:cNvCxnSpPr>
                <a:cxnSpLocks/>
                <a:stCxn id="47" idx="0"/>
                <a:endCxn id="46" idx="3"/>
              </p:cNvCxnSpPr>
              <p:nvPr/>
            </p:nvCxnSpPr>
            <p:spPr>
              <a:xfrm flipV="1">
                <a:off x="8382001" y="2369300"/>
                <a:ext cx="562629" cy="704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1B04F7C-59C2-4CF8-A576-94D5022CAB77}"/>
                  </a:ext>
                </a:extLst>
              </p:cNvPr>
              <p:cNvSpPr/>
              <p:nvPr/>
            </p:nvSpPr>
            <p:spPr>
              <a:xfrm>
                <a:off x="8840477" y="1762253"/>
                <a:ext cx="711200" cy="7112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7635F24-58B8-4639-8235-92EEF9B1F0B7}"/>
                  </a:ext>
                </a:extLst>
              </p:cNvPr>
              <p:cNvSpPr/>
              <p:nvPr/>
            </p:nvSpPr>
            <p:spPr>
              <a:xfrm>
                <a:off x="8026401" y="3073400"/>
                <a:ext cx="711200" cy="711200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C5652BA-174A-4123-B88A-A026085FEF33}"/>
                </a:ext>
              </a:extLst>
            </p:cNvPr>
            <p:cNvSpPr txBox="1"/>
            <p:nvPr/>
          </p:nvSpPr>
          <p:spPr>
            <a:xfrm>
              <a:off x="9217971" y="3260340"/>
              <a:ext cx="317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3B7475-298D-4940-9C06-A27F94126E45}"/>
              </a:ext>
            </a:extLst>
          </p:cNvPr>
          <p:cNvGrpSpPr/>
          <p:nvPr/>
        </p:nvGrpSpPr>
        <p:grpSpPr>
          <a:xfrm>
            <a:off x="700856" y="3570402"/>
            <a:ext cx="2034084" cy="1783867"/>
            <a:chOff x="1151036" y="4560079"/>
            <a:chExt cx="2034084" cy="17838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A0C5E1-7CD2-4CBE-822B-C6B8A260F9F1}"/>
                </a:ext>
              </a:extLst>
            </p:cNvPr>
            <p:cNvGrpSpPr/>
            <p:nvPr/>
          </p:nvGrpSpPr>
          <p:grpSpPr>
            <a:xfrm>
              <a:off x="1490292" y="4697601"/>
              <a:ext cx="1335613" cy="1479442"/>
              <a:chOff x="8026401" y="1762253"/>
              <a:chExt cx="2757137" cy="3054048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6615D12-FCB5-4E3E-B3E2-CD62F56D7E80}"/>
                  </a:ext>
                </a:extLst>
              </p:cNvPr>
              <p:cNvCxnSpPr>
                <a:cxnSpLocks/>
                <a:stCxn id="19" idx="5"/>
                <a:endCxn id="21" idx="1"/>
              </p:cNvCxnSpPr>
              <p:nvPr/>
            </p:nvCxnSpPr>
            <p:spPr>
              <a:xfrm>
                <a:off x="9447524" y="2369300"/>
                <a:ext cx="728967" cy="80825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69B7468-AB95-4273-B63E-7D120D843BED}"/>
                  </a:ext>
                </a:extLst>
              </p:cNvPr>
              <p:cNvSpPr/>
              <p:nvPr/>
            </p:nvSpPr>
            <p:spPr>
              <a:xfrm>
                <a:off x="10072338" y="3073400"/>
                <a:ext cx="711200" cy="711200"/>
              </a:xfrm>
              <a:prstGeom prst="ellipse">
                <a:avLst/>
              </a:prstGeom>
              <a:solidFill>
                <a:srgbClr val="FF2F2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667C2F5-609D-41B6-882B-D4AEEA49D74E}"/>
                  </a:ext>
                </a:extLst>
              </p:cNvPr>
              <p:cNvSpPr/>
              <p:nvPr/>
            </p:nvSpPr>
            <p:spPr>
              <a:xfrm>
                <a:off x="9147741" y="4105101"/>
                <a:ext cx="711200" cy="711200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1FECAE8-139B-43BC-93D0-EA8FFE7B5CF6}"/>
                  </a:ext>
                </a:extLst>
              </p:cNvPr>
              <p:cNvCxnSpPr>
                <a:cxnSpLocks/>
                <a:endCxn id="22" idx="1"/>
              </p:cNvCxnSpPr>
              <p:nvPr/>
            </p:nvCxnSpPr>
            <p:spPr>
              <a:xfrm>
                <a:off x="8681606" y="3610287"/>
                <a:ext cx="570288" cy="59896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F3A4803-D5D8-44AF-90D5-2E01D6861215}"/>
                  </a:ext>
                </a:extLst>
              </p:cNvPr>
              <p:cNvCxnSpPr>
                <a:cxnSpLocks/>
                <a:stCxn id="23" idx="0"/>
                <a:endCxn id="19" idx="3"/>
              </p:cNvCxnSpPr>
              <p:nvPr/>
            </p:nvCxnSpPr>
            <p:spPr>
              <a:xfrm flipV="1">
                <a:off x="8382001" y="2369300"/>
                <a:ext cx="562629" cy="704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4E16953-A8BA-430A-B8EE-1D40DA7D5FE4}"/>
                  </a:ext>
                </a:extLst>
              </p:cNvPr>
              <p:cNvSpPr/>
              <p:nvPr/>
            </p:nvSpPr>
            <p:spPr>
              <a:xfrm>
                <a:off x="8840477" y="1762253"/>
                <a:ext cx="711200" cy="7112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C9481C2-F3FB-43D3-8DDB-4A82A2233D88}"/>
                  </a:ext>
                </a:extLst>
              </p:cNvPr>
              <p:cNvSpPr/>
              <p:nvPr/>
            </p:nvSpPr>
            <p:spPr>
              <a:xfrm>
                <a:off x="8026401" y="3073400"/>
                <a:ext cx="711200" cy="711200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E9405D3-AB83-45D9-834A-EAD4D27D86C2}"/>
                </a:ext>
              </a:extLst>
            </p:cNvPr>
            <p:cNvSpPr txBox="1"/>
            <p:nvPr/>
          </p:nvSpPr>
          <p:spPr>
            <a:xfrm>
              <a:off x="2056907" y="5725345"/>
              <a:ext cx="317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55540-39F6-4BB6-BC0F-066469AC16BB}"/>
                </a:ext>
              </a:extLst>
            </p:cNvPr>
            <p:cNvSpPr/>
            <p:nvPr/>
          </p:nvSpPr>
          <p:spPr>
            <a:xfrm>
              <a:off x="1151036" y="4560079"/>
              <a:ext cx="2034084" cy="17838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9900"/>
                </a:solidFill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C7CC125-24D2-4391-AC06-94B65FEC0556}"/>
              </a:ext>
            </a:extLst>
          </p:cNvPr>
          <p:cNvSpPr/>
          <p:nvPr/>
        </p:nvSpPr>
        <p:spPr>
          <a:xfrm>
            <a:off x="5202160" y="3570402"/>
            <a:ext cx="2034084" cy="1783867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574F00-46E2-4E76-B3B6-B3D5E7F84C96}"/>
              </a:ext>
            </a:extLst>
          </p:cNvPr>
          <p:cNvSpPr/>
          <p:nvPr/>
        </p:nvSpPr>
        <p:spPr>
          <a:xfrm>
            <a:off x="7561276" y="3540774"/>
            <a:ext cx="2034084" cy="178386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8812F8-811E-4E71-9CCB-B51A7F855E1A}"/>
              </a:ext>
            </a:extLst>
          </p:cNvPr>
          <p:cNvCxnSpPr/>
          <p:nvPr/>
        </p:nvCxnSpPr>
        <p:spPr>
          <a:xfrm>
            <a:off x="3943747" y="2084717"/>
            <a:ext cx="0" cy="4678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818E401-864C-47AF-A063-3C098C3A1F9E}"/>
              </a:ext>
            </a:extLst>
          </p:cNvPr>
          <p:cNvSpPr/>
          <p:nvPr/>
        </p:nvSpPr>
        <p:spPr>
          <a:xfrm>
            <a:off x="-79757" y="2079347"/>
            <a:ext cx="86298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6072" lvl="1">
              <a:buClr>
                <a:srgbClr val="F0AD00"/>
              </a:buClr>
              <a:buSzPct val="80000"/>
            </a:pPr>
            <a:r>
              <a:rPr lang="en-US" sz="20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1. Uncle of x is red                                                </a:t>
            </a:r>
            <a:r>
              <a:rPr lang="en-US" sz="2000" dirty="0">
                <a:latin typeface="Arial Rounded MT Bold" panose="020F0704030504030204" pitchFamily="34" charset="0"/>
              </a:rPr>
              <a:t>2. Uncle of x is black</a:t>
            </a:r>
            <a:endParaRPr lang="en-US" sz="2000" dirty="0">
              <a:solidFill>
                <a:srgbClr val="FF99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71253DAB-D23B-4A8A-80CC-7EAF48D8FCB3}"/>
              </a:ext>
            </a:extLst>
          </p:cNvPr>
          <p:cNvSpPr/>
          <p:nvPr/>
        </p:nvSpPr>
        <p:spPr>
          <a:xfrm>
            <a:off x="7236930" y="4388802"/>
            <a:ext cx="302672" cy="107828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991ABCF-B426-45C5-838A-8EDA870B6C82}"/>
              </a:ext>
            </a:extLst>
          </p:cNvPr>
          <p:cNvSpPr/>
          <p:nvPr/>
        </p:nvSpPr>
        <p:spPr>
          <a:xfrm>
            <a:off x="5520831" y="3900852"/>
            <a:ext cx="526774" cy="1083365"/>
          </a:xfrm>
          <a:custGeom>
            <a:avLst/>
            <a:gdLst>
              <a:gd name="connsiteX0" fmla="*/ 397565 w 526774"/>
              <a:gd name="connsiteY0" fmla="*/ 0 h 1083365"/>
              <a:gd name="connsiteX1" fmla="*/ 0 w 526774"/>
              <a:gd name="connsiteY1" fmla="*/ 566530 h 1083365"/>
              <a:gd name="connsiteX2" fmla="*/ 526774 w 526774"/>
              <a:gd name="connsiteY2" fmla="*/ 1083365 h 1083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6774" h="1083365">
                <a:moveTo>
                  <a:pt x="397565" y="0"/>
                </a:moveTo>
                <a:lnTo>
                  <a:pt x="0" y="566530"/>
                </a:lnTo>
                <a:lnTo>
                  <a:pt x="526774" y="1083365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DF3ADF-7C00-442C-8C59-12C2BF600DB7}"/>
              </a:ext>
            </a:extLst>
          </p:cNvPr>
          <p:cNvCxnSpPr/>
          <p:nvPr/>
        </p:nvCxnSpPr>
        <p:spPr>
          <a:xfrm flipH="1">
            <a:off x="7716264" y="3865709"/>
            <a:ext cx="657121" cy="886918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4589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8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uncle is 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77/154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8712000E-54C5-4750-B307-74D4336F9FCF}"/>
              </a:ext>
            </a:extLst>
          </p:cNvPr>
          <p:cNvSpPr/>
          <p:nvPr/>
        </p:nvSpPr>
        <p:spPr>
          <a:xfrm>
            <a:off x="4947101" y="352358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89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F892B9-7911-4CDE-99E9-128A049EB87C}"/>
              </a:ext>
            </a:extLst>
          </p:cNvPr>
          <p:cNvGrpSpPr/>
          <p:nvPr/>
        </p:nvGrpSpPr>
        <p:grpSpPr>
          <a:xfrm>
            <a:off x="6738487" y="2083722"/>
            <a:ext cx="2757137" cy="3054048"/>
            <a:chOff x="8026401" y="1762253"/>
            <a:chExt cx="2757137" cy="305404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BEBA93-3DFA-4031-B79D-41503F9840E7}"/>
                </a:ext>
              </a:extLst>
            </p:cNvPr>
            <p:cNvCxnSpPr>
              <a:cxnSpLocks/>
              <a:stCxn id="42" idx="5"/>
              <a:endCxn id="37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8EB2BC9-E376-4C33-AABA-2016973541AD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26400EB-C579-47A5-AA17-CA529945C17A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341A32-B5A4-4CA0-9FD3-659D8269F25F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D3C350C-5E18-4083-AA9E-8FEA7109E14B}"/>
                </a:ext>
              </a:extLst>
            </p:cNvPr>
            <p:cNvCxnSpPr>
              <a:cxnSpLocks/>
              <a:stCxn id="43" idx="0"/>
              <a:endCxn id="42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E60474-CA17-41DB-84CB-AEEB4EE29C7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1C1404C-8FE7-4B90-B20E-676DAB83656C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1644118-8EA0-401D-97C0-8A5FD9C41150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E0562A9-0037-4B79-89D8-738333DA6E62}"/>
              </a:ext>
            </a:extLst>
          </p:cNvPr>
          <p:cNvSpPr txBox="1"/>
          <p:nvPr/>
        </p:nvSpPr>
        <p:spPr>
          <a:xfrm>
            <a:off x="6907177" y="3409570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042988-2957-4E5F-8479-2D24810C5EC3}"/>
              </a:ext>
            </a:extLst>
          </p:cNvPr>
          <p:cNvSpPr txBox="1"/>
          <p:nvPr/>
        </p:nvSpPr>
        <p:spPr>
          <a:xfrm>
            <a:off x="8953114" y="3409570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D46D13-1DA4-4CFB-A07A-1F1C104CD855}"/>
              </a:ext>
            </a:extLst>
          </p:cNvPr>
          <p:cNvSpPr txBox="1"/>
          <p:nvPr/>
        </p:nvSpPr>
        <p:spPr>
          <a:xfrm>
            <a:off x="7724137" y="2159347"/>
            <a:ext cx="489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A32D07-343F-4DD7-80F6-3C18600AF665}"/>
              </a:ext>
            </a:extLst>
          </p:cNvPr>
          <p:cNvSpPr txBox="1"/>
          <p:nvPr/>
        </p:nvSpPr>
        <p:spPr>
          <a:xfrm>
            <a:off x="820144" y="5614434"/>
            <a:ext cx="9910609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Change the colors of P,G,U: Black height does not change. </a:t>
            </a:r>
          </a:p>
          <a:p>
            <a:pPr marL="342900" indent="-342900">
              <a:buAutoNum type="arabicPeriod"/>
            </a:pPr>
            <a:r>
              <a:rPr lang="en-US" dirty="0"/>
              <a:t>Step 1 may form double-red if parent of G is red. So, we start over with G as a newly-red node.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26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4" grpId="0"/>
      <p:bldP spid="45" grpId="0"/>
      <p:bldP spid="4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uncle is 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78/154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8712000E-54C5-4750-B307-74D4336F9FCF}"/>
              </a:ext>
            </a:extLst>
          </p:cNvPr>
          <p:cNvSpPr/>
          <p:nvPr/>
        </p:nvSpPr>
        <p:spPr>
          <a:xfrm>
            <a:off x="4947101" y="352358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89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3F892B9-7911-4CDE-99E9-128A049EB87C}"/>
              </a:ext>
            </a:extLst>
          </p:cNvPr>
          <p:cNvGrpSpPr/>
          <p:nvPr/>
        </p:nvGrpSpPr>
        <p:grpSpPr>
          <a:xfrm>
            <a:off x="6738487" y="2083722"/>
            <a:ext cx="2757137" cy="3054048"/>
            <a:chOff x="8026401" y="1762253"/>
            <a:chExt cx="2757137" cy="305404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BEBA93-3DFA-4031-B79D-41503F9840E7}"/>
                </a:ext>
              </a:extLst>
            </p:cNvPr>
            <p:cNvCxnSpPr>
              <a:cxnSpLocks/>
              <a:stCxn id="42" idx="5"/>
              <a:endCxn id="37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8EB2BC9-E376-4C33-AABA-2016973541AD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26400EB-C579-47A5-AA17-CA529945C17A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341A32-B5A4-4CA0-9FD3-659D8269F25F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D3C350C-5E18-4083-AA9E-8FEA7109E14B}"/>
                </a:ext>
              </a:extLst>
            </p:cNvPr>
            <p:cNvCxnSpPr>
              <a:cxnSpLocks/>
              <a:stCxn id="43" idx="0"/>
              <a:endCxn id="42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E60474-CA17-41DB-84CB-AEEB4EE29C7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1C1404C-8FE7-4B90-B20E-676DAB83656C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1644118-8EA0-401D-97C0-8A5FD9C41150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E0562A9-0037-4B79-89D8-738333DA6E62}"/>
              </a:ext>
            </a:extLst>
          </p:cNvPr>
          <p:cNvSpPr txBox="1"/>
          <p:nvPr/>
        </p:nvSpPr>
        <p:spPr>
          <a:xfrm>
            <a:off x="6907177" y="3409570"/>
            <a:ext cx="3946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042988-2957-4E5F-8479-2D24810C5EC3}"/>
              </a:ext>
            </a:extLst>
          </p:cNvPr>
          <p:cNvSpPr txBox="1"/>
          <p:nvPr/>
        </p:nvSpPr>
        <p:spPr>
          <a:xfrm>
            <a:off x="8953114" y="3409570"/>
            <a:ext cx="47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D46D13-1DA4-4CFB-A07A-1F1C104CD855}"/>
              </a:ext>
            </a:extLst>
          </p:cNvPr>
          <p:cNvSpPr txBox="1"/>
          <p:nvPr/>
        </p:nvSpPr>
        <p:spPr>
          <a:xfrm>
            <a:off x="7724137" y="2159347"/>
            <a:ext cx="489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A32D07-343F-4DD7-80F6-3C18600AF665}"/>
              </a:ext>
            </a:extLst>
          </p:cNvPr>
          <p:cNvSpPr txBox="1"/>
          <p:nvPr/>
        </p:nvSpPr>
        <p:spPr>
          <a:xfrm>
            <a:off x="820144" y="5614434"/>
            <a:ext cx="9910609" cy="64633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Change the colors of P,G,U: Black height does not change. </a:t>
            </a:r>
          </a:p>
          <a:p>
            <a:pPr marL="342900" indent="-342900">
              <a:buAutoNum type="arabicPeriod"/>
            </a:pPr>
            <a:r>
              <a:rPr lang="en-US" dirty="0"/>
              <a:t>Step 1 may form double-red if parent of G is red. So, we start over with G as a newly-red node.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AB0D28-C916-4FEA-9203-5ACCC11EED5A}"/>
              </a:ext>
            </a:extLst>
          </p:cNvPr>
          <p:cNvCxnSpPr/>
          <p:nvPr/>
        </p:nvCxnSpPr>
        <p:spPr>
          <a:xfrm flipH="1">
            <a:off x="8402337" y="2083722"/>
            <a:ext cx="822943" cy="18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BB9E80-F530-421A-A9C8-B3E9B680F387}"/>
              </a:ext>
            </a:extLst>
          </p:cNvPr>
          <p:cNvSpPr txBox="1"/>
          <p:nvPr/>
        </p:nvSpPr>
        <p:spPr>
          <a:xfrm>
            <a:off x="9196075" y="1880071"/>
            <a:ext cx="114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9600"/>
                </a:solidFill>
              </a:rPr>
              <a:t>New node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92811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6" y="432248"/>
            <a:ext cx="11470640" cy="1252728"/>
          </a:xfrm>
        </p:spPr>
        <p:txBody>
          <a:bodyPr>
            <a:normAutofit/>
          </a:bodyPr>
          <a:lstStyle/>
          <a:p>
            <a:r>
              <a:rPr lang="en-US" dirty="0"/>
              <a:t>uncle is black : Triangle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79/154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1E24A5-F4E8-4DA0-BE90-7F99FF1F0B81}"/>
              </a:ext>
            </a:extLst>
          </p:cNvPr>
          <p:cNvSpPr txBox="1"/>
          <p:nvPr/>
        </p:nvSpPr>
        <p:spPr>
          <a:xfrm>
            <a:off x="4560551" y="2401911"/>
            <a:ext cx="6292880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2800" dirty="0"/>
              <a:t>Transform triangle case to the line case!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mss10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42911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39" y="498261"/>
            <a:ext cx="11419840" cy="1252728"/>
          </a:xfrm>
        </p:spPr>
        <p:txBody>
          <a:bodyPr>
            <a:normAutofit/>
          </a:bodyPr>
          <a:lstStyle/>
          <a:p>
            <a:r>
              <a:rPr lang="en-US" dirty="0"/>
              <a:t>uncle is black : Triangle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80/154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41328" y="4107599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2D6F37-284E-4D63-B84F-DF305885CFEB}"/>
              </a:ext>
            </a:extLst>
          </p:cNvPr>
          <p:cNvGrpSpPr/>
          <p:nvPr/>
        </p:nvGrpSpPr>
        <p:grpSpPr>
          <a:xfrm>
            <a:off x="2115229" y="5145341"/>
            <a:ext cx="751893" cy="592542"/>
            <a:chOff x="2115229" y="5145341"/>
            <a:chExt cx="751893" cy="59254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733B0E7-A85C-4F48-A3BE-D14F0E3EF909}"/>
                </a:ext>
              </a:extLst>
            </p:cNvPr>
            <p:cNvCxnSpPr>
              <a:cxnSpLocks/>
              <a:stCxn id="16" idx="5"/>
            </p:cNvCxnSpPr>
            <p:nvPr/>
          </p:nvCxnSpPr>
          <p:spPr>
            <a:xfrm>
              <a:off x="2711356" y="5145341"/>
              <a:ext cx="155766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044B10C-0353-470C-BB62-57BD3A02BBB6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H="1">
              <a:off x="2115229" y="5145341"/>
              <a:ext cx="93233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2B9A57-473F-4556-8083-A0AE3A87F668}"/>
              </a:ext>
            </a:extLst>
          </p:cNvPr>
          <p:cNvCxnSpPr>
            <a:cxnSpLocks/>
          </p:cNvCxnSpPr>
          <p:nvPr/>
        </p:nvCxnSpPr>
        <p:spPr>
          <a:xfrm flipH="1">
            <a:off x="480522" y="4043480"/>
            <a:ext cx="502447" cy="5814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AB4C11-CD1B-406B-A225-CE1CB3C740DF}"/>
              </a:ext>
            </a:extLst>
          </p:cNvPr>
          <p:cNvSpPr txBox="1"/>
          <p:nvPr/>
        </p:nvSpPr>
        <p:spPr>
          <a:xfrm>
            <a:off x="4560550" y="2401911"/>
            <a:ext cx="6110171" cy="181588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srgbClr val="7030A0"/>
                </a:solidFill>
              </a:rPr>
              <a:t>Perform a rotation on the parent of </a:t>
            </a:r>
            <a:r>
              <a:rPr lang="en-US" sz="2800" i="1" dirty="0">
                <a:solidFill>
                  <a:srgbClr val="7030A0"/>
                </a:solidFill>
              </a:rPr>
              <a:t>x</a:t>
            </a:r>
            <a:r>
              <a:rPr lang="en-US" sz="2800" dirty="0"/>
              <a:t>: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If parent is a left child: Left rotation is needed, otherwise, right rotation  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9FB6570-3DEA-4E73-9925-EB1E4E6FC103}"/>
              </a:ext>
            </a:extLst>
          </p:cNvPr>
          <p:cNvSpPr/>
          <p:nvPr/>
        </p:nvSpPr>
        <p:spPr>
          <a:xfrm>
            <a:off x="169194" y="4642447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554DF21A-4317-40E9-91AB-E5286A0DD767}"/>
              </a:ext>
            </a:extLst>
          </p:cNvPr>
          <p:cNvSpPr/>
          <p:nvPr/>
        </p:nvSpPr>
        <p:spPr>
          <a:xfrm>
            <a:off x="1840272" y="5740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D6F9FEE1-B305-4629-9517-B23CF4D2E6D1}"/>
              </a:ext>
            </a:extLst>
          </p:cNvPr>
          <p:cNvSpPr/>
          <p:nvPr/>
        </p:nvSpPr>
        <p:spPr>
          <a:xfrm>
            <a:off x="2592941" y="5752388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52F7F8-2A0F-4D04-804C-D781E3B75E1F}"/>
              </a:ext>
            </a:extLst>
          </p:cNvPr>
          <p:cNvSpPr/>
          <p:nvPr/>
        </p:nvSpPr>
        <p:spPr>
          <a:xfrm>
            <a:off x="4822110" y="4603163"/>
            <a:ext cx="5375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Since both </a:t>
            </a:r>
            <a:r>
              <a:rPr lang="en-US" i="1" dirty="0"/>
              <a:t>x</a:t>
            </a:r>
            <a:r>
              <a:rPr lang="en-US" dirty="0"/>
              <a:t> and its parent are red, so rotation won't affect the black height.</a:t>
            </a:r>
            <a:endParaRPr lang="en-US" dirty="0">
              <a:solidFill>
                <a:prstClr val="black"/>
              </a:solidFill>
              <a:latin typeface="Cmss1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61293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12" y="470498"/>
            <a:ext cx="11308080" cy="1252728"/>
          </a:xfrm>
        </p:spPr>
        <p:txBody>
          <a:bodyPr>
            <a:normAutofit/>
          </a:bodyPr>
          <a:lstStyle/>
          <a:p>
            <a:r>
              <a:rPr lang="en-US" dirty="0"/>
              <a:t>uncle is black : Triangle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81/154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8712000E-54C5-4750-B307-74D4336F9FCF}"/>
              </a:ext>
            </a:extLst>
          </p:cNvPr>
          <p:cNvSpPr/>
          <p:nvPr/>
        </p:nvSpPr>
        <p:spPr>
          <a:xfrm>
            <a:off x="4947101" y="352358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ss1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562A9-0037-4B79-89D8-738333DA6E62}"/>
              </a:ext>
            </a:extLst>
          </p:cNvPr>
          <p:cNvSpPr txBox="1"/>
          <p:nvPr/>
        </p:nvSpPr>
        <p:spPr>
          <a:xfrm>
            <a:off x="6907177" y="3409570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042988-2957-4E5F-8479-2D24810C5EC3}"/>
              </a:ext>
            </a:extLst>
          </p:cNvPr>
          <p:cNvSpPr txBox="1"/>
          <p:nvPr/>
        </p:nvSpPr>
        <p:spPr>
          <a:xfrm>
            <a:off x="8953114" y="3409570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D46D13-1DA4-4CFB-A07A-1F1C104CD855}"/>
              </a:ext>
            </a:extLst>
          </p:cNvPr>
          <p:cNvSpPr txBox="1"/>
          <p:nvPr/>
        </p:nvSpPr>
        <p:spPr>
          <a:xfrm>
            <a:off x="7724137" y="2159347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55F3A7-77FA-479A-9D94-436E2FE3AEB5}"/>
              </a:ext>
            </a:extLst>
          </p:cNvPr>
          <p:cNvGrpSpPr/>
          <p:nvPr/>
        </p:nvGrpSpPr>
        <p:grpSpPr>
          <a:xfrm>
            <a:off x="6195977" y="2089275"/>
            <a:ext cx="3802689" cy="3136673"/>
            <a:chOff x="6980849" y="1762253"/>
            <a:chExt cx="3802689" cy="3136673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8E8B6A-878E-40AF-917F-FEF8036495EF}"/>
                </a:ext>
              </a:extLst>
            </p:cNvPr>
            <p:cNvCxnSpPr>
              <a:cxnSpLocks/>
              <a:stCxn id="52" idx="5"/>
              <a:endCxn id="47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165438A-D979-4185-A74F-12A8CFE45BB1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93329F1-921D-49B1-A0B1-8C94CBC47ABC}"/>
                </a:ext>
              </a:extLst>
            </p:cNvPr>
            <p:cNvSpPr/>
            <p:nvPr/>
          </p:nvSpPr>
          <p:spPr>
            <a:xfrm>
              <a:off x="6980849" y="4187726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60279EF-1101-42BB-BD99-27A0DC170F56}"/>
                </a:ext>
              </a:extLst>
            </p:cNvPr>
            <p:cNvCxnSpPr>
              <a:cxnSpLocks/>
              <a:stCxn id="53" idx="3"/>
              <a:endCxn id="48" idx="0"/>
            </p:cNvCxnSpPr>
            <p:nvPr/>
          </p:nvCxnSpPr>
          <p:spPr>
            <a:xfrm flipH="1">
              <a:off x="7336449" y="3601429"/>
              <a:ext cx="610922" cy="58629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E5AB126-EFA7-48DD-B19D-251904D6788F}"/>
                </a:ext>
              </a:extLst>
            </p:cNvPr>
            <p:cNvCxnSpPr>
              <a:cxnSpLocks/>
              <a:stCxn id="53" idx="0"/>
              <a:endCxn id="52" idx="3"/>
            </p:cNvCxnSpPr>
            <p:nvPr/>
          </p:nvCxnSpPr>
          <p:spPr>
            <a:xfrm flipV="1">
              <a:off x="8198818" y="2369300"/>
              <a:ext cx="745812" cy="62508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F21F09-4972-4962-949A-4C5F1F7359D5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68F4986-058D-4DA7-AC69-8ACDA4109223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6BEA7A7-DACC-431F-8FA9-6634CA95E428}"/>
                </a:ext>
              </a:extLst>
            </p:cNvPr>
            <p:cNvSpPr/>
            <p:nvPr/>
          </p:nvSpPr>
          <p:spPr>
            <a:xfrm>
              <a:off x="7843218" y="2994382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1CCDB20A-1EE2-4FD3-95C2-54A9C8222A64}"/>
              </a:ext>
            </a:extLst>
          </p:cNvPr>
          <p:cNvSpPr txBox="1"/>
          <p:nvPr/>
        </p:nvSpPr>
        <p:spPr>
          <a:xfrm>
            <a:off x="9462213" y="3434297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63AA6F-3B7E-4411-BA13-C0E70F39B4D2}"/>
              </a:ext>
            </a:extLst>
          </p:cNvPr>
          <p:cNvSpPr txBox="1"/>
          <p:nvPr/>
        </p:nvSpPr>
        <p:spPr>
          <a:xfrm>
            <a:off x="8233236" y="2184074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37FDC9-373D-459F-BEBB-8ECC48949A35}"/>
              </a:ext>
            </a:extLst>
          </p:cNvPr>
          <p:cNvSpPr txBox="1"/>
          <p:nvPr/>
        </p:nvSpPr>
        <p:spPr>
          <a:xfrm>
            <a:off x="7281994" y="3391429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589091-2928-4FC6-A646-157FD7E29451}"/>
              </a:ext>
            </a:extLst>
          </p:cNvPr>
          <p:cNvSpPr txBox="1"/>
          <p:nvPr/>
        </p:nvSpPr>
        <p:spPr>
          <a:xfrm>
            <a:off x="6364667" y="4554802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A7A61B-1319-4742-A245-7E6175AAC80E}"/>
              </a:ext>
            </a:extLst>
          </p:cNvPr>
          <p:cNvGrpSpPr/>
          <p:nvPr/>
        </p:nvGrpSpPr>
        <p:grpSpPr>
          <a:xfrm>
            <a:off x="2115229" y="5145341"/>
            <a:ext cx="751893" cy="592542"/>
            <a:chOff x="2115229" y="5145341"/>
            <a:chExt cx="751893" cy="59254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C8259CB-364F-4D71-BC52-165E72BE13D5}"/>
                </a:ext>
              </a:extLst>
            </p:cNvPr>
            <p:cNvCxnSpPr>
              <a:cxnSpLocks/>
            </p:cNvCxnSpPr>
            <p:nvPr/>
          </p:nvCxnSpPr>
          <p:spPr>
            <a:xfrm>
              <a:off x="2711356" y="5145341"/>
              <a:ext cx="155766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CBAF74-FAE0-40C5-9814-5FEE4F238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15229" y="5145341"/>
              <a:ext cx="93233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C37A66-E5C1-4C77-BE4E-DE9CE8731636}"/>
              </a:ext>
            </a:extLst>
          </p:cNvPr>
          <p:cNvCxnSpPr>
            <a:cxnSpLocks/>
          </p:cNvCxnSpPr>
          <p:nvPr/>
        </p:nvCxnSpPr>
        <p:spPr>
          <a:xfrm flipH="1">
            <a:off x="480521" y="4061002"/>
            <a:ext cx="592269" cy="5639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515BB6-2358-4E66-8B1A-AEAC078A94F3}"/>
              </a:ext>
            </a:extLst>
          </p:cNvPr>
          <p:cNvCxnSpPr>
            <a:cxnSpLocks/>
          </p:cNvCxnSpPr>
          <p:nvPr/>
        </p:nvCxnSpPr>
        <p:spPr>
          <a:xfrm>
            <a:off x="7617749" y="3976204"/>
            <a:ext cx="513872" cy="5996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3C180E-7BAF-4FBD-B1C2-4F8640B01C58}"/>
              </a:ext>
            </a:extLst>
          </p:cNvPr>
          <p:cNvCxnSpPr>
            <a:cxnSpLocks/>
          </p:cNvCxnSpPr>
          <p:nvPr/>
        </p:nvCxnSpPr>
        <p:spPr>
          <a:xfrm flipH="1">
            <a:off x="5648783" y="4996051"/>
            <a:ext cx="592269" cy="5639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BC490CD-3639-4A04-9AE9-6B72F26D1B20}"/>
              </a:ext>
            </a:extLst>
          </p:cNvPr>
          <p:cNvCxnSpPr>
            <a:cxnSpLocks/>
            <a:stCxn id="48" idx="5"/>
          </p:cNvCxnSpPr>
          <p:nvPr/>
        </p:nvCxnSpPr>
        <p:spPr>
          <a:xfrm>
            <a:off x="6803024" y="5121795"/>
            <a:ext cx="312965" cy="548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324D7E6-F151-4A4C-AFDD-EB66A95C6BD3}"/>
              </a:ext>
            </a:extLst>
          </p:cNvPr>
          <p:cNvSpPr/>
          <p:nvPr/>
        </p:nvSpPr>
        <p:spPr>
          <a:xfrm>
            <a:off x="3998538" y="2654956"/>
            <a:ext cx="25499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rotation on the parent to</a:t>
            </a:r>
          </a:p>
          <a:p>
            <a:r>
              <a:rPr lang="en-US" dirty="0"/>
              <a:t>transform to line</a:t>
            </a:r>
          </a:p>
          <a:p>
            <a:r>
              <a:rPr lang="en-US" dirty="0"/>
              <a:t>(here left rotation)</a:t>
            </a:r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8D28510C-8651-4993-9E1A-28538215AAD0}"/>
              </a:ext>
            </a:extLst>
          </p:cNvPr>
          <p:cNvSpPr/>
          <p:nvPr/>
        </p:nvSpPr>
        <p:spPr>
          <a:xfrm>
            <a:off x="169194" y="4642447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AF2657FE-F47F-4F00-9837-20AEF42ABC5E}"/>
              </a:ext>
            </a:extLst>
          </p:cNvPr>
          <p:cNvSpPr/>
          <p:nvPr/>
        </p:nvSpPr>
        <p:spPr>
          <a:xfrm>
            <a:off x="1840272" y="5740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B7F5A830-C1BE-4B45-8623-7BC9E6D100A7}"/>
              </a:ext>
            </a:extLst>
          </p:cNvPr>
          <p:cNvSpPr/>
          <p:nvPr/>
        </p:nvSpPr>
        <p:spPr>
          <a:xfrm>
            <a:off x="2592941" y="5752388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CBBA545A-0AF0-4312-A380-5C5BB8A2C7D5}"/>
              </a:ext>
            </a:extLst>
          </p:cNvPr>
          <p:cNvSpPr/>
          <p:nvPr/>
        </p:nvSpPr>
        <p:spPr>
          <a:xfrm>
            <a:off x="5359723" y="5484532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A03E73FB-F445-4F2F-A0C1-459E9EA59274}"/>
              </a:ext>
            </a:extLst>
          </p:cNvPr>
          <p:cNvSpPr/>
          <p:nvPr/>
        </p:nvSpPr>
        <p:spPr>
          <a:xfrm>
            <a:off x="6803024" y="5566295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DA562ED5-D3A6-4EB3-8393-947D6B6787D3}"/>
              </a:ext>
            </a:extLst>
          </p:cNvPr>
          <p:cNvSpPr/>
          <p:nvPr/>
        </p:nvSpPr>
        <p:spPr>
          <a:xfrm>
            <a:off x="7856664" y="4554802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0247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52" y="459627"/>
            <a:ext cx="11379200" cy="1252728"/>
          </a:xfrm>
        </p:spPr>
        <p:txBody>
          <a:bodyPr>
            <a:normAutofit/>
          </a:bodyPr>
          <a:lstStyle/>
          <a:p>
            <a:r>
              <a:rPr lang="en-US" dirty="0"/>
              <a:t>uncle is black : Triangle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82/154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982969" y="2195446"/>
            <a:ext cx="2757137" cy="3054048"/>
            <a:chOff x="8026401" y="1762253"/>
            <a:chExt cx="2757137" cy="305404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22" name="Arrow: Notched Right 21">
            <a:extLst>
              <a:ext uri="{FF2B5EF4-FFF2-40B4-BE49-F238E27FC236}">
                <a16:creationId xmlns:a16="http://schemas.microsoft.com/office/drawing/2014/main" id="{8712000E-54C5-4750-B307-74D4336F9FCF}"/>
              </a:ext>
            </a:extLst>
          </p:cNvPr>
          <p:cNvSpPr/>
          <p:nvPr/>
        </p:nvSpPr>
        <p:spPr>
          <a:xfrm>
            <a:off x="4947101" y="352358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ss1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15165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19759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196861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562A9-0037-4B79-89D8-738333DA6E62}"/>
              </a:ext>
            </a:extLst>
          </p:cNvPr>
          <p:cNvSpPr txBox="1"/>
          <p:nvPr/>
        </p:nvSpPr>
        <p:spPr>
          <a:xfrm>
            <a:off x="6907177" y="3409570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042988-2957-4E5F-8479-2D24810C5EC3}"/>
              </a:ext>
            </a:extLst>
          </p:cNvPr>
          <p:cNvSpPr txBox="1"/>
          <p:nvPr/>
        </p:nvSpPr>
        <p:spPr>
          <a:xfrm>
            <a:off x="8953114" y="3409570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D46D13-1DA4-4CFB-A07A-1F1C104CD855}"/>
              </a:ext>
            </a:extLst>
          </p:cNvPr>
          <p:cNvSpPr txBox="1"/>
          <p:nvPr/>
        </p:nvSpPr>
        <p:spPr>
          <a:xfrm>
            <a:off x="7724137" y="2159347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B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55F3A7-77FA-479A-9D94-436E2FE3AEB5}"/>
              </a:ext>
            </a:extLst>
          </p:cNvPr>
          <p:cNvGrpSpPr/>
          <p:nvPr/>
        </p:nvGrpSpPr>
        <p:grpSpPr>
          <a:xfrm>
            <a:off x="6195977" y="2089275"/>
            <a:ext cx="3802689" cy="3136673"/>
            <a:chOff x="6980849" y="1762253"/>
            <a:chExt cx="3802689" cy="3136673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8E8B6A-878E-40AF-917F-FEF8036495EF}"/>
                </a:ext>
              </a:extLst>
            </p:cNvPr>
            <p:cNvCxnSpPr>
              <a:cxnSpLocks/>
              <a:stCxn id="52" idx="5"/>
              <a:endCxn id="47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165438A-D979-4185-A74F-12A8CFE45BB1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93329F1-921D-49B1-A0B1-8C94CBC47ABC}"/>
                </a:ext>
              </a:extLst>
            </p:cNvPr>
            <p:cNvSpPr/>
            <p:nvPr/>
          </p:nvSpPr>
          <p:spPr>
            <a:xfrm>
              <a:off x="6980849" y="4187726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60279EF-1101-42BB-BD99-27A0DC170F56}"/>
                </a:ext>
              </a:extLst>
            </p:cNvPr>
            <p:cNvCxnSpPr>
              <a:cxnSpLocks/>
              <a:stCxn id="53" idx="3"/>
              <a:endCxn id="48" idx="0"/>
            </p:cNvCxnSpPr>
            <p:nvPr/>
          </p:nvCxnSpPr>
          <p:spPr>
            <a:xfrm flipH="1">
              <a:off x="7336449" y="3601429"/>
              <a:ext cx="610922" cy="58629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E5AB126-EFA7-48DD-B19D-251904D6788F}"/>
                </a:ext>
              </a:extLst>
            </p:cNvPr>
            <p:cNvCxnSpPr>
              <a:cxnSpLocks/>
              <a:stCxn id="53" idx="0"/>
              <a:endCxn id="52" idx="3"/>
            </p:cNvCxnSpPr>
            <p:nvPr/>
          </p:nvCxnSpPr>
          <p:spPr>
            <a:xfrm flipV="1">
              <a:off x="8198818" y="2369300"/>
              <a:ext cx="745812" cy="62508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F21F09-4972-4962-949A-4C5F1F7359D5}"/>
                </a:ext>
              </a:extLst>
            </p:cNvPr>
            <p:cNvSpPr txBox="1"/>
            <p:nvPr/>
          </p:nvSpPr>
          <p:spPr>
            <a:xfrm>
              <a:off x="9316431" y="4125355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68F4986-058D-4DA7-AC69-8ACDA4109223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6BEA7A7-DACC-431F-8FA9-6634CA95E428}"/>
                </a:ext>
              </a:extLst>
            </p:cNvPr>
            <p:cNvSpPr/>
            <p:nvPr/>
          </p:nvSpPr>
          <p:spPr>
            <a:xfrm>
              <a:off x="7843218" y="2994382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1CCDB20A-1EE2-4FD3-95C2-54A9C8222A64}"/>
              </a:ext>
            </a:extLst>
          </p:cNvPr>
          <p:cNvSpPr txBox="1"/>
          <p:nvPr/>
        </p:nvSpPr>
        <p:spPr>
          <a:xfrm>
            <a:off x="9462213" y="3434297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63AA6F-3B7E-4411-BA13-C0E70F39B4D2}"/>
              </a:ext>
            </a:extLst>
          </p:cNvPr>
          <p:cNvSpPr txBox="1"/>
          <p:nvPr/>
        </p:nvSpPr>
        <p:spPr>
          <a:xfrm>
            <a:off x="8233236" y="2184074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37FDC9-373D-459F-BEBB-8ECC48949A35}"/>
              </a:ext>
            </a:extLst>
          </p:cNvPr>
          <p:cNvSpPr txBox="1"/>
          <p:nvPr/>
        </p:nvSpPr>
        <p:spPr>
          <a:xfrm>
            <a:off x="7281994" y="3391429"/>
            <a:ext cx="373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589091-2928-4FC6-A646-157FD7E29451}"/>
              </a:ext>
            </a:extLst>
          </p:cNvPr>
          <p:cNvSpPr txBox="1"/>
          <p:nvPr/>
        </p:nvSpPr>
        <p:spPr>
          <a:xfrm>
            <a:off x="6364667" y="4554802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A7A61B-1319-4742-A245-7E6175AAC80E}"/>
              </a:ext>
            </a:extLst>
          </p:cNvPr>
          <p:cNvGrpSpPr/>
          <p:nvPr/>
        </p:nvGrpSpPr>
        <p:grpSpPr>
          <a:xfrm>
            <a:off x="2115229" y="5145341"/>
            <a:ext cx="751893" cy="592542"/>
            <a:chOff x="2115229" y="5145341"/>
            <a:chExt cx="751893" cy="59254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C8259CB-364F-4D71-BC52-165E72BE13D5}"/>
                </a:ext>
              </a:extLst>
            </p:cNvPr>
            <p:cNvCxnSpPr>
              <a:cxnSpLocks/>
            </p:cNvCxnSpPr>
            <p:nvPr/>
          </p:nvCxnSpPr>
          <p:spPr>
            <a:xfrm>
              <a:off x="2711356" y="5145341"/>
              <a:ext cx="155766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CBAF74-FAE0-40C5-9814-5FEE4F2381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15229" y="5145341"/>
              <a:ext cx="93233" cy="5925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C37A66-E5C1-4C77-BE4E-DE9CE8731636}"/>
              </a:ext>
            </a:extLst>
          </p:cNvPr>
          <p:cNvCxnSpPr>
            <a:cxnSpLocks/>
          </p:cNvCxnSpPr>
          <p:nvPr/>
        </p:nvCxnSpPr>
        <p:spPr>
          <a:xfrm flipH="1">
            <a:off x="480521" y="4061002"/>
            <a:ext cx="592269" cy="5639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515BB6-2358-4E66-8B1A-AEAC078A94F3}"/>
              </a:ext>
            </a:extLst>
          </p:cNvPr>
          <p:cNvCxnSpPr>
            <a:cxnSpLocks/>
          </p:cNvCxnSpPr>
          <p:nvPr/>
        </p:nvCxnSpPr>
        <p:spPr>
          <a:xfrm>
            <a:off x="7617749" y="3976204"/>
            <a:ext cx="513872" cy="5996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13C180E-7BAF-4FBD-B1C2-4F8640B01C58}"/>
              </a:ext>
            </a:extLst>
          </p:cNvPr>
          <p:cNvCxnSpPr>
            <a:cxnSpLocks/>
          </p:cNvCxnSpPr>
          <p:nvPr/>
        </p:nvCxnSpPr>
        <p:spPr>
          <a:xfrm flipH="1">
            <a:off x="5648783" y="4996051"/>
            <a:ext cx="592269" cy="5639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BC490CD-3639-4A04-9AE9-6B72F26D1B20}"/>
              </a:ext>
            </a:extLst>
          </p:cNvPr>
          <p:cNvCxnSpPr>
            <a:cxnSpLocks/>
            <a:stCxn id="48" idx="5"/>
          </p:cNvCxnSpPr>
          <p:nvPr/>
        </p:nvCxnSpPr>
        <p:spPr>
          <a:xfrm>
            <a:off x="6803024" y="5121795"/>
            <a:ext cx="312965" cy="548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324D7E6-F151-4A4C-AFDD-EB66A95C6BD3}"/>
              </a:ext>
            </a:extLst>
          </p:cNvPr>
          <p:cNvSpPr/>
          <p:nvPr/>
        </p:nvSpPr>
        <p:spPr>
          <a:xfrm>
            <a:off x="3974650" y="3098271"/>
            <a:ext cx="2282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rotation on the parent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D064D1-251A-4045-8AA3-A4099B35E7C9}"/>
              </a:ext>
            </a:extLst>
          </p:cNvPr>
          <p:cNvCxnSpPr>
            <a:cxnSpLocks/>
          </p:cNvCxnSpPr>
          <p:nvPr/>
        </p:nvCxnSpPr>
        <p:spPr>
          <a:xfrm>
            <a:off x="5314931" y="4389856"/>
            <a:ext cx="845320" cy="252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8F3F6E1-5856-4D3D-BA1E-109A3143FEDE}"/>
              </a:ext>
            </a:extLst>
          </p:cNvPr>
          <p:cNvSpPr txBox="1"/>
          <p:nvPr/>
        </p:nvSpPr>
        <p:spPr>
          <a:xfrm>
            <a:off x="4750183" y="4067901"/>
            <a:ext cx="1146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9600"/>
                </a:solidFill>
              </a:rPr>
              <a:t>New node</a:t>
            </a:r>
          </a:p>
        </p:txBody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139C3E01-D9C1-4339-9FDB-3DCC84C96700}"/>
              </a:ext>
            </a:extLst>
          </p:cNvPr>
          <p:cNvSpPr/>
          <p:nvPr/>
        </p:nvSpPr>
        <p:spPr>
          <a:xfrm>
            <a:off x="169194" y="4642447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5517003C-A33F-4F35-B11C-E8D116C405C9}"/>
              </a:ext>
            </a:extLst>
          </p:cNvPr>
          <p:cNvSpPr/>
          <p:nvPr/>
        </p:nvSpPr>
        <p:spPr>
          <a:xfrm>
            <a:off x="1840272" y="5740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A0DF5A51-AA32-430B-8E70-A228C68FB91A}"/>
              </a:ext>
            </a:extLst>
          </p:cNvPr>
          <p:cNvSpPr/>
          <p:nvPr/>
        </p:nvSpPr>
        <p:spPr>
          <a:xfrm>
            <a:off x="2592941" y="5752388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0294929A-A736-4D70-98D2-AFACA1BB427E}"/>
              </a:ext>
            </a:extLst>
          </p:cNvPr>
          <p:cNvSpPr/>
          <p:nvPr/>
        </p:nvSpPr>
        <p:spPr>
          <a:xfrm>
            <a:off x="5359723" y="5484532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1CA21012-E070-43EC-87E7-609D256F1B6E}"/>
              </a:ext>
            </a:extLst>
          </p:cNvPr>
          <p:cNvSpPr/>
          <p:nvPr/>
        </p:nvSpPr>
        <p:spPr>
          <a:xfrm>
            <a:off x="6803024" y="5566295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B0679939-E207-4EAC-A2A3-4B4DBC111498}"/>
              </a:ext>
            </a:extLst>
          </p:cNvPr>
          <p:cNvSpPr/>
          <p:nvPr/>
        </p:nvSpPr>
        <p:spPr>
          <a:xfrm>
            <a:off x="7856664" y="4554802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4011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48443"/>
            <a:ext cx="11582400" cy="1252728"/>
          </a:xfrm>
        </p:spPr>
        <p:txBody>
          <a:bodyPr>
            <a:normAutofit/>
          </a:bodyPr>
          <a:lstStyle/>
          <a:p>
            <a:r>
              <a:rPr lang="en-US" dirty="0"/>
              <a:t>uncle is black :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83/154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634500" y="2195446"/>
            <a:ext cx="3572966" cy="3240220"/>
            <a:chOff x="7210572" y="1762253"/>
            <a:chExt cx="3572966" cy="3240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61901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66495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243597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25778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uncle is black :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84/154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634500" y="2195446"/>
            <a:ext cx="3572966" cy="3240220"/>
            <a:chOff x="7210572" y="1762253"/>
            <a:chExt cx="3572966" cy="3240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61901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66495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243597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6BE862-C31D-44C1-8BE5-E7B118A8C2EF}"/>
              </a:ext>
            </a:extLst>
          </p:cNvPr>
          <p:cNvCxnSpPr>
            <a:cxnSpLocks/>
          </p:cNvCxnSpPr>
          <p:nvPr/>
        </p:nvCxnSpPr>
        <p:spPr>
          <a:xfrm>
            <a:off x="2116873" y="4120770"/>
            <a:ext cx="421910" cy="5729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936CEF5-6896-4981-9131-3E6318CB32AC}"/>
              </a:ext>
            </a:extLst>
          </p:cNvPr>
          <p:cNvCxnSpPr>
            <a:cxnSpLocks/>
          </p:cNvCxnSpPr>
          <p:nvPr/>
        </p:nvCxnSpPr>
        <p:spPr>
          <a:xfrm flipH="1">
            <a:off x="417725" y="5364631"/>
            <a:ext cx="355602" cy="45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B2AA66-EBC8-40A2-B83A-F65105F8E67E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1241547" y="5331513"/>
            <a:ext cx="386665" cy="652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53F073BC-0B7F-492D-8FCC-93BF641B3DC2}"/>
              </a:ext>
            </a:extLst>
          </p:cNvPr>
          <p:cNvSpPr/>
          <p:nvPr/>
        </p:nvSpPr>
        <p:spPr>
          <a:xfrm>
            <a:off x="142768" y="5793028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A4325591-22F2-4FDF-B708-E3FE9672DDAB}"/>
              </a:ext>
            </a:extLst>
          </p:cNvPr>
          <p:cNvSpPr/>
          <p:nvPr/>
        </p:nvSpPr>
        <p:spPr>
          <a:xfrm>
            <a:off x="1353255" y="5943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98D431CB-5392-471C-A47F-61C3D3BE149C}"/>
              </a:ext>
            </a:extLst>
          </p:cNvPr>
          <p:cNvSpPr/>
          <p:nvPr/>
        </p:nvSpPr>
        <p:spPr>
          <a:xfrm>
            <a:off x="2312532" y="4712545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AAD5B83D-9CF2-4F52-8DE1-ADE6B1A1708C}"/>
              </a:ext>
            </a:extLst>
          </p:cNvPr>
          <p:cNvSpPr/>
          <p:nvPr/>
        </p:nvSpPr>
        <p:spPr>
          <a:xfrm>
            <a:off x="4183921" y="257133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618D21-8FE4-4E8B-ACB7-4DFD60924D9B}"/>
              </a:ext>
            </a:extLst>
          </p:cNvPr>
          <p:cNvSpPr/>
          <p:nvPr/>
        </p:nvSpPr>
        <p:spPr>
          <a:xfrm>
            <a:off x="3175577" y="1880017"/>
            <a:ext cx="25619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Change the colors of parent and grandparent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065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uncle is black :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85/154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634500" y="2195446"/>
            <a:ext cx="3572966" cy="3240220"/>
            <a:chOff x="7210572" y="1762253"/>
            <a:chExt cx="3572966" cy="3240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61901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66495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243597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6BE862-C31D-44C1-8BE5-E7B118A8C2EF}"/>
              </a:ext>
            </a:extLst>
          </p:cNvPr>
          <p:cNvCxnSpPr>
            <a:cxnSpLocks/>
          </p:cNvCxnSpPr>
          <p:nvPr/>
        </p:nvCxnSpPr>
        <p:spPr>
          <a:xfrm>
            <a:off x="2116873" y="4120770"/>
            <a:ext cx="421910" cy="5729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936CEF5-6896-4981-9131-3E6318CB32AC}"/>
              </a:ext>
            </a:extLst>
          </p:cNvPr>
          <p:cNvCxnSpPr>
            <a:cxnSpLocks/>
          </p:cNvCxnSpPr>
          <p:nvPr/>
        </p:nvCxnSpPr>
        <p:spPr>
          <a:xfrm flipH="1">
            <a:off x="417725" y="5364631"/>
            <a:ext cx="355602" cy="45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B2AA66-EBC8-40A2-B83A-F65105F8E67E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1241547" y="5331513"/>
            <a:ext cx="386665" cy="652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Notched Right 37">
            <a:extLst>
              <a:ext uri="{FF2B5EF4-FFF2-40B4-BE49-F238E27FC236}">
                <a16:creationId xmlns:a16="http://schemas.microsoft.com/office/drawing/2014/main" id="{A002A820-6F07-44BE-A560-F657BD8A7022}"/>
              </a:ext>
            </a:extLst>
          </p:cNvPr>
          <p:cNvSpPr/>
          <p:nvPr/>
        </p:nvSpPr>
        <p:spPr>
          <a:xfrm>
            <a:off x="4183921" y="257133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5734E6-FEE3-42FB-8AE1-153D717C08EB}"/>
              </a:ext>
            </a:extLst>
          </p:cNvPr>
          <p:cNvGrpSpPr/>
          <p:nvPr/>
        </p:nvGrpSpPr>
        <p:grpSpPr>
          <a:xfrm>
            <a:off x="4336884" y="2048157"/>
            <a:ext cx="3572966" cy="3240220"/>
            <a:chOff x="7210572" y="1762253"/>
            <a:chExt cx="3572966" cy="32402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4C2952-4BA5-4C09-ADF0-0133FE4683CB}"/>
                </a:ext>
              </a:extLst>
            </p:cNvPr>
            <p:cNvCxnSpPr>
              <a:cxnSpLocks/>
              <a:stCxn id="46" idx="5"/>
              <a:endCxn id="41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5D06A99-E919-494C-990A-24F298ACF6C3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CC04D37-EBAF-4D6A-BEF4-A44982F37699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B87A869-7CA3-4E48-9AC1-BFDE40F85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0FAB0E7-3199-490B-A566-445CB8945C84}"/>
                </a:ext>
              </a:extLst>
            </p:cNvPr>
            <p:cNvCxnSpPr>
              <a:cxnSpLocks/>
              <a:stCxn id="57" idx="0"/>
              <a:endCxn id="46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1586F51-0FD4-42EC-8A91-DBA220D27C9E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DEECE1-1CBA-490E-85C8-4392B3C3B3CA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13A9FF3-C280-455E-B86E-880998EE71FE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BBCC4EA-F415-4818-A68B-2F8451FB0F68}"/>
              </a:ext>
            </a:extLst>
          </p:cNvPr>
          <p:cNvSpPr txBox="1"/>
          <p:nvPr/>
        </p:nvSpPr>
        <p:spPr>
          <a:xfrm>
            <a:off x="5331020" y="3336426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20C2EA-25E7-4610-B1A1-92AE11DB3706}"/>
              </a:ext>
            </a:extLst>
          </p:cNvPr>
          <p:cNvSpPr txBox="1"/>
          <p:nvPr/>
        </p:nvSpPr>
        <p:spPr>
          <a:xfrm>
            <a:off x="7376957" y="3336426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03FDED-D678-4E3B-859C-83E58CF49B79}"/>
              </a:ext>
            </a:extLst>
          </p:cNvPr>
          <p:cNvSpPr txBox="1"/>
          <p:nvPr/>
        </p:nvSpPr>
        <p:spPr>
          <a:xfrm>
            <a:off x="6147980" y="2086203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6A0EEB4-817D-48A8-AD3D-4CFFEBB92A50}"/>
              </a:ext>
            </a:extLst>
          </p:cNvPr>
          <p:cNvCxnSpPr>
            <a:cxnSpLocks/>
          </p:cNvCxnSpPr>
          <p:nvPr/>
        </p:nvCxnSpPr>
        <p:spPr>
          <a:xfrm>
            <a:off x="5652406" y="3870924"/>
            <a:ext cx="513872" cy="5996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E467E1C-FF93-4422-9F1C-2476876DDAE3}"/>
              </a:ext>
            </a:extLst>
          </p:cNvPr>
          <p:cNvCxnSpPr>
            <a:cxnSpLocks/>
          </p:cNvCxnSpPr>
          <p:nvPr/>
        </p:nvCxnSpPr>
        <p:spPr>
          <a:xfrm flipH="1">
            <a:off x="4045220" y="5141441"/>
            <a:ext cx="355602" cy="45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2B9172-076E-4601-A160-2FBD5EB8C560}"/>
              </a:ext>
            </a:extLst>
          </p:cNvPr>
          <p:cNvCxnSpPr>
            <a:cxnSpLocks/>
          </p:cNvCxnSpPr>
          <p:nvPr/>
        </p:nvCxnSpPr>
        <p:spPr>
          <a:xfrm>
            <a:off x="4942742" y="5212476"/>
            <a:ext cx="312965" cy="548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3FB682D-3C9D-4C89-BEB8-2B963682E0B6}"/>
              </a:ext>
            </a:extLst>
          </p:cNvPr>
          <p:cNvSpPr/>
          <p:nvPr/>
        </p:nvSpPr>
        <p:spPr>
          <a:xfrm>
            <a:off x="3175577" y="1880017"/>
            <a:ext cx="25619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Change the colors of parent and grandparent</a:t>
            </a:r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D3BE8D97-8BF2-47B0-8466-F5B8C3F4388A}"/>
              </a:ext>
            </a:extLst>
          </p:cNvPr>
          <p:cNvSpPr/>
          <p:nvPr/>
        </p:nvSpPr>
        <p:spPr>
          <a:xfrm>
            <a:off x="142768" y="5867670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CE1A3741-19A3-4F37-8EA0-80A8DCAF18CB}"/>
              </a:ext>
            </a:extLst>
          </p:cNvPr>
          <p:cNvSpPr/>
          <p:nvPr/>
        </p:nvSpPr>
        <p:spPr>
          <a:xfrm>
            <a:off x="1353255" y="5943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Isosceles Triangle 88">
            <a:extLst>
              <a:ext uri="{FF2B5EF4-FFF2-40B4-BE49-F238E27FC236}">
                <a16:creationId xmlns:a16="http://schemas.microsoft.com/office/drawing/2014/main" id="{9EAEBAE5-C42B-4374-9FE6-AF118001C1AD}"/>
              </a:ext>
            </a:extLst>
          </p:cNvPr>
          <p:cNvSpPr/>
          <p:nvPr/>
        </p:nvSpPr>
        <p:spPr>
          <a:xfrm>
            <a:off x="2312532" y="4712545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7BF1C4A8-882C-4557-ACB6-E35932BD0FB7}"/>
              </a:ext>
            </a:extLst>
          </p:cNvPr>
          <p:cNvSpPr/>
          <p:nvPr/>
        </p:nvSpPr>
        <p:spPr>
          <a:xfrm>
            <a:off x="3770263" y="5622426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CC4436AD-FB83-4973-B6B9-29A91006B6C1}"/>
              </a:ext>
            </a:extLst>
          </p:cNvPr>
          <p:cNvSpPr/>
          <p:nvPr/>
        </p:nvSpPr>
        <p:spPr>
          <a:xfrm>
            <a:off x="4942742" y="56769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Isosceles Triangle 91">
            <a:extLst>
              <a:ext uri="{FF2B5EF4-FFF2-40B4-BE49-F238E27FC236}">
                <a16:creationId xmlns:a16="http://schemas.microsoft.com/office/drawing/2014/main" id="{B7A09CDF-CEF8-453D-94B5-700AEDEE557B}"/>
              </a:ext>
            </a:extLst>
          </p:cNvPr>
          <p:cNvSpPr/>
          <p:nvPr/>
        </p:nvSpPr>
        <p:spPr>
          <a:xfrm>
            <a:off x="5902019" y="4445845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Notched Right 47">
            <a:extLst>
              <a:ext uri="{FF2B5EF4-FFF2-40B4-BE49-F238E27FC236}">
                <a16:creationId xmlns:a16="http://schemas.microsoft.com/office/drawing/2014/main" id="{E04033C1-EEDC-4651-9F5D-5835290CE0D6}"/>
              </a:ext>
            </a:extLst>
          </p:cNvPr>
          <p:cNvSpPr/>
          <p:nvPr/>
        </p:nvSpPr>
        <p:spPr>
          <a:xfrm>
            <a:off x="7871391" y="246147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F385BE-0A0A-4E8E-9500-C661F1AEBEBD}"/>
              </a:ext>
            </a:extLst>
          </p:cNvPr>
          <p:cNvSpPr/>
          <p:nvPr/>
        </p:nvSpPr>
        <p:spPr>
          <a:xfrm>
            <a:off x="6999574" y="1845666"/>
            <a:ext cx="2669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perform a rotation at the grandparent to rebalance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185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uncle is black :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FB82E-6E99-47F3-8288-E34AB6A669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86/154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2E8117-97FB-4759-BF83-22F836A1E6F9}"/>
              </a:ext>
            </a:extLst>
          </p:cNvPr>
          <p:cNvGrpSpPr/>
          <p:nvPr/>
        </p:nvGrpSpPr>
        <p:grpSpPr>
          <a:xfrm>
            <a:off x="634500" y="2195446"/>
            <a:ext cx="3572966" cy="3240220"/>
            <a:chOff x="7210572" y="1762253"/>
            <a:chExt cx="3572966" cy="3240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37A9DB-5F63-4909-9964-84D8D57F7870}"/>
                </a:ext>
              </a:extLst>
            </p:cNvPr>
            <p:cNvCxnSpPr>
              <a:cxnSpLocks/>
              <a:stCxn id="20" idx="5"/>
              <a:endCxn id="1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F1DDE7-83C2-4CBF-950E-5D78F82CC708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DDB23A-4FA0-4ADF-8C41-133707C29511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96AA91-5A3B-439A-A97D-D6E9BBB3A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54DE01-5490-4913-A1EA-1E0D0993DA78}"/>
                </a:ext>
              </a:extLst>
            </p:cNvPr>
            <p:cNvCxnSpPr>
              <a:cxnSpLocks/>
              <a:stCxn id="21" idx="0"/>
              <a:endCxn id="2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DB8753-BB62-4EB3-A88D-C22A58E01D0C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ED32C01-2C0E-4F76-9E9C-77AFEB58E020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9FBDF45-9BD0-4594-A089-C71C0246AF6D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B804D3-3288-414C-8135-29B4B86922CF}"/>
              </a:ext>
            </a:extLst>
          </p:cNvPr>
          <p:cNvSpPr txBox="1"/>
          <p:nvPr/>
        </p:nvSpPr>
        <p:spPr>
          <a:xfrm>
            <a:off x="1619019" y="3521294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C91042-0D38-4154-BFD4-430509BC7297}"/>
              </a:ext>
            </a:extLst>
          </p:cNvPr>
          <p:cNvSpPr txBox="1"/>
          <p:nvPr/>
        </p:nvSpPr>
        <p:spPr>
          <a:xfrm>
            <a:off x="3664956" y="3521294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497813-5FE7-4E1F-AA35-4BB1A0DA4966}"/>
              </a:ext>
            </a:extLst>
          </p:cNvPr>
          <p:cNvSpPr txBox="1"/>
          <p:nvPr/>
        </p:nvSpPr>
        <p:spPr>
          <a:xfrm>
            <a:off x="2435979" y="2271071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6BE862-C31D-44C1-8BE5-E7B118A8C2EF}"/>
              </a:ext>
            </a:extLst>
          </p:cNvPr>
          <p:cNvCxnSpPr>
            <a:cxnSpLocks/>
          </p:cNvCxnSpPr>
          <p:nvPr/>
        </p:nvCxnSpPr>
        <p:spPr>
          <a:xfrm>
            <a:off x="2116873" y="4120770"/>
            <a:ext cx="421910" cy="5729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936CEF5-6896-4981-9131-3E6318CB32AC}"/>
              </a:ext>
            </a:extLst>
          </p:cNvPr>
          <p:cNvCxnSpPr>
            <a:cxnSpLocks/>
          </p:cNvCxnSpPr>
          <p:nvPr/>
        </p:nvCxnSpPr>
        <p:spPr>
          <a:xfrm flipH="1">
            <a:off x="417725" y="5364631"/>
            <a:ext cx="355602" cy="45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5B2AA66-EBC8-40A2-B83A-F65105F8E67E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1241547" y="5331513"/>
            <a:ext cx="386665" cy="6528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row: Notched Right 37">
            <a:extLst>
              <a:ext uri="{FF2B5EF4-FFF2-40B4-BE49-F238E27FC236}">
                <a16:creationId xmlns:a16="http://schemas.microsoft.com/office/drawing/2014/main" id="{A002A820-6F07-44BE-A560-F657BD8A7022}"/>
              </a:ext>
            </a:extLst>
          </p:cNvPr>
          <p:cNvSpPr/>
          <p:nvPr/>
        </p:nvSpPr>
        <p:spPr>
          <a:xfrm>
            <a:off x="4183921" y="257133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5734E6-FEE3-42FB-8AE1-153D717C08EB}"/>
              </a:ext>
            </a:extLst>
          </p:cNvPr>
          <p:cNvGrpSpPr/>
          <p:nvPr/>
        </p:nvGrpSpPr>
        <p:grpSpPr>
          <a:xfrm>
            <a:off x="4336884" y="2048157"/>
            <a:ext cx="3572966" cy="3240220"/>
            <a:chOff x="7210572" y="1762253"/>
            <a:chExt cx="3572966" cy="324022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D4C2952-4BA5-4C09-ADF0-0133FE4683CB}"/>
                </a:ext>
              </a:extLst>
            </p:cNvPr>
            <p:cNvCxnSpPr>
              <a:cxnSpLocks/>
              <a:stCxn id="46" idx="5"/>
              <a:endCxn id="41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5D06A99-E919-494C-990A-24F298ACF6C3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CC04D37-EBAF-4D6A-BEF4-A44982F37699}"/>
                </a:ext>
              </a:extLst>
            </p:cNvPr>
            <p:cNvSpPr/>
            <p:nvPr/>
          </p:nvSpPr>
          <p:spPr>
            <a:xfrm>
              <a:off x="7210572" y="429127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B87A869-7CA3-4E48-9AC1-BFDE40F85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1977" y="3540760"/>
              <a:ext cx="459590" cy="7707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0FAB0E7-3199-490B-A566-445CB8945C84}"/>
                </a:ext>
              </a:extLst>
            </p:cNvPr>
            <p:cNvCxnSpPr>
              <a:cxnSpLocks/>
              <a:stCxn id="57" idx="0"/>
              <a:endCxn id="46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1586F51-0FD4-42EC-8A91-DBA220D27C9E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DEECE1-1CBA-490E-85C8-4392B3C3B3CA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13A9FF3-C280-455E-B86E-880998EE71FE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BBCC4EA-F415-4818-A68B-2F8451FB0F68}"/>
              </a:ext>
            </a:extLst>
          </p:cNvPr>
          <p:cNvSpPr txBox="1"/>
          <p:nvPr/>
        </p:nvSpPr>
        <p:spPr>
          <a:xfrm>
            <a:off x="5331020" y="3336426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20C2EA-25E7-4610-B1A1-92AE11DB3706}"/>
              </a:ext>
            </a:extLst>
          </p:cNvPr>
          <p:cNvSpPr txBox="1"/>
          <p:nvPr/>
        </p:nvSpPr>
        <p:spPr>
          <a:xfrm>
            <a:off x="7376957" y="3336426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03FDED-D678-4E3B-859C-83E58CF49B79}"/>
              </a:ext>
            </a:extLst>
          </p:cNvPr>
          <p:cNvSpPr txBox="1"/>
          <p:nvPr/>
        </p:nvSpPr>
        <p:spPr>
          <a:xfrm>
            <a:off x="6147980" y="2086203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6A0EEB4-817D-48A8-AD3D-4CFFEBB92A50}"/>
              </a:ext>
            </a:extLst>
          </p:cNvPr>
          <p:cNvCxnSpPr>
            <a:cxnSpLocks/>
          </p:cNvCxnSpPr>
          <p:nvPr/>
        </p:nvCxnSpPr>
        <p:spPr>
          <a:xfrm>
            <a:off x="5652406" y="3870924"/>
            <a:ext cx="513872" cy="5996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E467E1C-FF93-4422-9F1C-2476876DDAE3}"/>
              </a:ext>
            </a:extLst>
          </p:cNvPr>
          <p:cNvCxnSpPr>
            <a:cxnSpLocks/>
          </p:cNvCxnSpPr>
          <p:nvPr/>
        </p:nvCxnSpPr>
        <p:spPr>
          <a:xfrm flipH="1">
            <a:off x="4045220" y="5141441"/>
            <a:ext cx="355602" cy="4501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62B9172-076E-4601-A160-2FBD5EB8C560}"/>
              </a:ext>
            </a:extLst>
          </p:cNvPr>
          <p:cNvCxnSpPr>
            <a:cxnSpLocks/>
          </p:cNvCxnSpPr>
          <p:nvPr/>
        </p:nvCxnSpPr>
        <p:spPr>
          <a:xfrm>
            <a:off x="4942742" y="5212476"/>
            <a:ext cx="312965" cy="548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6EE39A8-1C93-4865-B323-D72A0A0635F4}"/>
              </a:ext>
            </a:extLst>
          </p:cNvPr>
          <p:cNvGrpSpPr/>
          <p:nvPr/>
        </p:nvGrpSpPr>
        <p:grpSpPr>
          <a:xfrm>
            <a:off x="8173334" y="2200557"/>
            <a:ext cx="3173748" cy="3134049"/>
            <a:chOff x="7379262" y="1762253"/>
            <a:chExt cx="3173748" cy="3134049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23794F-FE86-4918-A14B-02CC859CE473}"/>
                </a:ext>
              </a:extLst>
            </p:cNvPr>
            <p:cNvCxnSpPr>
              <a:cxnSpLocks/>
              <a:stCxn id="76" idx="5"/>
              <a:endCxn id="71" idx="1"/>
            </p:cNvCxnSpPr>
            <p:nvPr/>
          </p:nvCxnSpPr>
          <p:spPr>
            <a:xfrm>
              <a:off x="9447524" y="2369300"/>
              <a:ext cx="498439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434962D-97E2-422F-BE3A-89212AC12D13}"/>
                </a:ext>
              </a:extLst>
            </p:cNvPr>
            <p:cNvSpPr/>
            <p:nvPr/>
          </p:nvSpPr>
          <p:spPr>
            <a:xfrm>
              <a:off x="9841810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65A623C-9062-46F3-A087-A26D1D1E1932}"/>
                </a:ext>
              </a:extLst>
            </p:cNvPr>
            <p:cNvCxnSpPr>
              <a:cxnSpLocks/>
              <a:stCxn id="77" idx="0"/>
              <a:endCxn id="76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4E799C3-A188-444E-9770-66FCF3F53DE5}"/>
                </a:ext>
              </a:extLst>
            </p:cNvPr>
            <p:cNvSpPr txBox="1"/>
            <p:nvPr/>
          </p:nvSpPr>
          <p:spPr>
            <a:xfrm>
              <a:off x="7379262" y="4311527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mss10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E74729E-DC88-4BC1-9C7C-035C5B25322A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DB1CC6-F125-42CE-8E8B-AEC46AD37D88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9AE32D4D-A264-41EE-ABA2-ECB336ED1C85}"/>
              </a:ext>
            </a:extLst>
          </p:cNvPr>
          <p:cNvSpPr txBox="1"/>
          <p:nvPr/>
        </p:nvSpPr>
        <p:spPr>
          <a:xfrm>
            <a:off x="8998780" y="3488826"/>
            <a:ext cx="362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x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C7FE12-2D50-4A61-AFDF-6CA861144322}"/>
              </a:ext>
            </a:extLst>
          </p:cNvPr>
          <p:cNvSpPr txBox="1"/>
          <p:nvPr/>
        </p:nvSpPr>
        <p:spPr>
          <a:xfrm>
            <a:off x="10772293" y="3578536"/>
            <a:ext cx="444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G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373EFD-F9BD-4861-A560-12B254DA8138}"/>
              </a:ext>
            </a:extLst>
          </p:cNvPr>
          <p:cNvSpPr txBox="1"/>
          <p:nvPr/>
        </p:nvSpPr>
        <p:spPr>
          <a:xfrm>
            <a:off x="9815740" y="2238603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P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B70819A-1DB7-4F39-93D2-0CF994B6873F}"/>
              </a:ext>
            </a:extLst>
          </p:cNvPr>
          <p:cNvCxnSpPr>
            <a:cxnSpLocks/>
            <a:stCxn id="71" idx="3"/>
          </p:cNvCxnSpPr>
          <p:nvPr/>
        </p:nvCxnSpPr>
        <p:spPr>
          <a:xfrm flipH="1">
            <a:off x="10382289" y="4118751"/>
            <a:ext cx="357746" cy="6465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30E6BD2-54F6-470C-A70E-2F12D8CF1309}"/>
              </a:ext>
            </a:extLst>
          </p:cNvPr>
          <p:cNvCxnSpPr>
            <a:cxnSpLocks/>
            <a:endCxn id="99" idx="0"/>
          </p:cNvCxnSpPr>
          <p:nvPr/>
        </p:nvCxnSpPr>
        <p:spPr>
          <a:xfrm flipH="1">
            <a:off x="8692109" y="4203311"/>
            <a:ext cx="346918" cy="5437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0F9ED75-2F46-49F6-B3B1-DA97302DECBD}"/>
              </a:ext>
            </a:extLst>
          </p:cNvPr>
          <p:cNvCxnSpPr>
            <a:cxnSpLocks/>
          </p:cNvCxnSpPr>
          <p:nvPr/>
        </p:nvCxnSpPr>
        <p:spPr>
          <a:xfrm>
            <a:off x="9263234" y="4212047"/>
            <a:ext cx="312965" cy="5486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Arrow: Notched Right 87">
            <a:extLst>
              <a:ext uri="{FF2B5EF4-FFF2-40B4-BE49-F238E27FC236}">
                <a16:creationId xmlns:a16="http://schemas.microsoft.com/office/drawing/2014/main" id="{DD392A64-19B6-4EE0-B020-37DB4A263FE2}"/>
              </a:ext>
            </a:extLst>
          </p:cNvPr>
          <p:cNvSpPr/>
          <p:nvPr/>
        </p:nvSpPr>
        <p:spPr>
          <a:xfrm>
            <a:off x="7871391" y="2461478"/>
            <a:ext cx="584391" cy="418999"/>
          </a:xfrm>
          <a:prstGeom prst="notchedRightArrow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A5C998F-81C7-4075-918B-14E58A9EB1EC}"/>
              </a:ext>
            </a:extLst>
          </p:cNvPr>
          <p:cNvCxnSpPr>
            <a:cxnSpLocks/>
            <a:stCxn id="71" idx="5"/>
            <a:endCxn id="90" idx="0"/>
          </p:cNvCxnSpPr>
          <p:nvPr/>
        </p:nvCxnSpPr>
        <p:spPr>
          <a:xfrm>
            <a:off x="11242929" y="4118751"/>
            <a:ext cx="329311" cy="5955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38066E9-0B72-4331-B2F2-45B51FB68A82}"/>
              </a:ext>
            </a:extLst>
          </p:cNvPr>
          <p:cNvSpPr/>
          <p:nvPr/>
        </p:nvSpPr>
        <p:spPr>
          <a:xfrm>
            <a:off x="11216640" y="4714276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mss10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7C8BA32-F2A1-446B-B3B3-C75F825BD718}"/>
              </a:ext>
            </a:extLst>
          </p:cNvPr>
          <p:cNvSpPr txBox="1"/>
          <p:nvPr/>
        </p:nvSpPr>
        <p:spPr>
          <a:xfrm>
            <a:off x="11370101" y="4739907"/>
            <a:ext cx="447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mss10"/>
                <a:ea typeface="+mn-ea"/>
                <a:cs typeface="+mn-cs"/>
              </a:rPr>
              <a:t>U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A405BE-8106-48B6-A0F7-0F613EC1A68B}"/>
              </a:ext>
            </a:extLst>
          </p:cNvPr>
          <p:cNvSpPr/>
          <p:nvPr/>
        </p:nvSpPr>
        <p:spPr>
          <a:xfrm>
            <a:off x="6999574" y="1845666"/>
            <a:ext cx="2669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perform a rotation at the grandparent to rebalance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A4012F6-E8AC-4F04-AA84-7AC3776B39CC}"/>
              </a:ext>
            </a:extLst>
          </p:cNvPr>
          <p:cNvSpPr/>
          <p:nvPr/>
        </p:nvSpPr>
        <p:spPr>
          <a:xfrm>
            <a:off x="3175577" y="1880017"/>
            <a:ext cx="25619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Change the colors of parent and grandparent</a:t>
            </a:r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C1CF7615-CA7B-4D57-8FAD-988CFAD13226}"/>
              </a:ext>
            </a:extLst>
          </p:cNvPr>
          <p:cNvSpPr/>
          <p:nvPr/>
        </p:nvSpPr>
        <p:spPr>
          <a:xfrm>
            <a:off x="142768" y="5867670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Isosceles Triangle 93">
            <a:extLst>
              <a:ext uri="{FF2B5EF4-FFF2-40B4-BE49-F238E27FC236}">
                <a16:creationId xmlns:a16="http://schemas.microsoft.com/office/drawing/2014/main" id="{4E4D8C20-F8C4-4A63-A8CB-BDFF77C9FEE9}"/>
              </a:ext>
            </a:extLst>
          </p:cNvPr>
          <p:cNvSpPr/>
          <p:nvPr/>
        </p:nvSpPr>
        <p:spPr>
          <a:xfrm>
            <a:off x="1353255" y="59436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2A876920-43A5-445D-AEBA-F96DBC377682}"/>
              </a:ext>
            </a:extLst>
          </p:cNvPr>
          <p:cNvSpPr/>
          <p:nvPr/>
        </p:nvSpPr>
        <p:spPr>
          <a:xfrm>
            <a:off x="2312532" y="4712545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FEA1E01B-B8FB-42FB-A689-5343E52ED312}"/>
              </a:ext>
            </a:extLst>
          </p:cNvPr>
          <p:cNvSpPr/>
          <p:nvPr/>
        </p:nvSpPr>
        <p:spPr>
          <a:xfrm>
            <a:off x="3770263" y="5622426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B1AC8956-B129-4686-B677-B322F8180960}"/>
              </a:ext>
            </a:extLst>
          </p:cNvPr>
          <p:cNvSpPr/>
          <p:nvPr/>
        </p:nvSpPr>
        <p:spPr>
          <a:xfrm>
            <a:off x="4942742" y="5676996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F0D718EC-B2AC-40BF-92F6-5C68B4B59BFB}"/>
              </a:ext>
            </a:extLst>
          </p:cNvPr>
          <p:cNvSpPr/>
          <p:nvPr/>
        </p:nvSpPr>
        <p:spPr>
          <a:xfrm>
            <a:off x="5902019" y="4445845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0CC8C966-6691-4EEC-B53A-4709E600595B}"/>
              </a:ext>
            </a:extLst>
          </p:cNvPr>
          <p:cNvSpPr/>
          <p:nvPr/>
        </p:nvSpPr>
        <p:spPr>
          <a:xfrm>
            <a:off x="8417152" y="4747080"/>
            <a:ext cx="549914" cy="533399"/>
          </a:xfrm>
          <a:prstGeom prst="triangle">
            <a:avLst/>
          </a:prstGeom>
          <a:solidFill>
            <a:srgbClr val="F5EB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AB02471C-EB90-4897-9C35-DDE9F4187F8D}"/>
              </a:ext>
            </a:extLst>
          </p:cNvPr>
          <p:cNvSpPr/>
          <p:nvPr/>
        </p:nvSpPr>
        <p:spPr>
          <a:xfrm>
            <a:off x="9345813" y="4782370"/>
            <a:ext cx="549914" cy="533399"/>
          </a:xfrm>
          <a:prstGeom prst="triangle">
            <a:avLst/>
          </a:prstGeom>
          <a:solidFill>
            <a:srgbClr val="FFFF0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469C0D6E-7314-4BCD-8691-E316CA6F4A15}"/>
              </a:ext>
            </a:extLst>
          </p:cNvPr>
          <p:cNvSpPr/>
          <p:nvPr/>
        </p:nvSpPr>
        <p:spPr>
          <a:xfrm>
            <a:off x="10103308" y="4743421"/>
            <a:ext cx="549914" cy="533399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86328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87/154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5674899" y="1886847"/>
            <a:ext cx="866456" cy="307777"/>
          </a:xfrm>
          <a:prstGeom prst="rect">
            <a:avLst/>
          </a:prstGeom>
          <a:solidFill>
            <a:srgbClr val="00B0F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Uncle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4467921" y="2194624"/>
            <a:ext cx="1640206" cy="47396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6108127" y="2194624"/>
            <a:ext cx="1626195" cy="46498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4179380" y="2668593"/>
            <a:ext cx="57708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7363772" y="2659608"/>
            <a:ext cx="7411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 flipH="1">
            <a:off x="4464416" y="2976370"/>
            <a:ext cx="3505" cy="5162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224282" y="3492657"/>
            <a:ext cx="24802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Invert the colors of P,G,U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Start over with 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6098789" y="3723490"/>
            <a:ext cx="1648876" cy="57174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7747665" y="3723490"/>
            <a:ext cx="2066578" cy="575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5625101" y="4295234"/>
            <a:ext cx="947375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Triangle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9455786" y="4298538"/>
            <a:ext cx="716913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Line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7734322" y="2967385"/>
            <a:ext cx="13343" cy="4483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7377115" y="3415713"/>
            <a:ext cx="7411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X-P-G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814243" y="4606315"/>
            <a:ext cx="511" cy="3467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558735" y="4953044"/>
            <a:ext cx="251203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Change the colors of P, G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Perform a rotation at G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6098354" y="4603011"/>
            <a:ext cx="435" cy="3973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5020300" y="5000328"/>
            <a:ext cx="215610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Perform a rotation at P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X=P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7417A6E-F7D2-45AD-B15C-6A2EC495330A}"/>
              </a:ext>
            </a:extLst>
          </p:cNvPr>
          <p:cNvCxnSpPr>
            <a:cxnSpLocks/>
            <a:stCxn id="155" idx="1"/>
            <a:endCxn id="149" idx="1"/>
          </p:cNvCxnSpPr>
          <p:nvPr/>
        </p:nvCxnSpPr>
        <p:spPr>
          <a:xfrm rot="10800000" flipH="1">
            <a:off x="3224281" y="2040737"/>
            <a:ext cx="2450617" cy="1713531"/>
          </a:xfrm>
          <a:prstGeom prst="bentConnector3">
            <a:avLst>
              <a:gd name="adj1" fmla="val -932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14E089-5B60-482A-8398-4F389A0AA0AB}"/>
              </a:ext>
            </a:extLst>
          </p:cNvPr>
          <p:cNvCxnSpPr>
            <a:cxnSpLocks/>
            <a:stCxn id="173" idx="3"/>
            <a:endCxn id="160" idx="1"/>
          </p:cNvCxnSpPr>
          <p:nvPr/>
        </p:nvCxnSpPr>
        <p:spPr>
          <a:xfrm flipV="1">
            <a:off x="7176408" y="4452427"/>
            <a:ext cx="2279378" cy="809511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9027C5-74FB-4C8F-97C1-BD56EFCAAC4B}"/>
              </a:ext>
            </a:extLst>
          </p:cNvPr>
          <p:cNvGrpSpPr/>
          <p:nvPr/>
        </p:nvGrpSpPr>
        <p:grpSpPr>
          <a:xfrm>
            <a:off x="763489" y="3030279"/>
            <a:ext cx="1799365" cy="2094660"/>
            <a:chOff x="1277839" y="3030279"/>
            <a:chExt cx="1799365" cy="209466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C5BF955-38C6-4BA3-8ECA-C7988FAFB09E}"/>
                </a:ext>
              </a:extLst>
            </p:cNvPr>
            <p:cNvSpPr/>
            <p:nvPr/>
          </p:nvSpPr>
          <p:spPr>
            <a:xfrm>
              <a:off x="1909858" y="3030279"/>
              <a:ext cx="478639" cy="478639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G</a:t>
              </a:r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D10FC65-FECE-42FD-9B34-CEA05CDFA16A}"/>
                </a:ext>
              </a:extLst>
            </p:cNvPr>
            <p:cNvCxnSpPr>
              <a:cxnSpLocks/>
              <a:stCxn id="53" idx="5"/>
            </p:cNvCxnSpPr>
            <p:nvPr/>
          </p:nvCxnSpPr>
          <p:spPr>
            <a:xfrm>
              <a:off x="2318402" y="3438822"/>
              <a:ext cx="490596" cy="5439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C667EE9-3AC2-49BE-BCE8-3CD3883B4ED3}"/>
                </a:ext>
              </a:extLst>
            </p:cNvPr>
            <p:cNvSpPr/>
            <p:nvPr/>
          </p:nvSpPr>
          <p:spPr>
            <a:xfrm>
              <a:off x="1277839" y="3904747"/>
              <a:ext cx="478639" cy="478639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P</a:t>
              </a:r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8299581-5E0B-41CD-A3F4-FD1800A05A5B}"/>
                </a:ext>
              </a:extLst>
            </p:cNvPr>
            <p:cNvSpPr/>
            <p:nvPr/>
          </p:nvSpPr>
          <p:spPr>
            <a:xfrm>
              <a:off x="2000092" y="4646300"/>
              <a:ext cx="478639" cy="478639"/>
            </a:xfrm>
            <a:prstGeom prst="ellipse">
              <a:avLst/>
            </a:prstGeom>
            <a:solidFill>
              <a:srgbClr val="E994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X</a:t>
              </a:r>
              <a:endParaRPr lang="en-US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B15C347-D18A-47B8-BE19-066C8E765821}"/>
                </a:ext>
              </a:extLst>
            </p:cNvPr>
            <p:cNvSpPr/>
            <p:nvPr/>
          </p:nvSpPr>
          <p:spPr>
            <a:xfrm>
              <a:off x="2598565" y="3912682"/>
              <a:ext cx="478639" cy="478639"/>
            </a:xfrm>
            <a:prstGeom prst="ellipse">
              <a:avLst/>
            </a:prstGeom>
            <a:solidFill>
              <a:srgbClr val="2FC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U</a:t>
              </a:r>
              <a:endParaRPr lang="en-US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3C3BF97-CB73-472E-B684-FA4A1F73EFF5}"/>
                </a:ext>
              </a:extLst>
            </p:cNvPr>
            <p:cNvCxnSpPr>
              <a:cxnSpLocks/>
              <a:stCxn id="55" idx="5"/>
              <a:endCxn id="56" idx="1"/>
            </p:cNvCxnSpPr>
            <p:nvPr/>
          </p:nvCxnSpPr>
          <p:spPr>
            <a:xfrm>
              <a:off x="1686383" y="4313290"/>
              <a:ext cx="383805" cy="4031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7AB7679-6041-4DA8-9221-335B5EFB2E56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V="1">
              <a:off x="1601303" y="3438822"/>
              <a:ext cx="378650" cy="47386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384940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843051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2E1F285-58B3-4311-98DD-275F4E48B363}"/>
              </a:ext>
            </a:extLst>
          </p:cNvPr>
          <p:cNvSpPr/>
          <p:nvPr/>
        </p:nvSpPr>
        <p:spPr>
          <a:xfrm>
            <a:off x="7857198" y="1831999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83B6244-CFD8-4497-87C8-DB9C55C6B592}"/>
              </a:ext>
            </a:extLst>
          </p:cNvPr>
          <p:cNvSpPr/>
          <p:nvPr/>
        </p:nvSpPr>
        <p:spPr>
          <a:xfrm>
            <a:off x="5994570" y="2784404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D5E656F-9E39-43A5-9568-6705F466DAFD}"/>
              </a:ext>
            </a:extLst>
          </p:cNvPr>
          <p:cNvSpPr/>
          <p:nvPr/>
        </p:nvSpPr>
        <p:spPr>
          <a:xfrm>
            <a:off x="6493385" y="4654752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8845FBD-97CE-412A-AD47-E0E915BE34C0}"/>
              </a:ext>
            </a:extLst>
          </p:cNvPr>
          <p:cNvSpPr/>
          <p:nvPr/>
        </p:nvSpPr>
        <p:spPr>
          <a:xfrm>
            <a:off x="6959830" y="3722570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01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  <p:bldP spid="69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89/154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E2CBFAE3-DEB6-4134-8A7D-DC2800681F0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59F12-E30A-4F2B-AF70-11693A5FCB4F}"/>
              </a:ext>
            </a:extLst>
          </p:cNvPr>
          <p:cNvSpPr/>
          <p:nvPr/>
        </p:nvSpPr>
        <p:spPr>
          <a:xfrm>
            <a:off x="6719539" y="5586795"/>
            <a:ext cx="355314" cy="36933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83118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90/154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ED692-CAB6-4172-863E-602F074C8FB8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A66FAD-8D8A-4AA6-8C9E-C56FE3B42D8E}"/>
                </a:ext>
              </a:extLst>
            </p:cNvPr>
            <p:cNvCxnSpPr>
              <a:cxnSpLocks/>
              <a:stCxn id="15" idx="1"/>
              <a:endCxn id="10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2A7915F-692D-4F04-96B2-257D401F8AEF}"/>
                </a:ext>
              </a:extLst>
            </p:cNvPr>
            <p:cNvCxnSpPr>
              <a:cxnSpLocks/>
              <a:stCxn id="24" idx="7"/>
              <a:endCxn id="10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A280D9FE-980A-42BF-B340-221F1EB01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0E7709-B182-49A6-AB98-EA571311175A}"/>
                </a:ext>
              </a:extLst>
            </p:cNvPr>
            <p:cNvCxnSpPr>
              <a:cxnSpLocks/>
              <a:stCxn id="32" idx="0"/>
              <a:endCxn id="15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72C3D67-2A34-4A77-8F6C-0A1FEBACFE9D}"/>
                </a:ext>
              </a:extLst>
            </p:cNvPr>
            <p:cNvCxnSpPr>
              <a:cxnSpLocks/>
              <a:stCxn id="16" idx="0"/>
              <a:endCxn id="15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6">
              <a:extLst>
                <a:ext uri="{FF2B5EF4-FFF2-40B4-BE49-F238E27FC236}">
                  <a16:creationId xmlns:a16="http://schemas.microsoft.com/office/drawing/2014/main" id="{8A3640D3-7256-4B53-8797-6A5A73B6F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1F3A9FD3-147C-4744-9F37-B616CCE36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677C62-1304-4DAA-B839-3DA2E9B8ED55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CFCF7-E361-414A-8D8B-034371F89E2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D2C65E7-AF67-488D-96D8-B2858306CE44}"/>
                </a:ext>
              </a:extLst>
            </p:cNvPr>
            <p:cNvCxnSpPr>
              <a:cxnSpLocks/>
              <a:stCxn id="50" idx="0"/>
              <a:endCxn id="25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4E6D219-E0A1-4166-AD44-4125604771C5}"/>
                </a:ext>
              </a:extLst>
            </p:cNvPr>
            <p:cNvCxnSpPr>
              <a:cxnSpLocks/>
              <a:stCxn id="46" idx="0"/>
              <a:endCxn id="24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B9C4D4-A399-4F74-906B-AC8E39905820}"/>
                </a:ext>
              </a:extLst>
            </p:cNvPr>
            <p:cNvCxnSpPr>
              <a:cxnSpLocks/>
              <a:stCxn id="30" idx="0"/>
              <a:endCxn id="24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7B6A6B17-E144-4EF0-8B64-0606C4BED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Oval 16">
              <a:extLst>
                <a:ext uri="{FF2B5EF4-FFF2-40B4-BE49-F238E27FC236}">
                  <a16:creationId xmlns:a16="http://schemas.microsoft.com/office/drawing/2014/main" id="{4B41B0F0-771B-4486-95A0-A6225F9C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1B8B99-03AA-40F7-9BDC-3633F2357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B8039DE-14A9-4E08-806C-11B7BDC2EC2A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5BF5D6-676B-4A4C-838C-C4EF0F83DF77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43C2F5AE-6758-48E9-AB4A-1C720B6A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CBB3D5A-D819-4B8A-8536-A113DDA224C7}"/>
                </a:ext>
              </a:extLst>
            </p:cNvPr>
            <p:cNvCxnSpPr>
              <a:cxnSpLocks/>
              <a:stCxn id="54" idx="0"/>
              <a:endCxn id="25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16">
              <a:extLst>
                <a:ext uri="{FF2B5EF4-FFF2-40B4-BE49-F238E27FC236}">
                  <a16:creationId xmlns:a16="http://schemas.microsoft.com/office/drawing/2014/main" id="{EC28C4A3-A233-44EA-B8E7-DC4D7A45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8318BE-11BD-4349-97B3-58ED277F5464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056B2DA-D672-4A91-B27E-ED2DECDF4F5C}"/>
                  </a:ext>
                </a:extLst>
              </p:cNvPr>
              <p:cNvCxnSpPr>
                <a:cxnSpLocks/>
                <a:stCxn id="79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F5B66F80-E040-447B-A0B0-ADC1FCA1CDC1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CA0362-8D27-484B-A42B-235C03E6326B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EB281CA-EEB3-465A-B8DD-82B50122838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F58472B-CB58-4C0F-B133-807334C53F7E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2DB9C7C-D89E-4281-92E4-6CEF7287F6E1}"/>
                  </a:ext>
                </a:extLst>
              </p:cNvPr>
              <p:cNvCxnSpPr>
                <a:cxnSpLocks/>
                <a:stCxn id="75" idx="0"/>
                <a:endCxn id="26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342BB01-C789-4A64-9075-07BF9D28C4C0}"/>
                  </a:ext>
                </a:extLst>
              </p:cNvPr>
              <p:cNvCxnSpPr>
                <a:cxnSpLocks/>
                <a:stCxn id="76" idx="0"/>
                <a:endCxn id="26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380B8E9-ED60-440F-A8FC-29C5C03885A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BA8824-E66F-4FF9-BCF2-2EFE2288A95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F1CC25-D187-430C-A7A6-DDE714E0812A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E6DBD8-8B64-421E-918E-8FF3A660C338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F89CF5-3F8B-4200-9C6C-3080D6E162EC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4E084F-7780-49AB-B028-7320CB845BC2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81767D-64D4-4EDE-A123-4F78C29E7F8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B02F1A-19C6-4F8C-9FAB-FE7C713F5142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9E96F8-31DC-4CA1-B874-F25E70C24FDA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82FC9B2-67C4-45CD-9E08-477E71A6EDC6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54" name="Oval 16">
              <a:extLst>
                <a:ext uri="{FF2B5EF4-FFF2-40B4-BE49-F238E27FC236}">
                  <a16:creationId xmlns:a16="http://schemas.microsoft.com/office/drawing/2014/main" id="{8DF12062-67B4-4D47-8617-933BDCFF1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98CE39B-F842-4772-A9C0-F1F00755EEEA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B0BD599-589F-4BA7-9CE1-04A8AD8B7DE0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0B202D7-2E4B-4C58-B4F1-904752FED186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C77432D-9315-4D23-BD99-496901362810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FBD8855-DFD7-4841-B619-EBBB94F2A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3F5FC1D-9CFE-48D6-A548-42957F34FEC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9AEAC59-86EC-447F-A29B-D0FA8CB45E6A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8F3B79C-FD96-4DBA-B8A2-A9F17BF55852}"/>
                  </a:ext>
                </a:extLst>
              </p:cNvPr>
              <p:cNvCxnSpPr>
                <a:cxnSpLocks/>
                <a:stCxn id="9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3C0490C-6BA1-43CB-9801-AE601E56E97E}"/>
                  </a:ext>
                </a:extLst>
              </p:cNvPr>
              <p:cNvCxnSpPr>
                <a:cxnSpLocks/>
                <a:stCxn id="9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F6DF221-ED0C-475A-BA89-A52E6F7A9C0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4EB9D1D-546C-4193-8054-150EEE94E58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635F485-8082-40BE-A456-60C097CDCC86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BB32494-7909-4CE7-A8D7-D5CEBFDE5D0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BF2A5560-A2AD-41F7-9140-D99D85601321}"/>
                  </a:ext>
                </a:extLst>
              </p:cNvPr>
              <p:cNvCxnSpPr>
                <a:cxnSpLocks/>
                <a:stCxn id="10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B0A12B68-067A-4C1D-948C-0BB124A09E1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46926DA-3E4A-4261-9C87-986853F14B2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065E82-EE9C-4FB1-AADE-3D2944F42F81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66" name="Oval 16">
            <a:extLst>
              <a:ext uri="{FF2B5EF4-FFF2-40B4-BE49-F238E27FC236}">
                <a16:creationId xmlns:a16="http://schemas.microsoft.com/office/drawing/2014/main" id="{52F45FBC-C164-4D73-A8FD-B514EC8B5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12501A-C92D-4C42-80F1-38E5D80489E7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65AD17B-B118-41E3-B5CD-9D9252E722EF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626A344-C319-49F8-99B1-C817645D1C78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7677CD3-8119-4A63-B3A2-7097E448EFA9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DBE6801-DD68-4DCB-A497-ACF6DF275DB6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8449FD6-AB61-425F-ACE4-C87ADAA64752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0677581-8276-4E4B-B946-F5F961CFC9B0}"/>
              </a:ext>
            </a:extLst>
          </p:cNvPr>
          <p:cNvSpPr txBox="1"/>
          <p:nvPr/>
        </p:nvSpPr>
        <p:spPr>
          <a:xfrm>
            <a:off x="524966" y="5377248"/>
            <a:ext cx="5130251" cy="369332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  <a:latin typeface="Arial Rounded MT Bold" panose="020F0704030504030204" pitchFamily="34" charset="0"/>
              </a:rPr>
              <a:t>it is not a RB tree because 15 has a red child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06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91/154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EEB0B-2BD1-4257-AD8A-692B05180023}"/>
              </a:ext>
            </a:extLst>
          </p:cNvPr>
          <p:cNvSpPr txBox="1"/>
          <p:nvPr/>
        </p:nvSpPr>
        <p:spPr>
          <a:xfrm>
            <a:off x="6892500" y="5213037"/>
            <a:ext cx="3032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x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69CB07-06F1-45E6-9AB0-80242057FA16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E3FA7A5-04D0-4954-AAA1-24EF1C697790}"/>
                </a:ext>
              </a:extLst>
            </p:cNvPr>
            <p:cNvCxnSpPr>
              <a:cxnSpLocks/>
              <a:stCxn id="108" idx="1"/>
              <a:endCxn id="105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548F536-7B88-4075-9625-F4A7DDA189F4}"/>
                </a:ext>
              </a:extLst>
            </p:cNvPr>
            <p:cNvCxnSpPr>
              <a:cxnSpLocks/>
              <a:stCxn id="115" idx="7"/>
              <a:endCxn id="105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6">
              <a:extLst>
                <a:ext uri="{FF2B5EF4-FFF2-40B4-BE49-F238E27FC236}">
                  <a16:creationId xmlns:a16="http://schemas.microsoft.com/office/drawing/2014/main" id="{082852EA-7DC9-4895-9563-0A926E59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4409D0B-5471-4BAE-BF09-F543DBA7051C}"/>
                </a:ext>
              </a:extLst>
            </p:cNvPr>
            <p:cNvCxnSpPr>
              <a:cxnSpLocks/>
              <a:stCxn id="122" idx="0"/>
              <a:endCxn id="108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75F743-0EE0-4E17-AE4A-7614A6718316}"/>
                </a:ext>
              </a:extLst>
            </p:cNvPr>
            <p:cNvCxnSpPr>
              <a:cxnSpLocks/>
              <a:stCxn id="109" idx="0"/>
              <a:endCxn id="108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9DDA1E8F-5DCA-4F23-B5BF-8E887CF61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D3EF4644-5C36-44A8-8916-1FE368DE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F995BC3-F609-42D4-B7B9-B15D5843A59B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00C51-F1BC-4F6B-A2A1-CBD3E45E0EB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1D52A3B-CFA8-46C7-8B51-7B9915B61687}"/>
                </a:ext>
              </a:extLst>
            </p:cNvPr>
            <p:cNvCxnSpPr>
              <a:cxnSpLocks/>
              <a:stCxn id="132" idx="0"/>
              <a:endCxn id="116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71E621-DB77-4700-AA8F-330EE6AF7E28}"/>
                </a:ext>
              </a:extLst>
            </p:cNvPr>
            <p:cNvCxnSpPr>
              <a:cxnSpLocks/>
              <a:stCxn id="131" idx="0"/>
              <a:endCxn id="115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81BDE7-ACE5-4E08-9FF5-21780213D56C}"/>
                </a:ext>
              </a:extLst>
            </p:cNvPr>
            <p:cNvCxnSpPr>
              <a:cxnSpLocks/>
              <a:stCxn id="120" idx="0"/>
              <a:endCxn id="115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C33E6FF4-05D4-472B-B0AE-AC40E25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Oval 16">
              <a:extLst>
                <a:ext uri="{FF2B5EF4-FFF2-40B4-BE49-F238E27FC236}">
                  <a16:creationId xmlns:a16="http://schemas.microsoft.com/office/drawing/2014/main" id="{3696F64D-2C8B-4216-BE99-41DDC9F5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B2680D-9116-47C9-BBEB-AFFE5A55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F8009A-C42F-4A16-B19F-55B1435B6005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0" name="Oval 16">
              <a:extLst>
                <a:ext uri="{FF2B5EF4-FFF2-40B4-BE49-F238E27FC236}">
                  <a16:creationId xmlns:a16="http://schemas.microsoft.com/office/drawing/2014/main" id="{580B9305-A7BE-4441-927F-6100BF3E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C1185-E83A-4525-AEC7-DEC563FA95AB}"/>
                </a:ext>
              </a:extLst>
            </p:cNvPr>
            <p:cNvCxnSpPr>
              <a:cxnSpLocks/>
              <a:stCxn id="133" idx="0"/>
              <a:endCxn id="116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6">
              <a:extLst>
                <a:ext uri="{FF2B5EF4-FFF2-40B4-BE49-F238E27FC236}">
                  <a16:creationId xmlns:a16="http://schemas.microsoft.com/office/drawing/2014/main" id="{005AF444-6633-42CD-AB38-444F5230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5677C82-F92C-43F7-BF27-31606751DBCC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27D166-3C1A-4CFF-A579-92F0DC349C30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52C894-0788-4251-86D0-39EEC5CFC71D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A6046DA-41D7-4E11-9EB1-121FDBBB77DC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F2311EC-9CDA-434E-BE8F-CDB741F36F6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1219A26-182D-4FE5-91C5-1C131C76234F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6D35D667-76ED-4AF5-BBBE-B6CE16096A21}"/>
                  </a:ext>
                </a:extLst>
              </p:cNvPr>
              <p:cNvCxnSpPr>
                <a:cxnSpLocks/>
                <a:stCxn id="152" idx="0"/>
                <a:endCxn id="117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06F6EFC-7CA6-41D3-B43E-A8ACC28C0E20}"/>
                  </a:ext>
                </a:extLst>
              </p:cNvPr>
              <p:cNvCxnSpPr>
                <a:cxnSpLocks/>
                <a:stCxn id="153" idx="0"/>
                <a:endCxn id="117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ED3B86-DD94-4050-BBC2-02A8BAB2A44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D1BCADF-D4D8-4100-A7CB-E592D23438B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27BB8B7-3E89-41FE-965C-93F4F944CA0B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49E501-2879-43A2-B0EC-46FA180C0765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41D3BD-A4C4-44E8-8301-D7BD31E9BB58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FA53948-229A-42DB-A45B-C198DFD2AD8A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336AAF9-FAC5-41CB-A3FD-5D03713CDE0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DC1929-AD34-4E99-8341-87D8750898CC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2B6A857-FE06-4F3B-A85E-2F6C14005AFC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B939F66-F108-4C85-8C33-8CBA3B4ED594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33" name="Oval 16">
              <a:extLst>
                <a:ext uri="{FF2B5EF4-FFF2-40B4-BE49-F238E27FC236}">
                  <a16:creationId xmlns:a16="http://schemas.microsoft.com/office/drawing/2014/main" id="{1735980D-D88F-4D5A-919D-BFB9349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B4DA849-0DAE-4E46-A9E6-C954448343B7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AB4FEB-CCCF-436E-A423-2DBF32A26BA1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8309E69-5612-4D8E-8F87-80E613840EE1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5A08EE-BE9A-495C-9414-4B11916E021C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024A36D-0817-4B69-91A5-166FC73EE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49993AA-9FC3-463C-8798-29119C18C16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D715649-16AA-4D5D-9C78-D605E0CFB2A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776309C-DCF2-4EDB-9847-BA0B5F573DBA}"/>
                  </a:ext>
                </a:extLst>
              </p:cNvPr>
              <p:cNvCxnSpPr>
                <a:cxnSpLocks/>
                <a:stCxn id="145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40F7FB8-8086-4646-80DD-6A2D16F358BD}"/>
                  </a:ext>
                </a:extLst>
              </p:cNvPr>
              <p:cNvCxnSpPr>
                <a:cxnSpLocks/>
                <a:stCxn id="146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09FBD50-E436-4591-88B9-1E25C8CD0CB9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291B24C-57F2-45E6-9A83-515859F4835B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2336036-A48F-4A69-A749-B135A5BCA0F1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0D99DA-FE2E-4A38-8700-46F957F44A82}"/>
                  </a:ext>
                </a:extLst>
              </p:cNvPr>
              <p:cNvCxnSpPr>
                <a:cxnSpLocks/>
                <a:stCxn id="14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83255A7-F537-4AAD-859E-05EC89D4CB0B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80CC7DB-8FCE-486E-827A-E48F4CA9609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14ABB-B9AA-4FD3-B89B-9B8E1FB9713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50F524-4947-499B-8A31-090A27AAD076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60" name="Oval 16">
            <a:extLst>
              <a:ext uri="{FF2B5EF4-FFF2-40B4-BE49-F238E27FC236}">
                <a16:creationId xmlns:a16="http://schemas.microsoft.com/office/drawing/2014/main" id="{A55AFE6E-C552-4B96-8827-189F0214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854C33F-119D-47A7-A494-19F8ABAEE950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E64A8C9-3EFE-4262-A662-52E90180F793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6D3634-19A4-4EAE-A293-D128CCFE2738}"/>
                </a:ext>
              </a:extLst>
            </p:cNvPr>
            <p:cNvCxnSpPr>
              <a:cxnSpLocks/>
              <a:stCxn id="16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E83166E-CA44-4611-8AFC-8B230F7880CA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797C599-142C-408C-A926-46C0F33896F1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1CBDD82-529E-4D5D-A8D0-50CD661D47E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67" name="Oval 166">
            <a:extLst>
              <a:ext uri="{FF2B5EF4-FFF2-40B4-BE49-F238E27FC236}">
                <a16:creationId xmlns:a16="http://schemas.microsoft.com/office/drawing/2014/main" id="{4545D87E-57A8-4F11-B2D9-2E6D63273F12}"/>
              </a:ext>
            </a:extLst>
          </p:cNvPr>
          <p:cNvSpPr/>
          <p:nvPr/>
        </p:nvSpPr>
        <p:spPr>
          <a:xfrm>
            <a:off x="7461638" y="462276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236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92/154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5674899" y="1886847"/>
            <a:ext cx="866456" cy="307777"/>
          </a:xfrm>
          <a:prstGeom prst="rect">
            <a:avLst/>
          </a:prstGeom>
          <a:solidFill>
            <a:srgbClr val="00B0F0"/>
          </a:solidFill>
          <a:ln w="38100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Uncle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4467921" y="2194624"/>
            <a:ext cx="1640206" cy="473969"/>
          </a:xfrm>
          <a:prstGeom prst="straightConnector1">
            <a:avLst/>
          </a:prstGeom>
          <a:ln w="381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6108127" y="2194624"/>
            <a:ext cx="1626195" cy="46498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4179380" y="2668593"/>
            <a:ext cx="577081" cy="307777"/>
          </a:xfrm>
          <a:prstGeom prst="rect">
            <a:avLst/>
          </a:prstGeom>
          <a:noFill/>
          <a:ln w="38100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7363772" y="2659608"/>
            <a:ext cx="7411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 flipH="1">
            <a:off x="4464416" y="2976370"/>
            <a:ext cx="3505" cy="516287"/>
          </a:xfrm>
          <a:prstGeom prst="straightConnector1">
            <a:avLst/>
          </a:prstGeom>
          <a:ln w="381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224282" y="3492657"/>
            <a:ext cx="2480267" cy="523220"/>
          </a:xfrm>
          <a:prstGeom prst="rect">
            <a:avLst/>
          </a:prstGeom>
          <a:noFill/>
          <a:ln w="38100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Invert the colors of P,G,U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Start over with 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6098789" y="3723490"/>
            <a:ext cx="1648876" cy="57174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7747665" y="3723490"/>
            <a:ext cx="2066578" cy="575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5625101" y="4295234"/>
            <a:ext cx="947375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Triangle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9455786" y="4298538"/>
            <a:ext cx="716913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Line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7734322" y="2967385"/>
            <a:ext cx="13343" cy="4483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7377115" y="3415713"/>
            <a:ext cx="7411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X-P-G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814243" y="4606315"/>
            <a:ext cx="511" cy="3467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558735" y="4953044"/>
            <a:ext cx="251203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Change the colors of P, G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Perform a rotation at G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6098354" y="4603011"/>
            <a:ext cx="435" cy="3973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5020300" y="5000328"/>
            <a:ext cx="215610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Perform a rotation at P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X=P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7417A6E-F7D2-45AD-B15C-6A2EC495330A}"/>
              </a:ext>
            </a:extLst>
          </p:cNvPr>
          <p:cNvCxnSpPr>
            <a:cxnSpLocks/>
            <a:stCxn id="155" idx="1"/>
            <a:endCxn id="149" idx="1"/>
          </p:cNvCxnSpPr>
          <p:nvPr/>
        </p:nvCxnSpPr>
        <p:spPr>
          <a:xfrm rot="10800000" flipH="1">
            <a:off x="3224281" y="2040737"/>
            <a:ext cx="2450617" cy="1713531"/>
          </a:xfrm>
          <a:prstGeom prst="bentConnector3">
            <a:avLst>
              <a:gd name="adj1" fmla="val -9328"/>
            </a:avLst>
          </a:prstGeom>
          <a:ln w="381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14E089-5B60-482A-8398-4F389A0AA0AB}"/>
              </a:ext>
            </a:extLst>
          </p:cNvPr>
          <p:cNvCxnSpPr>
            <a:cxnSpLocks/>
            <a:stCxn id="173" idx="3"/>
            <a:endCxn id="160" idx="1"/>
          </p:cNvCxnSpPr>
          <p:nvPr/>
        </p:nvCxnSpPr>
        <p:spPr>
          <a:xfrm flipV="1">
            <a:off x="7176408" y="4452427"/>
            <a:ext cx="2279378" cy="809511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A4CC33D-00AC-4E16-A6AF-837DA9A860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184"/>
          <a:stretch/>
        </p:blipFill>
        <p:spPr>
          <a:xfrm>
            <a:off x="457766" y="3191549"/>
            <a:ext cx="2304554" cy="27577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45426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93/154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69CB07-06F1-45E6-9AB0-80242057FA16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E3FA7A5-04D0-4954-AAA1-24EF1C697790}"/>
                </a:ext>
              </a:extLst>
            </p:cNvPr>
            <p:cNvCxnSpPr>
              <a:cxnSpLocks/>
              <a:stCxn id="108" idx="1"/>
              <a:endCxn id="105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548F536-7B88-4075-9625-F4A7DDA189F4}"/>
                </a:ext>
              </a:extLst>
            </p:cNvPr>
            <p:cNvCxnSpPr>
              <a:cxnSpLocks/>
              <a:stCxn id="115" idx="7"/>
              <a:endCxn id="105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6">
              <a:extLst>
                <a:ext uri="{FF2B5EF4-FFF2-40B4-BE49-F238E27FC236}">
                  <a16:creationId xmlns:a16="http://schemas.microsoft.com/office/drawing/2014/main" id="{082852EA-7DC9-4895-9563-0A926E59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4409D0B-5471-4BAE-BF09-F543DBA7051C}"/>
                </a:ext>
              </a:extLst>
            </p:cNvPr>
            <p:cNvCxnSpPr>
              <a:cxnSpLocks/>
              <a:stCxn id="122" idx="0"/>
              <a:endCxn id="108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75F743-0EE0-4E17-AE4A-7614A6718316}"/>
                </a:ext>
              </a:extLst>
            </p:cNvPr>
            <p:cNvCxnSpPr>
              <a:cxnSpLocks/>
              <a:stCxn id="109" idx="0"/>
              <a:endCxn id="108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9DDA1E8F-5DCA-4F23-B5BF-8E887CF61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D3EF4644-5C36-44A8-8916-1FE368DE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00C51-F1BC-4F6B-A2A1-CBD3E45E0EB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1D52A3B-CFA8-46C7-8B51-7B9915B61687}"/>
                </a:ext>
              </a:extLst>
            </p:cNvPr>
            <p:cNvCxnSpPr>
              <a:cxnSpLocks/>
              <a:stCxn id="132" idx="0"/>
              <a:endCxn id="116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71E621-DB77-4700-AA8F-330EE6AF7E28}"/>
                </a:ext>
              </a:extLst>
            </p:cNvPr>
            <p:cNvCxnSpPr>
              <a:cxnSpLocks/>
              <a:stCxn id="131" idx="0"/>
              <a:endCxn id="115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81BDE7-ACE5-4E08-9FF5-21780213D56C}"/>
                </a:ext>
              </a:extLst>
            </p:cNvPr>
            <p:cNvCxnSpPr>
              <a:cxnSpLocks/>
              <a:stCxn id="120" idx="0"/>
              <a:endCxn id="115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C33E6FF4-05D4-472B-B0AE-AC40E25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Oval 16">
              <a:extLst>
                <a:ext uri="{FF2B5EF4-FFF2-40B4-BE49-F238E27FC236}">
                  <a16:creationId xmlns:a16="http://schemas.microsoft.com/office/drawing/2014/main" id="{3696F64D-2C8B-4216-BE99-41DDC9F5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B2680D-9116-47C9-BBEB-AFFE5A55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F8009A-C42F-4A16-B19F-55B1435B6005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0" name="Oval 16">
              <a:extLst>
                <a:ext uri="{FF2B5EF4-FFF2-40B4-BE49-F238E27FC236}">
                  <a16:creationId xmlns:a16="http://schemas.microsoft.com/office/drawing/2014/main" id="{580B9305-A7BE-4441-927F-6100BF3E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C1185-E83A-4525-AEC7-DEC563FA95AB}"/>
                </a:ext>
              </a:extLst>
            </p:cNvPr>
            <p:cNvCxnSpPr>
              <a:cxnSpLocks/>
              <a:stCxn id="133" idx="0"/>
              <a:endCxn id="116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6">
              <a:extLst>
                <a:ext uri="{FF2B5EF4-FFF2-40B4-BE49-F238E27FC236}">
                  <a16:creationId xmlns:a16="http://schemas.microsoft.com/office/drawing/2014/main" id="{005AF444-6633-42CD-AB38-444F5230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5677C82-F92C-43F7-BF27-31606751DBCC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27D166-3C1A-4CFF-A579-92F0DC349C30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52C894-0788-4251-86D0-39EEC5CFC71D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A6046DA-41D7-4E11-9EB1-121FDBBB77DC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F2311EC-9CDA-434E-BE8F-CDB741F36F6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1219A26-182D-4FE5-91C5-1C131C76234F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6D35D667-76ED-4AF5-BBBE-B6CE16096A21}"/>
                  </a:ext>
                </a:extLst>
              </p:cNvPr>
              <p:cNvCxnSpPr>
                <a:cxnSpLocks/>
                <a:stCxn id="152" idx="0"/>
                <a:endCxn id="117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06F6EFC-7CA6-41D3-B43E-A8ACC28C0E20}"/>
                  </a:ext>
                </a:extLst>
              </p:cNvPr>
              <p:cNvCxnSpPr>
                <a:cxnSpLocks/>
                <a:stCxn id="153" idx="0"/>
                <a:endCxn id="117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ED3B86-DD94-4050-BBC2-02A8BAB2A44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D1BCADF-D4D8-4100-A7CB-E592D23438B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27BB8B7-3E89-41FE-965C-93F4F944CA0B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49E501-2879-43A2-B0EC-46FA180C0765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41D3BD-A4C4-44E8-8301-D7BD31E9BB58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FA53948-229A-42DB-A45B-C198DFD2AD8A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336AAF9-FAC5-41CB-A3FD-5D03713CDE0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DC1929-AD34-4E99-8341-87D8750898CC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2B6A857-FE06-4F3B-A85E-2F6C14005AFC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B939F66-F108-4C85-8C33-8CBA3B4ED594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33" name="Oval 16">
              <a:extLst>
                <a:ext uri="{FF2B5EF4-FFF2-40B4-BE49-F238E27FC236}">
                  <a16:creationId xmlns:a16="http://schemas.microsoft.com/office/drawing/2014/main" id="{1735980D-D88F-4D5A-919D-BFB9349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B4DA849-0DAE-4E46-A9E6-C954448343B7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AB4FEB-CCCF-436E-A423-2DBF32A26BA1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8309E69-5612-4D8E-8F87-80E613840EE1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5A08EE-BE9A-495C-9414-4B11916E021C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024A36D-0817-4B69-91A5-166FC73EE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49993AA-9FC3-463C-8798-29119C18C16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D715649-16AA-4D5D-9C78-D605E0CFB2A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776309C-DCF2-4EDB-9847-BA0B5F573DBA}"/>
                  </a:ext>
                </a:extLst>
              </p:cNvPr>
              <p:cNvCxnSpPr>
                <a:cxnSpLocks/>
                <a:stCxn id="145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40F7FB8-8086-4646-80DD-6A2D16F358BD}"/>
                  </a:ext>
                </a:extLst>
              </p:cNvPr>
              <p:cNvCxnSpPr>
                <a:cxnSpLocks/>
                <a:stCxn id="146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09FBD50-E436-4591-88B9-1E25C8CD0CB9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291B24C-57F2-45E6-9A83-515859F4835B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2336036-A48F-4A69-A749-B135A5BCA0F1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0D99DA-FE2E-4A38-8700-46F957F44A82}"/>
                  </a:ext>
                </a:extLst>
              </p:cNvPr>
              <p:cNvCxnSpPr>
                <a:cxnSpLocks/>
                <a:stCxn id="14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83255A7-F537-4AAD-859E-05EC89D4CB0B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80CC7DB-8FCE-486E-827A-E48F4CA9609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14ABB-B9AA-4FD3-B89B-9B8E1FB9713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50F524-4947-499B-8A31-090A27AAD076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60" name="Oval 16">
            <a:extLst>
              <a:ext uri="{FF2B5EF4-FFF2-40B4-BE49-F238E27FC236}">
                <a16:creationId xmlns:a16="http://schemas.microsoft.com/office/drawing/2014/main" id="{A55AFE6E-C552-4B96-8827-189F0214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854C33F-119D-47A7-A494-19F8ABAEE950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E64A8C9-3EFE-4262-A662-52E90180F793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6D3634-19A4-4EAE-A293-D128CCFE2738}"/>
                </a:ext>
              </a:extLst>
            </p:cNvPr>
            <p:cNvCxnSpPr>
              <a:cxnSpLocks/>
              <a:stCxn id="16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E83166E-CA44-4611-8AFC-8B230F7880CA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797C599-142C-408C-A926-46C0F33896F1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1CBDD82-529E-4D5D-A8D0-50CD661D47E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90" name="Oval 89">
            <a:extLst>
              <a:ext uri="{FF2B5EF4-FFF2-40B4-BE49-F238E27FC236}">
                <a16:creationId xmlns:a16="http://schemas.microsoft.com/office/drawing/2014/main" id="{0AB94F99-2C65-4F10-918E-AE1A50ABE12F}"/>
              </a:ext>
            </a:extLst>
          </p:cNvPr>
          <p:cNvSpPr/>
          <p:nvPr/>
        </p:nvSpPr>
        <p:spPr>
          <a:xfrm>
            <a:off x="7461638" y="462276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0B8373A-2452-4962-9F1E-A4FC8A393154}"/>
              </a:ext>
            </a:extLst>
          </p:cNvPr>
          <p:cNvSpPr/>
          <p:nvPr/>
        </p:nvSpPr>
        <p:spPr>
          <a:xfrm>
            <a:off x="6478387" y="4640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9DCACFD-58E7-42A8-A696-B9BDEBD2829B}"/>
              </a:ext>
            </a:extLst>
          </p:cNvPr>
          <p:cNvSpPr/>
          <p:nvPr/>
        </p:nvSpPr>
        <p:spPr>
          <a:xfrm>
            <a:off x="6944325" y="3718124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3F6790-EAF5-47F2-A7F9-05980C58B6B8}"/>
              </a:ext>
            </a:extLst>
          </p:cNvPr>
          <p:cNvSpPr txBox="1"/>
          <p:nvPr/>
        </p:nvSpPr>
        <p:spPr>
          <a:xfrm>
            <a:off x="6892500" y="5213037"/>
            <a:ext cx="3032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784886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94/154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69CB07-06F1-45E6-9AB0-80242057FA16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E3FA7A5-04D0-4954-AAA1-24EF1C697790}"/>
                </a:ext>
              </a:extLst>
            </p:cNvPr>
            <p:cNvCxnSpPr>
              <a:cxnSpLocks/>
              <a:stCxn id="108" idx="1"/>
              <a:endCxn id="105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548F536-7B88-4075-9625-F4A7DDA189F4}"/>
                </a:ext>
              </a:extLst>
            </p:cNvPr>
            <p:cNvCxnSpPr>
              <a:cxnSpLocks/>
              <a:stCxn id="115" idx="7"/>
              <a:endCxn id="105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6">
              <a:extLst>
                <a:ext uri="{FF2B5EF4-FFF2-40B4-BE49-F238E27FC236}">
                  <a16:creationId xmlns:a16="http://schemas.microsoft.com/office/drawing/2014/main" id="{082852EA-7DC9-4895-9563-0A926E59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4409D0B-5471-4BAE-BF09-F543DBA7051C}"/>
                </a:ext>
              </a:extLst>
            </p:cNvPr>
            <p:cNvCxnSpPr>
              <a:cxnSpLocks/>
              <a:stCxn id="122" idx="0"/>
              <a:endCxn id="108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75F743-0EE0-4E17-AE4A-7614A6718316}"/>
                </a:ext>
              </a:extLst>
            </p:cNvPr>
            <p:cNvCxnSpPr>
              <a:cxnSpLocks/>
              <a:stCxn id="109" idx="0"/>
              <a:endCxn id="108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9DDA1E8F-5DCA-4F23-B5BF-8E887CF61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D3EF4644-5C36-44A8-8916-1FE368DE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00C51-F1BC-4F6B-A2A1-CBD3E45E0EB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1D52A3B-CFA8-46C7-8B51-7B9915B61687}"/>
                </a:ext>
              </a:extLst>
            </p:cNvPr>
            <p:cNvCxnSpPr>
              <a:cxnSpLocks/>
              <a:stCxn id="132" idx="0"/>
              <a:endCxn id="116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71E621-DB77-4700-AA8F-330EE6AF7E28}"/>
                </a:ext>
              </a:extLst>
            </p:cNvPr>
            <p:cNvCxnSpPr>
              <a:cxnSpLocks/>
              <a:stCxn id="131" idx="0"/>
              <a:endCxn id="115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81BDE7-ACE5-4E08-9FF5-21780213D56C}"/>
                </a:ext>
              </a:extLst>
            </p:cNvPr>
            <p:cNvCxnSpPr>
              <a:cxnSpLocks/>
              <a:stCxn id="120" idx="0"/>
              <a:endCxn id="115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C33E6FF4-05D4-472B-B0AE-AC40E25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Oval 16">
              <a:extLst>
                <a:ext uri="{FF2B5EF4-FFF2-40B4-BE49-F238E27FC236}">
                  <a16:creationId xmlns:a16="http://schemas.microsoft.com/office/drawing/2014/main" id="{3696F64D-2C8B-4216-BE99-41DDC9F5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B2680D-9116-47C9-BBEB-AFFE5A55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F8009A-C42F-4A16-B19F-55B1435B6005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0" name="Oval 16">
              <a:extLst>
                <a:ext uri="{FF2B5EF4-FFF2-40B4-BE49-F238E27FC236}">
                  <a16:creationId xmlns:a16="http://schemas.microsoft.com/office/drawing/2014/main" id="{580B9305-A7BE-4441-927F-6100BF3E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C1185-E83A-4525-AEC7-DEC563FA95AB}"/>
                </a:ext>
              </a:extLst>
            </p:cNvPr>
            <p:cNvCxnSpPr>
              <a:cxnSpLocks/>
              <a:stCxn id="133" idx="0"/>
              <a:endCxn id="116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6">
              <a:extLst>
                <a:ext uri="{FF2B5EF4-FFF2-40B4-BE49-F238E27FC236}">
                  <a16:creationId xmlns:a16="http://schemas.microsoft.com/office/drawing/2014/main" id="{005AF444-6633-42CD-AB38-444F5230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5677C82-F92C-43F7-BF27-31606751DBCC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27D166-3C1A-4CFF-A579-92F0DC349C30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52C894-0788-4251-86D0-39EEC5CFC71D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A6046DA-41D7-4E11-9EB1-121FDBBB77DC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F2311EC-9CDA-434E-BE8F-CDB741F36F6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1219A26-182D-4FE5-91C5-1C131C76234F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6D35D667-76ED-4AF5-BBBE-B6CE16096A21}"/>
                  </a:ext>
                </a:extLst>
              </p:cNvPr>
              <p:cNvCxnSpPr>
                <a:cxnSpLocks/>
                <a:stCxn id="152" idx="0"/>
                <a:endCxn id="117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06F6EFC-7CA6-41D3-B43E-A8ACC28C0E20}"/>
                  </a:ext>
                </a:extLst>
              </p:cNvPr>
              <p:cNvCxnSpPr>
                <a:cxnSpLocks/>
                <a:stCxn id="153" idx="0"/>
                <a:endCxn id="117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ED3B86-DD94-4050-BBC2-02A8BAB2A44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D1BCADF-D4D8-4100-A7CB-E592D23438B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27BB8B7-3E89-41FE-965C-93F4F944CA0B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49E501-2879-43A2-B0EC-46FA180C0765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41D3BD-A4C4-44E8-8301-D7BD31E9BB58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FA53948-229A-42DB-A45B-C198DFD2AD8A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336AAF9-FAC5-41CB-A3FD-5D03713CDE0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DC1929-AD34-4E99-8341-87D8750898CC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2B6A857-FE06-4F3B-A85E-2F6C14005AFC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B939F66-F108-4C85-8C33-8CBA3B4ED594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33" name="Oval 16">
              <a:extLst>
                <a:ext uri="{FF2B5EF4-FFF2-40B4-BE49-F238E27FC236}">
                  <a16:creationId xmlns:a16="http://schemas.microsoft.com/office/drawing/2014/main" id="{1735980D-D88F-4D5A-919D-BFB9349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B4DA849-0DAE-4E46-A9E6-C954448343B7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AB4FEB-CCCF-436E-A423-2DBF32A26BA1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8309E69-5612-4D8E-8F87-80E613840EE1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5A08EE-BE9A-495C-9414-4B11916E021C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024A36D-0817-4B69-91A5-166FC73EE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49993AA-9FC3-463C-8798-29119C18C16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D715649-16AA-4D5D-9C78-D605E0CFB2A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776309C-DCF2-4EDB-9847-BA0B5F573DBA}"/>
                  </a:ext>
                </a:extLst>
              </p:cNvPr>
              <p:cNvCxnSpPr>
                <a:cxnSpLocks/>
                <a:stCxn id="145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40F7FB8-8086-4646-80DD-6A2D16F358BD}"/>
                  </a:ext>
                </a:extLst>
              </p:cNvPr>
              <p:cNvCxnSpPr>
                <a:cxnSpLocks/>
                <a:stCxn id="146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09FBD50-E436-4591-88B9-1E25C8CD0CB9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291B24C-57F2-45E6-9A83-515859F4835B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2336036-A48F-4A69-A749-B135A5BCA0F1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0D99DA-FE2E-4A38-8700-46F957F44A82}"/>
                  </a:ext>
                </a:extLst>
              </p:cNvPr>
              <p:cNvCxnSpPr>
                <a:cxnSpLocks/>
                <a:stCxn id="14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83255A7-F537-4AAD-859E-05EC89D4CB0B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80CC7DB-8FCE-486E-827A-E48F4CA9609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14ABB-B9AA-4FD3-B89B-9B8E1FB9713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50F524-4947-499B-8A31-090A27AAD076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60" name="Oval 16">
            <a:extLst>
              <a:ext uri="{FF2B5EF4-FFF2-40B4-BE49-F238E27FC236}">
                <a16:creationId xmlns:a16="http://schemas.microsoft.com/office/drawing/2014/main" id="{A55AFE6E-C552-4B96-8827-189F0214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854C33F-119D-47A7-A494-19F8ABAEE950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E64A8C9-3EFE-4262-A662-52E90180F793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6D3634-19A4-4EAE-A293-D128CCFE2738}"/>
                </a:ext>
              </a:extLst>
            </p:cNvPr>
            <p:cNvCxnSpPr>
              <a:cxnSpLocks/>
              <a:stCxn id="16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E83166E-CA44-4611-8AFC-8B230F7880CA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797C599-142C-408C-A926-46C0F33896F1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1CBDD82-529E-4D5D-A8D0-50CD661D47E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90780864-26B8-489E-A5A4-C0B3A0A1F399}"/>
              </a:ext>
            </a:extLst>
          </p:cNvPr>
          <p:cNvSpPr/>
          <p:nvPr/>
        </p:nvSpPr>
        <p:spPr>
          <a:xfrm>
            <a:off x="7461638" y="462276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9098E90-8761-4CD4-B0EE-F472C7FA7EF7}"/>
              </a:ext>
            </a:extLst>
          </p:cNvPr>
          <p:cNvSpPr/>
          <p:nvPr/>
        </p:nvSpPr>
        <p:spPr>
          <a:xfrm>
            <a:off x="6478387" y="4640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8F1D48C-FC88-444E-87BD-8609CEAC9341}"/>
              </a:ext>
            </a:extLst>
          </p:cNvPr>
          <p:cNvSpPr/>
          <p:nvPr/>
        </p:nvSpPr>
        <p:spPr>
          <a:xfrm>
            <a:off x="6944325" y="3718124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74241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95/154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69CB07-06F1-45E6-9AB0-80242057FA16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E3FA7A5-04D0-4954-AAA1-24EF1C697790}"/>
                </a:ext>
              </a:extLst>
            </p:cNvPr>
            <p:cNvCxnSpPr>
              <a:cxnSpLocks/>
              <a:stCxn id="108" idx="1"/>
              <a:endCxn id="105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548F536-7B88-4075-9625-F4A7DDA189F4}"/>
                </a:ext>
              </a:extLst>
            </p:cNvPr>
            <p:cNvCxnSpPr>
              <a:cxnSpLocks/>
              <a:stCxn id="115" idx="7"/>
              <a:endCxn id="105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6">
              <a:extLst>
                <a:ext uri="{FF2B5EF4-FFF2-40B4-BE49-F238E27FC236}">
                  <a16:creationId xmlns:a16="http://schemas.microsoft.com/office/drawing/2014/main" id="{082852EA-7DC9-4895-9563-0A926E59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4409D0B-5471-4BAE-BF09-F543DBA7051C}"/>
                </a:ext>
              </a:extLst>
            </p:cNvPr>
            <p:cNvCxnSpPr>
              <a:cxnSpLocks/>
              <a:stCxn id="122" idx="0"/>
              <a:endCxn id="108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75F743-0EE0-4E17-AE4A-7614A6718316}"/>
                </a:ext>
              </a:extLst>
            </p:cNvPr>
            <p:cNvCxnSpPr>
              <a:cxnSpLocks/>
              <a:stCxn id="109" idx="0"/>
              <a:endCxn id="108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9DDA1E8F-5DCA-4F23-B5BF-8E887CF61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D3EF4644-5C36-44A8-8916-1FE368DE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00C51-F1BC-4F6B-A2A1-CBD3E45E0EB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1D52A3B-CFA8-46C7-8B51-7B9915B61687}"/>
                </a:ext>
              </a:extLst>
            </p:cNvPr>
            <p:cNvCxnSpPr>
              <a:cxnSpLocks/>
              <a:stCxn id="132" idx="0"/>
              <a:endCxn id="116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71E621-DB77-4700-AA8F-330EE6AF7E28}"/>
                </a:ext>
              </a:extLst>
            </p:cNvPr>
            <p:cNvCxnSpPr>
              <a:cxnSpLocks/>
              <a:stCxn id="131" idx="0"/>
              <a:endCxn id="115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81BDE7-ACE5-4E08-9FF5-21780213D56C}"/>
                </a:ext>
              </a:extLst>
            </p:cNvPr>
            <p:cNvCxnSpPr>
              <a:cxnSpLocks/>
              <a:stCxn id="120" idx="0"/>
              <a:endCxn id="115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C33E6FF4-05D4-472B-B0AE-AC40E25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Oval 16">
              <a:extLst>
                <a:ext uri="{FF2B5EF4-FFF2-40B4-BE49-F238E27FC236}">
                  <a16:creationId xmlns:a16="http://schemas.microsoft.com/office/drawing/2014/main" id="{3696F64D-2C8B-4216-BE99-41DDC9F5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B2680D-9116-47C9-BBEB-AFFE5A55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F8009A-C42F-4A16-B19F-55B1435B6005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0" name="Oval 16">
              <a:extLst>
                <a:ext uri="{FF2B5EF4-FFF2-40B4-BE49-F238E27FC236}">
                  <a16:creationId xmlns:a16="http://schemas.microsoft.com/office/drawing/2014/main" id="{580B9305-A7BE-4441-927F-6100BF3E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C1185-E83A-4525-AEC7-DEC563FA95AB}"/>
                </a:ext>
              </a:extLst>
            </p:cNvPr>
            <p:cNvCxnSpPr>
              <a:cxnSpLocks/>
              <a:stCxn id="133" idx="0"/>
              <a:endCxn id="116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6">
              <a:extLst>
                <a:ext uri="{FF2B5EF4-FFF2-40B4-BE49-F238E27FC236}">
                  <a16:creationId xmlns:a16="http://schemas.microsoft.com/office/drawing/2014/main" id="{005AF444-6633-42CD-AB38-444F5230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5677C82-F92C-43F7-BF27-31606751DBCC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27D166-3C1A-4CFF-A579-92F0DC349C30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52C894-0788-4251-86D0-39EEC5CFC71D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A6046DA-41D7-4E11-9EB1-121FDBBB77DC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F2311EC-9CDA-434E-BE8F-CDB741F36F6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1219A26-182D-4FE5-91C5-1C131C76234F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6D35D667-76ED-4AF5-BBBE-B6CE16096A21}"/>
                  </a:ext>
                </a:extLst>
              </p:cNvPr>
              <p:cNvCxnSpPr>
                <a:cxnSpLocks/>
                <a:stCxn id="152" idx="0"/>
                <a:endCxn id="117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06F6EFC-7CA6-41D3-B43E-A8ACC28C0E20}"/>
                  </a:ext>
                </a:extLst>
              </p:cNvPr>
              <p:cNvCxnSpPr>
                <a:cxnSpLocks/>
                <a:stCxn id="153" idx="0"/>
                <a:endCxn id="117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ED3B86-DD94-4050-BBC2-02A8BAB2A44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D1BCADF-D4D8-4100-A7CB-E592D23438B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27BB8B7-3E89-41FE-965C-93F4F944CA0B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49E501-2879-43A2-B0EC-46FA180C0765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41D3BD-A4C4-44E8-8301-D7BD31E9BB58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FA53948-229A-42DB-A45B-C198DFD2AD8A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336AAF9-FAC5-41CB-A3FD-5D03713CDE0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DC1929-AD34-4E99-8341-87D8750898CC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2B6A857-FE06-4F3B-A85E-2F6C14005AFC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B939F66-F108-4C85-8C33-8CBA3B4ED594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33" name="Oval 16">
              <a:extLst>
                <a:ext uri="{FF2B5EF4-FFF2-40B4-BE49-F238E27FC236}">
                  <a16:creationId xmlns:a16="http://schemas.microsoft.com/office/drawing/2014/main" id="{1735980D-D88F-4D5A-919D-BFB9349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B4DA849-0DAE-4E46-A9E6-C954448343B7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AB4FEB-CCCF-436E-A423-2DBF32A26BA1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8309E69-5612-4D8E-8F87-80E613840EE1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5A08EE-BE9A-495C-9414-4B11916E021C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024A36D-0817-4B69-91A5-166FC73EE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49993AA-9FC3-463C-8798-29119C18C16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D715649-16AA-4D5D-9C78-D605E0CFB2A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776309C-DCF2-4EDB-9847-BA0B5F573DBA}"/>
                  </a:ext>
                </a:extLst>
              </p:cNvPr>
              <p:cNvCxnSpPr>
                <a:cxnSpLocks/>
                <a:stCxn id="145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40F7FB8-8086-4646-80DD-6A2D16F358BD}"/>
                  </a:ext>
                </a:extLst>
              </p:cNvPr>
              <p:cNvCxnSpPr>
                <a:cxnSpLocks/>
                <a:stCxn id="146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09FBD50-E436-4591-88B9-1E25C8CD0CB9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291B24C-57F2-45E6-9A83-515859F4835B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2336036-A48F-4A69-A749-B135A5BCA0F1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0D99DA-FE2E-4A38-8700-46F957F44A82}"/>
                  </a:ext>
                </a:extLst>
              </p:cNvPr>
              <p:cNvCxnSpPr>
                <a:cxnSpLocks/>
                <a:stCxn id="14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83255A7-F537-4AAD-859E-05EC89D4CB0B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80CC7DB-8FCE-486E-827A-E48F4CA9609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14ABB-B9AA-4FD3-B89B-9B8E1FB9713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50F524-4947-499B-8A31-090A27AAD076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60" name="Oval 16">
            <a:extLst>
              <a:ext uri="{FF2B5EF4-FFF2-40B4-BE49-F238E27FC236}">
                <a16:creationId xmlns:a16="http://schemas.microsoft.com/office/drawing/2014/main" id="{A55AFE6E-C552-4B96-8827-189F0214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854C33F-119D-47A7-A494-19F8ABAEE950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E64A8C9-3EFE-4262-A662-52E90180F793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6D3634-19A4-4EAE-A293-D128CCFE2738}"/>
                </a:ext>
              </a:extLst>
            </p:cNvPr>
            <p:cNvCxnSpPr>
              <a:cxnSpLocks/>
              <a:stCxn id="16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E83166E-CA44-4611-8AFC-8B230F7880CA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797C599-142C-408C-A926-46C0F33896F1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1CBDD82-529E-4D5D-A8D0-50CD661D47E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FBF872D-0247-4A85-B462-7CEA971CC862}"/>
              </a:ext>
            </a:extLst>
          </p:cNvPr>
          <p:cNvSpPr txBox="1"/>
          <p:nvPr/>
        </p:nvSpPr>
        <p:spPr>
          <a:xfrm>
            <a:off x="7268981" y="3440502"/>
            <a:ext cx="3032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5F01FDE-A05C-44F2-A774-3C6D7A33CBC2}"/>
              </a:ext>
            </a:extLst>
          </p:cNvPr>
          <p:cNvSpPr/>
          <p:nvPr/>
        </p:nvSpPr>
        <p:spPr>
          <a:xfrm>
            <a:off x="9539588" y="272901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202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96/154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5674899" y="1886847"/>
            <a:ext cx="866456" cy="307777"/>
          </a:xfrm>
          <a:prstGeom prst="rect">
            <a:avLst/>
          </a:prstGeom>
          <a:solidFill>
            <a:srgbClr val="00B0F0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Uncle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4467921" y="2194624"/>
            <a:ext cx="1640206" cy="47396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6108127" y="2194624"/>
            <a:ext cx="1626195" cy="464984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4179380" y="2668593"/>
            <a:ext cx="57708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7363772" y="2659608"/>
            <a:ext cx="741100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 flipH="1">
            <a:off x="4464416" y="2976370"/>
            <a:ext cx="3505" cy="5162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224282" y="3492657"/>
            <a:ext cx="24802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Invert the colors of P,G,U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Start over with 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6098789" y="3723490"/>
            <a:ext cx="1648876" cy="571744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7747665" y="3723490"/>
            <a:ext cx="2066578" cy="57504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5625101" y="4295234"/>
            <a:ext cx="947375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Triangle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9455786" y="4298538"/>
            <a:ext cx="716913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Line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7734322" y="2967385"/>
            <a:ext cx="13343" cy="448328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7377115" y="3415713"/>
            <a:ext cx="7411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X-P-G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814243" y="4606315"/>
            <a:ext cx="511" cy="34672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558735" y="4953044"/>
            <a:ext cx="251203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Change the colors of P, G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Perform a rotation at G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6098354" y="4603011"/>
            <a:ext cx="435" cy="397317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5020300" y="5000328"/>
            <a:ext cx="2156108" cy="523220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Perform a rotation at P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X=P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7417A6E-F7D2-45AD-B15C-6A2EC495330A}"/>
              </a:ext>
            </a:extLst>
          </p:cNvPr>
          <p:cNvCxnSpPr>
            <a:cxnSpLocks/>
            <a:stCxn id="155" idx="1"/>
            <a:endCxn id="149" idx="1"/>
          </p:cNvCxnSpPr>
          <p:nvPr/>
        </p:nvCxnSpPr>
        <p:spPr>
          <a:xfrm rot="10800000" flipH="1">
            <a:off x="3224281" y="2040737"/>
            <a:ext cx="2450617" cy="1713531"/>
          </a:xfrm>
          <a:prstGeom prst="bentConnector3">
            <a:avLst>
              <a:gd name="adj1" fmla="val -932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14E089-5B60-482A-8398-4F389A0AA0AB}"/>
              </a:ext>
            </a:extLst>
          </p:cNvPr>
          <p:cNvCxnSpPr>
            <a:cxnSpLocks/>
            <a:stCxn id="173" idx="3"/>
            <a:endCxn id="160" idx="1"/>
          </p:cNvCxnSpPr>
          <p:nvPr/>
        </p:nvCxnSpPr>
        <p:spPr>
          <a:xfrm flipV="1">
            <a:off x="7176408" y="4452427"/>
            <a:ext cx="2279378" cy="809511"/>
          </a:xfrm>
          <a:prstGeom prst="bentConnector3">
            <a:avLst>
              <a:gd name="adj1" fmla="val 50000"/>
            </a:avLst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0F6BF5A8-899D-41E0-AF08-F3A79A223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72" y="4449122"/>
            <a:ext cx="3485753" cy="19591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4690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97/154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EEB0B-2BD1-4257-AD8A-692B05180023}"/>
              </a:ext>
            </a:extLst>
          </p:cNvPr>
          <p:cNvSpPr txBox="1"/>
          <p:nvPr/>
        </p:nvSpPr>
        <p:spPr>
          <a:xfrm>
            <a:off x="7268981" y="3440502"/>
            <a:ext cx="30328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A7497-B0F2-4AEE-9B0D-69A9B9EB354A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69CB07-06F1-45E6-9AB0-80242057FA16}"/>
              </a:ext>
            </a:extLst>
          </p:cNvPr>
          <p:cNvGrpSpPr/>
          <p:nvPr/>
        </p:nvGrpSpPr>
        <p:grpSpPr>
          <a:xfrm>
            <a:off x="4759396" y="1833112"/>
            <a:ext cx="6249062" cy="4168731"/>
            <a:chOff x="4759396" y="1518608"/>
            <a:chExt cx="6249062" cy="4168731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E3FA7A5-04D0-4954-AAA1-24EF1C697790}"/>
                </a:ext>
              </a:extLst>
            </p:cNvPr>
            <p:cNvCxnSpPr>
              <a:cxnSpLocks/>
              <a:stCxn id="108" idx="1"/>
              <a:endCxn id="105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548F536-7B88-4075-9625-F4A7DDA189F4}"/>
                </a:ext>
              </a:extLst>
            </p:cNvPr>
            <p:cNvCxnSpPr>
              <a:cxnSpLocks/>
              <a:stCxn id="115" idx="7"/>
              <a:endCxn id="105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Oval 16">
              <a:extLst>
                <a:ext uri="{FF2B5EF4-FFF2-40B4-BE49-F238E27FC236}">
                  <a16:creationId xmlns:a16="http://schemas.microsoft.com/office/drawing/2014/main" id="{082852EA-7DC9-4895-9563-0A926E59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4409D0B-5471-4BAE-BF09-F543DBA7051C}"/>
                </a:ext>
              </a:extLst>
            </p:cNvPr>
            <p:cNvCxnSpPr>
              <a:cxnSpLocks/>
              <a:stCxn id="122" idx="0"/>
              <a:endCxn id="108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C75F743-0EE0-4E17-AE4A-7614A6718316}"/>
                </a:ext>
              </a:extLst>
            </p:cNvPr>
            <p:cNvCxnSpPr>
              <a:cxnSpLocks/>
              <a:stCxn id="109" idx="0"/>
              <a:endCxn id="108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6">
              <a:extLst>
                <a:ext uri="{FF2B5EF4-FFF2-40B4-BE49-F238E27FC236}">
                  <a16:creationId xmlns:a16="http://schemas.microsoft.com/office/drawing/2014/main" id="{9DDA1E8F-5DCA-4F23-B5BF-8E887CF61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9" name="Oval 16">
              <a:extLst>
                <a:ext uri="{FF2B5EF4-FFF2-40B4-BE49-F238E27FC236}">
                  <a16:creationId xmlns:a16="http://schemas.microsoft.com/office/drawing/2014/main" id="{D3EF4644-5C36-44A8-8916-1FE368DE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4400C51-F1BC-4F6B-A2A1-CBD3E45E0EB4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1D52A3B-CFA8-46C7-8B51-7B9915B61687}"/>
                </a:ext>
              </a:extLst>
            </p:cNvPr>
            <p:cNvCxnSpPr>
              <a:cxnSpLocks/>
              <a:stCxn id="132" idx="0"/>
              <a:endCxn id="116" idx="5"/>
            </p:cNvCxnSpPr>
            <p:nvPr/>
          </p:nvCxnSpPr>
          <p:spPr>
            <a:xfrm flipH="1" flipV="1">
              <a:off x="7311719" y="3769876"/>
              <a:ext cx="393204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571E621-DB77-4700-AA8F-330EE6AF7E28}"/>
                </a:ext>
              </a:extLst>
            </p:cNvPr>
            <p:cNvCxnSpPr>
              <a:cxnSpLocks/>
              <a:stCxn id="131" idx="0"/>
              <a:endCxn id="115" idx="5"/>
            </p:cNvCxnSpPr>
            <p:nvPr/>
          </p:nvCxnSpPr>
          <p:spPr>
            <a:xfrm flipH="1" flipV="1">
              <a:off x="6371543" y="2830744"/>
              <a:ext cx="804158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781BDE7-ACE5-4E08-9FF5-21780213D56C}"/>
                </a:ext>
              </a:extLst>
            </p:cNvPr>
            <p:cNvCxnSpPr>
              <a:cxnSpLocks/>
              <a:stCxn id="120" idx="0"/>
              <a:endCxn id="115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6">
              <a:extLst>
                <a:ext uri="{FF2B5EF4-FFF2-40B4-BE49-F238E27FC236}">
                  <a16:creationId xmlns:a16="http://schemas.microsoft.com/office/drawing/2014/main" id="{C33E6FF4-05D4-472B-B0AE-AC40E25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6" name="Oval 16">
              <a:extLst>
                <a:ext uri="{FF2B5EF4-FFF2-40B4-BE49-F238E27FC236}">
                  <a16:creationId xmlns:a16="http://schemas.microsoft.com/office/drawing/2014/main" id="{3696F64D-2C8B-4216-BE99-41DDC9F5E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1B2680D-9116-47C9-BBEB-AFFE5A55B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F8009A-C42F-4A16-B19F-55B1435B6005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0" name="Oval 16">
              <a:extLst>
                <a:ext uri="{FF2B5EF4-FFF2-40B4-BE49-F238E27FC236}">
                  <a16:creationId xmlns:a16="http://schemas.microsoft.com/office/drawing/2014/main" id="{580B9305-A7BE-4441-927F-6100BF3E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F2C1185-E83A-4525-AEC7-DEC563FA95AB}"/>
                </a:ext>
              </a:extLst>
            </p:cNvPr>
            <p:cNvCxnSpPr>
              <a:cxnSpLocks/>
              <a:stCxn id="133" idx="0"/>
              <a:endCxn id="116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6">
              <a:extLst>
                <a:ext uri="{FF2B5EF4-FFF2-40B4-BE49-F238E27FC236}">
                  <a16:creationId xmlns:a16="http://schemas.microsoft.com/office/drawing/2014/main" id="{005AF444-6633-42CD-AB38-444F5230A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5677C82-F92C-43F7-BF27-31606751DBCC}"/>
                </a:ext>
              </a:extLst>
            </p:cNvPr>
            <p:cNvGrpSpPr/>
            <p:nvPr/>
          </p:nvGrpSpPr>
          <p:grpSpPr>
            <a:xfrm>
              <a:off x="4759396" y="3696180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27D166-3C1A-4CFF-A579-92F0DC349C30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FA52C894-0788-4251-86D0-39EEC5CFC71D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A6046DA-41D7-4E11-9EB1-121FDBBB77DC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F2311EC-9CDA-434E-BE8F-CDB741F36F63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01219A26-182D-4FE5-91C5-1C131C76234F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6D35D667-76ED-4AF5-BBBE-B6CE16096A21}"/>
                  </a:ext>
                </a:extLst>
              </p:cNvPr>
              <p:cNvCxnSpPr>
                <a:cxnSpLocks/>
                <a:stCxn id="152" idx="0"/>
                <a:endCxn id="117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06F6EFC-7CA6-41D3-B43E-A8ACC28C0E20}"/>
                  </a:ext>
                </a:extLst>
              </p:cNvPr>
              <p:cNvCxnSpPr>
                <a:cxnSpLocks/>
                <a:stCxn id="153" idx="0"/>
                <a:endCxn id="117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FED3B86-DD94-4050-BBC2-02A8BAB2A44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D1BCADF-D4D8-4100-A7CB-E592D23438B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27BB8B7-3E89-41FE-965C-93F4F944CA0B}"/>
                </a:ext>
              </a:extLst>
            </p:cNvPr>
            <p:cNvSpPr txBox="1"/>
            <p:nvPr/>
          </p:nvSpPr>
          <p:spPr>
            <a:xfrm>
              <a:off x="7858576" y="155170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649E501-2879-43A2-B0EC-46FA180C0765}"/>
                </a:ext>
              </a:extLst>
            </p:cNvPr>
            <p:cNvSpPr txBox="1"/>
            <p:nvPr/>
          </p:nvSpPr>
          <p:spPr>
            <a:xfrm>
              <a:off x="9558403" y="2450242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741D3BD-A4C4-44E8-8301-D7BD31E9BB58}"/>
                </a:ext>
              </a:extLst>
            </p:cNvPr>
            <p:cNvSpPr txBox="1"/>
            <p:nvPr/>
          </p:nvSpPr>
          <p:spPr>
            <a:xfrm>
              <a:off x="10421529" y="335700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FA53948-229A-42DB-A45B-C198DFD2AD8A}"/>
                </a:ext>
              </a:extLst>
            </p:cNvPr>
            <p:cNvSpPr txBox="1"/>
            <p:nvPr/>
          </p:nvSpPr>
          <p:spPr>
            <a:xfrm>
              <a:off x="8734732" y="33575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336AAF9-FAC5-41CB-A3FD-5D03713CDE0E}"/>
                </a:ext>
              </a:extLst>
            </p:cNvPr>
            <p:cNvSpPr txBox="1"/>
            <p:nvPr/>
          </p:nvSpPr>
          <p:spPr>
            <a:xfrm>
              <a:off x="5999794" y="249209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66DC1929-AD34-4E99-8341-87D8750898CC}"/>
                </a:ext>
              </a:extLst>
            </p:cNvPr>
            <p:cNvSpPr txBox="1"/>
            <p:nvPr/>
          </p:nvSpPr>
          <p:spPr>
            <a:xfrm>
              <a:off x="4974253" y="33672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2B6A857-FE06-4F3B-A85E-2F6C14005AFC}"/>
                </a:ext>
              </a:extLst>
            </p:cNvPr>
            <p:cNvSpPr txBox="1"/>
            <p:nvPr/>
          </p:nvSpPr>
          <p:spPr>
            <a:xfrm>
              <a:off x="6945510" y="344559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21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B939F66-F108-4C85-8C33-8CBA3B4ED594}"/>
                </a:ext>
              </a:extLst>
            </p:cNvPr>
            <p:cNvSpPr txBox="1"/>
            <p:nvPr/>
          </p:nvSpPr>
          <p:spPr>
            <a:xfrm>
              <a:off x="7474732" y="43411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sp>
          <p:nvSpPr>
            <p:cNvPr id="133" name="Oval 16">
              <a:extLst>
                <a:ext uri="{FF2B5EF4-FFF2-40B4-BE49-F238E27FC236}">
                  <a16:creationId xmlns:a16="http://schemas.microsoft.com/office/drawing/2014/main" id="{1735980D-D88F-4D5A-919D-BFB93492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B4DA849-0DAE-4E46-A9E6-C954448343B7}"/>
                </a:ext>
              </a:extLst>
            </p:cNvPr>
            <p:cNvSpPr txBox="1"/>
            <p:nvPr/>
          </p:nvSpPr>
          <p:spPr>
            <a:xfrm>
              <a:off x="6466367" y="4360529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FAB4FEB-CCCF-436E-A423-2DBF32A26BA1}"/>
                </a:ext>
              </a:extLst>
            </p:cNvPr>
            <p:cNvSpPr txBox="1"/>
            <p:nvPr/>
          </p:nvSpPr>
          <p:spPr>
            <a:xfrm>
              <a:off x="6895208" y="5318007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8309E69-5612-4D8E-8F87-80E613840EE1}"/>
                </a:ext>
              </a:extLst>
            </p:cNvPr>
            <p:cNvGrpSpPr/>
            <p:nvPr/>
          </p:nvGrpSpPr>
          <p:grpSpPr>
            <a:xfrm>
              <a:off x="6234948" y="4727308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945A08EE-BE9A-495C-9414-4B11916E021C}"/>
                  </a:ext>
                </a:extLst>
              </p:cNvPr>
              <p:cNvCxnSpPr>
                <a:cxnSpLocks/>
                <a:stCxn id="149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E024A36D-0817-4B69-91A5-166FC73EE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49993AA-9FC3-463C-8798-29119C18C16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D715649-16AA-4D5D-9C78-D605E0CFB2A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776309C-DCF2-4EDB-9847-BA0B5F573DBA}"/>
                  </a:ext>
                </a:extLst>
              </p:cNvPr>
              <p:cNvCxnSpPr>
                <a:cxnSpLocks/>
                <a:stCxn id="145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40F7FB8-8086-4646-80DD-6A2D16F358BD}"/>
                  </a:ext>
                </a:extLst>
              </p:cNvPr>
              <p:cNvCxnSpPr>
                <a:cxnSpLocks/>
                <a:stCxn id="146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09FBD50-E436-4591-88B9-1E25C8CD0CB9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1291B24C-57F2-45E6-9A83-515859F4835B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2336036-A48F-4A69-A749-B135A5BCA0F1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D0D99DA-FE2E-4A38-8700-46F957F44A82}"/>
                  </a:ext>
                </a:extLst>
              </p:cNvPr>
              <p:cNvCxnSpPr>
                <a:cxnSpLocks/>
                <a:stCxn id="14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83255A7-F537-4AAD-859E-05EC89D4CB0B}"/>
                  </a:ext>
                </a:extLst>
              </p:cNvPr>
              <p:cNvCxnSpPr>
                <a:cxnSpLocks/>
                <a:stCxn id="14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E80CC7DB-8FCE-486E-827A-E48F4CA96097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E14ABB-B9AA-4FD3-B89B-9B8E1FB9713E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50F524-4947-499B-8A31-090A27AAD076}"/>
              </a:ext>
            </a:extLst>
          </p:cNvPr>
          <p:cNvSpPr txBox="1"/>
          <p:nvPr/>
        </p:nvSpPr>
        <p:spPr>
          <a:xfrm>
            <a:off x="6925026" y="565593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sp>
        <p:nvSpPr>
          <p:cNvPr id="160" name="Oval 16">
            <a:extLst>
              <a:ext uri="{FF2B5EF4-FFF2-40B4-BE49-F238E27FC236}">
                <a16:creationId xmlns:a16="http://schemas.microsoft.com/office/drawing/2014/main" id="{A55AFE6E-C552-4B96-8827-189F0214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010" y="5537815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854C33F-119D-47A7-A494-19F8ABAEE950}"/>
              </a:ext>
            </a:extLst>
          </p:cNvPr>
          <p:cNvSpPr txBox="1"/>
          <p:nvPr/>
        </p:nvSpPr>
        <p:spPr>
          <a:xfrm>
            <a:off x="6740983" y="557091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E64A8C9-3EFE-4262-A662-52E90180F793}"/>
              </a:ext>
            </a:extLst>
          </p:cNvPr>
          <p:cNvGrpSpPr/>
          <p:nvPr/>
        </p:nvGrpSpPr>
        <p:grpSpPr>
          <a:xfrm>
            <a:off x="6488632" y="592245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A6D3634-19A4-4EAE-A293-D128CCFE2738}"/>
                </a:ext>
              </a:extLst>
            </p:cNvPr>
            <p:cNvCxnSpPr>
              <a:cxnSpLocks/>
              <a:stCxn id="16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E83166E-CA44-4611-8AFC-8B230F7880CA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797C599-142C-408C-A926-46C0F33896F1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1CBDD82-529E-4D5D-A8D0-50CD661D47E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9" name="Oval 88">
            <a:extLst>
              <a:ext uri="{FF2B5EF4-FFF2-40B4-BE49-F238E27FC236}">
                <a16:creationId xmlns:a16="http://schemas.microsoft.com/office/drawing/2014/main" id="{58F1D48C-FC88-444E-87BD-8609CEAC9341}"/>
              </a:ext>
            </a:extLst>
          </p:cNvPr>
          <p:cNvSpPr/>
          <p:nvPr/>
        </p:nvSpPr>
        <p:spPr>
          <a:xfrm>
            <a:off x="9539588" y="272901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A088E-2EB1-4745-9D00-5BF342A2D485}"/>
              </a:ext>
            </a:extLst>
          </p:cNvPr>
          <p:cNvSpPr txBox="1"/>
          <p:nvPr/>
        </p:nvSpPr>
        <p:spPr>
          <a:xfrm>
            <a:off x="1020308" y="4074466"/>
            <a:ext cx="258949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Triangle: Transform to line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DF1728A-AD52-438B-806C-814ACB37C1AE}"/>
              </a:ext>
            </a:extLst>
          </p:cNvPr>
          <p:cNvSpPr/>
          <p:nvPr/>
        </p:nvSpPr>
        <p:spPr>
          <a:xfrm>
            <a:off x="6004918" y="2781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AA0ADCCC-F53E-4A3B-9B30-0C94AB591D67}"/>
              </a:ext>
            </a:extLst>
          </p:cNvPr>
          <p:cNvSpPr/>
          <p:nvPr/>
        </p:nvSpPr>
        <p:spPr>
          <a:xfrm>
            <a:off x="7836778" y="1813275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61F8E6F-6B9C-4039-B43D-DA7DCF1C2D73}"/>
              </a:ext>
            </a:extLst>
          </p:cNvPr>
          <p:cNvSpPr txBox="1"/>
          <p:nvPr/>
        </p:nvSpPr>
        <p:spPr>
          <a:xfrm>
            <a:off x="1020308" y="5024996"/>
            <a:ext cx="269900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Left rotation at parent of x</a:t>
            </a:r>
            <a:br>
              <a:rPr lang="en-US" dirty="0"/>
            </a:br>
            <a:r>
              <a:rPr lang="en-US" dirty="0"/>
              <a:t>Start over with p</a:t>
            </a: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AFF0AE4C-52A8-4E6F-85F4-1BE3F2026305}"/>
              </a:ext>
            </a:extLst>
          </p:cNvPr>
          <p:cNvSpPr/>
          <p:nvPr/>
        </p:nvSpPr>
        <p:spPr>
          <a:xfrm>
            <a:off x="6518618" y="2376404"/>
            <a:ext cx="1407459" cy="1317811"/>
          </a:xfrm>
          <a:custGeom>
            <a:avLst/>
            <a:gdLst>
              <a:gd name="connsiteX0" fmla="*/ 1407459 w 1407459"/>
              <a:gd name="connsiteY0" fmla="*/ 0 h 1317811"/>
              <a:gd name="connsiteX1" fmla="*/ 0 w 1407459"/>
              <a:gd name="connsiteY1" fmla="*/ 663388 h 1317811"/>
              <a:gd name="connsiteX2" fmla="*/ 717177 w 1407459"/>
              <a:gd name="connsiteY2" fmla="*/ 1264023 h 1317811"/>
              <a:gd name="connsiteX3" fmla="*/ 744071 w 1407459"/>
              <a:gd name="connsiteY3" fmla="*/ 1317811 h 131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459" h="1317811">
                <a:moveTo>
                  <a:pt x="1407459" y="0"/>
                </a:moveTo>
                <a:lnTo>
                  <a:pt x="0" y="663388"/>
                </a:lnTo>
                <a:lnTo>
                  <a:pt x="717177" y="1264023"/>
                </a:lnTo>
                <a:lnTo>
                  <a:pt x="744071" y="1317811"/>
                </a:lnTo>
              </a:path>
            </a:pathLst>
          </a:cu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791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169" grpId="0" animBg="1"/>
      <p:bldP spid="170" grpId="0" animBg="1"/>
      <p:bldP spid="171" grpId="0" animBg="1"/>
      <p:bldP spid="17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A7497-B0F2-4AEE-9B0D-69A9B9EB354A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E3FA7A5-04D0-4954-AAA1-24EF1C697790}"/>
              </a:ext>
            </a:extLst>
          </p:cNvPr>
          <p:cNvCxnSpPr>
            <a:cxnSpLocks/>
            <a:stCxn id="108" idx="1"/>
            <a:endCxn id="105" idx="5"/>
          </p:cNvCxnSpPr>
          <p:nvPr/>
        </p:nvCxnSpPr>
        <p:spPr>
          <a:xfrm flipH="1" flipV="1">
            <a:off x="8213651" y="2204861"/>
            <a:ext cx="1381021" cy="5811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548F536-7B88-4075-9625-F4A7DDA189F4}"/>
              </a:ext>
            </a:extLst>
          </p:cNvPr>
          <p:cNvCxnSpPr>
            <a:cxnSpLocks/>
            <a:stCxn id="115" idx="7"/>
            <a:endCxn id="105" idx="3"/>
          </p:cNvCxnSpPr>
          <p:nvPr/>
        </p:nvCxnSpPr>
        <p:spPr>
          <a:xfrm flipV="1">
            <a:off x="6371543" y="2204861"/>
            <a:ext cx="1534141" cy="6324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6">
            <a:extLst>
              <a:ext uri="{FF2B5EF4-FFF2-40B4-BE49-F238E27FC236}">
                <a16:creationId xmlns:a16="http://schemas.microsoft.com/office/drawing/2014/main" id="{082852EA-7DC9-4895-9563-0A926E59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02" y="1833112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4409D0B-5471-4BAE-BF09-F543DBA7051C}"/>
              </a:ext>
            </a:extLst>
          </p:cNvPr>
          <p:cNvCxnSpPr>
            <a:cxnSpLocks/>
            <a:stCxn id="122" idx="0"/>
            <a:endCxn id="108" idx="5"/>
          </p:cNvCxnSpPr>
          <p:nvPr/>
        </p:nvCxnSpPr>
        <p:spPr>
          <a:xfrm flipH="1" flipV="1">
            <a:off x="9902639" y="3093947"/>
            <a:ext cx="728243" cy="523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C75F743-0EE0-4E17-AE4A-7614A6718316}"/>
              </a:ext>
            </a:extLst>
          </p:cNvPr>
          <p:cNvCxnSpPr>
            <a:cxnSpLocks/>
            <a:stCxn id="109" idx="0"/>
            <a:endCxn id="108" idx="3"/>
          </p:cNvCxnSpPr>
          <p:nvPr/>
        </p:nvCxnSpPr>
        <p:spPr>
          <a:xfrm flipV="1">
            <a:off x="8927876" y="3093947"/>
            <a:ext cx="666796" cy="5215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6">
            <a:extLst>
              <a:ext uri="{FF2B5EF4-FFF2-40B4-BE49-F238E27FC236}">
                <a16:creationId xmlns:a16="http://schemas.microsoft.com/office/drawing/2014/main" id="{9DDA1E8F-5DCA-4F23-B5BF-8E887CF6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890" y="272219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Oval 16">
            <a:extLst>
              <a:ext uri="{FF2B5EF4-FFF2-40B4-BE49-F238E27FC236}">
                <a16:creationId xmlns:a16="http://schemas.microsoft.com/office/drawing/2014/main" id="{D3EF4644-5C36-44A8-8916-1FE368DE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10" y="361552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400C51-F1BC-4F6B-A2A1-CBD3E45E0EB4}"/>
              </a:ext>
            </a:extLst>
          </p:cNvPr>
          <p:cNvSpPr/>
          <p:nvPr/>
        </p:nvSpPr>
        <p:spPr>
          <a:xfrm>
            <a:off x="8472376" y="451766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1E621-DB77-4700-AA8F-330EE6AF7E28}"/>
              </a:ext>
            </a:extLst>
          </p:cNvPr>
          <p:cNvCxnSpPr>
            <a:cxnSpLocks/>
            <a:endCxn id="115" idx="5"/>
          </p:cNvCxnSpPr>
          <p:nvPr/>
        </p:nvCxnSpPr>
        <p:spPr>
          <a:xfrm flipH="1" flipV="1">
            <a:off x="6371543" y="3145248"/>
            <a:ext cx="804158" cy="614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81BDE7-ACE5-4E08-9FF5-21780213D56C}"/>
              </a:ext>
            </a:extLst>
          </p:cNvPr>
          <p:cNvCxnSpPr>
            <a:cxnSpLocks/>
            <a:endCxn id="115" idx="3"/>
          </p:cNvCxnSpPr>
          <p:nvPr/>
        </p:nvCxnSpPr>
        <p:spPr>
          <a:xfrm flipV="1">
            <a:off x="5175657" y="3145248"/>
            <a:ext cx="887919" cy="493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C33E6FF4-05D4-472B-B0AE-AC40E25A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794" y="2773499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34194B3-74DE-4713-BD55-9E1ACE2320FE}"/>
              </a:ext>
            </a:extLst>
          </p:cNvPr>
          <p:cNvSpPr/>
          <p:nvPr/>
        </p:nvSpPr>
        <p:spPr>
          <a:xfrm>
            <a:off x="5742558" y="367660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005AF444-6633-42CD-AB38-444F5230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3116" y="361788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7BB8B7-3E89-41FE-965C-93F4F944CA0B}"/>
              </a:ext>
            </a:extLst>
          </p:cNvPr>
          <p:cNvSpPr txBox="1"/>
          <p:nvPr/>
        </p:nvSpPr>
        <p:spPr>
          <a:xfrm>
            <a:off x="7858576" y="18662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49E501-2879-43A2-B0EC-46FA180C0765}"/>
              </a:ext>
            </a:extLst>
          </p:cNvPr>
          <p:cNvSpPr txBox="1"/>
          <p:nvPr/>
        </p:nvSpPr>
        <p:spPr>
          <a:xfrm>
            <a:off x="9558403" y="276474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41D3BD-A4C4-44E8-8301-D7BD31E9BB58}"/>
              </a:ext>
            </a:extLst>
          </p:cNvPr>
          <p:cNvSpPr txBox="1"/>
          <p:nvPr/>
        </p:nvSpPr>
        <p:spPr>
          <a:xfrm>
            <a:off x="10421529" y="36715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FA53948-229A-42DB-A45B-C198DFD2AD8A}"/>
              </a:ext>
            </a:extLst>
          </p:cNvPr>
          <p:cNvSpPr txBox="1"/>
          <p:nvPr/>
        </p:nvSpPr>
        <p:spPr>
          <a:xfrm>
            <a:off x="8734732" y="367203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36AAF9-FAC5-41CB-A3FD-5D03713CDE0E}"/>
              </a:ext>
            </a:extLst>
          </p:cNvPr>
          <p:cNvSpPr txBox="1"/>
          <p:nvPr/>
        </p:nvSpPr>
        <p:spPr>
          <a:xfrm>
            <a:off x="5999794" y="28065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D715649-16AA-4D5D-9C78-D605E0CFB2A2}"/>
              </a:ext>
            </a:extLst>
          </p:cNvPr>
          <p:cNvGrpSpPr/>
          <p:nvPr/>
        </p:nvGrpSpPr>
        <p:grpSpPr>
          <a:xfrm>
            <a:off x="8470529" y="400379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776309C-DCF2-4EDB-9847-BA0B5F573DBA}"/>
                </a:ext>
              </a:extLst>
            </p:cNvPr>
            <p:cNvCxnSpPr>
              <a:cxnSpLocks/>
              <a:stCxn id="14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40F7FB8-8086-4646-80DD-6A2D16F358B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09FBD50-E436-4591-88B9-1E25C8CD0CB9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91B24C-57F2-45E6-9A83-515859F4835B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2336036-A48F-4A69-A749-B135A5BCA0F1}"/>
              </a:ext>
            </a:extLst>
          </p:cNvPr>
          <p:cNvGrpSpPr/>
          <p:nvPr/>
        </p:nvGrpSpPr>
        <p:grpSpPr>
          <a:xfrm>
            <a:off x="10174165" y="3972225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0D99DA-FE2E-4A38-8700-46F957F44A82}"/>
                </a:ext>
              </a:extLst>
            </p:cNvPr>
            <p:cNvCxnSpPr>
              <a:cxnSpLocks/>
              <a:stCxn id="14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83255A7-F537-4AAD-859E-05EC89D4CB0B}"/>
                </a:ext>
              </a:extLst>
            </p:cNvPr>
            <p:cNvCxnSpPr>
              <a:cxnSpLocks/>
              <a:stCxn id="14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0CC7DB-8FCE-486E-827A-E48F4CA9609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FE14ABB-B9AA-4FD3-B89B-9B8E1FB9713E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A088E-2EB1-4745-9D00-5BF342A2D485}"/>
              </a:ext>
            </a:extLst>
          </p:cNvPr>
          <p:cNvSpPr txBox="1"/>
          <p:nvPr/>
        </p:nvSpPr>
        <p:spPr>
          <a:xfrm>
            <a:off x="1020308" y="4074466"/>
            <a:ext cx="2589491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Triangle: Transform to line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61F8E6F-6B9C-4039-B43D-DA7DCF1C2D73}"/>
              </a:ext>
            </a:extLst>
          </p:cNvPr>
          <p:cNvSpPr txBox="1"/>
          <p:nvPr/>
        </p:nvSpPr>
        <p:spPr>
          <a:xfrm>
            <a:off x="1020308" y="5024996"/>
            <a:ext cx="2699009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Left rotation at parent of x</a:t>
            </a:r>
          </a:p>
          <a:p>
            <a:r>
              <a:rPr lang="en-US" dirty="0"/>
              <a:t>Start over with p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1FC8D0-48EA-4B0C-8127-5CE381CD6C53}"/>
              </a:ext>
            </a:extLst>
          </p:cNvPr>
          <p:cNvSpPr/>
          <p:nvPr/>
        </p:nvSpPr>
        <p:spPr>
          <a:xfrm>
            <a:off x="5402303" y="439155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D1CC99D2-8CF8-4809-BE54-27DD547A7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851" y="420144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50F9BA3-178A-4973-9145-9704FC187282}"/>
              </a:ext>
            </a:extLst>
          </p:cNvPr>
          <p:cNvCxnSpPr>
            <a:cxnSpLocks/>
            <a:stCxn id="85" idx="0"/>
            <a:endCxn id="110" idx="3"/>
          </p:cNvCxnSpPr>
          <p:nvPr/>
        </p:nvCxnSpPr>
        <p:spPr>
          <a:xfrm flipH="1" flipV="1">
            <a:off x="5597742" y="3593150"/>
            <a:ext cx="405563" cy="6587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BCE6D8-1BA3-4393-A938-E23131A58B9E}"/>
              </a:ext>
            </a:extLst>
          </p:cNvPr>
          <p:cNvGrpSpPr/>
          <p:nvPr/>
        </p:nvGrpSpPr>
        <p:grpSpPr>
          <a:xfrm>
            <a:off x="4412601" y="4582748"/>
            <a:ext cx="834293" cy="930833"/>
            <a:chOff x="7590826" y="4468199"/>
            <a:chExt cx="834293" cy="930833"/>
          </a:xfrm>
          <a:solidFill>
            <a:schemeClr val="bg1"/>
          </a:solidFill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3C59E4-9A85-42A7-AA89-BF5B8CDD435A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7756720" y="4498352"/>
              <a:ext cx="143432" cy="5484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5495724-C198-4582-B4C5-D5D09A65DC55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8177184" y="4468199"/>
              <a:ext cx="82041" cy="57864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EDD7A29-371D-4670-89FE-290B2644CD5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64335-1729-4FF2-91E7-251297770E0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5CFA59F-21DC-49E1-9C49-AD14882E383A}"/>
              </a:ext>
            </a:extLst>
          </p:cNvPr>
          <p:cNvSpPr txBox="1"/>
          <p:nvPr/>
        </p:nvSpPr>
        <p:spPr>
          <a:xfrm>
            <a:off x="4662331" y="423983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910F2D48-891B-4647-917E-CAE53266F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539" y="425187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6A9D4-19F7-4AC7-BC7F-CE5DF93D692D}"/>
              </a:ext>
            </a:extLst>
          </p:cNvPr>
          <p:cNvSpPr txBox="1"/>
          <p:nvPr/>
        </p:nvSpPr>
        <p:spPr>
          <a:xfrm>
            <a:off x="5794192" y="42849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597DC9-4427-414E-9A8E-646680EBE7D6}"/>
              </a:ext>
            </a:extLst>
          </p:cNvPr>
          <p:cNvSpPr txBox="1"/>
          <p:nvPr/>
        </p:nvSpPr>
        <p:spPr>
          <a:xfrm>
            <a:off x="6194189" y="524245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360517C-43AB-47DC-BAED-E78DF4FC7BDA}"/>
              </a:ext>
            </a:extLst>
          </p:cNvPr>
          <p:cNvGrpSpPr/>
          <p:nvPr/>
        </p:nvGrpSpPr>
        <p:grpSpPr>
          <a:xfrm>
            <a:off x="5533929" y="4651754"/>
            <a:ext cx="668399" cy="914767"/>
            <a:chOff x="7590826" y="4484265"/>
            <a:chExt cx="668399" cy="914767"/>
          </a:xfrm>
          <a:solidFill>
            <a:schemeClr val="bg1"/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BFC6F55-AED7-4802-9C3B-CC4FD20AC2A6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C92AE92-0F19-404F-8369-E2EFAB8E9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CFA09E7-40A8-4851-82B1-0AE9A3BEE14A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93" name="Oval 16">
            <a:extLst>
              <a:ext uri="{FF2B5EF4-FFF2-40B4-BE49-F238E27FC236}">
                <a16:creationId xmlns:a16="http://schemas.microsoft.com/office/drawing/2014/main" id="{74E21E8A-11E7-40AF-9D6A-5F49EA76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173" y="5124334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A820E9-CDF0-4648-B36C-25E915EB94E3}"/>
              </a:ext>
            </a:extLst>
          </p:cNvPr>
          <p:cNvSpPr txBox="1"/>
          <p:nvPr/>
        </p:nvSpPr>
        <p:spPr>
          <a:xfrm>
            <a:off x="6010146" y="5157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2A4F8A7-DEE2-4812-B5B7-7A889149CBB6}"/>
              </a:ext>
            </a:extLst>
          </p:cNvPr>
          <p:cNvGrpSpPr/>
          <p:nvPr/>
        </p:nvGrpSpPr>
        <p:grpSpPr>
          <a:xfrm>
            <a:off x="5757795" y="550897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84C9183-C48C-4C55-9383-5A8015F91C19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2EF13C6-C76B-4F6A-904F-934217FEA3D5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44CA14C-2CD3-46B6-BC0F-638E4C085E2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B731EFC-3BA0-454D-900F-7EF6A8017407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DBE1834-2CC0-4458-89A2-6EF8F7F743B9}"/>
              </a:ext>
            </a:extLst>
          </p:cNvPr>
          <p:cNvCxnSpPr>
            <a:cxnSpLocks/>
          </p:cNvCxnSpPr>
          <p:nvPr/>
        </p:nvCxnSpPr>
        <p:spPr>
          <a:xfrm flipV="1">
            <a:off x="4887498" y="3647287"/>
            <a:ext cx="351797" cy="638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6">
            <a:extLst>
              <a:ext uri="{FF2B5EF4-FFF2-40B4-BE49-F238E27FC236}">
                <a16:creationId xmlns:a16="http://schemas.microsoft.com/office/drawing/2014/main" id="{38215295-F64C-4E97-94F9-E85AEAFE3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687" y="33570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88042E-9776-413E-8BAF-8148F1FAB9E9}"/>
              </a:ext>
            </a:extLst>
          </p:cNvPr>
          <p:cNvSpPr txBox="1"/>
          <p:nvPr/>
        </p:nvSpPr>
        <p:spPr>
          <a:xfrm>
            <a:off x="5137360" y="34084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9607101-5F8A-411C-BCB0-4412297D515C}"/>
              </a:ext>
            </a:extLst>
          </p:cNvPr>
          <p:cNvSpPr txBox="1"/>
          <p:nvPr/>
        </p:nvSpPr>
        <p:spPr>
          <a:xfrm>
            <a:off x="4834285" y="3229065"/>
            <a:ext cx="31771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EF7B193-9628-4146-956B-48CE4040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593" y="371819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1169D08-DAF6-4564-A199-AD871BC4F455}"/>
              </a:ext>
            </a:extLst>
          </p:cNvPr>
          <p:cNvSpPr txBox="1"/>
          <p:nvPr/>
        </p:nvSpPr>
        <p:spPr>
          <a:xfrm>
            <a:off x="7014708" y="37510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31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0EDFF23-3FB0-4FDC-96D1-3DBF7FD1FA02}"/>
              </a:ext>
            </a:extLst>
          </p:cNvPr>
          <p:cNvGrpSpPr/>
          <p:nvPr/>
        </p:nvGrpSpPr>
        <p:grpSpPr>
          <a:xfrm>
            <a:off x="6794896" y="405624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F758819-ACAD-4173-8FCE-8C052CB5D812}"/>
                </a:ext>
              </a:extLst>
            </p:cNvPr>
            <p:cNvCxnSpPr>
              <a:cxnSpLocks/>
              <a:stCxn id="18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1C35E1A-3454-4BA5-83AC-38EA9677C720}"/>
                </a:ext>
              </a:extLst>
            </p:cNvPr>
            <p:cNvCxnSpPr>
              <a:cxnSpLocks/>
              <a:stCxn id="18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91A764D-11D4-467B-B104-58AC5A9D24F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83603D-E540-417D-8916-22371D4D18A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8C20B5-3D17-4847-ADA4-28B1162B4D86}"/>
              </a:ext>
            </a:extLst>
          </p:cNvPr>
          <p:cNvSpPr/>
          <p:nvPr/>
        </p:nvSpPr>
        <p:spPr>
          <a:xfrm>
            <a:off x="5086773" y="1991360"/>
            <a:ext cx="2682240" cy="1070187"/>
          </a:xfrm>
          <a:custGeom>
            <a:avLst/>
            <a:gdLst>
              <a:gd name="connsiteX0" fmla="*/ 2682240 w 2682240"/>
              <a:gd name="connsiteY0" fmla="*/ 0 h 1070187"/>
              <a:gd name="connsiteX1" fmla="*/ 1022774 w 2682240"/>
              <a:gd name="connsiteY1" fmla="*/ 636693 h 1070187"/>
              <a:gd name="connsiteX2" fmla="*/ 0 w 2682240"/>
              <a:gd name="connsiteY2" fmla="*/ 1070187 h 107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2240" h="1070187">
                <a:moveTo>
                  <a:pt x="2682240" y="0"/>
                </a:moveTo>
                <a:lnTo>
                  <a:pt x="1022774" y="636693"/>
                </a:lnTo>
                <a:lnTo>
                  <a:pt x="0" y="1070187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33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99/154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E3FA7A5-04D0-4954-AAA1-24EF1C697790}"/>
              </a:ext>
            </a:extLst>
          </p:cNvPr>
          <p:cNvCxnSpPr>
            <a:cxnSpLocks/>
            <a:stCxn id="108" idx="1"/>
            <a:endCxn id="105" idx="5"/>
          </p:cNvCxnSpPr>
          <p:nvPr/>
        </p:nvCxnSpPr>
        <p:spPr>
          <a:xfrm flipH="1" flipV="1">
            <a:off x="8213651" y="2204861"/>
            <a:ext cx="1381021" cy="5811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548F536-7B88-4075-9625-F4A7DDA189F4}"/>
              </a:ext>
            </a:extLst>
          </p:cNvPr>
          <p:cNvCxnSpPr>
            <a:cxnSpLocks/>
            <a:stCxn id="115" idx="7"/>
            <a:endCxn id="105" idx="3"/>
          </p:cNvCxnSpPr>
          <p:nvPr/>
        </p:nvCxnSpPr>
        <p:spPr>
          <a:xfrm flipV="1">
            <a:off x="6371543" y="2204861"/>
            <a:ext cx="1534141" cy="6324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6">
            <a:extLst>
              <a:ext uri="{FF2B5EF4-FFF2-40B4-BE49-F238E27FC236}">
                <a16:creationId xmlns:a16="http://schemas.microsoft.com/office/drawing/2014/main" id="{082852EA-7DC9-4895-9563-0A926E59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02" y="1833112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4409D0B-5471-4BAE-BF09-F543DBA7051C}"/>
              </a:ext>
            </a:extLst>
          </p:cNvPr>
          <p:cNvCxnSpPr>
            <a:cxnSpLocks/>
            <a:stCxn id="122" idx="0"/>
            <a:endCxn id="108" idx="5"/>
          </p:cNvCxnSpPr>
          <p:nvPr/>
        </p:nvCxnSpPr>
        <p:spPr>
          <a:xfrm flipH="1" flipV="1">
            <a:off x="9902639" y="3093947"/>
            <a:ext cx="728243" cy="523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C75F743-0EE0-4E17-AE4A-7614A6718316}"/>
              </a:ext>
            </a:extLst>
          </p:cNvPr>
          <p:cNvCxnSpPr>
            <a:cxnSpLocks/>
            <a:stCxn id="109" idx="0"/>
            <a:endCxn id="108" idx="3"/>
          </p:cNvCxnSpPr>
          <p:nvPr/>
        </p:nvCxnSpPr>
        <p:spPr>
          <a:xfrm flipV="1">
            <a:off x="8927876" y="3093947"/>
            <a:ext cx="666796" cy="5215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6">
            <a:extLst>
              <a:ext uri="{FF2B5EF4-FFF2-40B4-BE49-F238E27FC236}">
                <a16:creationId xmlns:a16="http://schemas.microsoft.com/office/drawing/2014/main" id="{9DDA1E8F-5DCA-4F23-B5BF-8E887CF6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890" y="272219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Oval 16">
            <a:extLst>
              <a:ext uri="{FF2B5EF4-FFF2-40B4-BE49-F238E27FC236}">
                <a16:creationId xmlns:a16="http://schemas.microsoft.com/office/drawing/2014/main" id="{D3EF4644-5C36-44A8-8916-1FE368DE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10" y="361552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400C51-F1BC-4F6B-A2A1-CBD3E45E0EB4}"/>
              </a:ext>
            </a:extLst>
          </p:cNvPr>
          <p:cNvSpPr/>
          <p:nvPr/>
        </p:nvSpPr>
        <p:spPr>
          <a:xfrm>
            <a:off x="8472376" y="451766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1E621-DB77-4700-AA8F-330EE6AF7E28}"/>
              </a:ext>
            </a:extLst>
          </p:cNvPr>
          <p:cNvCxnSpPr>
            <a:cxnSpLocks/>
            <a:endCxn id="115" idx="5"/>
          </p:cNvCxnSpPr>
          <p:nvPr/>
        </p:nvCxnSpPr>
        <p:spPr>
          <a:xfrm flipH="1" flipV="1">
            <a:off x="6371543" y="3145248"/>
            <a:ext cx="804158" cy="614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81BDE7-ACE5-4E08-9FF5-21780213D56C}"/>
              </a:ext>
            </a:extLst>
          </p:cNvPr>
          <p:cNvCxnSpPr>
            <a:cxnSpLocks/>
            <a:endCxn id="115" idx="3"/>
          </p:cNvCxnSpPr>
          <p:nvPr/>
        </p:nvCxnSpPr>
        <p:spPr>
          <a:xfrm flipV="1">
            <a:off x="5175657" y="3145248"/>
            <a:ext cx="887919" cy="493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C33E6FF4-05D4-472B-B0AE-AC40E25A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794" y="2773499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34194B3-74DE-4713-BD55-9E1ACE2320FE}"/>
              </a:ext>
            </a:extLst>
          </p:cNvPr>
          <p:cNvSpPr/>
          <p:nvPr/>
        </p:nvSpPr>
        <p:spPr>
          <a:xfrm>
            <a:off x="5742558" y="367660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005AF444-6633-42CD-AB38-444F5230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3116" y="361788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7BB8B7-3E89-41FE-965C-93F4F944CA0B}"/>
              </a:ext>
            </a:extLst>
          </p:cNvPr>
          <p:cNvSpPr txBox="1"/>
          <p:nvPr/>
        </p:nvSpPr>
        <p:spPr>
          <a:xfrm>
            <a:off x="7858576" y="18662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49E501-2879-43A2-B0EC-46FA180C0765}"/>
              </a:ext>
            </a:extLst>
          </p:cNvPr>
          <p:cNvSpPr txBox="1"/>
          <p:nvPr/>
        </p:nvSpPr>
        <p:spPr>
          <a:xfrm>
            <a:off x="9558403" y="276474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41D3BD-A4C4-44E8-8301-D7BD31E9BB58}"/>
              </a:ext>
            </a:extLst>
          </p:cNvPr>
          <p:cNvSpPr txBox="1"/>
          <p:nvPr/>
        </p:nvSpPr>
        <p:spPr>
          <a:xfrm>
            <a:off x="10421529" y="36715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FA53948-229A-42DB-A45B-C198DFD2AD8A}"/>
              </a:ext>
            </a:extLst>
          </p:cNvPr>
          <p:cNvSpPr txBox="1"/>
          <p:nvPr/>
        </p:nvSpPr>
        <p:spPr>
          <a:xfrm>
            <a:off x="8734732" y="367203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36AAF9-FAC5-41CB-A3FD-5D03713CDE0E}"/>
              </a:ext>
            </a:extLst>
          </p:cNvPr>
          <p:cNvSpPr txBox="1"/>
          <p:nvPr/>
        </p:nvSpPr>
        <p:spPr>
          <a:xfrm>
            <a:off x="5999794" y="28065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D715649-16AA-4D5D-9C78-D605E0CFB2A2}"/>
              </a:ext>
            </a:extLst>
          </p:cNvPr>
          <p:cNvGrpSpPr/>
          <p:nvPr/>
        </p:nvGrpSpPr>
        <p:grpSpPr>
          <a:xfrm>
            <a:off x="8470529" y="400379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776309C-DCF2-4EDB-9847-BA0B5F573DBA}"/>
                </a:ext>
              </a:extLst>
            </p:cNvPr>
            <p:cNvCxnSpPr>
              <a:cxnSpLocks/>
              <a:stCxn id="14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40F7FB8-8086-4646-80DD-6A2D16F358B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09FBD50-E436-4591-88B9-1E25C8CD0CB9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91B24C-57F2-45E6-9A83-515859F4835B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2336036-A48F-4A69-A749-B135A5BCA0F1}"/>
              </a:ext>
            </a:extLst>
          </p:cNvPr>
          <p:cNvGrpSpPr/>
          <p:nvPr/>
        </p:nvGrpSpPr>
        <p:grpSpPr>
          <a:xfrm>
            <a:off x="10174165" y="3972225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0D99DA-FE2E-4A38-8700-46F957F44A82}"/>
                </a:ext>
              </a:extLst>
            </p:cNvPr>
            <p:cNvCxnSpPr>
              <a:cxnSpLocks/>
              <a:stCxn id="14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83255A7-F537-4AAD-859E-05EC89D4CB0B}"/>
                </a:ext>
              </a:extLst>
            </p:cNvPr>
            <p:cNvCxnSpPr>
              <a:cxnSpLocks/>
              <a:stCxn id="14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0CC7DB-8FCE-486E-827A-E48F4CA9609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FE14ABB-B9AA-4FD3-B89B-9B8E1FB9713E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1FC8D0-48EA-4B0C-8127-5CE381CD6C53}"/>
              </a:ext>
            </a:extLst>
          </p:cNvPr>
          <p:cNvSpPr/>
          <p:nvPr/>
        </p:nvSpPr>
        <p:spPr>
          <a:xfrm>
            <a:off x="5402303" y="439155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D1CC99D2-8CF8-4809-BE54-27DD547A7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851" y="420144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50F9BA3-178A-4973-9145-9704FC187282}"/>
              </a:ext>
            </a:extLst>
          </p:cNvPr>
          <p:cNvCxnSpPr>
            <a:cxnSpLocks/>
            <a:stCxn id="85" idx="0"/>
            <a:endCxn id="110" idx="3"/>
          </p:cNvCxnSpPr>
          <p:nvPr/>
        </p:nvCxnSpPr>
        <p:spPr>
          <a:xfrm flipH="1" flipV="1">
            <a:off x="5597742" y="3593150"/>
            <a:ext cx="405563" cy="6587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BCE6D8-1BA3-4393-A938-E23131A58B9E}"/>
              </a:ext>
            </a:extLst>
          </p:cNvPr>
          <p:cNvGrpSpPr/>
          <p:nvPr/>
        </p:nvGrpSpPr>
        <p:grpSpPr>
          <a:xfrm>
            <a:off x="4412601" y="4582748"/>
            <a:ext cx="834293" cy="930833"/>
            <a:chOff x="7590826" y="4468199"/>
            <a:chExt cx="834293" cy="930833"/>
          </a:xfrm>
          <a:solidFill>
            <a:schemeClr val="bg1"/>
          </a:solidFill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3C59E4-9A85-42A7-AA89-BF5B8CDD435A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7756720" y="4498352"/>
              <a:ext cx="143432" cy="5484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5495724-C198-4582-B4C5-D5D09A65DC55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8177184" y="4468199"/>
              <a:ext cx="82041" cy="57864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EDD7A29-371D-4670-89FE-290B2644CD5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64335-1729-4FF2-91E7-251297770E0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5CFA59F-21DC-49E1-9C49-AD14882E383A}"/>
              </a:ext>
            </a:extLst>
          </p:cNvPr>
          <p:cNvSpPr txBox="1"/>
          <p:nvPr/>
        </p:nvSpPr>
        <p:spPr>
          <a:xfrm>
            <a:off x="4662331" y="423983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910F2D48-891B-4647-917E-CAE53266F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539" y="425187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6A9D4-19F7-4AC7-BC7F-CE5DF93D692D}"/>
              </a:ext>
            </a:extLst>
          </p:cNvPr>
          <p:cNvSpPr txBox="1"/>
          <p:nvPr/>
        </p:nvSpPr>
        <p:spPr>
          <a:xfrm>
            <a:off x="5794192" y="42849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597DC9-4427-414E-9A8E-646680EBE7D6}"/>
              </a:ext>
            </a:extLst>
          </p:cNvPr>
          <p:cNvSpPr txBox="1"/>
          <p:nvPr/>
        </p:nvSpPr>
        <p:spPr>
          <a:xfrm>
            <a:off x="6194189" y="524245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360517C-43AB-47DC-BAED-E78DF4FC7BDA}"/>
              </a:ext>
            </a:extLst>
          </p:cNvPr>
          <p:cNvGrpSpPr/>
          <p:nvPr/>
        </p:nvGrpSpPr>
        <p:grpSpPr>
          <a:xfrm>
            <a:off x="5533929" y="4651754"/>
            <a:ext cx="668399" cy="914767"/>
            <a:chOff x="7590826" y="4484265"/>
            <a:chExt cx="668399" cy="914767"/>
          </a:xfrm>
          <a:solidFill>
            <a:schemeClr val="bg1"/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BFC6F55-AED7-4802-9C3B-CC4FD20AC2A6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C92AE92-0F19-404F-8369-E2EFAB8E9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CFA09E7-40A8-4851-82B1-0AE9A3BEE14A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93" name="Oval 16">
            <a:extLst>
              <a:ext uri="{FF2B5EF4-FFF2-40B4-BE49-F238E27FC236}">
                <a16:creationId xmlns:a16="http://schemas.microsoft.com/office/drawing/2014/main" id="{74E21E8A-11E7-40AF-9D6A-5F49EA76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173" y="5124334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A820E9-CDF0-4648-B36C-25E915EB94E3}"/>
              </a:ext>
            </a:extLst>
          </p:cNvPr>
          <p:cNvSpPr txBox="1"/>
          <p:nvPr/>
        </p:nvSpPr>
        <p:spPr>
          <a:xfrm>
            <a:off x="6010146" y="5157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2A4F8A7-DEE2-4812-B5B7-7A889149CBB6}"/>
              </a:ext>
            </a:extLst>
          </p:cNvPr>
          <p:cNvGrpSpPr/>
          <p:nvPr/>
        </p:nvGrpSpPr>
        <p:grpSpPr>
          <a:xfrm>
            <a:off x="5757795" y="550897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84C9183-C48C-4C55-9383-5A8015F91C19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2EF13C6-C76B-4F6A-904F-934217FEA3D5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44CA14C-2CD3-46B6-BC0F-638E4C085E2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B731EFC-3BA0-454D-900F-7EF6A8017407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DBE1834-2CC0-4458-89A2-6EF8F7F743B9}"/>
              </a:ext>
            </a:extLst>
          </p:cNvPr>
          <p:cNvCxnSpPr>
            <a:cxnSpLocks/>
          </p:cNvCxnSpPr>
          <p:nvPr/>
        </p:nvCxnSpPr>
        <p:spPr>
          <a:xfrm flipV="1">
            <a:off x="4887498" y="3647287"/>
            <a:ext cx="351797" cy="638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6">
            <a:extLst>
              <a:ext uri="{FF2B5EF4-FFF2-40B4-BE49-F238E27FC236}">
                <a16:creationId xmlns:a16="http://schemas.microsoft.com/office/drawing/2014/main" id="{38215295-F64C-4E97-94F9-E85AEAFE3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687" y="33570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88042E-9776-413E-8BAF-8148F1FAB9E9}"/>
              </a:ext>
            </a:extLst>
          </p:cNvPr>
          <p:cNvSpPr txBox="1"/>
          <p:nvPr/>
        </p:nvSpPr>
        <p:spPr>
          <a:xfrm>
            <a:off x="5137360" y="34084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9607101-5F8A-411C-BCB0-4412297D515C}"/>
              </a:ext>
            </a:extLst>
          </p:cNvPr>
          <p:cNvSpPr txBox="1"/>
          <p:nvPr/>
        </p:nvSpPr>
        <p:spPr>
          <a:xfrm>
            <a:off x="4834285" y="3229065"/>
            <a:ext cx="31771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EF7B193-9628-4146-956B-48CE4040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593" y="371819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1169D08-DAF6-4564-A199-AD871BC4F455}"/>
              </a:ext>
            </a:extLst>
          </p:cNvPr>
          <p:cNvSpPr txBox="1"/>
          <p:nvPr/>
        </p:nvSpPr>
        <p:spPr>
          <a:xfrm>
            <a:off x="7014708" y="37510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31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0EDFF23-3FB0-4FDC-96D1-3DBF7FD1FA02}"/>
              </a:ext>
            </a:extLst>
          </p:cNvPr>
          <p:cNvGrpSpPr/>
          <p:nvPr/>
        </p:nvGrpSpPr>
        <p:grpSpPr>
          <a:xfrm>
            <a:off x="6794896" y="405624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F758819-ACAD-4173-8FCE-8C052CB5D812}"/>
                </a:ext>
              </a:extLst>
            </p:cNvPr>
            <p:cNvCxnSpPr>
              <a:cxnSpLocks/>
              <a:stCxn id="18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1C35E1A-3454-4BA5-83AC-38EA9677C720}"/>
                </a:ext>
              </a:extLst>
            </p:cNvPr>
            <p:cNvCxnSpPr>
              <a:cxnSpLocks/>
              <a:stCxn id="18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91A764D-11D4-467B-B104-58AC5A9D24F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83603D-E540-417D-8916-22371D4D18A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8C20B5-3D17-4847-ADA4-28B1162B4D86}"/>
              </a:ext>
            </a:extLst>
          </p:cNvPr>
          <p:cNvSpPr/>
          <p:nvPr/>
        </p:nvSpPr>
        <p:spPr>
          <a:xfrm>
            <a:off x="5086773" y="1991360"/>
            <a:ext cx="2682240" cy="1070187"/>
          </a:xfrm>
          <a:custGeom>
            <a:avLst/>
            <a:gdLst>
              <a:gd name="connsiteX0" fmla="*/ 2682240 w 2682240"/>
              <a:gd name="connsiteY0" fmla="*/ 0 h 1070187"/>
              <a:gd name="connsiteX1" fmla="*/ 1022774 w 2682240"/>
              <a:gd name="connsiteY1" fmla="*/ 636693 h 1070187"/>
              <a:gd name="connsiteX2" fmla="*/ 0 w 2682240"/>
              <a:gd name="connsiteY2" fmla="*/ 1070187 h 107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2240" h="1070187">
                <a:moveTo>
                  <a:pt x="2682240" y="0"/>
                </a:moveTo>
                <a:lnTo>
                  <a:pt x="1022774" y="636693"/>
                </a:lnTo>
                <a:lnTo>
                  <a:pt x="0" y="1070187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CA3F305-A8FF-4AC4-9A3C-6799B6EE3382}"/>
              </a:ext>
            </a:extLst>
          </p:cNvPr>
          <p:cNvSpPr/>
          <p:nvPr/>
        </p:nvSpPr>
        <p:spPr>
          <a:xfrm>
            <a:off x="9523260" y="272901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36B8EF2-206E-4135-BB99-D5C6365D2CDC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E4A7A77-C915-4F58-924D-C6EC2C5E234E}"/>
              </a:ext>
            </a:extLst>
          </p:cNvPr>
          <p:cNvSpPr txBox="1"/>
          <p:nvPr/>
        </p:nvSpPr>
        <p:spPr>
          <a:xfrm>
            <a:off x="1020308" y="4074466"/>
            <a:ext cx="5757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D29C2CA0-B0DB-4794-8DAD-BD999BEBBE32}"/>
              </a:ext>
            </a:extLst>
          </p:cNvPr>
          <p:cNvSpPr/>
          <p:nvPr/>
        </p:nvSpPr>
        <p:spPr>
          <a:xfrm>
            <a:off x="6004918" y="2781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428A61A-6E15-4EDD-87F5-8885B22B38F4}"/>
              </a:ext>
            </a:extLst>
          </p:cNvPr>
          <p:cNvSpPr/>
          <p:nvPr/>
        </p:nvSpPr>
        <p:spPr>
          <a:xfrm>
            <a:off x="7836778" y="1813275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56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87" grpId="0" animBg="1"/>
      <p:bldP spid="188" grpId="0" animBg="1"/>
      <p:bldP spid="18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100/154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5674899" y="1886847"/>
            <a:ext cx="866456" cy="307777"/>
          </a:xfrm>
          <a:prstGeom prst="rect">
            <a:avLst/>
          </a:prstGeom>
          <a:solidFill>
            <a:srgbClr val="00B0F0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Uncle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4467921" y="2194624"/>
            <a:ext cx="1640206" cy="47396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6108127" y="2194624"/>
            <a:ext cx="1626195" cy="464984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4179380" y="2668593"/>
            <a:ext cx="57708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7363772" y="2659608"/>
            <a:ext cx="741100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 flipH="1">
            <a:off x="4464416" y="2976370"/>
            <a:ext cx="3505" cy="5162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224282" y="3492657"/>
            <a:ext cx="24802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Invert the colors of P,G,U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Start over with G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6098789" y="3723490"/>
            <a:ext cx="1648876" cy="571744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7747665" y="3723490"/>
            <a:ext cx="2066578" cy="575048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5625101" y="4295234"/>
            <a:ext cx="947375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Triangle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9455786" y="4298538"/>
            <a:ext cx="716913" cy="307777"/>
          </a:xfrm>
          <a:prstGeom prst="rect">
            <a:avLst/>
          </a:prstGeom>
          <a:noFill/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Line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7734322" y="2967385"/>
            <a:ext cx="13343" cy="448328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7377115" y="3415713"/>
            <a:ext cx="7411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X-P-G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814243" y="4606315"/>
            <a:ext cx="511" cy="346729"/>
          </a:xfrm>
          <a:prstGeom prst="straightConnector1">
            <a:avLst/>
          </a:prstGeom>
          <a:ln w="28575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558735" y="4953044"/>
            <a:ext cx="2512037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Change the colors of P, G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Perform a rotation at G</a:t>
            </a: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6098354" y="4603011"/>
            <a:ext cx="435" cy="397317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5020300" y="5000328"/>
            <a:ext cx="2156108" cy="523220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Perform a rotation at P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X=P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7417A6E-F7D2-45AD-B15C-6A2EC495330A}"/>
              </a:ext>
            </a:extLst>
          </p:cNvPr>
          <p:cNvCxnSpPr>
            <a:cxnSpLocks/>
            <a:stCxn id="155" idx="1"/>
            <a:endCxn id="149" idx="1"/>
          </p:cNvCxnSpPr>
          <p:nvPr/>
        </p:nvCxnSpPr>
        <p:spPr>
          <a:xfrm rot="10800000" flipH="1">
            <a:off x="3224281" y="2040737"/>
            <a:ext cx="2450617" cy="1713531"/>
          </a:xfrm>
          <a:prstGeom prst="bentConnector3">
            <a:avLst>
              <a:gd name="adj1" fmla="val -9328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E14E089-5B60-482A-8398-4F389A0AA0AB}"/>
              </a:ext>
            </a:extLst>
          </p:cNvPr>
          <p:cNvCxnSpPr>
            <a:cxnSpLocks/>
            <a:stCxn id="173" idx="3"/>
            <a:endCxn id="160" idx="1"/>
          </p:cNvCxnSpPr>
          <p:nvPr/>
        </p:nvCxnSpPr>
        <p:spPr>
          <a:xfrm flipV="1">
            <a:off x="7176408" y="4452427"/>
            <a:ext cx="2279378" cy="809511"/>
          </a:xfrm>
          <a:prstGeom prst="bentConnector3">
            <a:avLst>
              <a:gd name="adj1" fmla="val 50000"/>
            </a:avLst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58C3849-3951-4B09-9960-9901F2B7C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21" y="4727122"/>
            <a:ext cx="4318437" cy="1606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05484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101/154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E3FA7A5-04D0-4954-AAA1-24EF1C697790}"/>
              </a:ext>
            </a:extLst>
          </p:cNvPr>
          <p:cNvCxnSpPr>
            <a:cxnSpLocks/>
            <a:stCxn id="108" idx="1"/>
            <a:endCxn id="105" idx="5"/>
          </p:cNvCxnSpPr>
          <p:nvPr/>
        </p:nvCxnSpPr>
        <p:spPr>
          <a:xfrm flipH="1" flipV="1">
            <a:off x="8213651" y="2204861"/>
            <a:ext cx="1381021" cy="5811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548F536-7B88-4075-9625-F4A7DDA189F4}"/>
              </a:ext>
            </a:extLst>
          </p:cNvPr>
          <p:cNvCxnSpPr>
            <a:cxnSpLocks/>
            <a:stCxn id="115" idx="7"/>
            <a:endCxn id="105" idx="3"/>
          </p:cNvCxnSpPr>
          <p:nvPr/>
        </p:nvCxnSpPr>
        <p:spPr>
          <a:xfrm flipV="1">
            <a:off x="6371543" y="2204861"/>
            <a:ext cx="1534141" cy="6324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6">
            <a:extLst>
              <a:ext uri="{FF2B5EF4-FFF2-40B4-BE49-F238E27FC236}">
                <a16:creationId xmlns:a16="http://schemas.microsoft.com/office/drawing/2014/main" id="{082852EA-7DC9-4895-9563-0A926E59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02" y="1833112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4409D0B-5471-4BAE-BF09-F543DBA7051C}"/>
              </a:ext>
            </a:extLst>
          </p:cNvPr>
          <p:cNvCxnSpPr>
            <a:cxnSpLocks/>
            <a:stCxn id="122" idx="0"/>
            <a:endCxn id="108" idx="5"/>
          </p:cNvCxnSpPr>
          <p:nvPr/>
        </p:nvCxnSpPr>
        <p:spPr>
          <a:xfrm flipH="1" flipV="1">
            <a:off x="9902639" y="3093947"/>
            <a:ext cx="728243" cy="523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C75F743-0EE0-4E17-AE4A-7614A6718316}"/>
              </a:ext>
            </a:extLst>
          </p:cNvPr>
          <p:cNvCxnSpPr>
            <a:cxnSpLocks/>
            <a:stCxn id="109" idx="0"/>
            <a:endCxn id="108" idx="3"/>
          </p:cNvCxnSpPr>
          <p:nvPr/>
        </p:nvCxnSpPr>
        <p:spPr>
          <a:xfrm flipV="1">
            <a:off x="8927876" y="3093947"/>
            <a:ext cx="666796" cy="5215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6">
            <a:extLst>
              <a:ext uri="{FF2B5EF4-FFF2-40B4-BE49-F238E27FC236}">
                <a16:creationId xmlns:a16="http://schemas.microsoft.com/office/drawing/2014/main" id="{9DDA1E8F-5DCA-4F23-B5BF-8E887CF6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890" y="272219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Oval 16">
            <a:extLst>
              <a:ext uri="{FF2B5EF4-FFF2-40B4-BE49-F238E27FC236}">
                <a16:creationId xmlns:a16="http://schemas.microsoft.com/office/drawing/2014/main" id="{D3EF4644-5C36-44A8-8916-1FE368DE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10" y="361552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400C51-F1BC-4F6B-A2A1-CBD3E45E0EB4}"/>
              </a:ext>
            </a:extLst>
          </p:cNvPr>
          <p:cNvSpPr/>
          <p:nvPr/>
        </p:nvSpPr>
        <p:spPr>
          <a:xfrm>
            <a:off x="8472376" y="451766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1E621-DB77-4700-AA8F-330EE6AF7E28}"/>
              </a:ext>
            </a:extLst>
          </p:cNvPr>
          <p:cNvCxnSpPr>
            <a:cxnSpLocks/>
            <a:endCxn id="115" idx="5"/>
          </p:cNvCxnSpPr>
          <p:nvPr/>
        </p:nvCxnSpPr>
        <p:spPr>
          <a:xfrm flipH="1" flipV="1">
            <a:off x="6371543" y="3145248"/>
            <a:ext cx="804158" cy="614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81BDE7-ACE5-4E08-9FF5-21780213D56C}"/>
              </a:ext>
            </a:extLst>
          </p:cNvPr>
          <p:cNvCxnSpPr>
            <a:cxnSpLocks/>
            <a:endCxn id="115" idx="3"/>
          </p:cNvCxnSpPr>
          <p:nvPr/>
        </p:nvCxnSpPr>
        <p:spPr>
          <a:xfrm flipV="1">
            <a:off x="5175657" y="3145248"/>
            <a:ext cx="887919" cy="493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C33E6FF4-05D4-472B-B0AE-AC40E25A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794" y="2773499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34194B3-74DE-4713-BD55-9E1ACE2320FE}"/>
              </a:ext>
            </a:extLst>
          </p:cNvPr>
          <p:cNvSpPr/>
          <p:nvPr/>
        </p:nvSpPr>
        <p:spPr>
          <a:xfrm>
            <a:off x="5742558" y="367660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005AF444-6633-42CD-AB38-444F5230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3116" y="361788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7BB8B7-3E89-41FE-965C-93F4F944CA0B}"/>
              </a:ext>
            </a:extLst>
          </p:cNvPr>
          <p:cNvSpPr txBox="1"/>
          <p:nvPr/>
        </p:nvSpPr>
        <p:spPr>
          <a:xfrm>
            <a:off x="7858576" y="18662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49E501-2879-43A2-B0EC-46FA180C0765}"/>
              </a:ext>
            </a:extLst>
          </p:cNvPr>
          <p:cNvSpPr txBox="1"/>
          <p:nvPr/>
        </p:nvSpPr>
        <p:spPr>
          <a:xfrm>
            <a:off x="9558403" y="276474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41D3BD-A4C4-44E8-8301-D7BD31E9BB58}"/>
              </a:ext>
            </a:extLst>
          </p:cNvPr>
          <p:cNvSpPr txBox="1"/>
          <p:nvPr/>
        </p:nvSpPr>
        <p:spPr>
          <a:xfrm>
            <a:off x="10421529" y="36715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FA53948-229A-42DB-A45B-C198DFD2AD8A}"/>
              </a:ext>
            </a:extLst>
          </p:cNvPr>
          <p:cNvSpPr txBox="1"/>
          <p:nvPr/>
        </p:nvSpPr>
        <p:spPr>
          <a:xfrm>
            <a:off x="8734732" y="367203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36AAF9-FAC5-41CB-A3FD-5D03713CDE0E}"/>
              </a:ext>
            </a:extLst>
          </p:cNvPr>
          <p:cNvSpPr txBox="1"/>
          <p:nvPr/>
        </p:nvSpPr>
        <p:spPr>
          <a:xfrm>
            <a:off x="5999794" y="28065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D715649-16AA-4D5D-9C78-D605E0CFB2A2}"/>
              </a:ext>
            </a:extLst>
          </p:cNvPr>
          <p:cNvGrpSpPr/>
          <p:nvPr/>
        </p:nvGrpSpPr>
        <p:grpSpPr>
          <a:xfrm>
            <a:off x="8470529" y="400379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776309C-DCF2-4EDB-9847-BA0B5F573DBA}"/>
                </a:ext>
              </a:extLst>
            </p:cNvPr>
            <p:cNvCxnSpPr>
              <a:cxnSpLocks/>
              <a:stCxn id="14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40F7FB8-8086-4646-80DD-6A2D16F358B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09FBD50-E436-4591-88B9-1E25C8CD0CB9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91B24C-57F2-45E6-9A83-515859F4835B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2336036-A48F-4A69-A749-B135A5BCA0F1}"/>
              </a:ext>
            </a:extLst>
          </p:cNvPr>
          <p:cNvGrpSpPr/>
          <p:nvPr/>
        </p:nvGrpSpPr>
        <p:grpSpPr>
          <a:xfrm>
            <a:off x="10174165" y="3972225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0D99DA-FE2E-4A38-8700-46F957F44A82}"/>
                </a:ext>
              </a:extLst>
            </p:cNvPr>
            <p:cNvCxnSpPr>
              <a:cxnSpLocks/>
              <a:stCxn id="14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83255A7-F537-4AAD-859E-05EC89D4CB0B}"/>
                </a:ext>
              </a:extLst>
            </p:cNvPr>
            <p:cNvCxnSpPr>
              <a:cxnSpLocks/>
              <a:stCxn id="14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0CC7DB-8FCE-486E-827A-E48F4CA9609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FE14ABB-B9AA-4FD3-B89B-9B8E1FB9713E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1FC8D0-48EA-4B0C-8127-5CE381CD6C53}"/>
              </a:ext>
            </a:extLst>
          </p:cNvPr>
          <p:cNvSpPr/>
          <p:nvPr/>
        </p:nvSpPr>
        <p:spPr>
          <a:xfrm>
            <a:off x="5402303" y="439155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D1CC99D2-8CF8-4809-BE54-27DD547A7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851" y="420144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50F9BA3-178A-4973-9145-9704FC187282}"/>
              </a:ext>
            </a:extLst>
          </p:cNvPr>
          <p:cNvCxnSpPr>
            <a:cxnSpLocks/>
            <a:stCxn id="85" idx="0"/>
            <a:endCxn id="110" idx="3"/>
          </p:cNvCxnSpPr>
          <p:nvPr/>
        </p:nvCxnSpPr>
        <p:spPr>
          <a:xfrm flipH="1" flipV="1">
            <a:off x="5597742" y="3593150"/>
            <a:ext cx="405563" cy="6587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BCE6D8-1BA3-4393-A938-E23131A58B9E}"/>
              </a:ext>
            </a:extLst>
          </p:cNvPr>
          <p:cNvGrpSpPr/>
          <p:nvPr/>
        </p:nvGrpSpPr>
        <p:grpSpPr>
          <a:xfrm>
            <a:off x="4412601" y="4582748"/>
            <a:ext cx="834293" cy="930833"/>
            <a:chOff x="7590826" y="4468199"/>
            <a:chExt cx="834293" cy="930833"/>
          </a:xfrm>
          <a:solidFill>
            <a:schemeClr val="bg1"/>
          </a:solidFill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3C59E4-9A85-42A7-AA89-BF5B8CDD435A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7756720" y="4498352"/>
              <a:ext cx="143432" cy="5484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5495724-C198-4582-B4C5-D5D09A65DC55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8177184" y="4468199"/>
              <a:ext cx="82041" cy="57864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EDD7A29-371D-4670-89FE-290B2644CD5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64335-1729-4FF2-91E7-251297770E0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5CFA59F-21DC-49E1-9C49-AD14882E383A}"/>
              </a:ext>
            </a:extLst>
          </p:cNvPr>
          <p:cNvSpPr txBox="1"/>
          <p:nvPr/>
        </p:nvSpPr>
        <p:spPr>
          <a:xfrm>
            <a:off x="4662331" y="423983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910F2D48-891B-4647-917E-CAE53266F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539" y="425187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6A9D4-19F7-4AC7-BC7F-CE5DF93D692D}"/>
              </a:ext>
            </a:extLst>
          </p:cNvPr>
          <p:cNvSpPr txBox="1"/>
          <p:nvPr/>
        </p:nvSpPr>
        <p:spPr>
          <a:xfrm>
            <a:off x="5794192" y="42849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597DC9-4427-414E-9A8E-646680EBE7D6}"/>
              </a:ext>
            </a:extLst>
          </p:cNvPr>
          <p:cNvSpPr txBox="1"/>
          <p:nvPr/>
        </p:nvSpPr>
        <p:spPr>
          <a:xfrm>
            <a:off x="6194189" y="524245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360517C-43AB-47DC-BAED-E78DF4FC7BDA}"/>
              </a:ext>
            </a:extLst>
          </p:cNvPr>
          <p:cNvGrpSpPr/>
          <p:nvPr/>
        </p:nvGrpSpPr>
        <p:grpSpPr>
          <a:xfrm>
            <a:off x="5533929" y="4651754"/>
            <a:ext cx="668399" cy="914767"/>
            <a:chOff x="7590826" y="4484265"/>
            <a:chExt cx="668399" cy="914767"/>
          </a:xfrm>
          <a:solidFill>
            <a:schemeClr val="bg1"/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BFC6F55-AED7-4802-9C3B-CC4FD20AC2A6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C92AE92-0F19-404F-8369-E2EFAB8E9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CFA09E7-40A8-4851-82B1-0AE9A3BEE14A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93" name="Oval 16">
            <a:extLst>
              <a:ext uri="{FF2B5EF4-FFF2-40B4-BE49-F238E27FC236}">
                <a16:creationId xmlns:a16="http://schemas.microsoft.com/office/drawing/2014/main" id="{74E21E8A-11E7-40AF-9D6A-5F49EA76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173" y="5124334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A820E9-CDF0-4648-B36C-25E915EB94E3}"/>
              </a:ext>
            </a:extLst>
          </p:cNvPr>
          <p:cNvSpPr txBox="1"/>
          <p:nvPr/>
        </p:nvSpPr>
        <p:spPr>
          <a:xfrm>
            <a:off x="6010146" y="5157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2A4F8A7-DEE2-4812-B5B7-7A889149CBB6}"/>
              </a:ext>
            </a:extLst>
          </p:cNvPr>
          <p:cNvGrpSpPr/>
          <p:nvPr/>
        </p:nvGrpSpPr>
        <p:grpSpPr>
          <a:xfrm>
            <a:off x="5757795" y="550897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84C9183-C48C-4C55-9383-5A8015F91C19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2EF13C6-C76B-4F6A-904F-934217FEA3D5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44CA14C-2CD3-46B6-BC0F-638E4C085E2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B731EFC-3BA0-454D-900F-7EF6A8017407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DBE1834-2CC0-4458-89A2-6EF8F7F743B9}"/>
              </a:ext>
            </a:extLst>
          </p:cNvPr>
          <p:cNvCxnSpPr>
            <a:cxnSpLocks/>
          </p:cNvCxnSpPr>
          <p:nvPr/>
        </p:nvCxnSpPr>
        <p:spPr>
          <a:xfrm flipV="1">
            <a:off x="4887498" y="3647287"/>
            <a:ext cx="351797" cy="638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6">
            <a:extLst>
              <a:ext uri="{FF2B5EF4-FFF2-40B4-BE49-F238E27FC236}">
                <a16:creationId xmlns:a16="http://schemas.microsoft.com/office/drawing/2014/main" id="{38215295-F64C-4E97-94F9-E85AEAFE3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687" y="33570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88042E-9776-413E-8BAF-8148F1FAB9E9}"/>
              </a:ext>
            </a:extLst>
          </p:cNvPr>
          <p:cNvSpPr txBox="1"/>
          <p:nvPr/>
        </p:nvSpPr>
        <p:spPr>
          <a:xfrm>
            <a:off x="5137360" y="34084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9607101-5F8A-411C-BCB0-4412297D515C}"/>
              </a:ext>
            </a:extLst>
          </p:cNvPr>
          <p:cNvSpPr txBox="1"/>
          <p:nvPr/>
        </p:nvSpPr>
        <p:spPr>
          <a:xfrm>
            <a:off x="4834285" y="3229065"/>
            <a:ext cx="31771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EF7B193-9628-4146-956B-48CE4040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593" y="371819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1169D08-DAF6-4564-A199-AD871BC4F455}"/>
              </a:ext>
            </a:extLst>
          </p:cNvPr>
          <p:cNvSpPr txBox="1"/>
          <p:nvPr/>
        </p:nvSpPr>
        <p:spPr>
          <a:xfrm>
            <a:off x="7014708" y="37510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31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0EDFF23-3FB0-4FDC-96D1-3DBF7FD1FA02}"/>
              </a:ext>
            </a:extLst>
          </p:cNvPr>
          <p:cNvGrpSpPr/>
          <p:nvPr/>
        </p:nvGrpSpPr>
        <p:grpSpPr>
          <a:xfrm>
            <a:off x="6794896" y="405624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F758819-ACAD-4173-8FCE-8C052CB5D812}"/>
                </a:ext>
              </a:extLst>
            </p:cNvPr>
            <p:cNvCxnSpPr>
              <a:cxnSpLocks/>
              <a:stCxn id="18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1C35E1A-3454-4BA5-83AC-38EA9677C720}"/>
                </a:ext>
              </a:extLst>
            </p:cNvPr>
            <p:cNvCxnSpPr>
              <a:cxnSpLocks/>
              <a:stCxn id="18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91A764D-11D4-467B-B104-58AC5A9D24F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83603D-E540-417D-8916-22371D4D18A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8C20B5-3D17-4847-ADA4-28B1162B4D86}"/>
              </a:ext>
            </a:extLst>
          </p:cNvPr>
          <p:cNvSpPr/>
          <p:nvPr/>
        </p:nvSpPr>
        <p:spPr>
          <a:xfrm>
            <a:off x="5086773" y="1991360"/>
            <a:ext cx="2682240" cy="1070187"/>
          </a:xfrm>
          <a:custGeom>
            <a:avLst/>
            <a:gdLst>
              <a:gd name="connsiteX0" fmla="*/ 2682240 w 2682240"/>
              <a:gd name="connsiteY0" fmla="*/ 0 h 1070187"/>
              <a:gd name="connsiteX1" fmla="*/ 1022774 w 2682240"/>
              <a:gd name="connsiteY1" fmla="*/ 636693 h 1070187"/>
              <a:gd name="connsiteX2" fmla="*/ 0 w 2682240"/>
              <a:gd name="connsiteY2" fmla="*/ 1070187 h 107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2240" h="1070187">
                <a:moveTo>
                  <a:pt x="2682240" y="0"/>
                </a:moveTo>
                <a:lnTo>
                  <a:pt x="1022774" y="636693"/>
                </a:lnTo>
                <a:lnTo>
                  <a:pt x="0" y="1070187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CA3F305-A8FF-4AC4-9A3C-6799B6EE3382}"/>
              </a:ext>
            </a:extLst>
          </p:cNvPr>
          <p:cNvSpPr/>
          <p:nvPr/>
        </p:nvSpPr>
        <p:spPr>
          <a:xfrm>
            <a:off x="9523260" y="272901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36B8EF2-206E-4135-BB99-D5C6365D2CDC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E4A7A77-C915-4F58-924D-C6EC2C5E234E}"/>
              </a:ext>
            </a:extLst>
          </p:cNvPr>
          <p:cNvSpPr txBox="1"/>
          <p:nvPr/>
        </p:nvSpPr>
        <p:spPr>
          <a:xfrm>
            <a:off x="1020308" y="4074466"/>
            <a:ext cx="5757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D29C2CA0-B0DB-4794-8DAD-BD999BEBBE32}"/>
              </a:ext>
            </a:extLst>
          </p:cNvPr>
          <p:cNvSpPr/>
          <p:nvPr/>
        </p:nvSpPr>
        <p:spPr>
          <a:xfrm>
            <a:off x="6004918" y="2781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428A61A-6E15-4EDD-87F5-8885B22B38F4}"/>
              </a:ext>
            </a:extLst>
          </p:cNvPr>
          <p:cNvSpPr/>
          <p:nvPr/>
        </p:nvSpPr>
        <p:spPr>
          <a:xfrm>
            <a:off x="7836778" y="1813275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7D7977-8D69-40A7-971A-63CDD5514A88}"/>
              </a:ext>
            </a:extLst>
          </p:cNvPr>
          <p:cNvSpPr txBox="1"/>
          <p:nvPr/>
        </p:nvSpPr>
        <p:spPr>
          <a:xfrm>
            <a:off x="1020308" y="5024996"/>
            <a:ext cx="300114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Change the colors of G and 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93701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102/154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E3FA7A5-04D0-4954-AAA1-24EF1C697790}"/>
              </a:ext>
            </a:extLst>
          </p:cNvPr>
          <p:cNvCxnSpPr>
            <a:cxnSpLocks/>
            <a:stCxn id="108" idx="1"/>
            <a:endCxn id="105" idx="5"/>
          </p:cNvCxnSpPr>
          <p:nvPr/>
        </p:nvCxnSpPr>
        <p:spPr>
          <a:xfrm flipH="1" flipV="1">
            <a:off x="8213651" y="2204861"/>
            <a:ext cx="1381021" cy="5811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548F536-7B88-4075-9625-F4A7DDA189F4}"/>
              </a:ext>
            </a:extLst>
          </p:cNvPr>
          <p:cNvCxnSpPr>
            <a:cxnSpLocks/>
            <a:stCxn id="115" idx="7"/>
            <a:endCxn id="105" idx="3"/>
          </p:cNvCxnSpPr>
          <p:nvPr/>
        </p:nvCxnSpPr>
        <p:spPr>
          <a:xfrm flipV="1">
            <a:off x="6371543" y="2204861"/>
            <a:ext cx="1534141" cy="6324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6">
            <a:extLst>
              <a:ext uri="{FF2B5EF4-FFF2-40B4-BE49-F238E27FC236}">
                <a16:creationId xmlns:a16="http://schemas.microsoft.com/office/drawing/2014/main" id="{082852EA-7DC9-4895-9563-0A926E59F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1902" y="1833112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4409D0B-5471-4BAE-BF09-F543DBA7051C}"/>
              </a:ext>
            </a:extLst>
          </p:cNvPr>
          <p:cNvCxnSpPr>
            <a:cxnSpLocks/>
            <a:stCxn id="122" idx="0"/>
            <a:endCxn id="108" idx="5"/>
          </p:cNvCxnSpPr>
          <p:nvPr/>
        </p:nvCxnSpPr>
        <p:spPr>
          <a:xfrm flipH="1" flipV="1">
            <a:off x="9902639" y="3093947"/>
            <a:ext cx="728243" cy="5239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C75F743-0EE0-4E17-AE4A-7614A6718316}"/>
              </a:ext>
            </a:extLst>
          </p:cNvPr>
          <p:cNvCxnSpPr>
            <a:cxnSpLocks/>
            <a:stCxn id="109" idx="0"/>
            <a:endCxn id="108" idx="3"/>
          </p:cNvCxnSpPr>
          <p:nvPr/>
        </p:nvCxnSpPr>
        <p:spPr>
          <a:xfrm flipV="1">
            <a:off x="8927876" y="3093947"/>
            <a:ext cx="666796" cy="5215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6">
            <a:extLst>
              <a:ext uri="{FF2B5EF4-FFF2-40B4-BE49-F238E27FC236}">
                <a16:creationId xmlns:a16="http://schemas.microsoft.com/office/drawing/2014/main" id="{9DDA1E8F-5DCA-4F23-B5BF-8E887CF6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0890" y="272219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9" name="Oval 16">
            <a:extLst>
              <a:ext uri="{FF2B5EF4-FFF2-40B4-BE49-F238E27FC236}">
                <a16:creationId xmlns:a16="http://schemas.microsoft.com/office/drawing/2014/main" id="{D3EF4644-5C36-44A8-8916-1FE368DE9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10" y="361552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4400C51-F1BC-4F6B-A2A1-CBD3E45E0EB4}"/>
              </a:ext>
            </a:extLst>
          </p:cNvPr>
          <p:cNvSpPr/>
          <p:nvPr/>
        </p:nvSpPr>
        <p:spPr>
          <a:xfrm>
            <a:off x="8472376" y="451766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1E621-DB77-4700-AA8F-330EE6AF7E28}"/>
              </a:ext>
            </a:extLst>
          </p:cNvPr>
          <p:cNvCxnSpPr>
            <a:cxnSpLocks/>
            <a:endCxn id="115" idx="5"/>
          </p:cNvCxnSpPr>
          <p:nvPr/>
        </p:nvCxnSpPr>
        <p:spPr>
          <a:xfrm flipH="1" flipV="1">
            <a:off x="6371543" y="3145248"/>
            <a:ext cx="804158" cy="6148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81BDE7-ACE5-4E08-9FF5-21780213D56C}"/>
              </a:ext>
            </a:extLst>
          </p:cNvPr>
          <p:cNvCxnSpPr>
            <a:cxnSpLocks/>
            <a:endCxn id="115" idx="3"/>
          </p:cNvCxnSpPr>
          <p:nvPr/>
        </p:nvCxnSpPr>
        <p:spPr>
          <a:xfrm flipV="1">
            <a:off x="5175657" y="3145248"/>
            <a:ext cx="887919" cy="4936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C33E6FF4-05D4-472B-B0AE-AC40E25A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9794" y="277349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34194B3-74DE-4713-BD55-9E1ACE2320FE}"/>
              </a:ext>
            </a:extLst>
          </p:cNvPr>
          <p:cNvSpPr/>
          <p:nvPr/>
        </p:nvSpPr>
        <p:spPr>
          <a:xfrm>
            <a:off x="5742558" y="367660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005AF444-6633-42CD-AB38-444F5230A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3116" y="3617880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7BB8B7-3E89-41FE-965C-93F4F944CA0B}"/>
              </a:ext>
            </a:extLst>
          </p:cNvPr>
          <p:cNvSpPr txBox="1"/>
          <p:nvPr/>
        </p:nvSpPr>
        <p:spPr>
          <a:xfrm>
            <a:off x="7858576" y="18662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33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49E501-2879-43A2-B0EC-46FA180C0765}"/>
              </a:ext>
            </a:extLst>
          </p:cNvPr>
          <p:cNvSpPr txBox="1"/>
          <p:nvPr/>
        </p:nvSpPr>
        <p:spPr>
          <a:xfrm>
            <a:off x="9558403" y="276474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41D3BD-A4C4-44E8-8301-D7BD31E9BB58}"/>
              </a:ext>
            </a:extLst>
          </p:cNvPr>
          <p:cNvSpPr txBox="1"/>
          <p:nvPr/>
        </p:nvSpPr>
        <p:spPr>
          <a:xfrm>
            <a:off x="10421529" y="367150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FA53948-229A-42DB-A45B-C198DFD2AD8A}"/>
              </a:ext>
            </a:extLst>
          </p:cNvPr>
          <p:cNvSpPr txBox="1"/>
          <p:nvPr/>
        </p:nvSpPr>
        <p:spPr>
          <a:xfrm>
            <a:off x="8734732" y="367203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36AAF9-FAC5-41CB-A3FD-5D03713CDE0E}"/>
              </a:ext>
            </a:extLst>
          </p:cNvPr>
          <p:cNvSpPr txBox="1"/>
          <p:nvPr/>
        </p:nvSpPr>
        <p:spPr>
          <a:xfrm>
            <a:off x="5999794" y="28065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21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D715649-16AA-4D5D-9C78-D605E0CFB2A2}"/>
              </a:ext>
            </a:extLst>
          </p:cNvPr>
          <p:cNvGrpSpPr/>
          <p:nvPr/>
        </p:nvGrpSpPr>
        <p:grpSpPr>
          <a:xfrm>
            <a:off x="8470529" y="400379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776309C-DCF2-4EDB-9847-BA0B5F573DBA}"/>
                </a:ext>
              </a:extLst>
            </p:cNvPr>
            <p:cNvCxnSpPr>
              <a:cxnSpLocks/>
              <a:stCxn id="145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40F7FB8-8086-4646-80DD-6A2D16F358B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09FBD50-E436-4591-88B9-1E25C8CD0CB9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291B24C-57F2-45E6-9A83-515859F4835B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2336036-A48F-4A69-A749-B135A5BCA0F1}"/>
              </a:ext>
            </a:extLst>
          </p:cNvPr>
          <p:cNvGrpSpPr/>
          <p:nvPr/>
        </p:nvGrpSpPr>
        <p:grpSpPr>
          <a:xfrm>
            <a:off x="10174165" y="3972225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D0D99DA-FE2E-4A38-8700-46F957F44A82}"/>
                </a:ext>
              </a:extLst>
            </p:cNvPr>
            <p:cNvCxnSpPr>
              <a:cxnSpLocks/>
              <a:stCxn id="14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83255A7-F537-4AAD-859E-05EC89D4CB0B}"/>
                </a:ext>
              </a:extLst>
            </p:cNvPr>
            <p:cNvCxnSpPr>
              <a:cxnSpLocks/>
              <a:stCxn id="14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E80CC7DB-8FCE-486E-827A-E48F4CA9609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FE14ABB-B9AA-4FD3-B89B-9B8E1FB9713E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D1FC8D0-48EA-4B0C-8127-5CE381CD6C53}"/>
              </a:ext>
            </a:extLst>
          </p:cNvPr>
          <p:cNvSpPr/>
          <p:nvPr/>
        </p:nvSpPr>
        <p:spPr>
          <a:xfrm>
            <a:off x="5402303" y="439155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7" name="Oval 16">
            <a:extLst>
              <a:ext uri="{FF2B5EF4-FFF2-40B4-BE49-F238E27FC236}">
                <a16:creationId xmlns:a16="http://schemas.microsoft.com/office/drawing/2014/main" id="{D1CC99D2-8CF8-4809-BE54-27DD547A7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851" y="420144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50F9BA3-178A-4973-9145-9704FC187282}"/>
              </a:ext>
            </a:extLst>
          </p:cNvPr>
          <p:cNvCxnSpPr>
            <a:cxnSpLocks/>
            <a:stCxn id="85" idx="0"/>
            <a:endCxn id="110" idx="3"/>
          </p:cNvCxnSpPr>
          <p:nvPr/>
        </p:nvCxnSpPr>
        <p:spPr>
          <a:xfrm flipH="1" flipV="1">
            <a:off x="5597742" y="3593150"/>
            <a:ext cx="405563" cy="6587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3BCE6D8-1BA3-4393-A938-E23131A58B9E}"/>
              </a:ext>
            </a:extLst>
          </p:cNvPr>
          <p:cNvGrpSpPr/>
          <p:nvPr/>
        </p:nvGrpSpPr>
        <p:grpSpPr>
          <a:xfrm>
            <a:off x="4412601" y="4582748"/>
            <a:ext cx="834293" cy="930833"/>
            <a:chOff x="7590826" y="4468199"/>
            <a:chExt cx="834293" cy="930833"/>
          </a:xfrm>
          <a:solidFill>
            <a:schemeClr val="bg1"/>
          </a:solidFill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3C59E4-9A85-42A7-AA89-BF5B8CDD435A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V="1">
              <a:off x="7756720" y="4498352"/>
              <a:ext cx="143432" cy="548494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5495724-C198-4582-B4C5-D5D09A65DC55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8177184" y="4468199"/>
              <a:ext cx="82041" cy="57864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EDD7A29-371D-4670-89FE-290B2644CD5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64335-1729-4FF2-91E7-251297770E0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5CFA59F-21DC-49E1-9C49-AD14882E383A}"/>
              </a:ext>
            </a:extLst>
          </p:cNvPr>
          <p:cNvSpPr txBox="1"/>
          <p:nvPr/>
        </p:nvSpPr>
        <p:spPr>
          <a:xfrm>
            <a:off x="4662331" y="423983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11</a:t>
            </a:r>
          </a:p>
        </p:txBody>
      </p:sp>
      <p:sp>
        <p:nvSpPr>
          <p:cNvPr id="85" name="Oval 16">
            <a:extLst>
              <a:ext uri="{FF2B5EF4-FFF2-40B4-BE49-F238E27FC236}">
                <a16:creationId xmlns:a16="http://schemas.microsoft.com/office/drawing/2014/main" id="{910F2D48-891B-4647-917E-CAE53266F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539" y="425187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96A9D4-19F7-4AC7-BC7F-CE5DF93D692D}"/>
              </a:ext>
            </a:extLst>
          </p:cNvPr>
          <p:cNvSpPr txBox="1"/>
          <p:nvPr/>
        </p:nvSpPr>
        <p:spPr>
          <a:xfrm>
            <a:off x="5794192" y="42849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597DC9-4427-414E-9A8E-646680EBE7D6}"/>
              </a:ext>
            </a:extLst>
          </p:cNvPr>
          <p:cNvSpPr txBox="1"/>
          <p:nvPr/>
        </p:nvSpPr>
        <p:spPr>
          <a:xfrm>
            <a:off x="6194189" y="524245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360517C-43AB-47DC-BAED-E78DF4FC7BDA}"/>
              </a:ext>
            </a:extLst>
          </p:cNvPr>
          <p:cNvGrpSpPr/>
          <p:nvPr/>
        </p:nvGrpSpPr>
        <p:grpSpPr>
          <a:xfrm>
            <a:off x="5533929" y="4651754"/>
            <a:ext cx="668399" cy="914767"/>
            <a:chOff x="7590826" y="4484265"/>
            <a:chExt cx="668399" cy="914767"/>
          </a:xfrm>
          <a:solidFill>
            <a:schemeClr val="bg1"/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BFC6F55-AED7-4802-9C3B-CC4FD20AC2A6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4C92AE92-0F19-404F-8369-E2EFAB8E98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CFA09E7-40A8-4851-82B1-0AE9A3BEE14A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93" name="Oval 16">
            <a:extLst>
              <a:ext uri="{FF2B5EF4-FFF2-40B4-BE49-F238E27FC236}">
                <a16:creationId xmlns:a16="http://schemas.microsoft.com/office/drawing/2014/main" id="{74E21E8A-11E7-40AF-9D6A-5F49EA767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173" y="5124334"/>
            <a:ext cx="435531" cy="435531"/>
          </a:xfrm>
          <a:prstGeom prst="ellipse">
            <a:avLst/>
          </a:prstGeom>
          <a:solidFill>
            <a:srgbClr val="FF2F2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A820E9-CDF0-4648-B36C-25E915EB94E3}"/>
              </a:ext>
            </a:extLst>
          </p:cNvPr>
          <p:cNvSpPr txBox="1"/>
          <p:nvPr/>
        </p:nvSpPr>
        <p:spPr>
          <a:xfrm>
            <a:off x="6010146" y="5157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2A4F8A7-DEE2-4812-B5B7-7A889149CBB6}"/>
              </a:ext>
            </a:extLst>
          </p:cNvPr>
          <p:cNvGrpSpPr/>
          <p:nvPr/>
        </p:nvGrpSpPr>
        <p:grpSpPr>
          <a:xfrm>
            <a:off x="5757795" y="550897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84C9183-C48C-4C55-9383-5A8015F91C19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2EF13C6-C76B-4F6A-904F-934217FEA3D5}"/>
                </a:ext>
              </a:extLst>
            </p:cNvPr>
            <p:cNvCxnSpPr>
              <a:cxnSpLocks/>
              <a:stCxn id="10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44CA14C-2CD3-46B6-BC0F-638E4C085E2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B731EFC-3BA0-454D-900F-7EF6A8017407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DBE1834-2CC0-4458-89A2-6EF8F7F743B9}"/>
              </a:ext>
            </a:extLst>
          </p:cNvPr>
          <p:cNvCxnSpPr>
            <a:cxnSpLocks/>
          </p:cNvCxnSpPr>
          <p:nvPr/>
        </p:nvCxnSpPr>
        <p:spPr>
          <a:xfrm flipV="1">
            <a:off x="4887498" y="3647287"/>
            <a:ext cx="351797" cy="638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6">
            <a:extLst>
              <a:ext uri="{FF2B5EF4-FFF2-40B4-BE49-F238E27FC236}">
                <a16:creationId xmlns:a16="http://schemas.microsoft.com/office/drawing/2014/main" id="{38215295-F64C-4E97-94F9-E85AEAFE3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687" y="33570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388042E-9776-413E-8BAF-8148F1FAB9E9}"/>
              </a:ext>
            </a:extLst>
          </p:cNvPr>
          <p:cNvSpPr txBox="1"/>
          <p:nvPr/>
        </p:nvSpPr>
        <p:spPr>
          <a:xfrm>
            <a:off x="5137360" y="340848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9607101-5F8A-411C-BCB0-4412297D515C}"/>
              </a:ext>
            </a:extLst>
          </p:cNvPr>
          <p:cNvSpPr txBox="1"/>
          <p:nvPr/>
        </p:nvSpPr>
        <p:spPr>
          <a:xfrm>
            <a:off x="4834285" y="3229065"/>
            <a:ext cx="31771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x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7EF7B193-9628-4146-956B-48CE4040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593" y="371819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1169D08-DAF6-4564-A199-AD871BC4F455}"/>
              </a:ext>
            </a:extLst>
          </p:cNvPr>
          <p:cNvSpPr txBox="1"/>
          <p:nvPr/>
        </p:nvSpPr>
        <p:spPr>
          <a:xfrm>
            <a:off x="7014708" y="375108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31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0EDFF23-3FB0-4FDC-96D1-3DBF7FD1FA02}"/>
              </a:ext>
            </a:extLst>
          </p:cNvPr>
          <p:cNvGrpSpPr/>
          <p:nvPr/>
        </p:nvGrpSpPr>
        <p:grpSpPr>
          <a:xfrm>
            <a:off x="6794896" y="405624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1F758819-ACAD-4173-8FCE-8C052CB5D812}"/>
                </a:ext>
              </a:extLst>
            </p:cNvPr>
            <p:cNvCxnSpPr>
              <a:cxnSpLocks/>
              <a:stCxn id="18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1C35E1A-3454-4BA5-83AC-38EA9677C720}"/>
                </a:ext>
              </a:extLst>
            </p:cNvPr>
            <p:cNvCxnSpPr>
              <a:cxnSpLocks/>
              <a:stCxn id="18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91A764D-11D4-467B-B104-58AC5A9D24F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0683603D-E540-417D-8916-22371D4D18A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48C20B5-3D17-4847-ADA4-28B1162B4D86}"/>
              </a:ext>
            </a:extLst>
          </p:cNvPr>
          <p:cNvSpPr/>
          <p:nvPr/>
        </p:nvSpPr>
        <p:spPr>
          <a:xfrm>
            <a:off x="5086773" y="1991360"/>
            <a:ext cx="2682240" cy="1070187"/>
          </a:xfrm>
          <a:custGeom>
            <a:avLst/>
            <a:gdLst>
              <a:gd name="connsiteX0" fmla="*/ 2682240 w 2682240"/>
              <a:gd name="connsiteY0" fmla="*/ 0 h 1070187"/>
              <a:gd name="connsiteX1" fmla="*/ 1022774 w 2682240"/>
              <a:gd name="connsiteY1" fmla="*/ 636693 h 1070187"/>
              <a:gd name="connsiteX2" fmla="*/ 0 w 2682240"/>
              <a:gd name="connsiteY2" fmla="*/ 1070187 h 107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82240" h="1070187">
                <a:moveTo>
                  <a:pt x="2682240" y="0"/>
                </a:moveTo>
                <a:lnTo>
                  <a:pt x="1022774" y="636693"/>
                </a:lnTo>
                <a:lnTo>
                  <a:pt x="0" y="1070187"/>
                </a:lnTo>
              </a:path>
            </a:pathLst>
          </a:cu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36B8EF2-206E-4135-BB99-D5C6365D2CDC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E4A7A77-C915-4F58-924D-C6EC2C5E234E}"/>
              </a:ext>
            </a:extLst>
          </p:cNvPr>
          <p:cNvSpPr txBox="1"/>
          <p:nvPr/>
        </p:nvSpPr>
        <p:spPr>
          <a:xfrm>
            <a:off x="1020308" y="4074466"/>
            <a:ext cx="5757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81E57C8-000C-4938-B1BA-79184CDD28D2}"/>
              </a:ext>
            </a:extLst>
          </p:cNvPr>
          <p:cNvSpPr txBox="1"/>
          <p:nvPr/>
        </p:nvSpPr>
        <p:spPr>
          <a:xfrm>
            <a:off x="1020308" y="5024996"/>
            <a:ext cx="300114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Change the colors of G and P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580CC33-93BC-456E-B429-4E2D475A5A91}"/>
              </a:ext>
            </a:extLst>
          </p:cNvPr>
          <p:cNvSpPr/>
          <p:nvPr/>
        </p:nvSpPr>
        <p:spPr>
          <a:xfrm>
            <a:off x="9523260" y="2729011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7F2EFD2-2969-4590-9FD5-E60FE601D5DD}"/>
              </a:ext>
            </a:extLst>
          </p:cNvPr>
          <p:cNvSpPr/>
          <p:nvPr/>
        </p:nvSpPr>
        <p:spPr>
          <a:xfrm>
            <a:off x="6004918" y="2781657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03C322A-8973-4A08-91AA-2AD23DDEAC3B}"/>
              </a:ext>
            </a:extLst>
          </p:cNvPr>
          <p:cNvSpPr/>
          <p:nvPr/>
        </p:nvSpPr>
        <p:spPr>
          <a:xfrm>
            <a:off x="7836778" y="1813275"/>
            <a:ext cx="435531" cy="43553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2C9E291-CBCC-4407-9312-022DBF196CA2}"/>
              </a:ext>
            </a:extLst>
          </p:cNvPr>
          <p:cNvSpPr txBox="1"/>
          <p:nvPr/>
        </p:nvSpPr>
        <p:spPr>
          <a:xfrm>
            <a:off x="1020308" y="5956137"/>
            <a:ext cx="2762295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 a right rotation at G: 33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018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103/154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1E621-DB77-4700-AA8F-330EE6AF7E28}"/>
              </a:ext>
            </a:extLst>
          </p:cNvPr>
          <p:cNvCxnSpPr>
            <a:cxnSpLocks/>
          </p:cNvCxnSpPr>
          <p:nvPr/>
        </p:nvCxnSpPr>
        <p:spPr>
          <a:xfrm flipH="1" flipV="1">
            <a:off x="7383215" y="2228430"/>
            <a:ext cx="1076378" cy="6615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781BDE7-ACE5-4E08-9FF5-21780213D56C}"/>
              </a:ext>
            </a:extLst>
          </p:cNvPr>
          <p:cNvCxnSpPr>
            <a:cxnSpLocks/>
            <a:stCxn id="110" idx="0"/>
            <a:endCxn id="115" idx="3"/>
          </p:cNvCxnSpPr>
          <p:nvPr/>
        </p:nvCxnSpPr>
        <p:spPr>
          <a:xfrm flipV="1">
            <a:off x="5833010" y="2289038"/>
            <a:ext cx="1219780" cy="6929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6">
            <a:extLst>
              <a:ext uri="{FF2B5EF4-FFF2-40B4-BE49-F238E27FC236}">
                <a16:creationId xmlns:a16="http://schemas.microsoft.com/office/drawing/2014/main" id="{C33E6FF4-05D4-472B-B0AE-AC40E25A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008" y="19172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336AAF9-FAC5-41CB-A3FD-5D03713CDE0E}"/>
              </a:ext>
            </a:extLst>
          </p:cNvPr>
          <p:cNvSpPr txBox="1"/>
          <p:nvPr/>
        </p:nvSpPr>
        <p:spPr>
          <a:xfrm>
            <a:off x="6989008" y="195038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FF86C-01A8-4B35-9797-C81E8BD81D99}"/>
              </a:ext>
            </a:extLst>
          </p:cNvPr>
          <p:cNvSpPr txBox="1"/>
          <p:nvPr/>
        </p:nvSpPr>
        <p:spPr>
          <a:xfrm>
            <a:off x="741680" y="1996250"/>
            <a:ext cx="1178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Insert 20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E960C-3E57-4A1E-B8B6-96138B2515E6}"/>
              </a:ext>
            </a:extLst>
          </p:cNvPr>
          <p:cNvGrpSpPr/>
          <p:nvPr/>
        </p:nvGrpSpPr>
        <p:grpSpPr>
          <a:xfrm>
            <a:off x="4878060" y="2930500"/>
            <a:ext cx="2179487" cy="3066744"/>
            <a:chOff x="4412601" y="3357001"/>
            <a:chExt cx="2179487" cy="3066744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34194B3-74DE-4713-BD55-9E1ACE2320FE}"/>
                </a:ext>
              </a:extLst>
            </p:cNvPr>
            <p:cNvSpPr/>
            <p:nvPr/>
          </p:nvSpPr>
          <p:spPr>
            <a:xfrm>
              <a:off x="5742558" y="3676607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D1FC8D0-48EA-4B0C-8127-5CE381CD6C53}"/>
                </a:ext>
              </a:extLst>
            </p:cNvPr>
            <p:cNvSpPr/>
            <p:nvPr/>
          </p:nvSpPr>
          <p:spPr>
            <a:xfrm>
              <a:off x="5402303" y="439155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7" name="Oval 16">
              <a:extLst>
                <a:ext uri="{FF2B5EF4-FFF2-40B4-BE49-F238E27FC236}">
                  <a16:creationId xmlns:a16="http://schemas.microsoft.com/office/drawing/2014/main" id="{D1CC99D2-8CF8-4809-BE54-27DD547A7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851" y="4201440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50F9BA3-178A-4973-9145-9704FC187282}"/>
                </a:ext>
              </a:extLst>
            </p:cNvPr>
            <p:cNvCxnSpPr>
              <a:cxnSpLocks/>
              <a:stCxn id="85" idx="0"/>
              <a:endCxn id="110" idx="3"/>
            </p:cNvCxnSpPr>
            <p:nvPr/>
          </p:nvCxnSpPr>
          <p:spPr>
            <a:xfrm flipH="1" flipV="1">
              <a:off x="5597742" y="3593150"/>
              <a:ext cx="405563" cy="6587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3BCE6D8-1BA3-4393-A938-E23131A58B9E}"/>
                </a:ext>
              </a:extLst>
            </p:cNvPr>
            <p:cNvGrpSpPr/>
            <p:nvPr/>
          </p:nvGrpSpPr>
          <p:grpSpPr>
            <a:xfrm>
              <a:off x="4412601" y="4582748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03C59E4-9A85-42A7-AA89-BF5B8CDD435A}"/>
                  </a:ext>
                </a:extLst>
              </p:cNvPr>
              <p:cNvCxnSpPr>
                <a:cxnSpLocks/>
                <a:stCxn id="82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5495724-C198-4582-B4C5-D5D09A65DC55}"/>
                  </a:ext>
                </a:extLst>
              </p:cNvPr>
              <p:cNvCxnSpPr>
                <a:cxnSpLocks/>
                <a:stCxn id="83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EDD7A29-371D-4670-89FE-290B2644CD52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9F64335-1729-4FF2-91E7-251297770E06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5CFA59F-21DC-49E1-9C49-AD14882E383A}"/>
                </a:ext>
              </a:extLst>
            </p:cNvPr>
            <p:cNvSpPr txBox="1"/>
            <p:nvPr/>
          </p:nvSpPr>
          <p:spPr>
            <a:xfrm>
              <a:off x="4662331" y="423983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11</a:t>
              </a:r>
            </a:p>
          </p:txBody>
        </p:sp>
        <p:sp>
          <p:nvSpPr>
            <p:cNvPr id="85" name="Oval 16">
              <a:extLst>
                <a:ext uri="{FF2B5EF4-FFF2-40B4-BE49-F238E27FC236}">
                  <a16:creationId xmlns:a16="http://schemas.microsoft.com/office/drawing/2014/main" id="{910F2D48-891B-4647-917E-CAE53266F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5539" y="4251876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796A9D4-19F7-4AC7-BC7F-CE5DF93D692D}"/>
                </a:ext>
              </a:extLst>
            </p:cNvPr>
            <p:cNvSpPr txBox="1"/>
            <p:nvPr/>
          </p:nvSpPr>
          <p:spPr>
            <a:xfrm>
              <a:off x="5794192" y="428497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15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8597DC9-4427-414E-9A8E-646680EBE7D6}"/>
                </a:ext>
              </a:extLst>
            </p:cNvPr>
            <p:cNvSpPr txBox="1"/>
            <p:nvPr/>
          </p:nvSpPr>
          <p:spPr>
            <a:xfrm>
              <a:off x="6194189" y="5242453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8</a:t>
              </a: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360517C-43AB-47DC-BAED-E78DF4FC7BDA}"/>
                </a:ext>
              </a:extLst>
            </p:cNvPr>
            <p:cNvGrpSpPr/>
            <p:nvPr/>
          </p:nvGrpSpPr>
          <p:grpSpPr>
            <a:xfrm>
              <a:off x="5533929" y="4651754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BFC6F55-AED7-4802-9C3B-CC4FD20AC2A6}"/>
                  </a:ext>
                </a:extLst>
              </p:cNvPr>
              <p:cNvCxnSpPr>
                <a:cxnSpLocks/>
                <a:stCxn id="92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C92AE92-0F19-404F-8369-E2EFAB8E98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CFA09E7-40A8-4851-82B1-0AE9A3BEE14A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93" name="Oval 16">
              <a:extLst>
                <a:ext uri="{FF2B5EF4-FFF2-40B4-BE49-F238E27FC236}">
                  <a16:creationId xmlns:a16="http://schemas.microsoft.com/office/drawing/2014/main" id="{74E21E8A-11E7-40AF-9D6A-5F49EA76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1173" y="5124334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DA820E9-CDF0-4648-B36C-25E915EB94E3}"/>
                </a:ext>
              </a:extLst>
            </p:cNvPr>
            <p:cNvSpPr txBox="1"/>
            <p:nvPr/>
          </p:nvSpPr>
          <p:spPr>
            <a:xfrm>
              <a:off x="6010146" y="5157433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20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2A4F8A7-DEE2-4812-B5B7-7A889149CBB6}"/>
                </a:ext>
              </a:extLst>
            </p:cNvPr>
            <p:cNvGrpSpPr/>
            <p:nvPr/>
          </p:nvGrpSpPr>
          <p:grpSpPr>
            <a:xfrm>
              <a:off x="5757795" y="550897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784C9183-C48C-4C55-9383-5A8015F91C19}"/>
                  </a:ext>
                </a:extLst>
              </p:cNvPr>
              <p:cNvCxnSpPr>
                <a:cxnSpLocks/>
                <a:stCxn id="100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2EF13C6-C76B-4F6A-904F-934217FEA3D5}"/>
                  </a:ext>
                </a:extLst>
              </p:cNvPr>
              <p:cNvCxnSpPr>
                <a:cxnSpLocks/>
                <a:stCxn id="101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44CA14C-2CD3-46B6-BC0F-638E4C085E2D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FB731EFC-3BA0-454D-900F-7EF6A8017407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DBE1834-2CC0-4458-89A2-6EF8F7F74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7498" y="3647287"/>
              <a:ext cx="351797" cy="6381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6">
              <a:extLst>
                <a:ext uri="{FF2B5EF4-FFF2-40B4-BE49-F238E27FC236}">
                  <a16:creationId xmlns:a16="http://schemas.microsoft.com/office/drawing/2014/main" id="{38215295-F64C-4E97-94F9-E85AEAFE3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9687" y="3357001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388042E-9776-413E-8BAF-8148F1FAB9E9}"/>
                </a:ext>
              </a:extLst>
            </p:cNvPr>
            <p:cNvSpPr txBox="1"/>
            <p:nvPr/>
          </p:nvSpPr>
          <p:spPr>
            <a:xfrm>
              <a:off x="5137360" y="34084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13</a:t>
              </a:r>
            </a:p>
          </p:txBody>
        </p:sp>
      </p:grp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36B8EF2-206E-4135-BB99-D5C6365D2CDC}"/>
              </a:ext>
            </a:extLst>
          </p:cNvPr>
          <p:cNvSpPr/>
          <p:nvPr/>
        </p:nvSpPr>
        <p:spPr>
          <a:xfrm>
            <a:off x="1020308" y="3176499"/>
            <a:ext cx="1470274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Uncle is black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E4A7A77-C915-4F58-924D-C6EC2C5E234E}"/>
              </a:ext>
            </a:extLst>
          </p:cNvPr>
          <p:cNvSpPr txBox="1"/>
          <p:nvPr/>
        </p:nvSpPr>
        <p:spPr>
          <a:xfrm>
            <a:off x="1020308" y="4074466"/>
            <a:ext cx="575799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Line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81E57C8-000C-4938-B1BA-79184CDD28D2}"/>
              </a:ext>
            </a:extLst>
          </p:cNvPr>
          <p:cNvSpPr txBox="1"/>
          <p:nvPr/>
        </p:nvSpPr>
        <p:spPr>
          <a:xfrm>
            <a:off x="1020308" y="5024996"/>
            <a:ext cx="2650277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color the parent black and</a:t>
            </a:r>
          </a:p>
          <a:p>
            <a:r>
              <a:rPr lang="en-US" dirty="0"/>
              <a:t>the grandparent red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2C9E291-CBCC-4407-9312-022DBF196CA2}"/>
              </a:ext>
            </a:extLst>
          </p:cNvPr>
          <p:cNvSpPr txBox="1"/>
          <p:nvPr/>
        </p:nvSpPr>
        <p:spPr>
          <a:xfrm>
            <a:off x="1020308" y="5956137"/>
            <a:ext cx="4091376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 a right rotation at the grandparent: 33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C2BA9C-0AB7-4524-B5F3-4AD92F48034A}"/>
              </a:ext>
            </a:extLst>
          </p:cNvPr>
          <p:cNvGrpSpPr/>
          <p:nvPr/>
        </p:nvGrpSpPr>
        <p:grpSpPr>
          <a:xfrm>
            <a:off x="7033075" y="2857135"/>
            <a:ext cx="4181413" cy="3068829"/>
            <a:chOff x="7957521" y="1622987"/>
            <a:chExt cx="4181413" cy="3068829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37151C2-C56E-44F3-8CE9-2BA31D972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4333" y="1879987"/>
              <a:ext cx="1131364" cy="8498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7E9FF9F-A932-45A3-9053-497CE43E52C4}"/>
                </a:ext>
              </a:extLst>
            </p:cNvPr>
            <p:cNvCxnSpPr>
              <a:cxnSpLocks/>
              <a:stCxn id="121" idx="1"/>
            </p:cNvCxnSpPr>
            <p:nvPr/>
          </p:nvCxnSpPr>
          <p:spPr>
            <a:xfrm flipH="1" flipV="1">
              <a:off x="9601005" y="1870296"/>
              <a:ext cx="1124143" cy="6889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6">
              <a:extLst>
                <a:ext uri="{FF2B5EF4-FFF2-40B4-BE49-F238E27FC236}">
                  <a16:creationId xmlns:a16="http://schemas.microsoft.com/office/drawing/2014/main" id="{A47AE0A7-D8B7-4B32-86FE-7F67242D0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9823" y="1622987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DEEE2EA-BA5C-4CFE-A415-793579C8C2BF}"/>
                </a:ext>
              </a:extLst>
            </p:cNvPr>
            <p:cNvCxnSpPr>
              <a:cxnSpLocks/>
              <a:stCxn id="130" idx="0"/>
              <a:endCxn id="121" idx="5"/>
            </p:cNvCxnSpPr>
            <p:nvPr/>
          </p:nvCxnSpPr>
          <p:spPr>
            <a:xfrm flipH="1" flipV="1">
              <a:off x="11033115" y="2867197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EAC44113-4708-4289-913E-2F9B6C6E2879}"/>
                </a:ext>
              </a:extLst>
            </p:cNvPr>
            <p:cNvCxnSpPr>
              <a:cxnSpLocks/>
              <a:stCxn id="123" idx="0"/>
              <a:endCxn id="121" idx="3"/>
            </p:cNvCxnSpPr>
            <p:nvPr/>
          </p:nvCxnSpPr>
          <p:spPr>
            <a:xfrm flipV="1">
              <a:off x="10058352" y="2867197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6">
              <a:extLst>
                <a:ext uri="{FF2B5EF4-FFF2-40B4-BE49-F238E27FC236}">
                  <a16:creationId xmlns:a16="http://schemas.microsoft.com/office/drawing/2014/main" id="{699E23BE-11CD-45F7-80D1-C0D8B5D1B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1366" y="249544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3" name="Oval 16">
              <a:extLst>
                <a:ext uri="{FF2B5EF4-FFF2-40B4-BE49-F238E27FC236}">
                  <a16:creationId xmlns:a16="http://schemas.microsoft.com/office/drawing/2014/main" id="{5EDCE1E5-794B-4469-89AD-897DE3E18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586" y="33887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CD9DEB1-EFF4-465E-B2A1-A5F6B7747131}"/>
                </a:ext>
              </a:extLst>
            </p:cNvPr>
            <p:cNvSpPr/>
            <p:nvPr/>
          </p:nvSpPr>
          <p:spPr>
            <a:xfrm>
              <a:off x="9602852" y="429091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0" name="Oval 16">
              <a:extLst>
                <a:ext uri="{FF2B5EF4-FFF2-40B4-BE49-F238E27FC236}">
                  <a16:creationId xmlns:a16="http://schemas.microsoft.com/office/drawing/2014/main" id="{02955EA9-F513-4343-ACA3-7B035F920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3592" y="3391130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0FCC1EA-9F47-48B9-B66F-2308A4AA9AC1}"/>
                </a:ext>
              </a:extLst>
            </p:cNvPr>
            <p:cNvSpPr txBox="1"/>
            <p:nvPr/>
          </p:nvSpPr>
          <p:spPr>
            <a:xfrm>
              <a:off x="9346497" y="165608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33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7E6211B-1C75-4DB4-91CC-2AF8DC4124F5}"/>
                </a:ext>
              </a:extLst>
            </p:cNvPr>
            <p:cNvSpPr txBox="1"/>
            <p:nvPr/>
          </p:nvSpPr>
          <p:spPr>
            <a:xfrm>
              <a:off x="10688879" y="253799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53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398DB70-A4FF-45A6-A09D-AFFC04C9A3F8}"/>
                </a:ext>
              </a:extLst>
            </p:cNvPr>
            <p:cNvSpPr txBox="1"/>
            <p:nvPr/>
          </p:nvSpPr>
          <p:spPr>
            <a:xfrm>
              <a:off x="11552005" y="344475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61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4498063-EE9A-4004-A234-11DAD96DC813}"/>
                </a:ext>
              </a:extLst>
            </p:cNvPr>
            <p:cNvSpPr txBox="1"/>
            <p:nvPr/>
          </p:nvSpPr>
          <p:spPr>
            <a:xfrm>
              <a:off x="9865208" y="34452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41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7B122B9A-BF5B-4E46-ACF8-0C1D66080CD8}"/>
                </a:ext>
              </a:extLst>
            </p:cNvPr>
            <p:cNvGrpSpPr/>
            <p:nvPr/>
          </p:nvGrpSpPr>
          <p:grpSpPr>
            <a:xfrm>
              <a:off x="9601005" y="3777049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259669D9-0A14-4E26-8F4F-CAA0672F8720}"/>
                  </a:ext>
                </a:extLst>
              </p:cNvPr>
              <p:cNvCxnSpPr>
                <a:cxnSpLocks/>
                <a:stCxn id="16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1DDFCB8F-45FE-4CF9-A38B-4C66E7358319}"/>
                  </a:ext>
                </a:extLst>
              </p:cNvPr>
              <p:cNvCxnSpPr>
                <a:cxnSpLocks/>
                <a:stCxn id="16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D2A3A751-8574-4C34-8D02-B69E79B10CA8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E5101978-7094-4965-9581-FF6DE01C5F9C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6B490EA-66C7-43D5-8DB0-1B8D5914F7B9}"/>
                </a:ext>
              </a:extLst>
            </p:cNvPr>
            <p:cNvGrpSpPr/>
            <p:nvPr/>
          </p:nvGrpSpPr>
          <p:grpSpPr>
            <a:xfrm>
              <a:off x="11304641" y="374547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D565E75E-0681-4B31-A750-E97413707D3F}"/>
                  </a:ext>
                </a:extLst>
              </p:cNvPr>
              <p:cNvCxnSpPr>
                <a:cxnSpLocks/>
                <a:stCxn id="156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0478E4D1-6B87-4640-A16B-7702F7509747}"/>
                  </a:ext>
                </a:extLst>
              </p:cNvPr>
              <p:cNvCxnSpPr>
                <a:cxnSpLocks/>
                <a:stCxn id="157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1485FE06-BC5E-46C0-AC08-A20896117586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6B794D81-CFC4-4715-BBB0-844FFE0A41F4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416916A-0F72-4E97-A7A0-800FA5FFA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168" y="2632899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69DDDF86-DB83-4708-A4BE-7348C36E0D1E}"/>
                </a:ext>
              </a:extLst>
            </p:cNvPr>
            <p:cNvSpPr txBox="1"/>
            <p:nvPr/>
          </p:nvSpPr>
          <p:spPr>
            <a:xfrm>
              <a:off x="8177333" y="264328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rPr>
                <a:t>31</a:t>
              </a: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6DED4D2D-57C3-4E1F-B0EC-EA27D83AA0FA}"/>
                </a:ext>
              </a:extLst>
            </p:cNvPr>
            <p:cNvGrpSpPr/>
            <p:nvPr/>
          </p:nvGrpSpPr>
          <p:grpSpPr>
            <a:xfrm>
              <a:off x="7957521" y="2948434"/>
              <a:ext cx="834293" cy="914767"/>
              <a:chOff x="7590826" y="3619741"/>
              <a:chExt cx="834293" cy="914767"/>
            </a:xfrm>
            <a:solidFill>
              <a:schemeClr val="bg1"/>
            </a:solidFill>
          </p:grpSpPr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E7637201-5DDB-47EC-A38C-45344EA88257}"/>
                  </a:ext>
                </a:extLst>
              </p:cNvPr>
              <p:cNvCxnSpPr>
                <a:cxnSpLocks/>
                <a:stCxn id="152" idx="0"/>
              </p:cNvCxnSpPr>
              <p:nvPr/>
            </p:nvCxnSpPr>
            <p:spPr>
              <a:xfrm flipV="1">
                <a:off x="7756720" y="3619741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777D8B99-BEF9-4E03-9624-65D3A213D04F}"/>
                  </a:ext>
                </a:extLst>
              </p:cNvPr>
              <p:cNvCxnSpPr>
                <a:cxnSpLocks/>
                <a:stCxn id="153" idx="0"/>
              </p:cNvCxnSpPr>
              <p:nvPr/>
            </p:nvCxnSpPr>
            <p:spPr>
              <a:xfrm flipH="1" flipV="1">
                <a:off x="8188133" y="3619741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29BDB65-A940-4BDC-853B-14954E3110E8}"/>
                  </a:ext>
                </a:extLst>
              </p:cNvPr>
              <p:cNvSpPr/>
              <p:nvPr/>
            </p:nvSpPr>
            <p:spPr>
              <a:xfrm>
                <a:off x="7590826" y="4182322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57BB6040-E3F5-4599-BBC5-D0F5AE174AE1}"/>
                  </a:ext>
                </a:extLst>
              </p:cNvPr>
              <p:cNvSpPr/>
              <p:nvPr/>
            </p:nvSpPr>
            <p:spPr>
              <a:xfrm>
                <a:off x="8093331" y="4182322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4727880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A082-6B59-487C-B2A7-7ADDC163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3CBFF-4890-404E-A0CB-25289854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55" y="1685078"/>
            <a:ext cx="11475071" cy="5278286"/>
          </a:xfrm>
        </p:spPr>
        <p:txBody>
          <a:bodyPr>
            <a:normAutofit/>
          </a:bodyPr>
          <a:lstStyle/>
          <a:p>
            <a:pPr marL="633222" indent="-5143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Perform standard BST </a:t>
            </a:r>
            <a:r>
              <a:rPr lang="en-US" dirty="0">
                <a:solidFill>
                  <a:srgbClr val="FF0000"/>
                </a:solidFill>
              </a:rPr>
              <a:t>insertion</a:t>
            </a:r>
            <a:r>
              <a:rPr lang="en-US" dirty="0"/>
              <a:t> and set the color of the newly inserted node (denoted by x) to RED.</a:t>
            </a:r>
          </a:p>
          <a:p>
            <a:pPr marL="633222" indent="-5143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If x is the root, change the color of x to </a:t>
            </a:r>
            <a:r>
              <a:rPr lang="en-US" dirty="0">
                <a:solidFill>
                  <a:srgbClr val="00B0F0"/>
                </a:solidFill>
              </a:rPr>
              <a:t>BLACK.</a:t>
            </a:r>
            <a:endParaRPr lang="en-US" dirty="0"/>
          </a:p>
          <a:p>
            <a:pPr marL="633222" indent="-5143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while </a:t>
            </a:r>
            <a:r>
              <a:rPr lang="en-US" dirty="0" err="1">
                <a:solidFill>
                  <a:srgbClr val="00B050"/>
                </a:solidFill>
              </a:rPr>
              <a:t>x.parent.color</a:t>
            </a:r>
            <a:r>
              <a:rPr lang="en-US" dirty="0">
                <a:solidFill>
                  <a:srgbClr val="00B050"/>
                </a:solidFill>
              </a:rPr>
              <a:t> == Red: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FF00FF"/>
                </a:solidFill>
              </a:rPr>
              <a:t>a) if </a:t>
            </a:r>
            <a:r>
              <a:rPr lang="en-US" dirty="0" err="1">
                <a:solidFill>
                  <a:srgbClr val="FF00FF"/>
                </a:solidFill>
              </a:rPr>
              <a:t>x.uncle.color</a:t>
            </a:r>
            <a:r>
              <a:rPr lang="en-US" dirty="0">
                <a:solidFill>
                  <a:srgbClr val="FF00FF"/>
                </a:solidFill>
              </a:rPr>
              <a:t> == RED:</a:t>
            </a:r>
            <a:br>
              <a:rPr lang="en-US" dirty="0"/>
            </a:br>
            <a:r>
              <a:rPr lang="en-US" dirty="0"/>
              <a:t>		(</a:t>
            </a:r>
            <a:r>
              <a:rPr lang="en-US" dirty="0" err="1"/>
              <a:t>i</a:t>
            </a:r>
            <a:r>
              <a:rPr lang="en-US" dirty="0"/>
              <a:t>)   </a:t>
            </a:r>
            <a:r>
              <a:rPr lang="en-US" dirty="0" err="1"/>
              <a:t>x.parent.color</a:t>
            </a:r>
            <a:r>
              <a:rPr lang="en-US" dirty="0"/>
              <a:t>=BLACK , </a:t>
            </a:r>
            <a:r>
              <a:rPr lang="en-US" dirty="0" err="1"/>
              <a:t>x.uncle.color</a:t>
            </a:r>
            <a:r>
              <a:rPr lang="en-US" dirty="0"/>
              <a:t>=BLACK, </a:t>
            </a:r>
            <a:r>
              <a:rPr lang="en-US" dirty="0" err="1"/>
              <a:t>x.grandparent.color</a:t>
            </a:r>
            <a:r>
              <a:rPr lang="en-US" dirty="0"/>
              <a:t>=RED. </a:t>
            </a:r>
            <a:br>
              <a:rPr lang="en-US" dirty="0"/>
            </a:br>
            <a:r>
              <a:rPr lang="en-US" dirty="0"/>
              <a:t>		(ii) x = </a:t>
            </a:r>
            <a:r>
              <a:rPr lang="en-US" dirty="0" err="1"/>
              <a:t>x.grandparent</a:t>
            </a:r>
            <a:r>
              <a:rPr lang="en-US" dirty="0"/>
              <a:t>. 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FF00FF"/>
                </a:solidFill>
              </a:rPr>
              <a:t>b) </a:t>
            </a:r>
            <a:r>
              <a:rPr lang="en-US" dirty="0" err="1">
                <a:solidFill>
                  <a:srgbClr val="FF00FF"/>
                </a:solidFill>
              </a:rPr>
              <a:t>elif</a:t>
            </a:r>
            <a:r>
              <a:rPr lang="en-US" dirty="0">
                <a:solidFill>
                  <a:srgbClr val="FF00FF"/>
                </a:solidFill>
              </a:rPr>
              <a:t> </a:t>
            </a:r>
            <a:r>
              <a:rPr lang="en-US" dirty="0" err="1">
                <a:solidFill>
                  <a:srgbClr val="FF00FF"/>
                </a:solidFill>
              </a:rPr>
              <a:t>x.uncle.color</a:t>
            </a:r>
            <a:r>
              <a:rPr lang="en-US" dirty="0">
                <a:solidFill>
                  <a:srgbClr val="FF00FF"/>
                </a:solidFill>
              </a:rPr>
              <a:t>==BLACK</a:t>
            </a:r>
            <a:r>
              <a:rPr lang="en-US" dirty="0"/>
              <a:t>, there are four possible cases:</a:t>
            </a:r>
          </a:p>
          <a:p>
            <a:pPr marL="1340622" lvl="3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/>
              <a:t>Line: Swap the colors of </a:t>
            </a:r>
            <a:r>
              <a:rPr lang="en-US" sz="1800" dirty="0" err="1"/>
              <a:t>x.parent</a:t>
            </a:r>
            <a:r>
              <a:rPr lang="en-US" sz="1800" dirty="0"/>
              <a:t> and </a:t>
            </a:r>
            <a:r>
              <a:rPr lang="en-US" sz="1800" dirty="0" err="1"/>
              <a:t>x.grandparent</a:t>
            </a:r>
            <a:r>
              <a:rPr lang="en-US" sz="1800" dirty="0"/>
              <a:t>, perform a right rotation at the grandparent</a:t>
            </a:r>
          </a:p>
          <a:p>
            <a:pPr marL="1340622" lvl="3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/>
              <a:t>Triangle: Perform a left rotation at </a:t>
            </a:r>
            <a:r>
              <a:rPr lang="en-US" sz="1800" dirty="0" err="1"/>
              <a:t>x.parent</a:t>
            </a:r>
            <a:r>
              <a:rPr lang="en-US" sz="1800" dirty="0"/>
              <a:t>, x=</a:t>
            </a:r>
            <a:r>
              <a:rPr lang="en-US" sz="1800" dirty="0" err="1"/>
              <a:t>x.parent</a:t>
            </a:r>
            <a:endParaRPr lang="en-US" sz="1800" dirty="0"/>
          </a:p>
          <a:p>
            <a:pPr marL="1340622" lvl="3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/>
              <a:t>Line: Swap the colors of </a:t>
            </a:r>
            <a:r>
              <a:rPr lang="en-US" sz="1800" dirty="0" err="1"/>
              <a:t>x.parent</a:t>
            </a:r>
            <a:r>
              <a:rPr lang="en-US" sz="1800" dirty="0"/>
              <a:t> and </a:t>
            </a:r>
            <a:r>
              <a:rPr lang="en-US" sz="1800" dirty="0" err="1"/>
              <a:t>x.grandparent</a:t>
            </a:r>
            <a:r>
              <a:rPr lang="en-US" sz="1800" dirty="0"/>
              <a:t>, perform a left rotation at the grandparent </a:t>
            </a:r>
          </a:p>
          <a:p>
            <a:pPr marL="1340622" lvl="3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/>
              <a:t>Triangle: Perform a right rotation at </a:t>
            </a:r>
            <a:r>
              <a:rPr lang="en-US" sz="1800" dirty="0" err="1"/>
              <a:t>x.parent</a:t>
            </a:r>
            <a:r>
              <a:rPr lang="en-US" sz="1800" dirty="0"/>
              <a:t>, x=</a:t>
            </a:r>
            <a:r>
              <a:rPr lang="en-US" sz="1800" dirty="0" err="1"/>
              <a:t>x.parent</a:t>
            </a:r>
            <a:endParaRPr lang="en-US" sz="1800" dirty="0"/>
          </a:p>
          <a:p>
            <a:pPr marL="404622" indent="-2857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 err="1"/>
              <a:t>root.color</a:t>
            </a:r>
            <a:r>
              <a:rPr lang="en-US" dirty="0"/>
              <a:t>=BLACK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E5D26-2F18-40DE-B205-883CD43A7BC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104/154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49212D-9875-47E2-9ABF-33DFA5969893}"/>
              </a:ext>
            </a:extLst>
          </p:cNvPr>
          <p:cNvGrpSpPr/>
          <p:nvPr/>
        </p:nvGrpSpPr>
        <p:grpSpPr>
          <a:xfrm>
            <a:off x="10558300" y="4062706"/>
            <a:ext cx="774555" cy="669181"/>
            <a:chOff x="7173218" y="1762253"/>
            <a:chExt cx="3610320" cy="311916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B7B5AE2-168F-4230-B7D3-1B01F3278209}"/>
                </a:ext>
              </a:extLst>
            </p:cNvPr>
            <p:cNvCxnSpPr>
              <a:cxnSpLocks/>
              <a:stCxn id="13" idx="5"/>
              <a:endCxn id="9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ED8AE4-DC45-48D0-B4AF-E47609B53647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DC1C62B-0D52-4A39-A48C-098E29E3C979}"/>
                </a:ext>
              </a:extLst>
            </p:cNvPr>
            <p:cNvSpPr/>
            <p:nvPr/>
          </p:nvSpPr>
          <p:spPr>
            <a:xfrm>
              <a:off x="7173218" y="4170213"/>
              <a:ext cx="711201" cy="711201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F261C33-6DA1-481A-B252-7CE282CBE7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0808" y="3562009"/>
              <a:ext cx="484342" cy="6192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0225AF-14CB-4D1E-B100-9FFCA4520FF2}"/>
                </a:ext>
              </a:extLst>
            </p:cNvPr>
            <p:cNvCxnSpPr>
              <a:cxnSpLocks/>
              <a:stCxn id="14" idx="0"/>
              <a:endCxn id="13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19050">
              <a:solidFill>
                <a:srgbClr val="2FC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EF99D6-54CF-458C-958E-092FE7ACBA68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8B924E0-FFDB-43DF-B1A1-208DE40AA521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AF1919-A66D-489E-82DB-93216CC1A88D}"/>
              </a:ext>
            </a:extLst>
          </p:cNvPr>
          <p:cNvGrpSpPr/>
          <p:nvPr/>
        </p:nvGrpSpPr>
        <p:grpSpPr>
          <a:xfrm>
            <a:off x="6842256" y="4731887"/>
            <a:ext cx="556819" cy="616781"/>
            <a:chOff x="8026401" y="1762253"/>
            <a:chExt cx="2757137" cy="3054048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61B1A6-9603-490F-BF29-C836096BC33E}"/>
                </a:ext>
              </a:extLst>
            </p:cNvPr>
            <p:cNvCxnSpPr>
              <a:cxnSpLocks/>
              <a:stCxn id="23" idx="5"/>
              <a:endCxn id="19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7128FCC-E6F9-4049-86C7-0234C41A1067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65BBD06-A7C9-4B95-A6EF-3DE9CD14C7C9}"/>
                </a:ext>
              </a:extLst>
            </p:cNvPr>
            <p:cNvSpPr/>
            <p:nvPr/>
          </p:nvSpPr>
          <p:spPr>
            <a:xfrm>
              <a:off x="9147741" y="4105101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FF53ADA-47B1-4278-B09E-A0E6CD090055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8681606" y="3610287"/>
              <a:ext cx="570288" cy="598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935286A-3B51-4D69-BC93-EAF94558FDB4}"/>
                </a:ext>
              </a:extLst>
            </p:cNvPr>
            <p:cNvCxnSpPr>
              <a:cxnSpLocks/>
              <a:stCxn id="24" idx="0"/>
              <a:endCxn id="23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19050">
              <a:solidFill>
                <a:srgbClr val="2FC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8256C35-CCD7-4FC1-AA9B-A41593C70CD9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E56FBAD-5E44-41F9-BF65-8D8FCFA27080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3D93EE-0856-407C-B493-F867EE39933C}"/>
              </a:ext>
            </a:extLst>
          </p:cNvPr>
          <p:cNvGrpSpPr/>
          <p:nvPr/>
        </p:nvGrpSpPr>
        <p:grpSpPr>
          <a:xfrm>
            <a:off x="10521075" y="5203470"/>
            <a:ext cx="789833" cy="644229"/>
            <a:chOff x="8026401" y="1762253"/>
            <a:chExt cx="3830319" cy="312420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E732D4-74C9-4A9F-9DC8-605BF8D78BFD}"/>
                </a:ext>
              </a:extLst>
            </p:cNvPr>
            <p:cNvCxnSpPr>
              <a:cxnSpLocks/>
              <a:stCxn id="32" idx="5"/>
              <a:endCxn id="27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5B0521E-DB54-4153-B32A-DC17FA4CCFD3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24E35D4-809C-490C-94D3-7131D47E5083}"/>
                </a:ext>
              </a:extLst>
            </p:cNvPr>
            <p:cNvSpPr/>
            <p:nvPr/>
          </p:nvSpPr>
          <p:spPr>
            <a:xfrm>
              <a:off x="11145520" y="4175261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37CFB48-E098-4962-9197-14324B4A408B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90E8C8-C567-4894-88CA-0210F42D3B70}"/>
                </a:ext>
              </a:extLst>
            </p:cNvPr>
            <p:cNvCxnSpPr>
              <a:cxnSpLocks/>
              <a:stCxn id="27" idx="5"/>
              <a:endCxn id="28" idx="1"/>
            </p:cNvCxnSpPr>
            <p:nvPr/>
          </p:nvCxnSpPr>
          <p:spPr>
            <a:xfrm>
              <a:off x="10679385" y="3680447"/>
              <a:ext cx="570288" cy="5989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6779344-A7C7-4104-812E-C57D6C9EFAAC}"/>
                </a:ext>
              </a:extLst>
            </p:cNvPr>
            <p:cNvCxnSpPr>
              <a:cxnSpLocks/>
              <a:stCxn id="29" idx="0"/>
              <a:endCxn id="32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BA26602-CE3E-4DB0-ACBB-79B10610F666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2D1A23-377A-44DD-B9EB-DC612D237269}"/>
              </a:ext>
            </a:extLst>
          </p:cNvPr>
          <p:cNvGrpSpPr/>
          <p:nvPr/>
        </p:nvGrpSpPr>
        <p:grpSpPr>
          <a:xfrm>
            <a:off x="7006663" y="5846727"/>
            <a:ext cx="523386" cy="614909"/>
            <a:chOff x="8026401" y="1762253"/>
            <a:chExt cx="2757137" cy="323927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B585C8B-1827-4A55-AA92-5E0E06DE9F7C}"/>
                </a:ext>
              </a:extLst>
            </p:cNvPr>
            <p:cNvCxnSpPr>
              <a:cxnSpLocks/>
              <a:stCxn id="40" idx="5"/>
              <a:endCxn id="35" idx="1"/>
            </p:cNvCxnSpPr>
            <p:nvPr/>
          </p:nvCxnSpPr>
          <p:spPr>
            <a:xfrm>
              <a:off x="9447524" y="2369300"/>
              <a:ext cx="728967" cy="80825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5B0978-F3AA-4536-B9FF-D05B3748CA0E}"/>
                </a:ext>
              </a:extLst>
            </p:cNvPr>
            <p:cNvSpPr/>
            <p:nvPr/>
          </p:nvSpPr>
          <p:spPr>
            <a:xfrm>
              <a:off x="10072338" y="3073400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E3F4A0B-2CE0-4999-90ED-507D6C096DDF}"/>
                </a:ext>
              </a:extLst>
            </p:cNvPr>
            <p:cNvSpPr/>
            <p:nvPr/>
          </p:nvSpPr>
          <p:spPr>
            <a:xfrm>
              <a:off x="9227169" y="4290324"/>
              <a:ext cx="711200" cy="7112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266B664-0CB5-4AEB-B922-0B83F7CF010F}"/>
                </a:ext>
              </a:extLst>
            </p:cNvPr>
            <p:cNvSpPr/>
            <p:nvPr/>
          </p:nvSpPr>
          <p:spPr>
            <a:xfrm>
              <a:off x="8026401" y="3073400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418AED6-51F9-4B25-A589-4535C3B1AF6A}"/>
                </a:ext>
              </a:extLst>
            </p:cNvPr>
            <p:cNvCxnSpPr>
              <a:cxnSpLocks/>
              <a:stCxn id="35" idx="3"/>
              <a:endCxn id="36" idx="0"/>
            </p:cNvCxnSpPr>
            <p:nvPr/>
          </p:nvCxnSpPr>
          <p:spPr>
            <a:xfrm flipH="1">
              <a:off x="9582770" y="3680447"/>
              <a:ext cx="593722" cy="6098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B1198EE-36E7-4F25-AE51-2923966C825D}"/>
                </a:ext>
              </a:extLst>
            </p:cNvPr>
            <p:cNvCxnSpPr>
              <a:cxnSpLocks/>
              <a:stCxn id="37" idx="0"/>
              <a:endCxn id="40" idx="3"/>
            </p:cNvCxnSpPr>
            <p:nvPr/>
          </p:nvCxnSpPr>
          <p:spPr>
            <a:xfrm flipV="1">
              <a:off x="8382001" y="2369300"/>
              <a:ext cx="562629" cy="7041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3476A74-EF4B-4E42-B4E7-BC6A5D2FB645}"/>
                </a:ext>
              </a:extLst>
            </p:cNvPr>
            <p:cNvSpPr/>
            <p:nvPr/>
          </p:nvSpPr>
          <p:spPr>
            <a:xfrm>
              <a:off x="8840477" y="1762253"/>
              <a:ext cx="711200" cy="7112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528214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346793" y="2105212"/>
            <a:ext cx="1134129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>
                <a:latin typeface="+mj-lt"/>
              </a:rPr>
              <a:t> Note that when we perform standard delete operation in BST, there are </a:t>
            </a:r>
            <a:r>
              <a:rPr lang="en-US" sz="2400" dirty="0"/>
              <a:t>three cases for the</a:t>
            </a:r>
            <a:r>
              <a:rPr lang="en-US" sz="2400" dirty="0">
                <a:latin typeface="+mj-lt"/>
              </a:rPr>
              <a:t> node that should be deleted :</a:t>
            </a:r>
          </a:p>
          <a:p>
            <a:pPr marL="1547622" lvl="2" indent="-514350"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/>
              <a:t>It has no children</a:t>
            </a:r>
          </a:p>
          <a:p>
            <a:pPr marL="1547622" lvl="2" indent="-514350"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/>
              <a:t>It has only one child</a:t>
            </a:r>
          </a:p>
          <a:p>
            <a:pPr marL="1547622" lvl="2" indent="-514350"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/>
              <a:t>It has two children</a:t>
            </a:r>
          </a:p>
          <a:p>
            <a:pPr marL="1033272" lvl="2">
              <a:buClr>
                <a:srgbClr val="F0AD00"/>
              </a:buClr>
              <a:buSzPct val="80000"/>
            </a:pPr>
            <a:endParaRPr lang="en-US" sz="2400" dirty="0"/>
          </a:p>
          <a:p>
            <a:pPr marL="438912" indent="-320040"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/>
              <a:t>In each case, we always end up deleting a node that is </a:t>
            </a:r>
            <a:r>
              <a:rPr lang="en-US" sz="2400" dirty="0">
                <a:solidFill>
                  <a:srgbClr val="FF0000"/>
                </a:solidFill>
              </a:rPr>
              <a:t>either a leaf or has only one child</a:t>
            </a:r>
            <a:r>
              <a:rPr lang="en-US" sz="2400" dirty="0"/>
              <a:t>. This is clear for cases 1 and 2. In case 3, we copy the </a:t>
            </a:r>
            <a:r>
              <a:rPr lang="en-US" sz="2400" b="1" dirty="0"/>
              <a:t>data </a:t>
            </a:r>
            <a:r>
              <a:rPr lang="en-US" sz="2400" dirty="0"/>
              <a:t>(not the color!)</a:t>
            </a:r>
            <a:r>
              <a:rPr lang="en-US" sz="2400" dirty="0">
                <a:solidFill>
                  <a:srgbClr val="D012C2"/>
                </a:solidFill>
              </a:rPr>
              <a:t> of the smallest successor on the right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00B0F0"/>
                </a:solidFill>
              </a:rPr>
              <a:t>the node that should be deleted</a:t>
            </a:r>
            <a:r>
              <a:rPr lang="en-US" sz="2400" dirty="0"/>
              <a:t>, and then we delete that successor, which is either a leaf or has only one child (see figure).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3B14-CF5B-4346-9749-1A40503E508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105/154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66414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0A41-42E2-458A-AD98-EF612A7C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No children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94940-5CF0-4E92-BDF3-62A056CBA8E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106/154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675812-2DF4-49D8-9BF2-1D9111745C5C}"/>
              </a:ext>
            </a:extLst>
          </p:cNvPr>
          <p:cNvSpPr txBox="1"/>
          <p:nvPr/>
        </p:nvSpPr>
        <p:spPr>
          <a:xfrm flipH="1">
            <a:off x="1180684" y="4698472"/>
            <a:ext cx="231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Should be deleted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659C5C-90E8-4D3A-8738-ADF9618A43CB}"/>
              </a:ext>
            </a:extLst>
          </p:cNvPr>
          <p:cNvGrpSpPr/>
          <p:nvPr/>
        </p:nvGrpSpPr>
        <p:grpSpPr>
          <a:xfrm>
            <a:off x="6317098" y="2265671"/>
            <a:ext cx="5715508" cy="3608691"/>
            <a:chOff x="3414661" y="2383795"/>
            <a:chExt cx="5715508" cy="3608691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500CD44-D32D-4F47-AEFF-465BD3CF9441}"/>
                </a:ext>
              </a:extLst>
            </p:cNvPr>
            <p:cNvGrpSpPr/>
            <p:nvPr/>
          </p:nvGrpSpPr>
          <p:grpSpPr>
            <a:xfrm>
              <a:off x="3414661" y="2607707"/>
              <a:ext cx="5715508" cy="3384779"/>
              <a:chOff x="3520797" y="1905578"/>
              <a:chExt cx="5715508" cy="3384779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A95B260-A326-4548-9660-E6B1EC2086F8}"/>
                  </a:ext>
                </a:extLst>
              </p:cNvPr>
              <p:cNvCxnSpPr>
                <a:cxnSpLocks/>
                <a:endCxn id="45" idx="3"/>
              </p:cNvCxnSpPr>
              <p:nvPr/>
            </p:nvCxnSpPr>
            <p:spPr>
              <a:xfrm flipH="1" flipV="1">
                <a:off x="5892786" y="1905578"/>
                <a:ext cx="1670488" cy="11901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3E52BD-2E51-49AE-AC61-9EEEFDC1F353}"/>
                  </a:ext>
                </a:extLst>
              </p:cNvPr>
              <p:cNvCxnSpPr>
                <a:cxnSpLocks/>
                <a:endCxn id="45" idx="1"/>
              </p:cNvCxnSpPr>
              <p:nvPr/>
            </p:nvCxnSpPr>
            <p:spPr>
              <a:xfrm flipV="1">
                <a:off x="3707133" y="1905578"/>
                <a:ext cx="1725271" cy="118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Oval 16">
                <a:extLst>
                  <a:ext uri="{FF2B5EF4-FFF2-40B4-BE49-F238E27FC236}">
                    <a16:creationId xmlns:a16="http://schemas.microsoft.com/office/drawing/2014/main" id="{D3E78DDD-DE6E-4D67-B095-D0CCD3E52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348" y="2922161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4823B7B-54D3-4BCA-9901-667ACFA316A6}"/>
                  </a:ext>
                </a:extLst>
              </p:cNvPr>
              <p:cNvCxnSpPr/>
              <p:nvPr/>
            </p:nvCxnSpPr>
            <p:spPr>
              <a:xfrm flipH="1" flipV="1">
                <a:off x="8310805" y="4063041"/>
                <a:ext cx="673859" cy="87873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0031F89-BFB1-4E6F-AA14-C0FC0724B56D}"/>
                  </a:ext>
                </a:extLst>
              </p:cNvPr>
              <p:cNvCxnSpPr/>
              <p:nvPr/>
            </p:nvCxnSpPr>
            <p:spPr>
              <a:xfrm flipV="1">
                <a:off x="7697946" y="4130306"/>
                <a:ext cx="457312" cy="81146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D8CEB64-1980-490F-9B6F-3E3574B6496D}"/>
                  </a:ext>
                </a:extLst>
              </p:cNvPr>
              <p:cNvCxnSpPr/>
              <p:nvPr/>
            </p:nvCxnSpPr>
            <p:spPr>
              <a:xfrm flipH="1" flipV="1">
                <a:off x="7664298" y="3027407"/>
                <a:ext cx="587631" cy="9116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AA9D36F8-8636-429A-9593-3A049A01C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797" y="2940749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3" name="Oval 16">
                <a:extLst>
                  <a:ext uri="{FF2B5EF4-FFF2-40B4-BE49-F238E27FC236}">
                    <a16:creationId xmlns:a16="http://schemas.microsoft.com/office/drawing/2014/main" id="{610A90E1-F8F5-49DA-8979-843CC0533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5618" y="3872182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4" name="Oval 16">
                <a:extLst>
                  <a:ext uri="{FF2B5EF4-FFF2-40B4-BE49-F238E27FC236}">
                    <a16:creationId xmlns:a16="http://schemas.microsoft.com/office/drawing/2014/main" id="{613EA03E-5582-454B-A034-7AC2A0A16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9708" y="4854826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5" name="Oval 16">
                <a:extLst>
                  <a:ext uri="{FF2B5EF4-FFF2-40B4-BE49-F238E27FC236}">
                    <a16:creationId xmlns:a16="http://schemas.microsoft.com/office/drawing/2014/main" id="{A3F37917-227A-4366-AA77-C0957AF09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4125" y="48534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E441501-2D98-4ACC-A639-2B3E6DF58885}"/>
                  </a:ext>
                </a:extLst>
              </p:cNvPr>
              <p:cNvSpPr txBox="1"/>
              <p:nvPr/>
            </p:nvSpPr>
            <p:spPr>
              <a:xfrm>
                <a:off x="3520797" y="29626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00A0EA6-C879-4CE0-96EA-D10B177BB78A}"/>
                  </a:ext>
                </a:extLst>
              </p:cNvPr>
              <p:cNvSpPr txBox="1"/>
              <p:nvPr/>
            </p:nvSpPr>
            <p:spPr>
              <a:xfrm>
                <a:off x="7462382" y="29626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30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A87A92D8-7ED0-455B-85F6-079722A34AD2}"/>
                  </a:ext>
                </a:extLst>
              </p:cNvPr>
              <p:cNvSpPr/>
              <p:nvPr/>
            </p:nvSpPr>
            <p:spPr>
              <a:xfrm>
                <a:off x="8096589" y="3887383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40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A6C717A-DEF5-4D29-820B-AD4C96B49BAC}"/>
                  </a:ext>
                </a:extLst>
              </p:cNvPr>
              <p:cNvSpPr/>
              <p:nvPr/>
            </p:nvSpPr>
            <p:spPr>
              <a:xfrm>
                <a:off x="7553005" y="4908900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35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E89E8C15-F422-44FF-BC39-10370035500A}"/>
                  </a:ext>
                </a:extLst>
              </p:cNvPr>
              <p:cNvSpPr/>
              <p:nvPr/>
            </p:nvSpPr>
            <p:spPr>
              <a:xfrm>
                <a:off x="8775923" y="4905186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50</a:t>
                </a:r>
              </a:p>
            </p:txBody>
          </p:sp>
        </p:grpSp>
        <p:sp>
          <p:nvSpPr>
            <p:cNvPr id="44" name="Oval 16">
              <a:extLst>
                <a:ext uri="{FF2B5EF4-FFF2-40B4-BE49-F238E27FC236}">
                  <a16:creationId xmlns:a16="http://schemas.microsoft.com/office/drawing/2014/main" id="{552B75E0-0D81-41CE-AB66-CDB78EC71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268" y="2383795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2905C0A-89A9-4BBD-9054-5FA20C153C49}"/>
                </a:ext>
              </a:extLst>
            </p:cNvPr>
            <p:cNvSpPr txBox="1"/>
            <p:nvPr/>
          </p:nvSpPr>
          <p:spPr>
            <a:xfrm>
              <a:off x="5326268" y="242304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25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E3E7958-5891-4B9A-9342-4B842B30D6A9}"/>
              </a:ext>
            </a:extLst>
          </p:cNvPr>
          <p:cNvGrpSpPr/>
          <p:nvPr/>
        </p:nvGrpSpPr>
        <p:grpSpPr>
          <a:xfrm>
            <a:off x="157157" y="2249832"/>
            <a:ext cx="5709808" cy="3608691"/>
            <a:chOff x="3420361" y="2383795"/>
            <a:chExt cx="5709808" cy="360869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DE29905-B74E-4746-8F7E-903882F3D430}"/>
                </a:ext>
              </a:extLst>
            </p:cNvPr>
            <p:cNvGrpSpPr/>
            <p:nvPr/>
          </p:nvGrpSpPr>
          <p:grpSpPr>
            <a:xfrm>
              <a:off x="3420361" y="2589883"/>
              <a:ext cx="5709808" cy="3402603"/>
              <a:chOff x="3526497" y="1887754"/>
              <a:chExt cx="5709808" cy="3402603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EF72BD5-BC79-4498-BDFE-EF63B8AFCE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77637" y="1887754"/>
                <a:ext cx="1834926" cy="119061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D7B1B09-19D3-4D2D-AEEC-4A0CB01EA3E4}"/>
                  </a:ext>
                </a:extLst>
              </p:cNvPr>
              <p:cNvCxnSpPr>
                <a:cxnSpLocks/>
                <a:endCxn id="79" idx="1"/>
              </p:cNvCxnSpPr>
              <p:nvPr/>
            </p:nvCxnSpPr>
            <p:spPr>
              <a:xfrm flipV="1">
                <a:off x="3714330" y="1896593"/>
                <a:ext cx="1725271" cy="118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16">
                <a:extLst>
                  <a:ext uri="{FF2B5EF4-FFF2-40B4-BE49-F238E27FC236}">
                    <a16:creationId xmlns:a16="http://schemas.microsoft.com/office/drawing/2014/main" id="{53184989-F17E-4045-9EB9-AD4D4E480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348" y="2922161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5123BD8E-AE6C-47E7-97C2-C5830C86512E}"/>
                  </a:ext>
                </a:extLst>
              </p:cNvPr>
              <p:cNvCxnSpPr/>
              <p:nvPr/>
            </p:nvCxnSpPr>
            <p:spPr>
              <a:xfrm flipH="1" flipV="1">
                <a:off x="8310805" y="4063041"/>
                <a:ext cx="673859" cy="87873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093DEDC6-0403-4334-B0F3-3337BD39851C}"/>
                  </a:ext>
                </a:extLst>
              </p:cNvPr>
              <p:cNvCxnSpPr/>
              <p:nvPr/>
            </p:nvCxnSpPr>
            <p:spPr>
              <a:xfrm flipV="1">
                <a:off x="7697946" y="4130306"/>
                <a:ext cx="457312" cy="81146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643D82E8-6CAA-4D54-985E-B5C719F23A9B}"/>
                  </a:ext>
                </a:extLst>
              </p:cNvPr>
              <p:cNvCxnSpPr/>
              <p:nvPr/>
            </p:nvCxnSpPr>
            <p:spPr>
              <a:xfrm flipH="1" flipV="1">
                <a:off x="7664298" y="3027407"/>
                <a:ext cx="587631" cy="9116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16">
                <a:extLst>
                  <a:ext uri="{FF2B5EF4-FFF2-40B4-BE49-F238E27FC236}">
                    <a16:creationId xmlns:a16="http://schemas.microsoft.com/office/drawing/2014/main" id="{B6749F01-528B-41D3-BA27-C1B1277EA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797" y="2940749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8" name="Oval 16">
                <a:extLst>
                  <a:ext uri="{FF2B5EF4-FFF2-40B4-BE49-F238E27FC236}">
                    <a16:creationId xmlns:a16="http://schemas.microsoft.com/office/drawing/2014/main" id="{AD452A70-52BC-41E7-A50B-E92F887D8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8539" y="3828966"/>
                <a:ext cx="435531" cy="435531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89" name="Oval 16">
                <a:extLst>
                  <a:ext uri="{FF2B5EF4-FFF2-40B4-BE49-F238E27FC236}">
                    <a16:creationId xmlns:a16="http://schemas.microsoft.com/office/drawing/2014/main" id="{75D1FE47-C0D8-44E7-B261-AB9614CD8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45618" y="3872182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0" name="Oval 16">
                <a:extLst>
                  <a:ext uri="{FF2B5EF4-FFF2-40B4-BE49-F238E27FC236}">
                    <a16:creationId xmlns:a16="http://schemas.microsoft.com/office/drawing/2014/main" id="{FEB0613B-F240-4CCF-8DAF-5DB63EBE4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9708" y="4854826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1" name="Oval 16">
                <a:extLst>
                  <a:ext uri="{FF2B5EF4-FFF2-40B4-BE49-F238E27FC236}">
                    <a16:creationId xmlns:a16="http://schemas.microsoft.com/office/drawing/2014/main" id="{6BE4FA3A-0B88-4B6E-8641-C4B1411BE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4125" y="485343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9A45AC6-D4B7-4B9C-A21E-5083432C40C1}"/>
                  </a:ext>
                </a:extLst>
              </p:cNvPr>
              <p:cNvSpPr txBox="1"/>
              <p:nvPr/>
            </p:nvSpPr>
            <p:spPr>
              <a:xfrm>
                <a:off x="3526497" y="29552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0920464-FDC7-44F9-8DC8-B444C9DA5762}"/>
                  </a:ext>
                </a:extLst>
              </p:cNvPr>
              <p:cNvSpPr txBox="1"/>
              <p:nvPr/>
            </p:nvSpPr>
            <p:spPr>
              <a:xfrm>
                <a:off x="7421681" y="29552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30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5FEEF08-48F4-4653-A459-AC0762763847}"/>
                  </a:ext>
                </a:extLst>
              </p:cNvPr>
              <p:cNvSpPr/>
              <p:nvPr/>
            </p:nvSpPr>
            <p:spPr>
              <a:xfrm>
                <a:off x="6745525" y="3872182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28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5EFA13E-014F-40BA-833E-BB74CC5C521F}"/>
                  </a:ext>
                </a:extLst>
              </p:cNvPr>
              <p:cNvSpPr/>
              <p:nvPr/>
            </p:nvSpPr>
            <p:spPr>
              <a:xfrm>
                <a:off x="8096589" y="3887383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40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299E915-B930-4F88-BC92-F42894C1E84D}"/>
                  </a:ext>
                </a:extLst>
              </p:cNvPr>
              <p:cNvSpPr/>
              <p:nvPr/>
            </p:nvSpPr>
            <p:spPr>
              <a:xfrm>
                <a:off x="7553005" y="4908900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35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B01AD19-2CE3-4201-9664-F5734BFB7356}"/>
                  </a:ext>
                </a:extLst>
              </p:cNvPr>
              <p:cNvSpPr/>
              <p:nvPr/>
            </p:nvSpPr>
            <p:spPr>
              <a:xfrm>
                <a:off x="8775923" y="4905186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50</a:t>
                </a:r>
              </a:p>
            </p:txBody>
          </p:sp>
        </p:grpSp>
        <p:sp>
          <p:nvSpPr>
            <p:cNvPr id="78" name="Oval 16">
              <a:extLst>
                <a:ext uri="{FF2B5EF4-FFF2-40B4-BE49-F238E27FC236}">
                  <a16:creationId xmlns:a16="http://schemas.microsoft.com/office/drawing/2014/main" id="{C0001B8B-F9F0-4299-B64A-6049530A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268" y="2383795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E297AF2-D4DE-4938-9123-61B0A9291B5E}"/>
                </a:ext>
              </a:extLst>
            </p:cNvPr>
            <p:cNvSpPr txBox="1"/>
            <p:nvPr/>
          </p:nvSpPr>
          <p:spPr>
            <a:xfrm>
              <a:off x="5333465" y="241405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25</a:t>
              </a: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556482E-5EFC-452E-A3A3-DEE7DE37F562}"/>
              </a:ext>
            </a:extLst>
          </p:cNvPr>
          <p:cNvCxnSpPr>
            <a:cxnSpLocks/>
            <a:stCxn id="88" idx="0"/>
            <a:endCxn id="87" idx="3"/>
          </p:cNvCxnSpPr>
          <p:nvPr/>
        </p:nvCxnSpPr>
        <p:spPr>
          <a:xfrm flipV="1">
            <a:off x="3546965" y="3880664"/>
            <a:ext cx="542274" cy="5164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Arrow: Right 100">
            <a:extLst>
              <a:ext uri="{FF2B5EF4-FFF2-40B4-BE49-F238E27FC236}">
                <a16:creationId xmlns:a16="http://schemas.microsoft.com/office/drawing/2014/main" id="{56182A8D-BB5A-4870-ABCC-33FDC0AC774E}"/>
              </a:ext>
            </a:extLst>
          </p:cNvPr>
          <p:cNvSpPr/>
          <p:nvPr/>
        </p:nvSpPr>
        <p:spPr>
          <a:xfrm>
            <a:off x="5294187" y="3110796"/>
            <a:ext cx="635211" cy="2906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8C95C65-6D9F-49E4-93EA-5A07C286D904}"/>
              </a:ext>
            </a:extLst>
          </p:cNvPr>
          <p:cNvSpPr txBox="1"/>
          <p:nvPr/>
        </p:nvSpPr>
        <p:spPr>
          <a:xfrm>
            <a:off x="4991672" y="254616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Delete(28)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51003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0A41-42E2-458A-AD98-EF612A7C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One child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94940-5CF0-4E92-BDF3-62A056CBA8E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107/154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4ACB452-4B50-4079-8A9F-7278BE9613A1}"/>
              </a:ext>
            </a:extLst>
          </p:cNvPr>
          <p:cNvGrpSpPr/>
          <p:nvPr/>
        </p:nvGrpSpPr>
        <p:grpSpPr>
          <a:xfrm>
            <a:off x="149577" y="2147536"/>
            <a:ext cx="5715787" cy="3590102"/>
            <a:chOff x="2100841" y="2383795"/>
            <a:chExt cx="5715787" cy="35901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18EFB5-AF2F-4C4E-836B-703E68076072}"/>
                </a:ext>
              </a:extLst>
            </p:cNvPr>
            <p:cNvGrpSpPr/>
            <p:nvPr/>
          </p:nvGrpSpPr>
          <p:grpSpPr>
            <a:xfrm>
              <a:off x="2100841" y="2593952"/>
              <a:ext cx="5715787" cy="3379945"/>
              <a:chOff x="2206977" y="1891823"/>
              <a:chExt cx="5715787" cy="3379945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D52C1F5D-96A1-42E7-92AE-3F408020FFA9}"/>
                  </a:ext>
                </a:extLst>
              </p:cNvPr>
              <p:cNvCxnSpPr/>
              <p:nvPr/>
            </p:nvCxnSpPr>
            <p:spPr>
              <a:xfrm flipV="1">
                <a:off x="2426349" y="4154601"/>
                <a:ext cx="542694" cy="8238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14C92CB-34A3-4931-A311-42A6C0FA456F}"/>
                  </a:ext>
                </a:extLst>
              </p:cNvPr>
              <p:cNvCxnSpPr/>
              <p:nvPr/>
            </p:nvCxnSpPr>
            <p:spPr>
              <a:xfrm flipH="1" flipV="1">
                <a:off x="4467356" y="4044453"/>
                <a:ext cx="673859" cy="87873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128764C-055E-4C81-961A-B2B05E16E36F}"/>
                  </a:ext>
                </a:extLst>
              </p:cNvPr>
              <p:cNvCxnSpPr>
                <a:cxnSpLocks/>
                <a:endCxn id="37" idx="3"/>
              </p:cNvCxnSpPr>
              <p:nvPr/>
            </p:nvCxnSpPr>
            <p:spPr>
              <a:xfrm flipH="1" flipV="1">
                <a:off x="5888357" y="1891823"/>
                <a:ext cx="1670488" cy="11901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199B975-CD29-4A75-8280-A140F13DC071}"/>
                  </a:ext>
                </a:extLst>
              </p:cNvPr>
              <p:cNvCxnSpPr>
                <a:cxnSpLocks/>
                <a:endCxn id="37" idx="1"/>
              </p:cNvCxnSpPr>
              <p:nvPr/>
            </p:nvCxnSpPr>
            <p:spPr>
              <a:xfrm flipV="1">
                <a:off x="3702704" y="1891823"/>
                <a:ext cx="1725271" cy="118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679EF6B-8D8B-43F0-862E-1389ADFAA728}"/>
                  </a:ext>
                </a:extLst>
              </p:cNvPr>
              <p:cNvCxnSpPr/>
              <p:nvPr/>
            </p:nvCxnSpPr>
            <p:spPr>
              <a:xfrm flipH="1" flipV="1">
                <a:off x="3820849" y="3008819"/>
                <a:ext cx="587631" cy="9116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531BFBC-515D-465C-A6D9-0AF1C75ECA8B}"/>
                  </a:ext>
                </a:extLst>
              </p:cNvPr>
              <p:cNvCxnSpPr/>
              <p:nvPr/>
            </p:nvCxnSpPr>
            <p:spPr>
              <a:xfrm flipV="1">
                <a:off x="3035935" y="3078368"/>
                <a:ext cx="688576" cy="8843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6">
                <a:extLst>
                  <a:ext uri="{FF2B5EF4-FFF2-40B4-BE49-F238E27FC236}">
                    <a16:creationId xmlns:a16="http://schemas.microsoft.com/office/drawing/2014/main" id="{537AB82E-F52B-4A80-8C0B-C641EBEB6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348" y="2922161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" name="Oval 16">
                <a:extLst>
                  <a:ext uri="{FF2B5EF4-FFF2-40B4-BE49-F238E27FC236}">
                    <a16:creationId xmlns:a16="http://schemas.microsoft.com/office/drawing/2014/main" id="{2716F297-C403-4562-A466-0C2D130A8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090" y="381037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" name="Oval 16">
                <a:extLst>
                  <a:ext uri="{FF2B5EF4-FFF2-40B4-BE49-F238E27FC236}">
                    <a16:creationId xmlns:a16="http://schemas.microsoft.com/office/drawing/2014/main" id="{FED25F73-6B66-4293-8C09-35EE77E29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169" y="3853594"/>
                <a:ext cx="435531" cy="435531"/>
              </a:xfrm>
              <a:prstGeom prst="ellipse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" name="Oval 16">
                <a:extLst>
                  <a:ext uri="{FF2B5EF4-FFF2-40B4-BE49-F238E27FC236}">
                    <a16:creationId xmlns:a16="http://schemas.microsoft.com/office/drawing/2014/main" id="{0B11B7EF-9EA6-48CC-A19E-AFDEE83B3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0676" y="4834850"/>
                <a:ext cx="435531" cy="435531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094F268E-46F9-46F1-B985-9E5710632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6977" y="4836237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1" name="Oval 16">
                <a:extLst>
                  <a:ext uri="{FF2B5EF4-FFF2-40B4-BE49-F238E27FC236}">
                    <a16:creationId xmlns:a16="http://schemas.microsoft.com/office/drawing/2014/main" id="{4991D7DD-759B-4032-A319-399B8DD23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797" y="2940749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EE298D9-71B0-40C6-926E-1EEEC333B3DE}"/>
                  </a:ext>
                </a:extLst>
              </p:cNvPr>
              <p:cNvSpPr txBox="1"/>
              <p:nvPr/>
            </p:nvSpPr>
            <p:spPr>
              <a:xfrm>
                <a:off x="3564336" y="295164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F8766E-19B3-4830-B839-F75B396C69FC}"/>
                  </a:ext>
                </a:extLst>
              </p:cNvPr>
              <p:cNvSpPr txBox="1"/>
              <p:nvPr/>
            </p:nvSpPr>
            <p:spPr>
              <a:xfrm>
                <a:off x="7462382" y="29626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30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936B638-A45A-4F55-AED9-4B9218C0727E}"/>
                  </a:ext>
                </a:extLst>
              </p:cNvPr>
              <p:cNvSpPr/>
              <p:nvPr/>
            </p:nvSpPr>
            <p:spPr>
              <a:xfrm>
                <a:off x="2903157" y="3848050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89CC41C-AD3A-40FA-8D80-15CD6EACC28C}"/>
                  </a:ext>
                </a:extLst>
              </p:cNvPr>
              <p:cNvSpPr/>
              <p:nvPr/>
            </p:nvSpPr>
            <p:spPr>
              <a:xfrm>
                <a:off x="6745525" y="387218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B885DE-93AD-4885-9A74-C520F997E43F}"/>
                  </a:ext>
                </a:extLst>
              </p:cNvPr>
              <p:cNvSpPr/>
              <p:nvPr/>
            </p:nvSpPr>
            <p:spPr>
              <a:xfrm>
                <a:off x="4924217" y="4884528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20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BFAF52E-05A5-4C21-8973-45BDA7AC4B29}"/>
                  </a:ext>
                </a:extLst>
              </p:cNvPr>
              <p:cNvSpPr/>
              <p:nvPr/>
            </p:nvSpPr>
            <p:spPr>
              <a:xfrm>
                <a:off x="2270802" y="4877497"/>
                <a:ext cx="322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5B14DB8-7464-4A50-98B3-C52D413A709C}"/>
                  </a:ext>
                </a:extLst>
              </p:cNvPr>
              <p:cNvSpPr/>
              <p:nvPr/>
            </p:nvSpPr>
            <p:spPr>
              <a:xfrm>
                <a:off x="4213132" y="3883386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18</a:t>
                </a:r>
              </a:p>
            </p:txBody>
          </p:sp>
        </p:grpSp>
        <p:sp>
          <p:nvSpPr>
            <p:cNvPr id="36" name="Oval 16">
              <a:extLst>
                <a:ext uri="{FF2B5EF4-FFF2-40B4-BE49-F238E27FC236}">
                  <a16:creationId xmlns:a16="http://schemas.microsoft.com/office/drawing/2014/main" id="{C97AEBFB-A3EE-4DC2-A0E2-27D80ACD8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268" y="2383795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6D14EA3-BDB8-4AA1-9744-318C14119369}"/>
                </a:ext>
              </a:extLst>
            </p:cNvPr>
            <p:cNvSpPr txBox="1"/>
            <p:nvPr/>
          </p:nvSpPr>
          <p:spPr>
            <a:xfrm>
              <a:off x="5321839" y="240928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25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E675812-2DF4-49D8-9BF2-1D9111745C5C}"/>
              </a:ext>
            </a:extLst>
          </p:cNvPr>
          <p:cNvSpPr txBox="1"/>
          <p:nvPr/>
        </p:nvSpPr>
        <p:spPr>
          <a:xfrm flipH="1">
            <a:off x="2218740" y="3890165"/>
            <a:ext cx="231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Should be deleted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BC6F9E7-CA43-4FCB-A27B-E608956A8CD6}"/>
              </a:ext>
            </a:extLst>
          </p:cNvPr>
          <p:cNvGrpSpPr/>
          <p:nvPr/>
        </p:nvGrpSpPr>
        <p:grpSpPr>
          <a:xfrm>
            <a:off x="6207250" y="2122597"/>
            <a:ext cx="5715787" cy="3590102"/>
            <a:chOff x="2100841" y="2383795"/>
            <a:chExt cx="5715787" cy="359010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DE2488F-BA91-4735-837F-00E77BC15E15}"/>
                </a:ext>
              </a:extLst>
            </p:cNvPr>
            <p:cNvGrpSpPr/>
            <p:nvPr/>
          </p:nvGrpSpPr>
          <p:grpSpPr>
            <a:xfrm>
              <a:off x="2100841" y="2595613"/>
              <a:ext cx="5715787" cy="3378284"/>
              <a:chOff x="2206977" y="1893484"/>
              <a:chExt cx="5715787" cy="337828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E084021-4AE0-4337-B540-B14CB893801F}"/>
                  </a:ext>
                </a:extLst>
              </p:cNvPr>
              <p:cNvCxnSpPr/>
              <p:nvPr/>
            </p:nvCxnSpPr>
            <p:spPr>
              <a:xfrm flipV="1">
                <a:off x="2426349" y="4154601"/>
                <a:ext cx="542694" cy="8238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9EB9826-46E5-4E98-8E1F-43A62B2FD24F}"/>
                  </a:ext>
                </a:extLst>
              </p:cNvPr>
              <p:cNvCxnSpPr>
                <a:cxnSpLocks/>
                <a:endCxn id="44" idx="3"/>
              </p:cNvCxnSpPr>
              <p:nvPr/>
            </p:nvCxnSpPr>
            <p:spPr>
              <a:xfrm flipH="1" flipV="1">
                <a:off x="5903327" y="1893484"/>
                <a:ext cx="1670488" cy="119017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5F0C858-2B80-4DBB-B20E-914FA3E1BBBB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3717674" y="1893484"/>
                <a:ext cx="1725271" cy="118386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5A67985-C118-4F0F-A5D5-750B0B1BC858}"/>
                  </a:ext>
                </a:extLst>
              </p:cNvPr>
              <p:cNvCxnSpPr/>
              <p:nvPr/>
            </p:nvCxnSpPr>
            <p:spPr>
              <a:xfrm flipH="1" flipV="1">
                <a:off x="3820849" y="3008819"/>
                <a:ext cx="587631" cy="91160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7729227-D0D5-40A4-BB6E-9694B8887D02}"/>
                  </a:ext>
                </a:extLst>
              </p:cNvPr>
              <p:cNvCxnSpPr/>
              <p:nvPr/>
            </p:nvCxnSpPr>
            <p:spPr>
              <a:xfrm flipV="1">
                <a:off x="3035935" y="3078368"/>
                <a:ext cx="688576" cy="88439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B16765C6-6007-4564-B396-235ACC070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1348" y="2922161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2" name="Oval 16">
                <a:extLst>
                  <a:ext uri="{FF2B5EF4-FFF2-40B4-BE49-F238E27FC236}">
                    <a16:creationId xmlns:a16="http://schemas.microsoft.com/office/drawing/2014/main" id="{FA4272FD-2A41-4024-A783-E565F37B1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5090" y="3810378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3" name="Oval 16">
                <a:extLst>
                  <a:ext uri="{FF2B5EF4-FFF2-40B4-BE49-F238E27FC236}">
                    <a16:creationId xmlns:a16="http://schemas.microsoft.com/office/drawing/2014/main" id="{057D725B-6C9F-47E8-B637-EAE9BA8E7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169" y="3853594"/>
                <a:ext cx="435531" cy="435531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5" name="Oval 16">
                <a:extLst>
                  <a:ext uri="{FF2B5EF4-FFF2-40B4-BE49-F238E27FC236}">
                    <a16:creationId xmlns:a16="http://schemas.microsoft.com/office/drawing/2014/main" id="{CC480B92-CC2A-4744-B886-4CE93BDF9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6977" y="4836237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A6973DA3-EA6C-42A6-89D4-693D5C951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4797" y="2940749"/>
                <a:ext cx="435531" cy="43553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07B3EAD-B0B8-4FE0-AFE8-61B3AC09B9C3}"/>
                  </a:ext>
                </a:extLst>
              </p:cNvPr>
              <p:cNvSpPr txBox="1"/>
              <p:nvPr/>
            </p:nvSpPr>
            <p:spPr>
              <a:xfrm>
                <a:off x="3539071" y="297384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E95EB59-0931-434A-A06B-3D5680F7A311}"/>
                  </a:ext>
                </a:extLst>
              </p:cNvPr>
              <p:cNvSpPr txBox="1"/>
              <p:nvPr/>
            </p:nvSpPr>
            <p:spPr>
              <a:xfrm>
                <a:off x="7462382" y="29626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30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69F9163-9CA5-48EE-A96C-DC55E0D4DB30}"/>
                  </a:ext>
                </a:extLst>
              </p:cNvPr>
              <p:cNvSpPr/>
              <p:nvPr/>
            </p:nvSpPr>
            <p:spPr>
              <a:xfrm>
                <a:off x="2903157" y="3848050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10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2A1EA35-3673-4204-98FE-FDC14F25D28C}"/>
                  </a:ext>
                </a:extLst>
              </p:cNvPr>
              <p:cNvSpPr/>
              <p:nvPr/>
            </p:nvSpPr>
            <p:spPr>
              <a:xfrm>
                <a:off x="6745525" y="3872182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2262906-8592-4FE0-B6A2-53451AC56157}"/>
                  </a:ext>
                </a:extLst>
              </p:cNvPr>
              <p:cNvSpPr/>
              <p:nvPr/>
            </p:nvSpPr>
            <p:spPr>
              <a:xfrm>
                <a:off x="2270802" y="4877497"/>
                <a:ext cx="3225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5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145D198-BCEF-40DA-9213-07B10ECF2AA0}"/>
                  </a:ext>
                </a:extLst>
              </p:cNvPr>
              <p:cNvSpPr/>
              <p:nvPr/>
            </p:nvSpPr>
            <p:spPr>
              <a:xfrm>
                <a:off x="4261951" y="3878527"/>
                <a:ext cx="4603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prstClr val="black"/>
                    </a:solidFill>
                    <a:latin typeface="Arial Rounded MT Bold" panose="020F0704030504030204" pitchFamily="34" charset="0"/>
                  </a:rPr>
                  <a:t>20</a:t>
                </a:r>
              </a:p>
            </p:txBody>
          </p:sp>
        </p:grpSp>
        <p:sp>
          <p:nvSpPr>
            <p:cNvPr id="43" name="Oval 16">
              <a:extLst>
                <a:ext uri="{FF2B5EF4-FFF2-40B4-BE49-F238E27FC236}">
                  <a16:creationId xmlns:a16="http://schemas.microsoft.com/office/drawing/2014/main" id="{DD6A3D82-ABE3-4B43-88CC-F7CDD2B39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6268" y="2383795"/>
              <a:ext cx="435531" cy="43553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D52D4C-FC88-4252-8B54-5A089D6921C4}"/>
                </a:ext>
              </a:extLst>
            </p:cNvPr>
            <p:cNvSpPr txBox="1"/>
            <p:nvPr/>
          </p:nvSpPr>
          <p:spPr>
            <a:xfrm>
              <a:off x="5336809" y="241094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Arial Rounded MT Bold" panose="020F0704030504030204" pitchFamily="34" charset="0"/>
                </a:rPr>
                <a:t>25</a:t>
              </a:r>
            </a:p>
          </p:txBody>
        </p:sp>
      </p:grp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12D911DC-4F75-498E-AD5B-6773183CB97E}"/>
              </a:ext>
            </a:extLst>
          </p:cNvPr>
          <p:cNvSpPr/>
          <p:nvPr/>
        </p:nvSpPr>
        <p:spPr>
          <a:xfrm>
            <a:off x="6104351" y="2974557"/>
            <a:ext cx="635211" cy="2906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F62CC7-8B5B-4761-AD08-409D3692A5B9}"/>
              </a:ext>
            </a:extLst>
          </p:cNvPr>
          <p:cNvSpPr txBox="1"/>
          <p:nvPr/>
        </p:nvSpPr>
        <p:spPr>
          <a:xfrm>
            <a:off x="5801836" y="2409922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Delete(18)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56255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4303"/>
            <a:ext cx="11029616" cy="1013800"/>
          </a:xfrm>
          <a:ln>
            <a:noFill/>
          </a:ln>
        </p:spPr>
        <p:txBody>
          <a:bodyPr/>
          <a:lstStyle/>
          <a:p>
            <a:r>
              <a:rPr lang="en-US" dirty="0"/>
              <a:t>3. Two children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B67CC-001C-40C9-BA9C-65375665481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108/154</a:t>
            </a:r>
          </a:p>
        </p:txBody>
      </p:sp>
      <p:sp>
        <p:nvSpPr>
          <p:cNvPr id="47" name="TextBox 46"/>
          <p:cNvSpPr txBox="1"/>
          <p:nvPr/>
        </p:nvSpPr>
        <p:spPr>
          <a:xfrm flipH="1">
            <a:off x="447530" y="5911125"/>
            <a:ext cx="227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Rounded MT Bold" panose="020F0704030504030204" pitchFamily="34" charset="0"/>
              </a:rPr>
              <a:t>Physically should be deleted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52BC823-7F13-4ED9-B94C-F3524855B353}"/>
              </a:ext>
            </a:extLst>
          </p:cNvPr>
          <p:cNvGrpSpPr/>
          <p:nvPr/>
        </p:nvGrpSpPr>
        <p:grpSpPr>
          <a:xfrm>
            <a:off x="1578328" y="1846131"/>
            <a:ext cx="3204427" cy="4938464"/>
            <a:chOff x="6558501" y="1718970"/>
            <a:chExt cx="3204427" cy="4938464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E3DE1B6-EEE9-428D-B77C-0C68B592FB5C}"/>
                </a:ext>
              </a:extLst>
            </p:cNvPr>
            <p:cNvCxnSpPr/>
            <p:nvPr/>
          </p:nvCxnSpPr>
          <p:spPr>
            <a:xfrm flipV="1">
              <a:off x="7523473" y="4726090"/>
              <a:ext cx="487630" cy="7354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C89A64-CB62-4B2E-AD62-C7AB01F60E01}"/>
                </a:ext>
              </a:extLst>
            </p:cNvPr>
            <p:cNvCxnSpPr/>
            <p:nvPr/>
          </p:nvCxnSpPr>
          <p:spPr>
            <a:xfrm flipH="1" flipV="1">
              <a:off x="7401305" y="2222528"/>
              <a:ext cx="490671" cy="5668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5FD855C-6DCD-4FA9-B2AA-B133E6651E51}"/>
                </a:ext>
              </a:extLst>
            </p:cNvPr>
            <p:cNvCxnSpPr/>
            <p:nvPr/>
          </p:nvCxnSpPr>
          <p:spPr>
            <a:xfrm flipV="1">
              <a:off x="6809891" y="3645776"/>
              <a:ext cx="618710" cy="7894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F327273-3788-4AC7-8FC7-6800E440A50F}"/>
                </a:ext>
              </a:extLst>
            </p:cNvPr>
            <p:cNvCxnSpPr/>
            <p:nvPr/>
          </p:nvCxnSpPr>
          <p:spPr>
            <a:xfrm flipH="1" flipV="1">
              <a:off x="8073404" y="2784029"/>
              <a:ext cx="528007" cy="8137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5F76993-E5AB-4E0E-A070-FBF16A345F03}"/>
                </a:ext>
              </a:extLst>
            </p:cNvPr>
            <p:cNvCxnSpPr/>
            <p:nvPr/>
          </p:nvCxnSpPr>
          <p:spPr>
            <a:xfrm flipV="1">
              <a:off x="7368131" y="2846113"/>
              <a:ext cx="618710" cy="7894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16">
              <a:extLst>
                <a:ext uri="{FF2B5EF4-FFF2-40B4-BE49-F238E27FC236}">
                  <a16:creationId xmlns:a16="http://schemas.microsoft.com/office/drawing/2014/main" id="{755DC064-D01C-4E02-ACEF-1BDC146DA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248" y="2706672"/>
              <a:ext cx="391340" cy="388785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EA8EE46-8E55-4038-8CAF-19184A37D5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6793" y="1718970"/>
              <a:ext cx="329566" cy="436733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16">
              <a:extLst>
                <a:ext uri="{FF2B5EF4-FFF2-40B4-BE49-F238E27FC236}">
                  <a16:creationId xmlns:a16="http://schemas.microsoft.com/office/drawing/2014/main" id="{81D50981-0922-455C-AE4E-4EE54BFBC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808" y="1925420"/>
              <a:ext cx="391340" cy="388785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Corbel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E4EC99-2F6C-4245-AD33-067364CC6585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H="1" flipV="1">
              <a:off x="8659458" y="3775029"/>
              <a:ext cx="599034" cy="7270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16">
              <a:extLst>
                <a:ext uri="{FF2B5EF4-FFF2-40B4-BE49-F238E27FC236}">
                  <a16:creationId xmlns:a16="http://schemas.microsoft.com/office/drawing/2014/main" id="{1FE8C9E6-05D1-4122-9725-FA8C307CA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5635" y="3499555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64" name="Freeform 39">
              <a:extLst>
                <a:ext uri="{FF2B5EF4-FFF2-40B4-BE49-F238E27FC236}">
                  <a16:creationId xmlns:a16="http://schemas.microsoft.com/office/drawing/2014/main" id="{3071530A-AAA6-4FA7-B8BE-42BDF300635F}"/>
                </a:ext>
              </a:extLst>
            </p:cNvPr>
            <p:cNvSpPr/>
            <p:nvPr/>
          </p:nvSpPr>
          <p:spPr>
            <a:xfrm>
              <a:off x="7676893" y="6236348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13D752D-26C9-41D0-9AC0-C43BCA1BFF19}"/>
                </a:ext>
              </a:extLst>
            </p:cNvPr>
            <p:cNvCxnSpPr>
              <a:stCxn id="51" idx="3"/>
            </p:cNvCxnSpPr>
            <p:nvPr/>
          </p:nvCxnSpPr>
          <p:spPr>
            <a:xfrm flipH="1">
              <a:off x="6782490" y="2257269"/>
              <a:ext cx="390628" cy="44940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D41F916-388F-45CC-97D3-2E27CE502C08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V="1">
              <a:off x="8104382" y="3797021"/>
              <a:ext cx="451707" cy="6217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16">
              <a:extLst>
                <a:ext uri="{FF2B5EF4-FFF2-40B4-BE49-F238E27FC236}">
                  <a16:creationId xmlns:a16="http://schemas.microsoft.com/office/drawing/2014/main" id="{E44D5E09-FE4A-4248-A313-F64165C7F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6034" y="3538132"/>
              <a:ext cx="391340" cy="38878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F641E93-CE1A-433E-9AA6-E2C7C800FA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2834" y="5621800"/>
              <a:ext cx="412082" cy="6936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16">
              <a:extLst>
                <a:ext uri="{FF2B5EF4-FFF2-40B4-BE49-F238E27FC236}">
                  <a16:creationId xmlns:a16="http://schemas.microsoft.com/office/drawing/2014/main" id="{C3410090-D178-4B26-8DFB-DCED1275D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6359" y="5334565"/>
              <a:ext cx="391340" cy="38878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6" name="Oval 16">
              <a:extLst>
                <a:ext uri="{FF2B5EF4-FFF2-40B4-BE49-F238E27FC236}">
                  <a16:creationId xmlns:a16="http://schemas.microsoft.com/office/drawing/2014/main" id="{93216EB8-0B37-46C1-BF2D-86C41FC2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2929" y="6061324"/>
              <a:ext cx="391340" cy="38878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84B1AF59-71E5-43D5-B3C6-01DE9FF928AC}"/>
                </a:ext>
              </a:extLst>
            </p:cNvPr>
            <p:cNvSpPr/>
            <p:nvPr/>
          </p:nvSpPr>
          <p:spPr>
            <a:xfrm>
              <a:off x="6558501" y="4536815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 36">
              <a:extLst>
                <a:ext uri="{FF2B5EF4-FFF2-40B4-BE49-F238E27FC236}">
                  <a16:creationId xmlns:a16="http://schemas.microsoft.com/office/drawing/2014/main" id="{1AA8DFE0-A55A-4A3E-8906-9487124E8254}"/>
                </a:ext>
              </a:extLst>
            </p:cNvPr>
            <p:cNvSpPr/>
            <p:nvPr/>
          </p:nvSpPr>
          <p:spPr>
            <a:xfrm>
              <a:off x="9053993" y="4672721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16">
              <a:extLst>
                <a:ext uri="{FF2B5EF4-FFF2-40B4-BE49-F238E27FC236}">
                  <a16:creationId xmlns:a16="http://schemas.microsoft.com/office/drawing/2014/main" id="{4EE8D8A1-DAE5-4ED6-B29E-1E0EBB4DA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1182" y="4445107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90" name="Freeform 36">
              <a:extLst>
                <a:ext uri="{FF2B5EF4-FFF2-40B4-BE49-F238E27FC236}">
                  <a16:creationId xmlns:a16="http://schemas.microsoft.com/office/drawing/2014/main" id="{235AE54F-FFF4-478E-8BC3-6A2E6876AC11}"/>
                </a:ext>
              </a:extLst>
            </p:cNvPr>
            <p:cNvSpPr/>
            <p:nvPr/>
          </p:nvSpPr>
          <p:spPr>
            <a:xfrm>
              <a:off x="8337407" y="5487410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C4C0943-3BAA-41D5-981C-8D86D9813F59}"/>
                </a:ext>
              </a:extLst>
            </p:cNvPr>
            <p:cNvCxnSpPr/>
            <p:nvPr/>
          </p:nvCxnSpPr>
          <p:spPr>
            <a:xfrm flipH="1" flipV="1">
              <a:off x="8157174" y="4618044"/>
              <a:ext cx="528007" cy="8137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16">
              <a:extLst>
                <a:ext uri="{FF2B5EF4-FFF2-40B4-BE49-F238E27FC236}">
                  <a16:creationId xmlns:a16="http://schemas.microsoft.com/office/drawing/2014/main" id="{55C5A71B-1AD0-4C8B-80E6-0779FFD9C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8712" y="4418813"/>
              <a:ext cx="391340" cy="388785"/>
            </a:xfrm>
            <a:prstGeom prst="ellipse">
              <a:avLst/>
            </a:prstGeom>
            <a:solidFill>
              <a:srgbClr val="F8B2F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93" name="Oval 16">
              <a:extLst>
                <a:ext uri="{FF2B5EF4-FFF2-40B4-BE49-F238E27FC236}">
                  <a16:creationId xmlns:a16="http://schemas.microsoft.com/office/drawing/2014/main" id="{EF477007-FAC3-443C-BE89-6A48F46F5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073" y="5246625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Corbel"/>
              </a:endParaRPr>
            </a:p>
          </p:txBody>
        </p:sp>
        <p:sp>
          <p:nvSpPr>
            <p:cNvPr id="94" name="Oval 16">
              <a:extLst>
                <a:ext uri="{FF2B5EF4-FFF2-40B4-BE49-F238E27FC236}">
                  <a16:creationId xmlns:a16="http://schemas.microsoft.com/office/drawing/2014/main" id="{50CBA67F-55E8-4E85-855C-3001209CD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0042" y="4277617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Corbel"/>
              </a:endParaRP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8AA147-6D1A-403C-8B9E-DAAE4C52F788}"/>
              </a:ext>
            </a:extLst>
          </p:cNvPr>
          <p:cNvCxnSpPr>
            <a:cxnSpLocks/>
          </p:cNvCxnSpPr>
          <p:nvPr/>
        </p:nvCxnSpPr>
        <p:spPr>
          <a:xfrm>
            <a:off x="3357193" y="3079583"/>
            <a:ext cx="348298" cy="518072"/>
          </a:xfrm>
          <a:prstGeom prst="straightConnector1">
            <a:avLst/>
          </a:prstGeom>
          <a:ln w="28575">
            <a:solidFill>
              <a:srgbClr val="CC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E37F1B-572C-4608-8B77-978B4AFC0DE4}"/>
              </a:ext>
            </a:extLst>
          </p:cNvPr>
          <p:cNvCxnSpPr>
            <a:cxnSpLocks/>
          </p:cNvCxnSpPr>
          <p:nvPr/>
        </p:nvCxnSpPr>
        <p:spPr>
          <a:xfrm flipH="1">
            <a:off x="2984702" y="3990456"/>
            <a:ext cx="391099" cy="491896"/>
          </a:xfrm>
          <a:prstGeom prst="straightConnector1">
            <a:avLst/>
          </a:prstGeom>
          <a:ln w="28575">
            <a:solidFill>
              <a:srgbClr val="CC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A9BA1C-1F6D-436A-A4A2-F1519DC861C6}"/>
              </a:ext>
            </a:extLst>
          </p:cNvPr>
          <p:cNvCxnSpPr>
            <a:cxnSpLocks/>
          </p:cNvCxnSpPr>
          <p:nvPr/>
        </p:nvCxnSpPr>
        <p:spPr>
          <a:xfrm flipH="1">
            <a:off x="2521986" y="4833817"/>
            <a:ext cx="347887" cy="550033"/>
          </a:xfrm>
          <a:prstGeom prst="straightConnector1">
            <a:avLst/>
          </a:prstGeom>
          <a:ln w="28575">
            <a:solidFill>
              <a:srgbClr val="CC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250001F-4972-453B-A97B-60E07B905DFB}"/>
              </a:ext>
            </a:extLst>
          </p:cNvPr>
          <p:cNvSpPr/>
          <p:nvPr/>
        </p:nvSpPr>
        <p:spPr>
          <a:xfrm>
            <a:off x="2853819" y="2836169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25F4A4-C114-4BDF-B757-0DC1F158BFB5}"/>
              </a:ext>
            </a:extLst>
          </p:cNvPr>
          <p:cNvSpPr/>
          <p:nvPr/>
        </p:nvSpPr>
        <p:spPr>
          <a:xfrm>
            <a:off x="2156660" y="2035535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475207-D075-4BD1-8817-662DD6432B10}"/>
              </a:ext>
            </a:extLst>
          </p:cNvPr>
          <p:cNvSpPr/>
          <p:nvPr/>
        </p:nvSpPr>
        <p:spPr>
          <a:xfrm>
            <a:off x="2809033" y="6214530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57F2248-C45F-4007-8932-8FFA4C01C62F}"/>
              </a:ext>
            </a:extLst>
          </p:cNvPr>
          <p:cNvSpPr/>
          <p:nvPr/>
        </p:nvSpPr>
        <p:spPr>
          <a:xfrm>
            <a:off x="2924947" y="457284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F5EE93-95C0-41D3-BCFE-0BA12F7256DD}"/>
              </a:ext>
            </a:extLst>
          </p:cNvPr>
          <p:cNvSpPr/>
          <p:nvPr/>
        </p:nvSpPr>
        <p:spPr>
          <a:xfrm>
            <a:off x="3448543" y="3649790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789652-0B68-45D4-A819-FC6ACE66B67D}"/>
              </a:ext>
            </a:extLst>
          </p:cNvPr>
          <p:cNvSpPr/>
          <p:nvPr/>
        </p:nvSpPr>
        <p:spPr>
          <a:xfrm>
            <a:off x="2325768" y="5474851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1AE0A435-7400-4DEE-98EF-38992E91A88F}"/>
              </a:ext>
            </a:extLst>
          </p:cNvPr>
          <p:cNvSpPr/>
          <p:nvPr/>
        </p:nvSpPr>
        <p:spPr>
          <a:xfrm>
            <a:off x="5920422" y="3093598"/>
            <a:ext cx="635211" cy="2906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B5E99E-4C72-47BD-BC72-37CE8FE609FB}"/>
              </a:ext>
            </a:extLst>
          </p:cNvPr>
          <p:cNvSpPr txBox="1"/>
          <p:nvPr/>
        </p:nvSpPr>
        <p:spPr>
          <a:xfrm>
            <a:off x="5617907" y="2591039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Delete(55)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3723619-899B-4388-842F-FD66D73C499B}"/>
              </a:ext>
            </a:extLst>
          </p:cNvPr>
          <p:cNvGrpSpPr/>
          <p:nvPr/>
        </p:nvGrpSpPr>
        <p:grpSpPr>
          <a:xfrm>
            <a:off x="7501937" y="1895797"/>
            <a:ext cx="3204427" cy="4308623"/>
            <a:chOff x="6558501" y="1718970"/>
            <a:chExt cx="3204427" cy="4308623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7D6635-386D-4939-A554-3A2472EDA78A}"/>
                </a:ext>
              </a:extLst>
            </p:cNvPr>
            <p:cNvCxnSpPr/>
            <p:nvPr/>
          </p:nvCxnSpPr>
          <p:spPr>
            <a:xfrm flipV="1">
              <a:off x="7523473" y="4726090"/>
              <a:ext cx="487630" cy="7354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7EAD350-A16A-4AD3-8ACD-564FCC424CA9}"/>
                </a:ext>
              </a:extLst>
            </p:cNvPr>
            <p:cNvCxnSpPr/>
            <p:nvPr/>
          </p:nvCxnSpPr>
          <p:spPr>
            <a:xfrm flipH="1" flipV="1">
              <a:off x="7401305" y="2222528"/>
              <a:ext cx="490671" cy="56686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C0A3E10-9E72-41C2-89D5-A1DA90A9EB5E}"/>
                </a:ext>
              </a:extLst>
            </p:cNvPr>
            <p:cNvCxnSpPr/>
            <p:nvPr/>
          </p:nvCxnSpPr>
          <p:spPr>
            <a:xfrm flipV="1">
              <a:off x="6809891" y="3645776"/>
              <a:ext cx="618710" cy="7894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28C94B8-78C9-4B56-B6BA-3B8DBCDD0EC9}"/>
                </a:ext>
              </a:extLst>
            </p:cNvPr>
            <p:cNvCxnSpPr/>
            <p:nvPr/>
          </p:nvCxnSpPr>
          <p:spPr>
            <a:xfrm flipH="1" flipV="1">
              <a:off x="8073404" y="2784029"/>
              <a:ext cx="528007" cy="8137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6D1F8C2-0BE3-433A-859B-2FA759BAD0FD}"/>
                </a:ext>
              </a:extLst>
            </p:cNvPr>
            <p:cNvCxnSpPr/>
            <p:nvPr/>
          </p:nvCxnSpPr>
          <p:spPr>
            <a:xfrm flipV="1">
              <a:off x="7368131" y="2846113"/>
              <a:ext cx="618710" cy="7894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A8DFDA1-90B2-4100-9112-BF50EAD6E8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6793" y="1718970"/>
              <a:ext cx="329566" cy="436733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16">
              <a:extLst>
                <a:ext uri="{FF2B5EF4-FFF2-40B4-BE49-F238E27FC236}">
                  <a16:creationId xmlns:a16="http://schemas.microsoft.com/office/drawing/2014/main" id="{4C399F74-D25A-4233-ACF2-2964C641E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5808" y="1925420"/>
              <a:ext cx="391340" cy="388785"/>
            </a:xfrm>
            <a:prstGeom prst="ellipse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E811504-D630-49B5-B494-8C313D1C8069}"/>
                </a:ext>
              </a:extLst>
            </p:cNvPr>
            <p:cNvCxnSpPr>
              <a:cxnSpLocks/>
              <a:stCxn id="97" idx="1"/>
            </p:cNvCxnSpPr>
            <p:nvPr/>
          </p:nvCxnSpPr>
          <p:spPr>
            <a:xfrm flipH="1" flipV="1">
              <a:off x="8659458" y="3775029"/>
              <a:ext cx="599034" cy="72701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16">
              <a:extLst>
                <a:ext uri="{FF2B5EF4-FFF2-40B4-BE49-F238E27FC236}">
                  <a16:creationId xmlns:a16="http://schemas.microsoft.com/office/drawing/2014/main" id="{C1EDD3E8-174D-452A-8AB0-33DEF55D1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5635" y="3499555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C9BDCD98-73EB-4DE4-9E33-1256435F4404}"/>
                </a:ext>
              </a:extLst>
            </p:cNvPr>
            <p:cNvSpPr/>
            <p:nvPr/>
          </p:nvSpPr>
          <p:spPr>
            <a:xfrm>
              <a:off x="7208675" y="5606507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BE934E2-EAEF-49F3-AA8D-B308A104BC50}"/>
                </a:ext>
              </a:extLst>
            </p:cNvPr>
            <p:cNvCxnSpPr>
              <a:cxnSpLocks/>
              <a:stCxn id="76" idx="3"/>
            </p:cNvCxnSpPr>
            <p:nvPr/>
          </p:nvCxnSpPr>
          <p:spPr>
            <a:xfrm flipH="1">
              <a:off x="6782490" y="2257269"/>
              <a:ext cx="390628" cy="44940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3EEEC6F-9688-4EBD-ACC5-4B24FB5077B6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V="1">
              <a:off x="8104382" y="3797021"/>
              <a:ext cx="451707" cy="6217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6">
              <a:extLst>
                <a:ext uri="{FF2B5EF4-FFF2-40B4-BE49-F238E27FC236}">
                  <a16:creationId xmlns:a16="http://schemas.microsoft.com/office/drawing/2014/main" id="{7FF481E6-A955-4F31-8298-0FAFAC92C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6034" y="3538132"/>
              <a:ext cx="391340" cy="38878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4" name="Oval 16">
              <a:extLst>
                <a:ext uri="{FF2B5EF4-FFF2-40B4-BE49-F238E27FC236}">
                  <a16:creationId xmlns:a16="http://schemas.microsoft.com/office/drawing/2014/main" id="{89811F00-B008-4AB1-91E4-95AF04B11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1636" y="2639889"/>
              <a:ext cx="391340" cy="388785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85" name="Oval 16">
              <a:extLst>
                <a:ext uri="{FF2B5EF4-FFF2-40B4-BE49-F238E27FC236}">
                  <a16:creationId xmlns:a16="http://schemas.microsoft.com/office/drawing/2014/main" id="{9B63837E-4DE8-4E3F-9922-5EE2D47F7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8386" y="5400017"/>
              <a:ext cx="391340" cy="388785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9ECA2D6A-D1C7-40CF-8840-737D4006E921}"/>
                </a:ext>
              </a:extLst>
            </p:cNvPr>
            <p:cNvSpPr/>
            <p:nvPr/>
          </p:nvSpPr>
          <p:spPr>
            <a:xfrm>
              <a:off x="6558501" y="4536815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96" name="Freeform 36">
              <a:extLst>
                <a:ext uri="{FF2B5EF4-FFF2-40B4-BE49-F238E27FC236}">
                  <a16:creationId xmlns:a16="http://schemas.microsoft.com/office/drawing/2014/main" id="{DC805820-FD34-4352-8538-BF5A1BE07C36}"/>
                </a:ext>
              </a:extLst>
            </p:cNvPr>
            <p:cNvSpPr/>
            <p:nvPr/>
          </p:nvSpPr>
          <p:spPr>
            <a:xfrm>
              <a:off x="9053993" y="4672721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97" name="Oval 16">
              <a:extLst>
                <a:ext uri="{FF2B5EF4-FFF2-40B4-BE49-F238E27FC236}">
                  <a16:creationId xmlns:a16="http://schemas.microsoft.com/office/drawing/2014/main" id="{56B06086-0A4C-4A30-B3A5-F0C26A1C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1182" y="4445107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98" name="Freeform 36">
              <a:extLst>
                <a:ext uri="{FF2B5EF4-FFF2-40B4-BE49-F238E27FC236}">
                  <a16:creationId xmlns:a16="http://schemas.microsoft.com/office/drawing/2014/main" id="{51F1CE70-D09A-43B4-AB9F-3B48B3E7A7FD}"/>
                </a:ext>
              </a:extLst>
            </p:cNvPr>
            <p:cNvSpPr/>
            <p:nvPr/>
          </p:nvSpPr>
          <p:spPr>
            <a:xfrm>
              <a:off x="8337407" y="5487410"/>
              <a:ext cx="708935" cy="421086"/>
            </a:xfrm>
            <a:custGeom>
              <a:avLst/>
              <a:gdLst>
                <a:gd name="connsiteX0" fmla="*/ 0 w 1001486"/>
                <a:gd name="connsiteY0" fmla="*/ 609600 h 609600"/>
                <a:gd name="connsiteX1" fmla="*/ 508000 w 1001486"/>
                <a:gd name="connsiteY1" fmla="*/ 0 h 609600"/>
                <a:gd name="connsiteX2" fmla="*/ 1001486 w 1001486"/>
                <a:gd name="connsiteY2" fmla="*/ 595085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1486" h="609600">
                  <a:moveTo>
                    <a:pt x="0" y="609600"/>
                  </a:moveTo>
                  <a:lnTo>
                    <a:pt x="508000" y="0"/>
                  </a:lnTo>
                  <a:lnTo>
                    <a:pt x="1001486" y="595085"/>
                  </a:lnTo>
                </a:path>
              </a:pathLst>
            </a:cu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1BF3DC3-513E-4221-AE6C-5CD66A4948E2}"/>
                </a:ext>
              </a:extLst>
            </p:cNvPr>
            <p:cNvCxnSpPr/>
            <p:nvPr/>
          </p:nvCxnSpPr>
          <p:spPr>
            <a:xfrm flipH="1" flipV="1">
              <a:off x="8157174" y="4618044"/>
              <a:ext cx="528007" cy="8137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16">
              <a:extLst>
                <a:ext uri="{FF2B5EF4-FFF2-40B4-BE49-F238E27FC236}">
                  <a16:creationId xmlns:a16="http://schemas.microsoft.com/office/drawing/2014/main" id="{7B9586B5-F396-4794-8814-6861F2207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8712" y="4418813"/>
              <a:ext cx="391340" cy="388785"/>
            </a:xfrm>
            <a:prstGeom prst="ellipse">
              <a:avLst/>
            </a:prstGeom>
            <a:solidFill>
              <a:srgbClr val="F8B2F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1" name="Oval 16">
              <a:extLst>
                <a:ext uri="{FF2B5EF4-FFF2-40B4-BE49-F238E27FC236}">
                  <a16:creationId xmlns:a16="http://schemas.microsoft.com/office/drawing/2014/main" id="{C359179E-43F9-4F60-AB13-29DB3CD77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073" y="5246625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02" name="Oval 16">
              <a:extLst>
                <a:ext uri="{FF2B5EF4-FFF2-40B4-BE49-F238E27FC236}">
                  <a16:creationId xmlns:a16="http://schemas.microsoft.com/office/drawing/2014/main" id="{4030EE40-10C6-4450-899F-5C2B41FE8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0042" y="4277617"/>
              <a:ext cx="391340" cy="38878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prstClr val="black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79A1209-F73B-4F54-A813-464438144F68}"/>
              </a:ext>
            </a:extLst>
          </p:cNvPr>
          <p:cNvSpPr/>
          <p:nvPr/>
        </p:nvSpPr>
        <p:spPr>
          <a:xfrm>
            <a:off x="8754920" y="283894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3B74CC2-0148-4015-9C96-A0FFA334EF22}"/>
              </a:ext>
            </a:extLst>
          </p:cNvPr>
          <p:cNvSpPr/>
          <p:nvPr/>
        </p:nvSpPr>
        <p:spPr>
          <a:xfrm>
            <a:off x="8080310" y="208620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9A20288-B6FE-4F38-AB33-765B1B0A027E}"/>
              </a:ext>
            </a:extLst>
          </p:cNvPr>
          <p:cNvSpPr/>
          <p:nvPr/>
        </p:nvSpPr>
        <p:spPr>
          <a:xfrm>
            <a:off x="8316306" y="558756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F228785-826D-4C69-9B24-8DF675A816C1}"/>
              </a:ext>
            </a:extLst>
          </p:cNvPr>
          <p:cNvSpPr/>
          <p:nvPr/>
        </p:nvSpPr>
        <p:spPr>
          <a:xfrm>
            <a:off x="8837609" y="460881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8BF5095-3503-4563-9B90-5422BA890370}"/>
              </a:ext>
            </a:extLst>
          </p:cNvPr>
          <p:cNvSpPr/>
          <p:nvPr/>
        </p:nvSpPr>
        <p:spPr>
          <a:xfrm>
            <a:off x="9372193" y="370045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 Rounded MT Bold" panose="020F0704030504030204" pitchFamily="34" charset="0"/>
              </a:rPr>
              <a:t>70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125149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425352" y="1925598"/>
            <a:ext cx="11341295" cy="389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Let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be the node that is to be physically deleted.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, then nothing else needs to be done. 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/>
              <a:t>black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</a:rPr>
              <a:t>and has a single red child, then we turn the single child to black and we are done. 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2800" dirty="0">
                <a:solidFill>
                  <a:schemeClr val="bg1"/>
                </a:solidFill>
              </a:rPr>
              <a:t>Otherwise, deletion of a black node causes a shortage in the number of black nodes, which needs to be fixed. 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17CA-B86F-409C-9A41-BF98E95530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109/154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88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425352" y="1925598"/>
            <a:ext cx="11341295" cy="2601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Let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be the node that is to be physically deleted.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, then nothing else needs to be done. 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/>
              <a:t>black</a:t>
            </a:r>
            <a:r>
              <a:rPr lang="en-US" sz="2800" dirty="0"/>
              <a:t> and has a single </a:t>
            </a:r>
            <a:r>
              <a:rPr lang="en-US" sz="2800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 child</a:t>
            </a:r>
            <a:r>
              <a:rPr lang="en-US" sz="2800" dirty="0">
                <a:solidFill>
                  <a:schemeClr val="bg1"/>
                </a:solidFill>
              </a:rPr>
              <a:t>, then we turn the single child to black and we are done.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17CA-B86F-409C-9A41-BF98E95530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110/154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1542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425352" y="1925598"/>
            <a:ext cx="11341295" cy="2601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Let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be the node that is to be physically deleted.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, then nothing else needs to be done. 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/>
              <a:t>black</a:t>
            </a:r>
            <a:r>
              <a:rPr lang="en-US" sz="2800" dirty="0"/>
              <a:t> and has a single </a:t>
            </a:r>
            <a:r>
              <a:rPr lang="en-US" sz="2800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 child, then we turn the single child to black and we are done.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17CA-B86F-409C-9A41-BF98E95530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111/154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54802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425352" y="1925598"/>
            <a:ext cx="11341295" cy="389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Let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be the node that is to be physically deleted.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, then nothing else needs to be done. 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If </a:t>
            </a:r>
            <a:r>
              <a:rPr lang="en-US" sz="2800" b="1" dirty="0">
                <a:solidFill>
                  <a:srgbClr val="00B0F0"/>
                </a:solidFill>
              </a:rPr>
              <a:t>x</a:t>
            </a:r>
            <a:r>
              <a:rPr lang="en-US" sz="2800" dirty="0"/>
              <a:t> is </a:t>
            </a:r>
            <a:r>
              <a:rPr lang="en-US" sz="2800" b="1" dirty="0"/>
              <a:t>black</a:t>
            </a:r>
            <a:r>
              <a:rPr lang="en-US" sz="2800" dirty="0"/>
              <a:t> and has a single </a:t>
            </a:r>
            <a:r>
              <a:rPr lang="en-US" sz="2800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 child, then we turn the single child to black and we are done. </a:t>
            </a:r>
          </a:p>
          <a:p>
            <a:pPr marL="576072" lvl="0" indent="-457200">
              <a:lnSpc>
                <a:spcPct val="150000"/>
              </a:lnSpc>
              <a:buClr>
                <a:srgbClr val="F0AD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800" dirty="0"/>
              <a:t>Otherwise, deletion of a black node causes a shortage in the number of black nodes, which needs to be fixed.  </a:t>
            </a:r>
            <a:endParaRPr lang="en-US" sz="28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17CA-B86F-409C-9A41-BF98E95530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112/154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76129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113/154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41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D7F327C-2D8D-4E9A-AA7F-25C3F7EDB211}"/>
              </a:ext>
            </a:extLst>
          </p:cNvPr>
          <p:cNvGrpSpPr/>
          <p:nvPr/>
        </p:nvGrpSpPr>
        <p:grpSpPr>
          <a:xfrm>
            <a:off x="4784335" y="1949975"/>
            <a:ext cx="6249062" cy="4168731"/>
            <a:chOff x="4784335" y="1949975"/>
            <a:chExt cx="6249062" cy="41687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B7CF980-6D9C-4C23-AD73-C270DCB59BEB}"/>
                </a:ext>
              </a:extLst>
            </p:cNvPr>
            <p:cNvGrpSpPr/>
            <p:nvPr/>
          </p:nvGrpSpPr>
          <p:grpSpPr>
            <a:xfrm>
              <a:off x="4784335" y="1949975"/>
              <a:ext cx="6249062" cy="4168731"/>
              <a:chOff x="4784335" y="1949975"/>
              <a:chExt cx="6249062" cy="416873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CA66FAD-8D8A-4AA6-8C9E-C56FE3B42D8E}"/>
                  </a:ext>
                </a:extLst>
              </p:cNvPr>
              <p:cNvCxnSpPr>
                <a:cxnSpLocks/>
                <a:stCxn id="15" idx="1"/>
                <a:endCxn id="10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2A7915F-692D-4F04-96B2-257D401F8AEF}"/>
                  </a:ext>
                </a:extLst>
              </p:cNvPr>
              <p:cNvCxnSpPr>
                <a:cxnSpLocks/>
                <a:stCxn id="24" idx="7"/>
                <a:endCxn id="10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16">
                <a:extLst>
                  <a:ext uri="{FF2B5EF4-FFF2-40B4-BE49-F238E27FC236}">
                    <a16:creationId xmlns:a16="http://schemas.microsoft.com/office/drawing/2014/main" id="{A280D9FE-980A-42BF-B340-221F1EB01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30E7709-B182-49A6-AB98-EA571311175A}"/>
                  </a:ext>
                </a:extLst>
              </p:cNvPr>
              <p:cNvCxnSpPr>
                <a:cxnSpLocks/>
                <a:stCxn id="32" idx="0"/>
                <a:endCxn id="15" idx="5"/>
              </p:cNvCxnSpPr>
              <p:nvPr/>
            </p:nvCxnSpPr>
            <p:spPr>
              <a:xfrm flipH="1" flipV="1">
                <a:off x="9927578" y="3210810"/>
                <a:ext cx="728243" cy="523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72C3D67-2A34-4A77-8F6C-0A1FEBACFE9D}"/>
                  </a:ext>
                </a:extLst>
              </p:cNvPr>
              <p:cNvCxnSpPr>
                <a:cxnSpLocks/>
                <a:stCxn id="16" idx="0"/>
                <a:endCxn id="15" idx="3"/>
              </p:cNvCxnSpPr>
              <p:nvPr/>
            </p:nvCxnSpPr>
            <p:spPr>
              <a:xfrm flipV="1">
                <a:off x="8952815" y="3210810"/>
                <a:ext cx="666796" cy="52157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6">
                <a:extLst>
                  <a:ext uri="{FF2B5EF4-FFF2-40B4-BE49-F238E27FC236}">
                    <a16:creationId xmlns:a16="http://schemas.microsoft.com/office/drawing/2014/main" id="{8A3640D3-7256-4B53-8797-6A5A73B6F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5829" y="283906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1F3A9FD3-147C-4744-9F37-B616CCE36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5049" y="373238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677C62-1304-4DAA-B839-3DA2E9B8ED55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5CFCF7-E361-414A-8D8B-034371F89E2F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D2C65E7-AF67-488D-96D8-B2858306CE44}"/>
                  </a:ext>
                </a:extLst>
              </p:cNvPr>
              <p:cNvCxnSpPr>
                <a:cxnSpLocks/>
                <a:stCxn id="50" idx="0"/>
                <a:endCxn id="25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4E6D219-E0A1-4166-AD44-4125604771C5}"/>
                  </a:ext>
                </a:extLst>
              </p:cNvPr>
              <p:cNvCxnSpPr>
                <a:cxnSpLocks/>
                <a:stCxn id="46" idx="0"/>
                <a:endCxn id="24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7B9C4D4-A399-4F74-906B-AC8E39905820}"/>
                  </a:ext>
                </a:extLst>
              </p:cNvPr>
              <p:cNvCxnSpPr>
                <a:cxnSpLocks/>
                <a:stCxn id="30" idx="0"/>
                <a:endCxn id="24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16">
                <a:extLst>
                  <a:ext uri="{FF2B5EF4-FFF2-40B4-BE49-F238E27FC236}">
                    <a16:creationId xmlns:a16="http://schemas.microsoft.com/office/drawing/2014/main" id="{7B6A6B17-E144-4EF0-8B64-0606C4BED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5" name="Oval 16">
                <a:extLst>
                  <a:ext uri="{FF2B5EF4-FFF2-40B4-BE49-F238E27FC236}">
                    <a16:creationId xmlns:a16="http://schemas.microsoft.com/office/drawing/2014/main" id="{4B41B0F0-771B-4486-95A0-A6225F9C3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E1B8B99-03AA-40F7-9BDC-3633F2357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8039DE-14A9-4E08-806C-11B7BDC2EC2A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55BF5D6-676B-4A4C-838C-C4EF0F83DF77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30" name="Oval 16">
                <a:extLst>
                  <a:ext uri="{FF2B5EF4-FFF2-40B4-BE49-F238E27FC236}">
                    <a16:creationId xmlns:a16="http://schemas.microsoft.com/office/drawing/2014/main" id="{43C2F5AE-6758-48E9-AB4A-1C720B6A1E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CBB3D5A-D819-4B8A-8536-A113DDA224C7}"/>
                  </a:ext>
                </a:extLst>
              </p:cNvPr>
              <p:cNvCxnSpPr>
                <a:cxnSpLocks/>
                <a:stCxn id="54" idx="0"/>
                <a:endCxn id="25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16">
                <a:extLst>
                  <a:ext uri="{FF2B5EF4-FFF2-40B4-BE49-F238E27FC236}">
                    <a16:creationId xmlns:a16="http://schemas.microsoft.com/office/drawing/2014/main" id="{EC28C4A3-A233-44EA-B8E7-DC4D7A455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8055" y="3734743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88318BE-11BD-4349-97B3-58ED277F5464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A056B2DA-D672-4A91-B27E-ED2DECDF4F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F5B66F80-E040-447B-A0B0-ADC1FCA1CDC1}"/>
                    </a:ext>
                  </a:extLst>
                </p:cNvPr>
                <p:cNvCxnSpPr>
                  <a:cxnSpLocks/>
                  <a:stCxn id="80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ACCA0362-8D27-484B-A42B-235C03E6326B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CEB281CA-EEB3-465A-B8DD-82B501228388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EF1CC25-D187-430C-A7A6-DDE714E0812A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E6DBD8-8B64-421E-918E-8FF3A660C338}"/>
                  </a:ext>
                </a:extLst>
              </p:cNvPr>
              <p:cNvSpPr txBox="1"/>
              <p:nvPr/>
            </p:nvSpPr>
            <p:spPr>
              <a:xfrm>
                <a:off x="9583342" y="28816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F89CF5-3F8B-4200-9C6C-3080D6E162EC}"/>
                  </a:ext>
                </a:extLst>
              </p:cNvPr>
              <p:cNvSpPr txBox="1"/>
              <p:nvPr/>
            </p:nvSpPr>
            <p:spPr>
              <a:xfrm>
                <a:off x="10446468" y="378836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A4E084F-7780-49AB-B028-7320CB845BC2}"/>
                  </a:ext>
                </a:extLst>
              </p:cNvPr>
              <p:cNvSpPr txBox="1"/>
              <p:nvPr/>
            </p:nvSpPr>
            <p:spPr>
              <a:xfrm>
                <a:off x="8759671" y="37888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481767D-64D4-4EDE-A123-4F78C29E7F8E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7B02F1A-19C6-4F8C-9FAB-FE7C713F5142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9E96F8-31DC-4CA1-B874-F25E70C24FDA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82FC9B2-67C4-45CD-9E08-477E71A6EDC6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54" name="Oval 16">
                <a:extLst>
                  <a:ext uri="{FF2B5EF4-FFF2-40B4-BE49-F238E27FC236}">
                    <a16:creationId xmlns:a16="http://schemas.microsoft.com/office/drawing/2014/main" id="{8DF12062-67B4-4D47-8617-933BDCFF1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98CE39B-F842-4772-A9C0-F1F00755EEEA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B0BD599-589F-4BA7-9CE1-04A8AD8B7DE0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0B202D7-2E4B-4C58-B4F1-904752FED186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3C77432D-9315-4D23-BD99-496901362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AFBD8855-DFD7-4841-B619-EBBB94F2ADB2}"/>
                    </a:ext>
                  </a:extLst>
                </p:cNvPr>
                <p:cNvCxnSpPr>
                  <a:cxnSpLocks/>
                  <a:stCxn id="64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3F5FC1D-9CFE-48D6-A548-42957F34FECD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E2CBFAE3-DEB6-4134-8A7D-DC2800681F0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69AEAC59-86EC-447F-A29B-D0FA8CB45E6A}"/>
                  </a:ext>
                </a:extLst>
              </p:cNvPr>
              <p:cNvGrpSpPr/>
              <p:nvPr/>
            </p:nvGrpSpPr>
            <p:grpSpPr>
              <a:xfrm>
                <a:off x="8495468" y="412066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A8F3B79C-FD96-4DBA-B8A2-A9F17BF55852}"/>
                    </a:ext>
                  </a:extLst>
                </p:cNvPr>
                <p:cNvCxnSpPr>
                  <a:cxnSpLocks/>
                  <a:stCxn id="90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33C0490C-6BA1-43CB-9801-AE601E56E97E}"/>
                    </a:ext>
                  </a:extLst>
                </p:cNvPr>
                <p:cNvCxnSpPr>
                  <a:cxnSpLocks/>
                  <a:stCxn id="91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F6DF221-ED0C-475A-BA89-A52E6F7A9C0E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84EB9D1D-546C-4193-8054-150EEE94E583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635F485-8082-40BE-A456-60C097CDCC86}"/>
                  </a:ext>
                </a:extLst>
              </p:cNvPr>
              <p:cNvGrpSpPr/>
              <p:nvPr/>
            </p:nvGrpSpPr>
            <p:grpSpPr>
              <a:xfrm>
                <a:off x="10199104" y="4089088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4BB32494-7909-4CE7-A8D7-D5CEBFDE5D05}"/>
                    </a:ext>
                  </a:extLst>
                </p:cNvPr>
                <p:cNvCxnSpPr>
                  <a:cxnSpLocks/>
                  <a:stCxn id="101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BF2A5560-A2AD-41F7-9140-D99D856013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8133" y="4509204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0A12B68-067A-4C1D-948C-0BB124A09E1A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F46926DA-3E4A-4261-9C87-986853F14B2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CFB0C8E-4EF6-4EB3-AFDE-BF6BDE894933}"/>
                </a:ext>
              </a:extLst>
            </p:cNvPr>
            <p:cNvCxnSpPr>
              <a:cxnSpLocks/>
              <a:stCxn id="68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F0814BA-E936-4235-BCCA-4C0185C0A664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13DAA2B-18AD-487A-9258-2F9FB681D300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6922DDE-623B-454E-8414-3DFAF73BA4B9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BC8220C8-6ED5-421C-9249-0131A1E540E2}"/>
              </a:ext>
            </a:extLst>
          </p:cNvPr>
          <p:cNvSpPr/>
          <p:nvPr/>
        </p:nvSpPr>
        <p:spPr>
          <a:xfrm>
            <a:off x="8710978" y="3700790"/>
            <a:ext cx="514919" cy="4799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F6E985-E8FE-41D3-897E-7CDAD7A581B3}"/>
              </a:ext>
            </a:extLst>
          </p:cNvPr>
          <p:cNvSpPr/>
          <p:nvPr/>
        </p:nvSpPr>
        <p:spPr>
          <a:xfrm>
            <a:off x="538937" y="2827646"/>
            <a:ext cx="4777361" cy="45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, then nothing else needs to be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118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114/154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41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369C6BB-4BF8-402F-9BE5-D7C2FE9F890C}"/>
              </a:ext>
            </a:extLst>
          </p:cNvPr>
          <p:cNvGrpSpPr/>
          <p:nvPr/>
        </p:nvGrpSpPr>
        <p:grpSpPr>
          <a:xfrm>
            <a:off x="4784335" y="1949975"/>
            <a:ext cx="6249062" cy="4168731"/>
            <a:chOff x="4784335" y="1949975"/>
            <a:chExt cx="6249062" cy="4168731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37FD41F-CFD8-4096-BBA5-4725FF9B3DE2}"/>
                </a:ext>
              </a:extLst>
            </p:cNvPr>
            <p:cNvGrpSpPr/>
            <p:nvPr/>
          </p:nvGrpSpPr>
          <p:grpSpPr>
            <a:xfrm>
              <a:off x="4784335" y="1949975"/>
              <a:ext cx="6249062" cy="4168731"/>
              <a:chOff x="4784335" y="1949975"/>
              <a:chExt cx="6249062" cy="4168731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82F321DC-6FE0-4590-BBAD-F5A446D47302}"/>
                  </a:ext>
                </a:extLst>
              </p:cNvPr>
              <p:cNvCxnSpPr>
                <a:cxnSpLocks/>
                <a:stCxn id="140" idx="1"/>
                <a:endCxn id="137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CAA2CE84-CB7E-4FA3-B03F-46EF90E19C45}"/>
                  </a:ext>
                </a:extLst>
              </p:cNvPr>
              <p:cNvCxnSpPr>
                <a:cxnSpLocks/>
                <a:stCxn id="147" idx="7"/>
                <a:endCxn id="137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6">
                <a:extLst>
                  <a:ext uri="{FF2B5EF4-FFF2-40B4-BE49-F238E27FC236}">
                    <a16:creationId xmlns:a16="http://schemas.microsoft.com/office/drawing/2014/main" id="{D1600E80-5D93-4CC8-A44B-2EE137AFF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18996669-30DC-4D03-84DC-E0EB2EBFA286}"/>
                  </a:ext>
                </a:extLst>
              </p:cNvPr>
              <p:cNvCxnSpPr>
                <a:cxnSpLocks/>
                <a:stCxn id="154" idx="0"/>
                <a:endCxn id="140" idx="5"/>
              </p:cNvCxnSpPr>
              <p:nvPr/>
            </p:nvCxnSpPr>
            <p:spPr>
              <a:xfrm flipH="1" flipV="1">
                <a:off x="9927578" y="3210810"/>
                <a:ext cx="728243" cy="523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84FEE06B-158B-4AA2-984D-9F97ABB5B512}"/>
                  </a:ext>
                </a:extLst>
              </p:cNvPr>
              <p:cNvCxnSpPr>
                <a:cxnSpLocks/>
                <a:endCxn id="140" idx="3"/>
              </p:cNvCxnSpPr>
              <p:nvPr/>
            </p:nvCxnSpPr>
            <p:spPr>
              <a:xfrm flipV="1">
                <a:off x="8952815" y="3210810"/>
                <a:ext cx="666796" cy="52157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6">
                <a:extLst>
                  <a:ext uri="{FF2B5EF4-FFF2-40B4-BE49-F238E27FC236}">
                    <a16:creationId xmlns:a16="http://schemas.microsoft.com/office/drawing/2014/main" id="{3C4C008D-7E50-44D7-82AA-C530274D0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5829" y="283906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5ED2B58-BD06-4A31-A5ED-EE70C9B2BD07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304D184-28A5-497B-B699-DB858FF8C1AF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5C066242-F986-4493-98AC-E8FB62EEDE9E}"/>
                  </a:ext>
                </a:extLst>
              </p:cNvPr>
              <p:cNvCxnSpPr>
                <a:cxnSpLocks/>
                <a:stCxn id="163" idx="0"/>
                <a:endCxn id="148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63DF794C-3EDD-44F5-B611-ED60430402A9}"/>
                  </a:ext>
                </a:extLst>
              </p:cNvPr>
              <p:cNvCxnSpPr>
                <a:cxnSpLocks/>
                <a:stCxn id="162" idx="0"/>
                <a:endCxn id="147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5F0DD7FC-77D0-44F1-A228-E3C19D93C2D1}"/>
                  </a:ext>
                </a:extLst>
              </p:cNvPr>
              <p:cNvCxnSpPr>
                <a:cxnSpLocks/>
                <a:stCxn id="152" idx="0"/>
                <a:endCxn id="147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Oval 16">
                <a:extLst>
                  <a:ext uri="{FF2B5EF4-FFF2-40B4-BE49-F238E27FC236}">
                    <a16:creationId xmlns:a16="http://schemas.microsoft.com/office/drawing/2014/main" id="{F8BA9577-6F4A-4500-B003-F0C8A7243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8" name="Oval 16">
                <a:extLst>
                  <a:ext uri="{FF2B5EF4-FFF2-40B4-BE49-F238E27FC236}">
                    <a16:creationId xmlns:a16="http://schemas.microsoft.com/office/drawing/2014/main" id="{80EC2CCD-0162-406A-BD42-E2E40AB31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A491570B-AD23-4821-8866-ED33CD601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345E22C1-267D-4B72-A1B6-5CD8788E1DB1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3106214A-0E5F-4915-8509-B436DFABCA59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2" name="Oval 16">
                <a:extLst>
                  <a:ext uri="{FF2B5EF4-FFF2-40B4-BE49-F238E27FC236}">
                    <a16:creationId xmlns:a16="http://schemas.microsoft.com/office/drawing/2014/main" id="{384EAB56-1D8B-407E-A89B-BC45BFF79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44A0A754-C462-42F8-A01E-7CDE51BE9F4A}"/>
                  </a:ext>
                </a:extLst>
              </p:cNvPr>
              <p:cNvCxnSpPr>
                <a:cxnSpLocks/>
                <a:stCxn id="164" idx="0"/>
                <a:endCxn id="148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4" name="Oval 16">
                <a:extLst>
                  <a:ext uri="{FF2B5EF4-FFF2-40B4-BE49-F238E27FC236}">
                    <a16:creationId xmlns:a16="http://schemas.microsoft.com/office/drawing/2014/main" id="{2BD35670-4430-4356-B2D3-78F4EF963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8055" y="3734743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855066A7-5C49-43F8-9084-956D342EC452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59B6940-7DF9-46F1-9DA3-3006B6F85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773A234B-0495-4FF2-AEEB-093B9BAD5CB4}"/>
                    </a:ext>
                  </a:extLst>
                </p:cNvPr>
                <p:cNvCxnSpPr>
                  <a:cxnSpLocks/>
                  <a:stCxn id="185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840F537E-5DE4-4C96-9683-2E9A13EC3714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0D922C10-F4D7-4F6A-9C9B-AE4A74A5B59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94DABB79-F979-466E-ACCA-F72FB6E9A54F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D62EF9D3-E675-4072-9DAA-5F7AACBBC2F4}"/>
                  </a:ext>
                </a:extLst>
              </p:cNvPr>
              <p:cNvSpPr txBox="1"/>
              <p:nvPr/>
            </p:nvSpPr>
            <p:spPr>
              <a:xfrm>
                <a:off x="9583342" y="28816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53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D165144-E03A-45ED-99E3-7C8A5DF1461C}"/>
                  </a:ext>
                </a:extLst>
              </p:cNvPr>
              <p:cNvSpPr txBox="1"/>
              <p:nvPr/>
            </p:nvSpPr>
            <p:spPr>
              <a:xfrm>
                <a:off x="10446468" y="378836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CBA1D596-59F0-4DD5-BDBE-85419D715DF6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610FFEEF-E9AA-45F7-9933-F67C66F1E56D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9FC8313-7C22-48DF-800E-5CAE32ADA6B8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7703B1F-A1C2-4B84-B590-ADA078BB71CA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64" name="Oval 16">
                <a:extLst>
                  <a:ext uri="{FF2B5EF4-FFF2-40B4-BE49-F238E27FC236}">
                    <a16:creationId xmlns:a16="http://schemas.microsoft.com/office/drawing/2014/main" id="{35EC623D-7B80-41E7-ADDA-94C4C6061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7C3592B-FBA5-4A7B-B2EC-F98A272EA583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7A0B494B-6FE5-4DB9-9B89-101ECAA627E0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126BE70C-3422-470C-BFE3-854ED7A56860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586EC0AD-6F21-4B77-8C47-5698E8A16A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35EAF27F-D746-4B20-892B-C95ED4A158B0}"/>
                    </a:ext>
                  </a:extLst>
                </p:cNvPr>
                <p:cNvCxnSpPr>
                  <a:cxnSpLocks/>
                  <a:stCxn id="181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CC341CA3-C419-4853-9A58-6F412A007FCD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161EE721-95C0-46ED-89D3-3FE91854E97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EB18BBB-7D8F-4C51-8485-5C043B304FB9}"/>
                  </a:ext>
                </a:extLst>
              </p:cNvPr>
              <p:cNvSpPr/>
              <p:nvPr/>
            </p:nvSpPr>
            <p:spPr>
              <a:xfrm>
                <a:off x="8768549" y="3700867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F5762FE-A302-46CE-8859-4C8FFC86FD9A}"/>
                  </a:ext>
                </a:extLst>
              </p:cNvPr>
              <p:cNvGrpSpPr/>
              <p:nvPr/>
            </p:nvGrpSpPr>
            <p:grpSpPr>
              <a:xfrm>
                <a:off x="10199104" y="4089088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4412A72C-23D4-45FD-8FA4-B18C04D9DA74}"/>
                    </a:ext>
                  </a:extLst>
                </p:cNvPr>
                <p:cNvCxnSpPr>
                  <a:cxnSpLocks/>
                  <a:stCxn id="172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8E1AA4DF-834F-4EE3-A6FE-E4FA7F153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8133" y="4509204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67D19EAF-3AD3-48BA-9CA7-8B0A7C47E227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699F24FC-BD43-47AF-8E4F-50AC50AF7DD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8EBA784-F495-421A-89FE-DE01A37E1372}"/>
                </a:ext>
              </a:extLst>
            </p:cNvPr>
            <p:cNvCxnSpPr>
              <a:cxnSpLocks/>
              <a:stCxn id="133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0FA36AA-C557-4497-947B-C3A0866CFE20}"/>
                </a:ext>
              </a:extLst>
            </p:cNvPr>
            <p:cNvCxnSpPr>
              <a:cxnSpLocks/>
              <a:stCxn id="134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3796CF8-6DE7-45D7-ABC4-8FCDD071DF58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9224D94-806A-4659-AEE7-1AFB389B4D73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668126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115/154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53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F282FD-B68F-4FCB-8420-AB05819984AA}"/>
              </a:ext>
            </a:extLst>
          </p:cNvPr>
          <p:cNvSpPr/>
          <p:nvPr/>
        </p:nvSpPr>
        <p:spPr>
          <a:xfrm>
            <a:off x="9516134" y="2826293"/>
            <a:ext cx="514919" cy="4799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08C7E5-C222-40BB-82BC-A2F796AC8624}"/>
              </a:ext>
            </a:extLst>
          </p:cNvPr>
          <p:cNvGrpSpPr/>
          <p:nvPr/>
        </p:nvGrpSpPr>
        <p:grpSpPr>
          <a:xfrm>
            <a:off x="4784335" y="1949975"/>
            <a:ext cx="6249062" cy="4168731"/>
            <a:chOff x="4784335" y="1949975"/>
            <a:chExt cx="6249062" cy="416873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989CAF8-77B5-4D2B-9D2E-5E99595C6E9D}"/>
                </a:ext>
              </a:extLst>
            </p:cNvPr>
            <p:cNvGrpSpPr/>
            <p:nvPr/>
          </p:nvGrpSpPr>
          <p:grpSpPr>
            <a:xfrm>
              <a:off x="4784335" y="1949975"/>
              <a:ext cx="6249062" cy="4168731"/>
              <a:chOff x="4784335" y="1949975"/>
              <a:chExt cx="6249062" cy="41687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60A71D7-22B7-44FA-B7C5-743E2FA6ADE6}"/>
                  </a:ext>
                </a:extLst>
              </p:cNvPr>
              <p:cNvCxnSpPr>
                <a:cxnSpLocks/>
                <a:stCxn id="135" idx="1"/>
                <a:endCxn id="132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CAEED8E-02B0-4BA1-9A9B-554A44E65CF4}"/>
                  </a:ext>
                </a:extLst>
              </p:cNvPr>
              <p:cNvCxnSpPr>
                <a:cxnSpLocks/>
                <a:stCxn id="141" idx="7"/>
                <a:endCxn id="132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6">
                <a:extLst>
                  <a:ext uri="{FF2B5EF4-FFF2-40B4-BE49-F238E27FC236}">
                    <a16:creationId xmlns:a16="http://schemas.microsoft.com/office/drawing/2014/main" id="{7598A452-53AA-411B-AC1A-9E10A1D02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7C46F89-E001-4BB2-BA71-A7EC3A4793F7}"/>
                  </a:ext>
                </a:extLst>
              </p:cNvPr>
              <p:cNvCxnSpPr>
                <a:cxnSpLocks/>
                <a:stCxn id="148" idx="0"/>
                <a:endCxn id="135" idx="5"/>
              </p:cNvCxnSpPr>
              <p:nvPr/>
            </p:nvCxnSpPr>
            <p:spPr>
              <a:xfrm flipH="1" flipV="1">
                <a:off x="9927578" y="3210810"/>
                <a:ext cx="728243" cy="523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6C400D2F-C40A-4BBD-B5B9-DEA0E1FA5AFD}"/>
                  </a:ext>
                </a:extLst>
              </p:cNvPr>
              <p:cNvCxnSpPr>
                <a:cxnSpLocks/>
                <a:endCxn id="135" idx="3"/>
              </p:cNvCxnSpPr>
              <p:nvPr/>
            </p:nvCxnSpPr>
            <p:spPr>
              <a:xfrm flipV="1">
                <a:off x="8952815" y="3210810"/>
                <a:ext cx="666796" cy="52157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Oval 16">
                <a:extLst>
                  <a:ext uri="{FF2B5EF4-FFF2-40B4-BE49-F238E27FC236}">
                    <a16:creationId xmlns:a16="http://schemas.microsoft.com/office/drawing/2014/main" id="{897FAEA0-F728-4E00-8455-090BB4550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5829" y="283906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0B1145F-3722-4707-A896-60DCA972FE15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D0B7803-2FEE-4C16-BE0B-0A484D01F018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546B5FF-935D-4D4B-8DCD-FFED31B90FC3}"/>
                  </a:ext>
                </a:extLst>
              </p:cNvPr>
              <p:cNvCxnSpPr>
                <a:cxnSpLocks/>
                <a:stCxn id="156" idx="0"/>
                <a:endCxn id="142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81C236C-4254-404E-A981-7BAAC5686CFE}"/>
                  </a:ext>
                </a:extLst>
              </p:cNvPr>
              <p:cNvCxnSpPr>
                <a:cxnSpLocks/>
                <a:stCxn id="155" idx="0"/>
                <a:endCxn id="141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12B617C0-2D84-4395-9E90-8186FB47D139}"/>
                  </a:ext>
                </a:extLst>
              </p:cNvPr>
              <p:cNvCxnSpPr>
                <a:cxnSpLocks/>
                <a:stCxn id="146" idx="0"/>
                <a:endCxn id="141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A6324E4D-F44C-4D04-806B-EF9ECAC2B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Oval 16">
                <a:extLst>
                  <a:ext uri="{FF2B5EF4-FFF2-40B4-BE49-F238E27FC236}">
                    <a16:creationId xmlns:a16="http://schemas.microsoft.com/office/drawing/2014/main" id="{3BD25759-BFD4-416F-B011-77F93D2C1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39B4553-12A0-49C6-973B-50239471A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82F6E39-82F5-40F4-A38B-DFC5B854D374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F5B8CF9-CDA1-4BD8-A0A4-39D1A5737C5F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Oval 16">
                <a:extLst>
                  <a:ext uri="{FF2B5EF4-FFF2-40B4-BE49-F238E27FC236}">
                    <a16:creationId xmlns:a16="http://schemas.microsoft.com/office/drawing/2014/main" id="{7AF32A93-A053-4E39-B2EF-4489369FF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A3B3C81D-D40C-420C-9455-47B192B7F8D8}"/>
                  </a:ext>
                </a:extLst>
              </p:cNvPr>
              <p:cNvCxnSpPr>
                <a:cxnSpLocks/>
                <a:stCxn id="157" idx="0"/>
                <a:endCxn id="142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Oval 16">
                <a:extLst>
                  <a:ext uri="{FF2B5EF4-FFF2-40B4-BE49-F238E27FC236}">
                    <a16:creationId xmlns:a16="http://schemas.microsoft.com/office/drawing/2014/main" id="{56CB25B9-0271-4D66-955C-90D7D1E16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8055" y="3734743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FA591EA-9D97-403D-B6F7-EB534DD7D0DF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B1B15CBA-FC92-4F08-A1A7-2B1AA47F4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88F0087-3559-445D-A335-A7DE373DAF1E}"/>
                    </a:ext>
                  </a:extLst>
                </p:cNvPr>
                <p:cNvCxnSpPr>
                  <a:cxnSpLocks/>
                  <a:stCxn id="174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8DF7FE64-E469-4F09-880D-4FE94DD1CDD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9CC8E27E-1126-426C-B3F6-B203493E2FD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8CAE8A5-A70E-42A1-A540-364B15313804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A30844C-E144-44D3-ADBD-53F1B831F88A}"/>
                  </a:ext>
                </a:extLst>
              </p:cNvPr>
              <p:cNvSpPr txBox="1"/>
              <p:nvPr/>
            </p:nvSpPr>
            <p:spPr>
              <a:xfrm>
                <a:off x="9583342" y="28816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53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EC541C6-2E7C-4BC5-ADE6-DFC103343D37}"/>
                  </a:ext>
                </a:extLst>
              </p:cNvPr>
              <p:cNvSpPr txBox="1"/>
              <p:nvPr/>
            </p:nvSpPr>
            <p:spPr>
              <a:xfrm>
                <a:off x="10446468" y="378836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CC74E7A-FC1D-4AD1-AE33-3E3C02C1D392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7ABBD5C-AB1F-4971-8804-07147F0785CD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FE956CE-CA0D-4280-AE8E-C722F229914D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28FEAB7-CE15-4D53-9690-BD4C2F7D59D2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57" name="Oval 16">
                <a:extLst>
                  <a:ext uri="{FF2B5EF4-FFF2-40B4-BE49-F238E27FC236}">
                    <a16:creationId xmlns:a16="http://schemas.microsoft.com/office/drawing/2014/main" id="{47B8FAA7-C059-4C00-BACB-36251CF97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067BB68-20B6-4119-BED5-299D88B875CD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9473B66-87B7-4758-A61C-8AE59DADDA55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BE379327-ADBE-4574-84F2-A2B603F16344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5AFA7DE-B685-434C-B24D-12489C9E7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5FC233F0-EA3C-4882-9896-E799D2567BB6}"/>
                    </a:ext>
                  </a:extLst>
                </p:cNvPr>
                <p:cNvCxnSpPr>
                  <a:cxnSpLocks/>
                  <a:stCxn id="170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288A72DE-30E5-4D1B-9196-E028577BB368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FEA473C0-D581-46BF-849E-79D1B04FA558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5CFAB75-B757-4B92-A431-9F0617EA86E2}"/>
                  </a:ext>
                </a:extLst>
              </p:cNvPr>
              <p:cNvSpPr/>
              <p:nvPr/>
            </p:nvSpPr>
            <p:spPr>
              <a:xfrm>
                <a:off x="8768549" y="3700867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9A2BD987-3AFD-49FC-87DA-9C3BFBF2C913}"/>
                  </a:ext>
                </a:extLst>
              </p:cNvPr>
              <p:cNvGrpSpPr/>
              <p:nvPr/>
            </p:nvGrpSpPr>
            <p:grpSpPr>
              <a:xfrm>
                <a:off x="10199104" y="4089088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8B92DE5-2C34-4C45-8B23-CDF9DF65313D}"/>
                    </a:ext>
                  </a:extLst>
                </p:cNvPr>
                <p:cNvCxnSpPr>
                  <a:cxnSpLocks/>
                  <a:stCxn id="16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DD4CE2CF-F6B6-40FE-9A3C-17EFDC5A9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8133" y="4509204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B0622B3-8B05-4674-807E-962197500F6A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54087354-9B7C-4B01-B3B7-67B8141DA60C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B5089A1-6297-42C1-A0E5-0A04F68A2EE0}"/>
                </a:ext>
              </a:extLst>
            </p:cNvPr>
            <p:cNvCxnSpPr>
              <a:cxnSpLocks/>
              <a:stCxn id="128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E623C4B-BE86-44D8-B68F-CCBB88967B48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2A4C0C0-F556-4122-9513-F67323D21788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81F2673-F5BD-4858-80E5-7BB5DD4AF89B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7F1FB35-7CEA-47BB-841A-7A8AE024F038}"/>
              </a:ext>
            </a:extLst>
          </p:cNvPr>
          <p:cNvSpPr/>
          <p:nvPr/>
        </p:nvSpPr>
        <p:spPr>
          <a:xfrm>
            <a:off x="435136" y="3001235"/>
            <a:ext cx="3782413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/>
              <a:t>black</a:t>
            </a:r>
            <a:r>
              <a:rPr lang="en-US" dirty="0"/>
              <a:t> and has a single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child, then we turn the single child to black and we are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454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116/154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53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08C7E5-C222-40BB-82BC-A2F796AC8624}"/>
              </a:ext>
            </a:extLst>
          </p:cNvPr>
          <p:cNvGrpSpPr/>
          <p:nvPr/>
        </p:nvGrpSpPr>
        <p:grpSpPr>
          <a:xfrm>
            <a:off x="4784335" y="1949975"/>
            <a:ext cx="5218283" cy="4168731"/>
            <a:chOff x="4784335" y="1949975"/>
            <a:chExt cx="5218283" cy="416873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989CAF8-77B5-4D2B-9D2E-5E99595C6E9D}"/>
                </a:ext>
              </a:extLst>
            </p:cNvPr>
            <p:cNvGrpSpPr/>
            <p:nvPr/>
          </p:nvGrpSpPr>
          <p:grpSpPr>
            <a:xfrm>
              <a:off x="4784335" y="1949975"/>
              <a:ext cx="5218283" cy="4168731"/>
              <a:chOff x="4784335" y="1949975"/>
              <a:chExt cx="5218283" cy="41687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60A71D7-22B7-44FA-B7C5-743E2FA6ADE6}"/>
                  </a:ext>
                </a:extLst>
              </p:cNvPr>
              <p:cNvCxnSpPr>
                <a:cxnSpLocks/>
                <a:endCxn id="132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CAEED8E-02B0-4BA1-9A9B-554A44E65CF4}"/>
                  </a:ext>
                </a:extLst>
              </p:cNvPr>
              <p:cNvCxnSpPr>
                <a:cxnSpLocks/>
                <a:stCxn id="141" idx="7"/>
                <a:endCxn id="132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6">
                <a:extLst>
                  <a:ext uri="{FF2B5EF4-FFF2-40B4-BE49-F238E27FC236}">
                    <a16:creationId xmlns:a16="http://schemas.microsoft.com/office/drawing/2014/main" id="{7598A452-53AA-411B-AC1A-9E10A1D02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0B1145F-3722-4707-A896-60DCA972FE15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D0B7803-2FEE-4C16-BE0B-0A484D01F018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546B5FF-935D-4D4B-8DCD-FFED31B90FC3}"/>
                  </a:ext>
                </a:extLst>
              </p:cNvPr>
              <p:cNvCxnSpPr>
                <a:cxnSpLocks/>
                <a:stCxn id="156" idx="0"/>
                <a:endCxn id="142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81C236C-4254-404E-A981-7BAAC5686CFE}"/>
                  </a:ext>
                </a:extLst>
              </p:cNvPr>
              <p:cNvCxnSpPr>
                <a:cxnSpLocks/>
                <a:stCxn id="155" idx="0"/>
                <a:endCxn id="141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12B617C0-2D84-4395-9E90-8186FB47D139}"/>
                  </a:ext>
                </a:extLst>
              </p:cNvPr>
              <p:cNvCxnSpPr>
                <a:cxnSpLocks/>
                <a:stCxn id="146" idx="0"/>
                <a:endCxn id="141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A6324E4D-F44C-4D04-806B-EF9ECAC2B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Oval 16">
                <a:extLst>
                  <a:ext uri="{FF2B5EF4-FFF2-40B4-BE49-F238E27FC236}">
                    <a16:creationId xmlns:a16="http://schemas.microsoft.com/office/drawing/2014/main" id="{3BD25759-BFD4-416F-B011-77F93D2C1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39B4553-12A0-49C6-973B-50239471A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82F6E39-82F5-40F4-A38B-DFC5B854D374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F5B8CF9-CDA1-4BD8-A0A4-39D1A5737C5F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Oval 16">
                <a:extLst>
                  <a:ext uri="{FF2B5EF4-FFF2-40B4-BE49-F238E27FC236}">
                    <a16:creationId xmlns:a16="http://schemas.microsoft.com/office/drawing/2014/main" id="{7AF32A93-A053-4E39-B2EF-4489369FF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A3B3C81D-D40C-420C-9455-47B192B7F8D8}"/>
                  </a:ext>
                </a:extLst>
              </p:cNvPr>
              <p:cNvCxnSpPr>
                <a:cxnSpLocks/>
                <a:stCxn id="157" idx="0"/>
                <a:endCxn id="142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Oval 16">
                <a:extLst>
                  <a:ext uri="{FF2B5EF4-FFF2-40B4-BE49-F238E27FC236}">
                    <a16:creationId xmlns:a16="http://schemas.microsoft.com/office/drawing/2014/main" id="{56CB25B9-0271-4D66-955C-90D7D1E16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07276" y="287853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FA591EA-9D97-403D-B6F7-EB534DD7D0DF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B1B15CBA-FC92-4F08-A1A7-2B1AA47F4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88F0087-3559-445D-A335-A7DE373DAF1E}"/>
                    </a:ext>
                  </a:extLst>
                </p:cNvPr>
                <p:cNvCxnSpPr>
                  <a:cxnSpLocks/>
                  <a:stCxn id="174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8DF7FE64-E469-4F09-880D-4FE94DD1CDD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9CC8E27E-1126-426C-B3F6-B203493E2FD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8CAE8A5-A70E-42A1-A540-364B15313804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EC541C6-2E7C-4BC5-ADE6-DFC103343D37}"/>
                  </a:ext>
                </a:extLst>
              </p:cNvPr>
              <p:cNvSpPr txBox="1"/>
              <p:nvPr/>
            </p:nvSpPr>
            <p:spPr>
              <a:xfrm>
                <a:off x="9415689" y="293215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CC74E7A-FC1D-4AD1-AE33-3E3C02C1D392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7ABBD5C-AB1F-4971-8804-07147F0785CD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FE956CE-CA0D-4280-AE8E-C722F229914D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28FEAB7-CE15-4D53-9690-BD4C2F7D59D2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57" name="Oval 16">
                <a:extLst>
                  <a:ext uri="{FF2B5EF4-FFF2-40B4-BE49-F238E27FC236}">
                    <a16:creationId xmlns:a16="http://schemas.microsoft.com/office/drawing/2014/main" id="{47B8FAA7-C059-4C00-BACB-36251CF97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067BB68-20B6-4119-BED5-299D88B875CD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9473B66-87B7-4758-A61C-8AE59DADDA55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BE379327-ADBE-4574-84F2-A2B603F16344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5AFA7DE-B685-434C-B24D-12489C9E7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5FC233F0-EA3C-4882-9896-E799D2567BB6}"/>
                    </a:ext>
                  </a:extLst>
                </p:cNvPr>
                <p:cNvCxnSpPr>
                  <a:cxnSpLocks/>
                  <a:stCxn id="170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288A72DE-30E5-4D1B-9196-E028577BB368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FEA473C0-D581-46BF-849E-79D1B04FA558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9A2BD987-3AFD-49FC-87DA-9C3BFBF2C913}"/>
                  </a:ext>
                </a:extLst>
              </p:cNvPr>
              <p:cNvGrpSpPr/>
              <p:nvPr/>
            </p:nvGrpSpPr>
            <p:grpSpPr>
              <a:xfrm>
                <a:off x="9168325" y="3232877"/>
                <a:ext cx="834293" cy="914767"/>
                <a:chOff x="6560047" y="3628054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8B92DE5-2C34-4C45-8B23-CDF9DF65313D}"/>
                    </a:ext>
                  </a:extLst>
                </p:cNvPr>
                <p:cNvCxnSpPr>
                  <a:cxnSpLocks/>
                  <a:stCxn id="165" idx="0"/>
                </p:cNvCxnSpPr>
                <p:nvPr/>
              </p:nvCxnSpPr>
              <p:spPr>
                <a:xfrm flipV="1">
                  <a:off x="6725941" y="3628054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DD4CE2CF-F6B6-40FE-9A3C-17EFDC5A9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157354" y="3652993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B0622B3-8B05-4674-807E-962197500F6A}"/>
                    </a:ext>
                  </a:extLst>
                </p:cNvPr>
                <p:cNvSpPr/>
                <p:nvPr/>
              </p:nvSpPr>
              <p:spPr>
                <a:xfrm>
                  <a:off x="6560047" y="4190635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54087354-9B7C-4B01-B3B7-67B8141DA60C}"/>
                    </a:ext>
                  </a:extLst>
                </p:cNvPr>
                <p:cNvSpPr/>
                <p:nvPr/>
              </p:nvSpPr>
              <p:spPr>
                <a:xfrm>
                  <a:off x="7062552" y="4190635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B5089A1-6297-42C1-A0E5-0A04F68A2EE0}"/>
                </a:ext>
              </a:extLst>
            </p:cNvPr>
            <p:cNvCxnSpPr>
              <a:cxnSpLocks/>
              <a:stCxn id="128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E623C4B-BE86-44D8-B68F-CCBB88967B48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2A4C0C0-F556-4122-9513-F67323D21788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81F2673-F5BD-4858-80E5-7BB5DD4AF89B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3347EE25-7D1F-4F39-982F-8539686D60CE}"/>
              </a:ext>
            </a:extLst>
          </p:cNvPr>
          <p:cNvSpPr/>
          <p:nvPr/>
        </p:nvSpPr>
        <p:spPr>
          <a:xfrm>
            <a:off x="435136" y="3001235"/>
            <a:ext cx="3782413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/>
              <a:t>black</a:t>
            </a:r>
            <a:r>
              <a:rPr lang="en-US" dirty="0"/>
              <a:t> and has a single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child, then we turn the single child to black and we are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94880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117/154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53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08C7E5-C222-40BB-82BC-A2F796AC8624}"/>
              </a:ext>
            </a:extLst>
          </p:cNvPr>
          <p:cNvGrpSpPr/>
          <p:nvPr/>
        </p:nvGrpSpPr>
        <p:grpSpPr>
          <a:xfrm>
            <a:off x="4784335" y="1949975"/>
            <a:ext cx="5218283" cy="4168731"/>
            <a:chOff x="4784335" y="1949975"/>
            <a:chExt cx="5218283" cy="4168731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989CAF8-77B5-4D2B-9D2E-5E99595C6E9D}"/>
                </a:ext>
              </a:extLst>
            </p:cNvPr>
            <p:cNvGrpSpPr/>
            <p:nvPr/>
          </p:nvGrpSpPr>
          <p:grpSpPr>
            <a:xfrm>
              <a:off x="4784335" y="1949975"/>
              <a:ext cx="5218283" cy="4168731"/>
              <a:chOff x="4784335" y="1949975"/>
              <a:chExt cx="5218283" cy="4168731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60A71D7-22B7-44FA-B7C5-743E2FA6ADE6}"/>
                  </a:ext>
                </a:extLst>
              </p:cNvPr>
              <p:cNvCxnSpPr>
                <a:cxnSpLocks/>
                <a:endCxn id="132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CAEED8E-02B0-4BA1-9A9B-554A44E65CF4}"/>
                  </a:ext>
                </a:extLst>
              </p:cNvPr>
              <p:cNvCxnSpPr>
                <a:cxnSpLocks/>
                <a:stCxn id="141" idx="7"/>
                <a:endCxn id="132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Oval 16">
                <a:extLst>
                  <a:ext uri="{FF2B5EF4-FFF2-40B4-BE49-F238E27FC236}">
                    <a16:creationId xmlns:a16="http://schemas.microsoft.com/office/drawing/2014/main" id="{7598A452-53AA-411B-AC1A-9E10A1D02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0B1145F-3722-4707-A896-60DCA972FE15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D0B7803-2FEE-4C16-BE0B-0A484D01F018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546B5FF-935D-4D4B-8DCD-FFED31B90FC3}"/>
                  </a:ext>
                </a:extLst>
              </p:cNvPr>
              <p:cNvCxnSpPr>
                <a:cxnSpLocks/>
                <a:stCxn id="156" idx="0"/>
                <a:endCxn id="142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81C236C-4254-404E-A981-7BAAC5686CFE}"/>
                  </a:ext>
                </a:extLst>
              </p:cNvPr>
              <p:cNvCxnSpPr>
                <a:cxnSpLocks/>
                <a:stCxn id="155" idx="0"/>
                <a:endCxn id="141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12B617C0-2D84-4395-9E90-8186FB47D139}"/>
                  </a:ext>
                </a:extLst>
              </p:cNvPr>
              <p:cNvCxnSpPr>
                <a:cxnSpLocks/>
                <a:stCxn id="146" idx="0"/>
                <a:endCxn id="141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Oval 16">
                <a:extLst>
                  <a:ext uri="{FF2B5EF4-FFF2-40B4-BE49-F238E27FC236}">
                    <a16:creationId xmlns:a16="http://schemas.microsoft.com/office/drawing/2014/main" id="{A6324E4D-F44C-4D04-806B-EF9ECAC2B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2" name="Oval 16">
                <a:extLst>
                  <a:ext uri="{FF2B5EF4-FFF2-40B4-BE49-F238E27FC236}">
                    <a16:creationId xmlns:a16="http://schemas.microsoft.com/office/drawing/2014/main" id="{3BD25759-BFD4-416F-B011-77F93D2C1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39B4553-12A0-49C6-973B-50239471A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82F6E39-82F5-40F4-A38B-DFC5B854D374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0F5B8CF9-CDA1-4BD8-A0A4-39D1A5737C5F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46" name="Oval 16">
                <a:extLst>
                  <a:ext uri="{FF2B5EF4-FFF2-40B4-BE49-F238E27FC236}">
                    <a16:creationId xmlns:a16="http://schemas.microsoft.com/office/drawing/2014/main" id="{7AF32A93-A053-4E39-B2EF-4489369FF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A3B3C81D-D40C-420C-9455-47B192B7F8D8}"/>
                  </a:ext>
                </a:extLst>
              </p:cNvPr>
              <p:cNvCxnSpPr>
                <a:cxnSpLocks/>
                <a:stCxn id="157" idx="0"/>
                <a:endCxn id="142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Oval 16">
                <a:extLst>
                  <a:ext uri="{FF2B5EF4-FFF2-40B4-BE49-F238E27FC236}">
                    <a16:creationId xmlns:a16="http://schemas.microsoft.com/office/drawing/2014/main" id="{56CB25B9-0271-4D66-955C-90D7D1E16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07276" y="2878532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FA591EA-9D97-403D-B6F7-EB534DD7D0DF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B1B15CBA-FC92-4F08-A1A7-2B1AA47F4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988F0087-3559-445D-A335-A7DE373DAF1E}"/>
                    </a:ext>
                  </a:extLst>
                </p:cNvPr>
                <p:cNvCxnSpPr>
                  <a:cxnSpLocks/>
                  <a:stCxn id="174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8DF7FE64-E469-4F09-880D-4FE94DD1CDD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9CC8E27E-1126-426C-B3F6-B203493E2FDD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E8CAE8A5-A70E-42A1-A540-364B15313804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EC541C6-2E7C-4BC5-ADE6-DFC103343D37}"/>
                  </a:ext>
                </a:extLst>
              </p:cNvPr>
              <p:cNvSpPr txBox="1"/>
              <p:nvPr/>
            </p:nvSpPr>
            <p:spPr>
              <a:xfrm>
                <a:off x="9415689" y="293215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ACC74E7A-FC1D-4AD1-AE33-3E3C02C1D392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7ABBD5C-AB1F-4971-8804-07147F0785CD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FE956CE-CA0D-4280-AE8E-C722F229914D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28FEAB7-CE15-4D53-9690-BD4C2F7D59D2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57" name="Oval 16">
                <a:extLst>
                  <a:ext uri="{FF2B5EF4-FFF2-40B4-BE49-F238E27FC236}">
                    <a16:creationId xmlns:a16="http://schemas.microsoft.com/office/drawing/2014/main" id="{47B8FAA7-C059-4C00-BACB-36251CF97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067BB68-20B6-4119-BED5-299D88B875CD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9473B66-87B7-4758-A61C-8AE59DADDA55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BE379327-ADBE-4574-84F2-A2B603F16344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5AFA7DE-B685-434C-B24D-12489C9E7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5FC233F0-EA3C-4882-9896-E799D2567BB6}"/>
                    </a:ext>
                  </a:extLst>
                </p:cNvPr>
                <p:cNvCxnSpPr>
                  <a:cxnSpLocks/>
                  <a:stCxn id="170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288A72DE-30E5-4D1B-9196-E028577BB368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FEA473C0-D581-46BF-849E-79D1B04FA558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9A2BD987-3AFD-49FC-87DA-9C3BFBF2C913}"/>
                  </a:ext>
                </a:extLst>
              </p:cNvPr>
              <p:cNvGrpSpPr/>
              <p:nvPr/>
            </p:nvGrpSpPr>
            <p:grpSpPr>
              <a:xfrm>
                <a:off x="9168325" y="3232877"/>
                <a:ext cx="834293" cy="914767"/>
                <a:chOff x="6560047" y="3628054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8B92DE5-2C34-4C45-8B23-CDF9DF65313D}"/>
                    </a:ext>
                  </a:extLst>
                </p:cNvPr>
                <p:cNvCxnSpPr>
                  <a:cxnSpLocks/>
                  <a:stCxn id="165" idx="0"/>
                </p:cNvCxnSpPr>
                <p:nvPr/>
              </p:nvCxnSpPr>
              <p:spPr>
                <a:xfrm flipV="1">
                  <a:off x="6725941" y="3628054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DD4CE2CF-F6B6-40FE-9A3C-17EFDC5A9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157354" y="3652993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FB0622B3-8B05-4674-807E-962197500F6A}"/>
                    </a:ext>
                  </a:extLst>
                </p:cNvPr>
                <p:cNvSpPr/>
                <p:nvPr/>
              </p:nvSpPr>
              <p:spPr>
                <a:xfrm>
                  <a:off x="6560047" y="4190635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54087354-9B7C-4B01-B3B7-67B8141DA60C}"/>
                    </a:ext>
                  </a:extLst>
                </p:cNvPr>
                <p:cNvSpPr/>
                <p:nvPr/>
              </p:nvSpPr>
              <p:spPr>
                <a:xfrm>
                  <a:off x="7062552" y="4190635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B5089A1-6297-42C1-A0E5-0A04F68A2EE0}"/>
                </a:ext>
              </a:extLst>
            </p:cNvPr>
            <p:cNvCxnSpPr>
              <a:cxnSpLocks/>
              <a:stCxn id="128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E623C4B-BE86-44D8-B68F-CCBB88967B48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2A4C0C0-F556-4122-9513-F67323D21788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81F2673-F5BD-4858-80E5-7BB5DD4AF89B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0AC77C58-C3A0-4198-91DC-5E9C75A14C6A}"/>
              </a:ext>
            </a:extLst>
          </p:cNvPr>
          <p:cNvSpPr/>
          <p:nvPr/>
        </p:nvSpPr>
        <p:spPr>
          <a:xfrm>
            <a:off x="435136" y="3001235"/>
            <a:ext cx="3782413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/>
              <a:t>black</a:t>
            </a:r>
            <a:r>
              <a:rPr lang="en-US" dirty="0"/>
              <a:t> and has a single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child, then we turn the single child to black and we are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33906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5BF5D6-676B-4A4C-838C-C4EF0F83DF77}"/>
              </a:ext>
            </a:extLst>
          </p:cNvPr>
          <p:cNvSpPr/>
          <p:nvPr/>
        </p:nvSpPr>
        <p:spPr>
          <a:xfrm>
            <a:off x="5402303" y="439155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11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F2215F-4CE8-4788-BF2F-81C97797C49F}"/>
              </a:ext>
            </a:extLst>
          </p:cNvPr>
          <p:cNvSpPr/>
          <p:nvPr/>
        </p:nvSpPr>
        <p:spPr>
          <a:xfrm>
            <a:off x="4950229" y="3700973"/>
            <a:ext cx="514919" cy="47996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73E37-33D0-4938-B92B-838D5F607DE4}"/>
              </a:ext>
            </a:extLst>
          </p:cNvPr>
          <p:cNvSpPr/>
          <p:nvPr/>
        </p:nvSpPr>
        <p:spPr>
          <a:xfrm>
            <a:off x="397568" y="2757226"/>
            <a:ext cx="3778295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/>
              <a:t>black</a:t>
            </a:r>
            <a:r>
              <a:rPr lang="en-US" dirty="0"/>
              <a:t> and does not have a red child: shortage in the number of black nodes, which needs to be fixed.  </a:t>
            </a:r>
            <a:endParaRPr lang="en-US" b="1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A8C08C0-24A2-4EB9-BF87-700F648FB939}"/>
              </a:ext>
            </a:extLst>
          </p:cNvPr>
          <p:cNvGrpSpPr/>
          <p:nvPr/>
        </p:nvGrpSpPr>
        <p:grpSpPr>
          <a:xfrm>
            <a:off x="4784335" y="1949975"/>
            <a:ext cx="6249062" cy="4168731"/>
            <a:chOff x="4784335" y="1949975"/>
            <a:chExt cx="6249062" cy="4168731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A4E3797-7FD6-4C95-BE3E-256006B80920}"/>
                </a:ext>
              </a:extLst>
            </p:cNvPr>
            <p:cNvGrpSpPr/>
            <p:nvPr/>
          </p:nvGrpSpPr>
          <p:grpSpPr>
            <a:xfrm>
              <a:off x="4784335" y="1949975"/>
              <a:ext cx="6249062" cy="4168731"/>
              <a:chOff x="4784335" y="1949975"/>
              <a:chExt cx="6249062" cy="4168731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8A93EBE4-E503-4C80-BC65-DA7E3537014B}"/>
                  </a:ext>
                </a:extLst>
              </p:cNvPr>
              <p:cNvCxnSpPr>
                <a:cxnSpLocks/>
                <a:stCxn id="153" idx="1"/>
                <a:endCxn id="150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99D1C00D-3C0E-48BC-BA66-05657036EDB8}"/>
                  </a:ext>
                </a:extLst>
              </p:cNvPr>
              <p:cNvCxnSpPr>
                <a:cxnSpLocks/>
                <a:stCxn id="160" idx="7"/>
                <a:endCxn id="150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Oval 16">
                <a:extLst>
                  <a:ext uri="{FF2B5EF4-FFF2-40B4-BE49-F238E27FC236}">
                    <a16:creationId xmlns:a16="http://schemas.microsoft.com/office/drawing/2014/main" id="{F494AAB3-D08A-4BC9-961F-5F540E4A1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95A62B8E-D93F-4F95-BAFE-E2F3BE8E7428}"/>
                  </a:ext>
                </a:extLst>
              </p:cNvPr>
              <p:cNvCxnSpPr>
                <a:cxnSpLocks/>
                <a:stCxn id="167" idx="0"/>
                <a:endCxn id="153" idx="5"/>
              </p:cNvCxnSpPr>
              <p:nvPr/>
            </p:nvCxnSpPr>
            <p:spPr>
              <a:xfrm flipH="1" flipV="1">
                <a:off x="9927578" y="3210810"/>
                <a:ext cx="728243" cy="523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ED64F204-DD33-4A99-B96C-6BA9DE2FBC29}"/>
                  </a:ext>
                </a:extLst>
              </p:cNvPr>
              <p:cNvCxnSpPr>
                <a:cxnSpLocks/>
                <a:stCxn id="154" idx="0"/>
                <a:endCxn id="153" idx="3"/>
              </p:cNvCxnSpPr>
              <p:nvPr/>
            </p:nvCxnSpPr>
            <p:spPr>
              <a:xfrm flipV="1">
                <a:off x="8952815" y="3210810"/>
                <a:ext cx="666796" cy="52157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Oval 16">
                <a:extLst>
                  <a:ext uri="{FF2B5EF4-FFF2-40B4-BE49-F238E27FC236}">
                    <a16:creationId xmlns:a16="http://schemas.microsoft.com/office/drawing/2014/main" id="{283ABC65-F4E9-463E-8302-26F71E38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5829" y="283906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4" name="Oval 16">
                <a:extLst>
                  <a:ext uri="{FF2B5EF4-FFF2-40B4-BE49-F238E27FC236}">
                    <a16:creationId xmlns:a16="http://schemas.microsoft.com/office/drawing/2014/main" id="{3C7DF1B9-697E-42FA-949F-3D4F58F3F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5049" y="373238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4935992-7E5B-4409-8A73-0CD35CA57640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89D13DF-459D-42CF-BBB7-D4AD010ADA62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DA5523C-8298-436F-B126-31CFCA3ED621}"/>
                  </a:ext>
                </a:extLst>
              </p:cNvPr>
              <p:cNvCxnSpPr>
                <a:cxnSpLocks/>
                <a:stCxn id="176" idx="0"/>
                <a:endCxn id="161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CCCA2373-E561-4504-9FE0-2C541C05F631}"/>
                  </a:ext>
                </a:extLst>
              </p:cNvPr>
              <p:cNvCxnSpPr>
                <a:cxnSpLocks/>
                <a:stCxn id="175" idx="0"/>
                <a:endCxn id="160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4DB0D08-34B7-43EC-A044-FA8C87D83A36}"/>
                  </a:ext>
                </a:extLst>
              </p:cNvPr>
              <p:cNvCxnSpPr>
                <a:cxnSpLocks/>
                <a:stCxn id="165" idx="0"/>
                <a:endCxn id="160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Oval 16">
                <a:extLst>
                  <a:ext uri="{FF2B5EF4-FFF2-40B4-BE49-F238E27FC236}">
                    <a16:creationId xmlns:a16="http://schemas.microsoft.com/office/drawing/2014/main" id="{EEE60694-D797-425B-835C-DFCC2EDCC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1" name="Oval 16">
                <a:extLst>
                  <a:ext uri="{FF2B5EF4-FFF2-40B4-BE49-F238E27FC236}">
                    <a16:creationId xmlns:a16="http://schemas.microsoft.com/office/drawing/2014/main" id="{89478D57-5EFE-4230-A39B-F48C543A8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2018AF1-9E92-4790-A777-3A2A4510B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1FF9951C-1E13-48B5-97D0-7D083A13057F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60B6C13-2B9C-40B7-8BE5-A124CC1C3E01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5" name="Oval 16">
                <a:extLst>
                  <a:ext uri="{FF2B5EF4-FFF2-40B4-BE49-F238E27FC236}">
                    <a16:creationId xmlns:a16="http://schemas.microsoft.com/office/drawing/2014/main" id="{EE1CB88B-6030-4948-87E1-FB9EDEEEF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2830" y="3755798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A51987CD-EAAD-4710-8159-4C786237AA1F}"/>
                  </a:ext>
                </a:extLst>
              </p:cNvPr>
              <p:cNvCxnSpPr>
                <a:cxnSpLocks/>
                <a:stCxn id="177" idx="0"/>
                <a:endCxn id="161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">
                <a:extLst>
                  <a:ext uri="{FF2B5EF4-FFF2-40B4-BE49-F238E27FC236}">
                    <a16:creationId xmlns:a16="http://schemas.microsoft.com/office/drawing/2014/main" id="{6CCEB5F4-60C3-433B-9816-934E60269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8055" y="3734743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90FCA1DB-00E4-4038-B17A-2CABF68DBDBA}"/>
                  </a:ext>
                </a:extLst>
              </p:cNvPr>
              <p:cNvGrpSpPr/>
              <p:nvPr/>
            </p:nvGrpSpPr>
            <p:grpSpPr>
              <a:xfrm>
                <a:off x="4784335" y="4127547"/>
                <a:ext cx="834293" cy="930833"/>
                <a:chOff x="7590826" y="4468199"/>
                <a:chExt cx="834293" cy="930833"/>
              </a:xfrm>
              <a:solidFill>
                <a:schemeClr val="bg1"/>
              </a:solidFill>
            </p:grpSpPr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4D0319A8-E4D3-4F3A-BEFA-133029F27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40094" y="4506665"/>
                  <a:ext cx="143432" cy="548494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2E666019-5040-4907-9A86-5D6860C4D5A7}"/>
                    </a:ext>
                  </a:extLst>
                </p:cNvPr>
                <p:cNvCxnSpPr>
                  <a:cxnSpLocks/>
                  <a:stCxn id="198" idx="0"/>
                </p:cNvCxnSpPr>
                <p:nvPr/>
              </p:nvCxnSpPr>
              <p:spPr>
                <a:xfrm flipH="1" flipV="1">
                  <a:off x="8177184" y="4468199"/>
                  <a:ext cx="82041" cy="578647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4E87D9ED-E2B2-4D4F-B485-6BEB7BDD8F67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A9D4BEAC-35DE-496E-9EEC-5C5F876790A1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72B3C7C-C227-46E6-8F94-5247728926A3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1B4F91C-A84C-46C9-B9DE-D264C1063567}"/>
                  </a:ext>
                </a:extLst>
              </p:cNvPr>
              <p:cNvSpPr txBox="1"/>
              <p:nvPr/>
            </p:nvSpPr>
            <p:spPr>
              <a:xfrm>
                <a:off x="9583342" y="28816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53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E63F995-9FE1-4CCD-A40F-7458B4917440}"/>
                  </a:ext>
                </a:extLst>
              </p:cNvPr>
              <p:cNvSpPr txBox="1"/>
              <p:nvPr/>
            </p:nvSpPr>
            <p:spPr>
              <a:xfrm>
                <a:off x="10446468" y="378836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9C284A34-7638-485B-A6DC-189769807CC1}"/>
                  </a:ext>
                </a:extLst>
              </p:cNvPr>
              <p:cNvSpPr txBox="1"/>
              <p:nvPr/>
            </p:nvSpPr>
            <p:spPr>
              <a:xfrm>
                <a:off x="8759671" y="37888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41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76AFE41-BB1C-49E8-89FF-7C674B15768D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8628FE1-4FD1-4B79-A6AD-16C5E82864D4}"/>
                  </a:ext>
                </a:extLst>
              </p:cNvPr>
              <p:cNvSpPr txBox="1"/>
              <p:nvPr/>
            </p:nvSpPr>
            <p:spPr>
              <a:xfrm>
                <a:off x="4957925" y="37985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11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164A936-8729-402F-9E86-F6BAC55249F8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E533B07-8685-4CD3-A27F-695C47FDCC4A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77" name="Oval 16">
                <a:extLst>
                  <a:ext uri="{FF2B5EF4-FFF2-40B4-BE49-F238E27FC236}">
                    <a16:creationId xmlns:a16="http://schemas.microsoft.com/office/drawing/2014/main" id="{BBBF8E5B-A6E3-4093-95D1-D11E0D5D1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062FB510-3DA1-46CA-BA0F-2618B154AB0D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A347AC6-4E8F-4D19-8D7C-857221D3F730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0594ACB7-2A9B-4E52-A993-D824DA42F5F2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ED0EAE97-B855-4814-A85F-E140600FA8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F0C9C587-8934-47A3-9E7B-A6281DABADEF}"/>
                    </a:ext>
                  </a:extLst>
                </p:cNvPr>
                <p:cNvCxnSpPr>
                  <a:cxnSpLocks/>
                  <a:stCxn id="194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1F42434B-8EDC-4159-A18F-D8661A08F5F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418C1F01-6EDD-4C8A-AF75-6B960BE44C9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4B023AA8-D73D-4866-80B9-7D2A6D2FC2CD}"/>
                  </a:ext>
                </a:extLst>
              </p:cNvPr>
              <p:cNvGrpSpPr/>
              <p:nvPr/>
            </p:nvGrpSpPr>
            <p:grpSpPr>
              <a:xfrm>
                <a:off x="8495468" y="412066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84F6B78D-5DDA-43DA-B5BB-E5EB825B124E}"/>
                    </a:ext>
                  </a:extLst>
                </p:cNvPr>
                <p:cNvCxnSpPr>
                  <a:cxnSpLocks/>
                  <a:stCxn id="189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496EBA44-59D7-4F60-9391-0A031AFE6F01}"/>
                    </a:ext>
                  </a:extLst>
                </p:cNvPr>
                <p:cNvCxnSpPr>
                  <a:cxnSpLocks/>
                  <a:stCxn id="190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42F824B0-E0C1-49E4-8411-4B759774C897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6363B759-68B8-4E58-9FB7-B5D0FBF4542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BB4E4AC8-3857-4448-B672-B99D21C47C0C}"/>
                  </a:ext>
                </a:extLst>
              </p:cNvPr>
              <p:cNvGrpSpPr/>
              <p:nvPr/>
            </p:nvGrpSpPr>
            <p:grpSpPr>
              <a:xfrm>
                <a:off x="10199104" y="4089088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CF9605-A6EB-47B1-82AF-D4E00B48C107}"/>
                    </a:ext>
                  </a:extLst>
                </p:cNvPr>
                <p:cNvCxnSpPr>
                  <a:cxnSpLocks/>
                  <a:stCxn id="18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0E5CAD80-5C9E-4567-8E4B-469BB5783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8133" y="4509204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AEFDAB55-1966-45D9-8FAC-38BAC70125B0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1B496C0C-BDB4-43CD-AD0A-CA68F4179065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4140188-640D-4246-8E40-2AD67A0055A6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758AF391-2EEE-4462-B171-F9C0C5F44C7D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6724B1C-2069-4CDF-87A0-940A97E3DA8C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99030F8-3DB4-4CB5-8B8E-9441247DBA99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5876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Deletion: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119/154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97E111B-E2BD-4E08-B3A9-74B0AC1EA6BF}"/>
              </a:ext>
            </a:extLst>
          </p:cNvPr>
          <p:cNvSpPr txBox="1"/>
          <p:nvPr/>
        </p:nvSpPr>
        <p:spPr>
          <a:xfrm>
            <a:off x="741680" y="1996250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Delete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73E37-33D0-4938-B92B-838D5F607DE4}"/>
              </a:ext>
            </a:extLst>
          </p:cNvPr>
          <p:cNvSpPr/>
          <p:nvPr/>
        </p:nvSpPr>
        <p:spPr>
          <a:xfrm>
            <a:off x="397568" y="2757226"/>
            <a:ext cx="3778295" cy="12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dirty="0"/>
              <a:t>If </a:t>
            </a:r>
            <a:r>
              <a:rPr lang="en-US" b="1" dirty="0">
                <a:solidFill>
                  <a:srgbClr val="00B0F0"/>
                </a:solidFill>
              </a:rPr>
              <a:t>x</a:t>
            </a:r>
            <a:r>
              <a:rPr lang="en-US" dirty="0"/>
              <a:t> is </a:t>
            </a:r>
            <a:r>
              <a:rPr lang="en-US" b="1" dirty="0"/>
              <a:t>black</a:t>
            </a:r>
            <a:r>
              <a:rPr lang="en-US" dirty="0"/>
              <a:t> and does not have a red child: shortage in the number of black nodes, which needs to be fixed.  </a:t>
            </a:r>
            <a:endParaRPr lang="en-US" b="1" dirty="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A8C08C0-24A2-4EB9-BF87-700F648FB939}"/>
              </a:ext>
            </a:extLst>
          </p:cNvPr>
          <p:cNvGrpSpPr/>
          <p:nvPr/>
        </p:nvGrpSpPr>
        <p:grpSpPr>
          <a:xfrm>
            <a:off x="5014577" y="1949975"/>
            <a:ext cx="6018820" cy="4168731"/>
            <a:chOff x="5014577" y="1949975"/>
            <a:chExt cx="6018820" cy="4168731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A4E3797-7FD6-4C95-BE3E-256006B80920}"/>
                </a:ext>
              </a:extLst>
            </p:cNvPr>
            <p:cNvGrpSpPr/>
            <p:nvPr/>
          </p:nvGrpSpPr>
          <p:grpSpPr>
            <a:xfrm>
              <a:off x="5014577" y="1949975"/>
              <a:ext cx="6018820" cy="4168731"/>
              <a:chOff x="5014577" y="1949975"/>
              <a:chExt cx="6018820" cy="4168731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8A93EBE4-E503-4C80-BC65-DA7E3537014B}"/>
                  </a:ext>
                </a:extLst>
              </p:cNvPr>
              <p:cNvCxnSpPr>
                <a:cxnSpLocks/>
                <a:stCxn id="153" idx="1"/>
                <a:endCxn id="150" idx="5"/>
              </p:cNvCxnSpPr>
              <p:nvPr/>
            </p:nvCxnSpPr>
            <p:spPr>
              <a:xfrm flipH="1" flipV="1">
                <a:off x="8238590" y="2321724"/>
                <a:ext cx="1381021" cy="581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99D1C00D-3C0E-48BC-BA66-05657036EDB8}"/>
                  </a:ext>
                </a:extLst>
              </p:cNvPr>
              <p:cNvCxnSpPr>
                <a:cxnSpLocks/>
                <a:stCxn id="160" idx="7"/>
                <a:endCxn id="150" idx="3"/>
              </p:cNvCxnSpPr>
              <p:nvPr/>
            </p:nvCxnSpPr>
            <p:spPr>
              <a:xfrm flipV="1">
                <a:off x="6396482" y="2321724"/>
                <a:ext cx="1534141" cy="63242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" name="Oval 16">
                <a:extLst>
                  <a:ext uri="{FF2B5EF4-FFF2-40B4-BE49-F238E27FC236}">
                    <a16:creationId xmlns:a16="http://schemas.microsoft.com/office/drawing/2014/main" id="{F494AAB3-D08A-4BC9-961F-5F540E4A1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6841" y="1949975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95A62B8E-D93F-4F95-BAFE-E2F3BE8E7428}"/>
                  </a:ext>
                </a:extLst>
              </p:cNvPr>
              <p:cNvCxnSpPr>
                <a:cxnSpLocks/>
                <a:stCxn id="167" idx="0"/>
                <a:endCxn id="153" idx="5"/>
              </p:cNvCxnSpPr>
              <p:nvPr/>
            </p:nvCxnSpPr>
            <p:spPr>
              <a:xfrm flipH="1" flipV="1">
                <a:off x="9927578" y="3210810"/>
                <a:ext cx="728243" cy="523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ED64F204-DD33-4A99-B96C-6BA9DE2FBC29}"/>
                  </a:ext>
                </a:extLst>
              </p:cNvPr>
              <p:cNvCxnSpPr>
                <a:cxnSpLocks/>
                <a:stCxn id="154" idx="0"/>
                <a:endCxn id="153" idx="3"/>
              </p:cNvCxnSpPr>
              <p:nvPr/>
            </p:nvCxnSpPr>
            <p:spPr>
              <a:xfrm flipV="1">
                <a:off x="8952815" y="3210810"/>
                <a:ext cx="666796" cy="52157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Oval 16">
                <a:extLst>
                  <a:ext uri="{FF2B5EF4-FFF2-40B4-BE49-F238E27FC236}">
                    <a16:creationId xmlns:a16="http://schemas.microsoft.com/office/drawing/2014/main" id="{283ABC65-F4E9-463E-8302-26F71E38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5829" y="2839061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4" name="Oval 16">
                <a:extLst>
                  <a:ext uri="{FF2B5EF4-FFF2-40B4-BE49-F238E27FC236}">
                    <a16:creationId xmlns:a16="http://schemas.microsoft.com/office/drawing/2014/main" id="{3C7DF1B9-697E-42FA-949F-3D4F58F3F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5049" y="3732389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4935992-7E5B-4409-8A73-0CD35CA57640}"/>
                  </a:ext>
                </a:extLst>
              </p:cNvPr>
              <p:cNvSpPr/>
              <p:nvPr/>
            </p:nvSpPr>
            <p:spPr>
              <a:xfrm>
                <a:off x="8279115" y="3628285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589D13DF-459D-42CF-BBB7-D4AD010ADA62}"/>
                  </a:ext>
                </a:extLst>
              </p:cNvPr>
              <p:cNvSpPr/>
              <p:nvPr/>
            </p:nvSpPr>
            <p:spPr>
              <a:xfrm>
                <a:off x="8497315" y="4634523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6DA5523C-8298-436F-B126-31CFCA3ED621}"/>
                  </a:ext>
                </a:extLst>
              </p:cNvPr>
              <p:cNvCxnSpPr>
                <a:cxnSpLocks/>
                <a:stCxn id="176" idx="0"/>
                <a:endCxn id="161" idx="5"/>
              </p:cNvCxnSpPr>
              <p:nvPr/>
            </p:nvCxnSpPr>
            <p:spPr>
              <a:xfrm flipH="1" flipV="1">
                <a:off x="7336658" y="4201243"/>
                <a:ext cx="393204" cy="5712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CCCA2373-E561-4504-9FE0-2C541C05F631}"/>
                  </a:ext>
                </a:extLst>
              </p:cNvPr>
              <p:cNvCxnSpPr>
                <a:cxnSpLocks/>
                <a:stCxn id="175" idx="0"/>
                <a:endCxn id="160" idx="5"/>
              </p:cNvCxnSpPr>
              <p:nvPr/>
            </p:nvCxnSpPr>
            <p:spPr>
              <a:xfrm flipH="1" flipV="1">
                <a:off x="6396482" y="3262111"/>
                <a:ext cx="804158" cy="61484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B4DB0D08-34B7-43EC-A044-FA8C87D83A36}"/>
                  </a:ext>
                </a:extLst>
              </p:cNvPr>
              <p:cNvCxnSpPr>
                <a:cxnSpLocks/>
                <a:endCxn id="160" idx="3"/>
              </p:cNvCxnSpPr>
              <p:nvPr/>
            </p:nvCxnSpPr>
            <p:spPr>
              <a:xfrm flipV="1">
                <a:off x="5200596" y="3262111"/>
                <a:ext cx="887919" cy="49368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Oval 16">
                <a:extLst>
                  <a:ext uri="{FF2B5EF4-FFF2-40B4-BE49-F238E27FC236}">
                    <a16:creationId xmlns:a16="http://schemas.microsoft.com/office/drawing/2014/main" id="{EEE60694-D797-425B-835C-DFCC2EDCC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4733" y="2890362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1" name="Oval 16">
                <a:extLst>
                  <a:ext uri="{FF2B5EF4-FFF2-40B4-BE49-F238E27FC236}">
                    <a16:creationId xmlns:a16="http://schemas.microsoft.com/office/drawing/2014/main" id="{89478D57-5EFE-4230-A39B-F48C543A8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909" y="3829494"/>
                <a:ext cx="435531" cy="43553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B2018AF1-9E92-4790-A777-3A2A4510B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3556" y="4739630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1FF9951C-1E13-48B5-97D0-7D083A13057F}"/>
                  </a:ext>
                </a:extLst>
              </p:cNvPr>
              <p:cNvSpPr/>
              <p:nvPr/>
            </p:nvSpPr>
            <p:spPr>
              <a:xfrm>
                <a:off x="5767497" y="3793470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60B6C13-2B9C-40B7-8BE5-A124CC1C3E01}"/>
                  </a:ext>
                </a:extLst>
              </p:cNvPr>
              <p:cNvSpPr/>
              <p:nvPr/>
            </p:nvSpPr>
            <p:spPr>
              <a:xfrm>
                <a:off x="5427242" y="4822917"/>
                <a:ext cx="1847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A51987CD-EAAD-4710-8159-4C786237AA1F}"/>
                  </a:ext>
                </a:extLst>
              </p:cNvPr>
              <p:cNvCxnSpPr>
                <a:cxnSpLocks/>
                <a:stCxn id="177" idx="0"/>
                <a:endCxn id="161" idx="3"/>
              </p:cNvCxnSpPr>
              <p:nvPr/>
            </p:nvCxnSpPr>
            <p:spPr>
              <a:xfrm flipV="1">
                <a:off x="6729263" y="4201243"/>
                <a:ext cx="299428" cy="5575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">
                <a:extLst>
                  <a:ext uri="{FF2B5EF4-FFF2-40B4-BE49-F238E27FC236}">
                    <a16:creationId xmlns:a16="http://schemas.microsoft.com/office/drawing/2014/main" id="{6CCEB5F4-60C3-433B-9816-934E60269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8055" y="3734743"/>
                <a:ext cx="435531" cy="43553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4E87D9ED-E2B2-4D4F-B485-6BEB7BDD8F67}"/>
                  </a:ext>
                </a:extLst>
              </p:cNvPr>
              <p:cNvSpPr/>
              <p:nvPr/>
            </p:nvSpPr>
            <p:spPr>
              <a:xfrm>
                <a:off x="5014577" y="3736902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72B3C7C-C227-46E6-8F94-5247728926A3}"/>
                  </a:ext>
                </a:extLst>
              </p:cNvPr>
              <p:cNvSpPr txBox="1"/>
              <p:nvPr/>
            </p:nvSpPr>
            <p:spPr>
              <a:xfrm>
                <a:off x="7886307" y="198991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33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1B4F91C-A84C-46C9-B9DE-D264C1063567}"/>
                  </a:ext>
                </a:extLst>
              </p:cNvPr>
              <p:cNvSpPr txBox="1"/>
              <p:nvPr/>
            </p:nvSpPr>
            <p:spPr>
              <a:xfrm>
                <a:off x="9583342" y="2881609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53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E63F995-9FE1-4CCD-A40F-7458B4917440}"/>
                  </a:ext>
                </a:extLst>
              </p:cNvPr>
              <p:cNvSpPr txBox="1"/>
              <p:nvPr/>
            </p:nvSpPr>
            <p:spPr>
              <a:xfrm>
                <a:off x="10446468" y="378836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61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9C284A34-7638-485B-A6DC-189769807CC1}"/>
                  </a:ext>
                </a:extLst>
              </p:cNvPr>
              <p:cNvSpPr txBox="1"/>
              <p:nvPr/>
            </p:nvSpPr>
            <p:spPr>
              <a:xfrm>
                <a:off x="8759671" y="378889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41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76AFE41-BB1C-49E8-89FF-7C674B15768D}"/>
                  </a:ext>
                </a:extLst>
              </p:cNvPr>
              <p:cNvSpPr txBox="1"/>
              <p:nvPr/>
            </p:nvSpPr>
            <p:spPr>
              <a:xfrm>
                <a:off x="5998321" y="2941072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13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164A936-8729-402F-9E86-F6BAC55249F8}"/>
                  </a:ext>
                </a:extLst>
              </p:cNvPr>
              <p:cNvSpPr txBox="1"/>
              <p:nvPr/>
            </p:nvSpPr>
            <p:spPr>
              <a:xfrm>
                <a:off x="6970449" y="3876960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21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E533B07-8685-4CD3-A27F-695C47FDCC4A}"/>
                  </a:ext>
                </a:extLst>
              </p:cNvPr>
              <p:cNvSpPr txBox="1"/>
              <p:nvPr/>
            </p:nvSpPr>
            <p:spPr>
              <a:xfrm>
                <a:off x="7499671" y="4772527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31</a:t>
                </a:r>
              </a:p>
            </p:txBody>
          </p:sp>
          <p:sp>
            <p:nvSpPr>
              <p:cNvPr id="177" name="Oval 16">
                <a:extLst>
                  <a:ext uri="{FF2B5EF4-FFF2-40B4-BE49-F238E27FC236}">
                    <a16:creationId xmlns:a16="http://schemas.microsoft.com/office/drawing/2014/main" id="{BBBF8E5B-A6E3-4093-95D1-D11E0D5D1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1497" y="4758797"/>
                <a:ext cx="435531" cy="435531"/>
              </a:xfrm>
              <a:prstGeom prst="ellipse">
                <a:avLst/>
              </a:prstGeom>
              <a:solidFill>
                <a:srgbClr val="FF2F2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062FB510-3DA1-46CA-BA0F-2618B154AB0D}"/>
                  </a:ext>
                </a:extLst>
              </p:cNvPr>
              <p:cNvSpPr txBox="1"/>
              <p:nvPr/>
            </p:nvSpPr>
            <p:spPr>
              <a:xfrm>
                <a:off x="6473020" y="4782655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15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A347AC6-4E8F-4D19-8D7C-857221D3F730}"/>
                  </a:ext>
                </a:extLst>
              </p:cNvPr>
              <p:cNvSpPr txBox="1"/>
              <p:nvPr/>
            </p:nvSpPr>
            <p:spPr>
              <a:xfrm>
                <a:off x="6920147" y="5749374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8</a:t>
                </a:r>
              </a:p>
            </p:txBody>
          </p: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0594ACB7-2A9B-4E52-A993-D824DA42F5F2}"/>
                  </a:ext>
                </a:extLst>
              </p:cNvPr>
              <p:cNvGrpSpPr/>
              <p:nvPr/>
            </p:nvGrpSpPr>
            <p:grpSpPr>
              <a:xfrm>
                <a:off x="6259887" y="5142049"/>
                <a:ext cx="834293" cy="931393"/>
                <a:chOff x="7590826" y="4467639"/>
                <a:chExt cx="834293" cy="931393"/>
              </a:xfrm>
              <a:solidFill>
                <a:schemeClr val="bg1"/>
              </a:solidFill>
            </p:grpSpPr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ED0EAE97-B855-4814-A85F-E140600FA8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765033" y="4467639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F0C9C587-8934-47A3-9E7B-A6281DABADEF}"/>
                    </a:ext>
                  </a:extLst>
                </p:cNvPr>
                <p:cNvCxnSpPr>
                  <a:cxnSpLocks/>
                  <a:stCxn id="194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1F42434B-8EDC-4159-A18F-D8661A08F5F5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418C1F01-6EDD-4C8A-AF75-6B960BE44C9E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4B023AA8-D73D-4866-80B9-7D2A6D2FC2CD}"/>
                  </a:ext>
                </a:extLst>
              </p:cNvPr>
              <p:cNvGrpSpPr/>
              <p:nvPr/>
            </p:nvGrpSpPr>
            <p:grpSpPr>
              <a:xfrm>
                <a:off x="8495468" y="4120662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84F6B78D-5DDA-43DA-B5BB-E5EB825B124E}"/>
                    </a:ext>
                  </a:extLst>
                </p:cNvPr>
                <p:cNvCxnSpPr>
                  <a:cxnSpLocks/>
                  <a:stCxn id="189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496EBA44-59D7-4F60-9391-0A031AFE6F01}"/>
                    </a:ext>
                  </a:extLst>
                </p:cNvPr>
                <p:cNvCxnSpPr>
                  <a:cxnSpLocks/>
                  <a:stCxn id="190" idx="0"/>
                </p:cNvCxnSpPr>
                <p:nvPr/>
              </p:nvCxnSpPr>
              <p:spPr>
                <a:xfrm flipH="1" flipV="1">
                  <a:off x="8188133" y="4484265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42F824B0-E0C1-49E4-8411-4B759774C897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6363B759-68B8-4E58-9FB7-B5D0FBF45429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BB4E4AC8-3857-4448-B672-B99D21C47C0C}"/>
                  </a:ext>
                </a:extLst>
              </p:cNvPr>
              <p:cNvGrpSpPr/>
              <p:nvPr/>
            </p:nvGrpSpPr>
            <p:grpSpPr>
              <a:xfrm>
                <a:off x="10199104" y="4089088"/>
                <a:ext cx="834293" cy="914767"/>
                <a:chOff x="7590826" y="4484265"/>
                <a:chExt cx="834293" cy="914767"/>
              </a:xfrm>
              <a:solidFill>
                <a:schemeClr val="bg1"/>
              </a:solidFill>
            </p:grpSpPr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CF9605-A6EB-47B1-82AF-D4E00B48C107}"/>
                    </a:ext>
                  </a:extLst>
                </p:cNvPr>
                <p:cNvCxnSpPr>
                  <a:cxnSpLocks/>
                  <a:stCxn id="185" idx="0"/>
                </p:cNvCxnSpPr>
                <p:nvPr/>
              </p:nvCxnSpPr>
              <p:spPr>
                <a:xfrm flipV="1">
                  <a:off x="7756720" y="4484265"/>
                  <a:ext cx="123446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0E5CAD80-5C9E-4567-8E4B-469BB5783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188133" y="4509204"/>
                  <a:ext cx="71092" cy="562581"/>
                </a:xfrm>
                <a:prstGeom prst="line">
                  <a:avLst/>
                </a:prstGeom>
                <a:grpFill/>
                <a:ln w="28575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AEFDAB55-1966-45D9-8FAC-38BAC70125B0}"/>
                    </a:ext>
                  </a:extLst>
                </p:cNvPr>
                <p:cNvSpPr/>
                <p:nvPr/>
              </p:nvSpPr>
              <p:spPr>
                <a:xfrm>
                  <a:off x="7590826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1B496C0C-BDB4-43CD-AD0A-CA68F4179065}"/>
                    </a:ext>
                  </a:extLst>
                </p:cNvPr>
                <p:cNvSpPr/>
                <p:nvPr/>
              </p:nvSpPr>
              <p:spPr>
                <a:xfrm>
                  <a:off x="8093331" y="5046846"/>
                  <a:ext cx="331788" cy="35218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</p:grpSp>
        </p:grp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4140188-640D-4246-8E40-2AD67A0055A6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V="1">
              <a:off x="7424873" y="5140375"/>
              <a:ext cx="123446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758AF391-2EEE-4462-B171-F9C0C5F44C7D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H="1" flipV="1">
              <a:off x="7856286" y="5140375"/>
              <a:ext cx="71092" cy="562581"/>
            </a:xfrm>
            <a:prstGeom prst="lin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6724B1C-2069-4CDF-87A0-940A97E3DA8C}"/>
                </a:ext>
              </a:extLst>
            </p:cNvPr>
            <p:cNvSpPr/>
            <p:nvPr/>
          </p:nvSpPr>
          <p:spPr>
            <a:xfrm>
              <a:off x="7258979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99030F8-3DB4-4CB5-8B8E-9441247DBA99}"/>
                </a:ext>
              </a:extLst>
            </p:cNvPr>
            <p:cNvSpPr/>
            <p:nvPr/>
          </p:nvSpPr>
          <p:spPr>
            <a:xfrm>
              <a:off x="7761484" y="570295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4627796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x is right child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120/154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F0BC14-65E2-46AE-823A-800D5D86474E}"/>
              </a:ext>
            </a:extLst>
          </p:cNvPr>
          <p:cNvGrpSpPr/>
          <p:nvPr/>
        </p:nvGrpSpPr>
        <p:grpSpPr>
          <a:xfrm>
            <a:off x="3946383" y="1911340"/>
            <a:ext cx="3787878" cy="3719415"/>
            <a:chOff x="3946383" y="1911340"/>
            <a:chExt cx="3787878" cy="371941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1C8285-9E90-41B9-B70D-FD400083E9DF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0341407-28A0-4621-A057-7FBCA1850C86}"/>
                </a:ext>
              </a:extLst>
            </p:cNvPr>
            <p:cNvCxnSpPr>
              <a:cxnSpLocks/>
              <a:stCxn id="7" idx="5"/>
              <a:endCxn id="10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6B87CD-1CC1-441C-B60F-8DF1C1D1C0E3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8C6D5F0-3DBD-45EA-B1C9-EA693D96CF61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E47B1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08DFA87-427B-41A4-8AE9-8467AD89133F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F837C07-52DD-45D1-8147-87E8C56C3E6D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90873A3-0F9B-41A3-859C-8F4835C53966}"/>
                </a:ext>
              </a:extLst>
            </p:cNvPr>
            <p:cNvCxnSpPr>
              <a:cxnSpLocks/>
              <a:stCxn id="12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EFE8E1-B035-4C1D-A8FC-A44232635710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1EFE8E1-B035-4C1D-A8FC-A44232635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7EEEA51-7E46-4E6B-9860-AE88365C7F52}"/>
                </a:ext>
              </a:extLst>
            </p:cNvPr>
            <p:cNvSpPr txBox="1"/>
            <p:nvPr/>
          </p:nvSpPr>
          <p:spPr>
            <a:xfrm>
              <a:off x="3946383" y="3730028"/>
              <a:ext cx="966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FF"/>
                  </a:solidFill>
                </a:rPr>
                <a:t>Sibling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B12EFE-AD2C-44B4-9C64-A4D138712147}"/>
                </a:ext>
              </a:extLst>
            </p:cNvPr>
            <p:cNvSpPr txBox="1"/>
            <p:nvPr/>
          </p:nvSpPr>
          <p:spPr>
            <a:xfrm>
              <a:off x="5601185" y="1911340"/>
              <a:ext cx="989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parent</a:t>
              </a: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FB2EC00-5B79-4150-BC88-627127AE8F05}"/>
              </a:ext>
            </a:extLst>
          </p:cNvPr>
          <p:cNvCxnSpPr>
            <a:cxnSpLocks/>
          </p:cNvCxnSpPr>
          <p:nvPr/>
        </p:nvCxnSpPr>
        <p:spPr>
          <a:xfrm flipV="1">
            <a:off x="4429849" y="4242746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09F7CFC-8990-47B5-A9D7-21713288CF07}"/>
              </a:ext>
            </a:extLst>
          </p:cNvPr>
          <p:cNvSpPr/>
          <p:nvPr/>
        </p:nvSpPr>
        <p:spPr>
          <a:xfrm>
            <a:off x="4064103" y="4919555"/>
            <a:ext cx="711200" cy="7112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5FDEF-9FF1-4605-81D8-CB760A29B442}"/>
              </a:ext>
            </a:extLst>
          </p:cNvPr>
          <p:cNvSpPr txBox="1"/>
          <p:nvPr/>
        </p:nvSpPr>
        <p:spPr>
          <a:xfrm>
            <a:off x="845490" y="5843427"/>
            <a:ext cx="1010738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Suppose 𝑥 is the right-child of its parent. (The case that it is the left child is mirror image.)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2F9420-4BCF-4FAD-A9A0-B4C3469F8BF9}"/>
                  </a:ext>
                </a:extLst>
              </p:cNvPr>
              <p:cNvSpPr/>
              <p:nvPr/>
            </p:nvSpPr>
            <p:spPr>
              <a:xfrm>
                <a:off x="5939852" y="2582421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C2F9420-4BCF-4FAD-A9A0-B4C3469F8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852" y="2582421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355BCD-114C-4E63-AE10-E9E5A67C3F99}"/>
                  </a:ext>
                </a:extLst>
              </p:cNvPr>
              <p:cNvSpPr/>
              <p:nvPr/>
            </p:nvSpPr>
            <p:spPr>
              <a:xfrm>
                <a:off x="5128644" y="3821657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355BCD-114C-4E63-AE10-E9E5A67C3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44" y="3821657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B76EED1-DF8B-4F8C-8127-52E9264C1DF1}"/>
                  </a:ext>
                </a:extLst>
              </p:cNvPr>
              <p:cNvSpPr/>
              <p:nvPr/>
            </p:nvSpPr>
            <p:spPr>
              <a:xfrm>
                <a:off x="4264051" y="5076151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B76EED1-DF8B-4F8C-8127-52E9264C1D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051" y="5076151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BCF367-1B03-4A89-95B9-E78249193749}"/>
                  </a:ext>
                </a:extLst>
              </p:cNvPr>
              <p:cNvSpPr/>
              <p:nvPr/>
            </p:nvSpPr>
            <p:spPr>
              <a:xfrm>
                <a:off x="6086943" y="5051556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BCF367-1B03-4A89-95B9-E782491937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943" y="5051556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436004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121/154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90DE620-3B24-454E-B277-01F6D8FE09B4}"/>
              </a:ext>
            </a:extLst>
          </p:cNvPr>
          <p:cNvSpPr/>
          <p:nvPr/>
        </p:nvSpPr>
        <p:spPr>
          <a:xfrm>
            <a:off x="1846731" y="2823882"/>
            <a:ext cx="322729" cy="322729"/>
          </a:xfrm>
          <a:prstGeom prst="ellipse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3D20CB4-B445-46A8-BE75-465E2ED4E3A0}"/>
              </a:ext>
            </a:extLst>
          </p:cNvPr>
          <p:cNvCxnSpPr>
            <a:stCxn id="111" idx="3"/>
          </p:cNvCxnSpPr>
          <p:nvPr/>
        </p:nvCxnSpPr>
        <p:spPr>
          <a:xfrm flipH="1">
            <a:off x="1476181" y="3099348"/>
            <a:ext cx="417813" cy="3341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E6629D8-5666-4AC6-AF64-6FEA9CAB781B}"/>
              </a:ext>
            </a:extLst>
          </p:cNvPr>
          <p:cNvCxnSpPr>
            <a:stCxn id="111" idx="5"/>
          </p:cNvCxnSpPr>
          <p:nvPr/>
        </p:nvCxnSpPr>
        <p:spPr>
          <a:xfrm>
            <a:off x="2122197" y="3099348"/>
            <a:ext cx="248787" cy="3227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583DAE2A-ED40-4016-82DF-FBA94220AE67}"/>
              </a:ext>
            </a:extLst>
          </p:cNvPr>
          <p:cNvSpPr/>
          <p:nvPr/>
        </p:nvSpPr>
        <p:spPr>
          <a:xfrm>
            <a:off x="2218584" y="3388981"/>
            <a:ext cx="322729" cy="322729"/>
          </a:xfrm>
          <a:prstGeom prst="ellipse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46EF3B8-3797-4618-A8B1-FCB5276F4679}"/>
              </a:ext>
            </a:extLst>
          </p:cNvPr>
          <p:cNvCxnSpPr/>
          <p:nvPr/>
        </p:nvCxnSpPr>
        <p:spPr>
          <a:xfrm flipH="1">
            <a:off x="931437" y="3540832"/>
            <a:ext cx="417813" cy="3341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9B8172E-26BD-4F30-8908-29FC10E3B2CD}"/>
              </a:ext>
            </a:extLst>
          </p:cNvPr>
          <p:cNvCxnSpPr/>
          <p:nvPr/>
        </p:nvCxnSpPr>
        <p:spPr>
          <a:xfrm>
            <a:off x="1577453" y="3540832"/>
            <a:ext cx="248787" cy="3227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AE092378-A1DC-44E2-8831-5F7B7B533696}"/>
              </a:ext>
            </a:extLst>
          </p:cNvPr>
          <p:cNvSpPr/>
          <p:nvPr/>
        </p:nvSpPr>
        <p:spPr>
          <a:xfrm>
            <a:off x="757152" y="3796088"/>
            <a:ext cx="322729" cy="322729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9277013-BB8B-4211-AF48-DD85A8CFA9F7}"/>
              </a:ext>
            </a:extLst>
          </p:cNvPr>
          <p:cNvSpPr/>
          <p:nvPr/>
        </p:nvSpPr>
        <p:spPr>
          <a:xfrm>
            <a:off x="1673840" y="3830465"/>
            <a:ext cx="322729" cy="322729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843AD54-4659-43AB-AC68-1BE8E3F11ACA}"/>
              </a:ext>
            </a:extLst>
          </p:cNvPr>
          <p:cNvSpPr/>
          <p:nvPr/>
        </p:nvSpPr>
        <p:spPr>
          <a:xfrm>
            <a:off x="1301896" y="3354604"/>
            <a:ext cx="322729" cy="322729"/>
          </a:xfrm>
          <a:prstGeom prst="ellipse">
            <a:avLst/>
          </a:prstGeom>
          <a:solidFill>
            <a:srgbClr val="FF00FF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1B45EF-C03F-4B5B-8A49-01E7A73B6387}"/>
              </a:ext>
            </a:extLst>
          </p:cNvPr>
          <p:cNvSpPr/>
          <p:nvPr/>
        </p:nvSpPr>
        <p:spPr>
          <a:xfrm>
            <a:off x="657561" y="3071153"/>
            <a:ext cx="772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Sibling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02B46CC-8D0E-498F-8329-519BC24D2696}"/>
              </a:ext>
            </a:extLst>
          </p:cNvPr>
          <p:cNvSpPr txBox="1"/>
          <p:nvPr/>
        </p:nvSpPr>
        <p:spPr>
          <a:xfrm>
            <a:off x="4997264" y="1932995"/>
            <a:ext cx="866456" cy="307777"/>
          </a:xfrm>
          <a:prstGeom prst="rect">
            <a:avLst/>
          </a:prstGeom>
          <a:solidFill>
            <a:srgbClr val="FF00FF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Sibling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4831CF-06CB-4EB5-B106-05B014442059}"/>
              </a:ext>
            </a:extLst>
          </p:cNvPr>
          <p:cNvCxnSpPr>
            <a:cxnSpLocks/>
            <a:stCxn id="149" idx="2"/>
            <a:endCxn id="152" idx="0"/>
          </p:cNvCxnSpPr>
          <p:nvPr/>
        </p:nvCxnSpPr>
        <p:spPr>
          <a:xfrm flipH="1">
            <a:off x="3790286" y="2240772"/>
            <a:ext cx="1640206" cy="47396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56B55E7-5F36-4D3C-BEDE-B6881B401255}"/>
              </a:ext>
            </a:extLst>
          </p:cNvPr>
          <p:cNvCxnSpPr>
            <a:cxnSpLocks/>
            <a:stCxn id="149" idx="2"/>
            <a:endCxn id="153" idx="0"/>
          </p:cNvCxnSpPr>
          <p:nvPr/>
        </p:nvCxnSpPr>
        <p:spPr>
          <a:xfrm>
            <a:off x="5430492" y="2240772"/>
            <a:ext cx="1462909" cy="46498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7E0491C2-CFA5-4FCE-B000-9AEFE101F17E}"/>
              </a:ext>
            </a:extLst>
          </p:cNvPr>
          <p:cNvSpPr txBox="1"/>
          <p:nvPr/>
        </p:nvSpPr>
        <p:spPr>
          <a:xfrm>
            <a:off x="3501745" y="2714741"/>
            <a:ext cx="57708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A6D3000-F1C3-4795-9D11-5ACBCEAEB6D7}"/>
              </a:ext>
            </a:extLst>
          </p:cNvPr>
          <p:cNvSpPr txBox="1"/>
          <p:nvPr/>
        </p:nvSpPr>
        <p:spPr>
          <a:xfrm>
            <a:off x="6522851" y="2705756"/>
            <a:ext cx="7411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6092F24-A65C-4236-9D08-37C2C425D408}"/>
              </a:ext>
            </a:extLst>
          </p:cNvPr>
          <p:cNvCxnSpPr>
            <a:cxnSpLocks/>
            <a:stCxn id="152" idx="2"/>
            <a:endCxn id="155" idx="0"/>
          </p:cNvCxnSpPr>
          <p:nvPr/>
        </p:nvCxnSpPr>
        <p:spPr>
          <a:xfrm>
            <a:off x="3790286" y="3022518"/>
            <a:ext cx="5586" cy="51628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A5557C1-76D1-4947-B186-BAE0B5F0BB37}"/>
              </a:ext>
            </a:extLst>
          </p:cNvPr>
          <p:cNvSpPr txBox="1"/>
          <p:nvPr/>
        </p:nvSpPr>
        <p:spPr>
          <a:xfrm>
            <a:off x="3124604" y="3538805"/>
            <a:ext cx="134253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rotation</a:t>
            </a:r>
          </a:p>
          <a:p>
            <a:pPr algn="ctr"/>
            <a:r>
              <a:rPr lang="en-US" sz="1400" dirty="0">
                <a:latin typeface="Arial Rounded MT Bold" panose="020F0704030504030204" pitchFamily="34" charset="0"/>
              </a:rPr>
              <a:t>recoloring</a:t>
            </a:r>
          </a:p>
        </p:txBody>
      </p: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4AE01903-B77F-416B-82B4-4CD045D71846}"/>
              </a:ext>
            </a:extLst>
          </p:cNvPr>
          <p:cNvCxnSpPr>
            <a:cxnSpLocks/>
            <a:stCxn id="155" idx="3"/>
            <a:endCxn id="153" idx="1"/>
          </p:cNvCxnSpPr>
          <p:nvPr/>
        </p:nvCxnSpPr>
        <p:spPr>
          <a:xfrm flipV="1">
            <a:off x="4467140" y="2859645"/>
            <a:ext cx="2055711" cy="940770"/>
          </a:xfrm>
          <a:prstGeom prst="bentConnector3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AA2CC8F-779E-4F01-A5A9-8B341A0E6944}"/>
              </a:ext>
            </a:extLst>
          </p:cNvPr>
          <p:cNvCxnSpPr>
            <a:cxnSpLocks/>
            <a:stCxn id="162" idx="2"/>
            <a:endCxn id="159" idx="0"/>
          </p:cNvCxnSpPr>
          <p:nvPr/>
        </p:nvCxnSpPr>
        <p:spPr>
          <a:xfrm flipH="1">
            <a:off x="4563906" y="3769638"/>
            <a:ext cx="2339232" cy="62889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6E2E36B-F93A-42C7-811A-D3E8212F02E0}"/>
              </a:ext>
            </a:extLst>
          </p:cNvPr>
          <p:cNvCxnSpPr>
            <a:cxnSpLocks/>
            <a:stCxn id="162" idx="2"/>
            <a:endCxn id="160" idx="0"/>
          </p:cNvCxnSpPr>
          <p:nvPr/>
        </p:nvCxnSpPr>
        <p:spPr>
          <a:xfrm>
            <a:off x="6903138" y="3769638"/>
            <a:ext cx="2222608" cy="63219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51D8931-1A0F-4883-AC70-2D7304CEEBEF}"/>
              </a:ext>
            </a:extLst>
          </p:cNvPr>
          <p:cNvSpPr txBox="1"/>
          <p:nvPr/>
        </p:nvSpPr>
        <p:spPr>
          <a:xfrm>
            <a:off x="4090218" y="4398533"/>
            <a:ext cx="947375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 left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5CEAB-9A60-443C-B9C0-2CC051C0F54A}"/>
              </a:ext>
            </a:extLst>
          </p:cNvPr>
          <p:cNvSpPr txBox="1"/>
          <p:nvPr/>
        </p:nvSpPr>
        <p:spPr>
          <a:xfrm>
            <a:off x="8516893" y="4401837"/>
            <a:ext cx="1217706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both black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58A3C7C-5E15-4A3D-97B2-1921D6931288}"/>
              </a:ext>
            </a:extLst>
          </p:cNvPr>
          <p:cNvCxnSpPr>
            <a:cxnSpLocks/>
            <a:stCxn id="153" idx="2"/>
            <a:endCxn id="162" idx="0"/>
          </p:cNvCxnSpPr>
          <p:nvPr/>
        </p:nvCxnSpPr>
        <p:spPr>
          <a:xfrm>
            <a:off x="6893401" y="3013533"/>
            <a:ext cx="9737" cy="4483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C0C9516D-EA8B-4906-B9AD-DD5C6B1099C4}"/>
              </a:ext>
            </a:extLst>
          </p:cNvPr>
          <p:cNvSpPr txBox="1"/>
          <p:nvPr/>
        </p:nvSpPr>
        <p:spPr>
          <a:xfrm>
            <a:off x="6405566" y="3461861"/>
            <a:ext cx="995144" cy="307777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children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9006849-72BA-4FC8-8C7D-1474430D19BB}"/>
              </a:ext>
            </a:extLst>
          </p:cNvPr>
          <p:cNvCxnSpPr>
            <a:cxnSpLocks/>
            <a:stCxn id="162" idx="2"/>
            <a:endCxn id="164" idx="0"/>
          </p:cNvCxnSpPr>
          <p:nvPr/>
        </p:nvCxnSpPr>
        <p:spPr>
          <a:xfrm>
            <a:off x="6903138" y="3769638"/>
            <a:ext cx="1128" cy="6583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2E9877C5-CADD-4C45-B233-35EAD5C92DDF}"/>
              </a:ext>
            </a:extLst>
          </p:cNvPr>
          <p:cNvSpPr txBox="1"/>
          <p:nvPr/>
        </p:nvSpPr>
        <p:spPr>
          <a:xfrm>
            <a:off x="6388795" y="4427948"/>
            <a:ext cx="1030941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 right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F11DA14-C8F6-4316-97A9-3532C9CBB802}"/>
              </a:ext>
            </a:extLst>
          </p:cNvPr>
          <p:cNvCxnSpPr>
            <a:cxnSpLocks/>
            <a:stCxn id="170" idx="2"/>
            <a:endCxn id="167" idx="0"/>
          </p:cNvCxnSpPr>
          <p:nvPr/>
        </p:nvCxnSpPr>
        <p:spPr>
          <a:xfrm flipH="1">
            <a:off x="8077795" y="5323298"/>
            <a:ext cx="1052670" cy="47649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D4E52A7-A2F7-4716-9E1B-437ED4FFCBC9}"/>
              </a:ext>
            </a:extLst>
          </p:cNvPr>
          <p:cNvCxnSpPr>
            <a:cxnSpLocks/>
            <a:stCxn id="170" idx="2"/>
            <a:endCxn id="168" idx="0"/>
          </p:cNvCxnSpPr>
          <p:nvPr/>
        </p:nvCxnSpPr>
        <p:spPr>
          <a:xfrm>
            <a:off x="9130465" y="5323298"/>
            <a:ext cx="1168186" cy="47979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98834F2B-C55F-4A26-8A76-9F3E031E7B61}"/>
              </a:ext>
            </a:extLst>
          </p:cNvPr>
          <p:cNvSpPr txBox="1"/>
          <p:nvPr/>
        </p:nvSpPr>
        <p:spPr>
          <a:xfrm>
            <a:off x="7784316" y="5799792"/>
            <a:ext cx="586958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red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59C36EA-653A-4CFA-855B-6578D0B69A87}"/>
              </a:ext>
            </a:extLst>
          </p:cNvPr>
          <p:cNvSpPr txBox="1"/>
          <p:nvPr/>
        </p:nvSpPr>
        <p:spPr>
          <a:xfrm>
            <a:off x="9936642" y="5803096"/>
            <a:ext cx="724017" cy="3077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black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E114574-EAFE-4E23-81F4-B8F3297B42F8}"/>
              </a:ext>
            </a:extLst>
          </p:cNvPr>
          <p:cNvCxnSpPr>
            <a:cxnSpLocks/>
            <a:stCxn id="160" idx="2"/>
            <a:endCxn id="170" idx="0"/>
          </p:cNvCxnSpPr>
          <p:nvPr/>
        </p:nvCxnSpPr>
        <p:spPr>
          <a:xfrm>
            <a:off x="9125746" y="4709614"/>
            <a:ext cx="4719" cy="3059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9E6-250F-476C-9131-30299E0C7498}"/>
              </a:ext>
            </a:extLst>
          </p:cNvPr>
          <p:cNvSpPr txBox="1"/>
          <p:nvPr/>
        </p:nvSpPr>
        <p:spPr>
          <a:xfrm>
            <a:off x="8696761" y="5015521"/>
            <a:ext cx="867408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parent</a:t>
            </a:r>
          </a:p>
        </p:txBody>
      </p: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F0F901A4-99C0-4C0B-B4E9-60716418A291}"/>
              </a:ext>
            </a:extLst>
          </p:cNvPr>
          <p:cNvCxnSpPr>
            <a:cxnSpLocks/>
            <a:stCxn id="179" idx="3"/>
            <a:endCxn id="149" idx="3"/>
          </p:cNvCxnSpPr>
          <p:nvPr/>
        </p:nvCxnSpPr>
        <p:spPr>
          <a:xfrm flipH="1" flipV="1">
            <a:off x="5863720" y="2086884"/>
            <a:ext cx="4920424" cy="4364494"/>
          </a:xfrm>
          <a:prstGeom prst="bentConnector3">
            <a:avLst>
              <a:gd name="adj1" fmla="val -4646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37FF973-E9FE-4479-89A7-C5D7EA026802}"/>
              </a:ext>
            </a:extLst>
          </p:cNvPr>
          <p:cNvCxnSpPr>
            <a:cxnSpLocks/>
            <a:stCxn id="159" idx="2"/>
            <a:endCxn id="173" idx="0"/>
          </p:cNvCxnSpPr>
          <p:nvPr/>
        </p:nvCxnSpPr>
        <p:spPr>
          <a:xfrm flipH="1">
            <a:off x="4552623" y="4706310"/>
            <a:ext cx="11283" cy="35649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0D4F8BD-692E-40FC-BF92-8A363CE8EAEC}"/>
              </a:ext>
            </a:extLst>
          </p:cNvPr>
          <p:cNvSpPr txBox="1"/>
          <p:nvPr/>
        </p:nvSpPr>
        <p:spPr>
          <a:xfrm>
            <a:off x="3976007" y="5062805"/>
            <a:ext cx="11532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Rounded MT Bold" panose="020F0704030504030204" pitchFamily="34" charset="0"/>
              </a:rPr>
              <a:t>rotation</a:t>
            </a:r>
          </a:p>
          <a:p>
            <a:pPr algn="ctr"/>
            <a:r>
              <a:rPr lang="en-US" sz="1200" dirty="0">
                <a:latin typeface="Arial Rounded MT Bold" panose="020F0704030504030204" pitchFamily="34" charset="0"/>
              </a:rPr>
              <a:t>recoloring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3DE2E634-7B6F-46DD-8D60-D7B9FC909D56}"/>
              </a:ext>
            </a:extLst>
          </p:cNvPr>
          <p:cNvCxnSpPr>
            <a:cxnSpLocks/>
            <a:stCxn id="164" idx="2"/>
            <a:endCxn id="175" idx="0"/>
          </p:cNvCxnSpPr>
          <p:nvPr/>
        </p:nvCxnSpPr>
        <p:spPr>
          <a:xfrm>
            <a:off x="6904266" y="4735725"/>
            <a:ext cx="3800" cy="35440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05CE0CE-3771-490A-AF0E-398758B3D7D1}"/>
              </a:ext>
            </a:extLst>
          </p:cNvPr>
          <p:cNvSpPr txBox="1"/>
          <p:nvPr/>
        </p:nvSpPr>
        <p:spPr>
          <a:xfrm>
            <a:off x="6412724" y="5090127"/>
            <a:ext cx="99068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 Rounded MT Bold" panose="020F0704030504030204" pitchFamily="34" charset="0"/>
              </a:rPr>
              <a:t>rotation</a:t>
            </a:r>
          </a:p>
          <a:p>
            <a:pPr algn="ctr"/>
            <a:r>
              <a:rPr lang="en-US" sz="1200" dirty="0">
                <a:latin typeface="Arial Rounded MT Bold" panose="020F0704030504030204" pitchFamily="34" charset="0"/>
              </a:rPr>
              <a:t>recoloring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21564D41-1442-49AC-84EE-718A30241A0C}"/>
              </a:ext>
            </a:extLst>
          </p:cNvPr>
          <p:cNvCxnSpPr>
            <a:cxnSpLocks/>
            <a:stCxn id="167" idx="2"/>
            <a:endCxn id="177" idx="0"/>
          </p:cNvCxnSpPr>
          <p:nvPr/>
        </p:nvCxnSpPr>
        <p:spPr>
          <a:xfrm>
            <a:off x="8077795" y="6107569"/>
            <a:ext cx="1028" cy="20530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0F7979BC-D66E-4C7A-AC35-062EEF6C7FD9}"/>
              </a:ext>
            </a:extLst>
          </p:cNvPr>
          <p:cNvSpPr txBox="1"/>
          <p:nvPr/>
        </p:nvSpPr>
        <p:spPr>
          <a:xfrm>
            <a:off x="7552488" y="6312878"/>
            <a:ext cx="105266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Rounded MT Bold" panose="020F0704030504030204" pitchFamily="34" charset="0"/>
              </a:rPr>
              <a:t>recoloring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4F9E4BC-CD62-42AB-B265-BBCD9B5BB042}"/>
              </a:ext>
            </a:extLst>
          </p:cNvPr>
          <p:cNvCxnSpPr>
            <a:cxnSpLocks/>
            <a:stCxn id="168" idx="2"/>
            <a:endCxn id="179" idx="0"/>
          </p:cNvCxnSpPr>
          <p:nvPr/>
        </p:nvCxnSpPr>
        <p:spPr>
          <a:xfrm>
            <a:off x="10298651" y="6110873"/>
            <a:ext cx="1542" cy="20200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EF7E609C-B0BC-4415-B91D-FD9D12082330}"/>
              </a:ext>
            </a:extLst>
          </p:cNvPr>
          <p:cNvSpPr txBox="1"/>
          <p:nvPr/>
        </p:nvSpPr>
        <p:spPr>
          <a:xfrm>
            <a:off x="9816242" y="6312878"/>
            <a:ext cx="96790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Rounded MT Bold" panose="020F0704030504030204" pitchFamily="34" charset="0"/>
              </a:rPr>
              <a:t>recoloring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933351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1: sibling is 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122/154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156154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1: sibling is 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123/154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816593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1: sibling is 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124/154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CA9E2CC4-4722-4C50-9907-EB8749168423}"/>
              </a:ext>
            </a:extLst>
          </p:cNvPr>
          <p:cNvSpPr/>
          <p:nvPr/>
        </p:nvSpPr>
        <p:spPr>
          <a:xfrm>
            <a:off x="5212692" y="3821635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520CA-F727-438C-906F-F0E71D255A04}"/>
              </a:ext>
            </a:extLst>
          </p:cNvPr>
          <p:cNvSpPr txBox="1"/>
          <p:nvPr/>
        </p:nvSpPr>
        <p:spPr>
          <a:xfrm>
            <a:off x="4733364" y="3177797"/>
            <a:ext cx="190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rotation at p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0A89B3-C827-447E-92F3-C6ECF7141C51}"/>
              </a:ext>
            </a:extLst>
          </p:cNvPr>
          <p:cNvGrpSpPr/>
          <p:nvPr/>
        </p:nvGrpSpPr>
        <p:grpSpPr>
          <a:xfrm>
            <a:off x="7298982" y="2423008"/>
            <a:ext cx="2970720" cy="3207747"/>
            <a:chOff x="4977124" y="2423008"/>
            <a:chExt cx="2970720" cy="320774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8CA64F-D2D1-4838-BC85-2EBB114915FD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EC2EA8-AE1F-4BB1-9373-80A435D60FD6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B91177F-616E-42F1-BCD3-62B82F8C197E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1264C6F-E87E-4B96-93F0-0566BD56D9DC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8C6BF6-432F-4343-838D-6809FD587553}"/>
                </a:ext>
              </a:extLst>
            </p:cNvPr>
            <p:cNvCxnSpPr>
              <a:cxnSpLocks/>
            </p:cNvCxnSpPr>
            <p:nvPr/>
          </p:nvCxnSpPr>
          <p:spPr>
            <a:xfrm>
              <a:off x="7377556" y="4260204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0A3EF67-BD16-42BA-979F-2BE12712C2DB}"/>
                </a:ext>
              </a:extLst>
            </p:cNvPr>
            <p:cNvCxnSpPr>
              <a:cxnSpLocks/>
              <a:stCxn id="28" idx="0"/>
              <a:endCxn id="24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23125A-9D05-4341-8B0C-A53BE9FCAA65}"/>
              </a:ext>
            </a:extLst>
          </p:cNvPr>
          <p:cNvCxnSpPr>
            <a:cxnSpLocks/>
          </p:cNvCxnSpPr>
          <p:nvPr/>
        </p:nvCxnSpPr>
        <p:spPr>
          <a:xfrm flipV="1">
            <a:off x="8677028" y="421545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111E4A3-4BE5-41F3-BFEA-C278531C662A}"/>
                  </a:ext>
                </a:extLst>
              </p:cNvPr>
              <p:cNvSpPr/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111E4A3-4BE5-41F3-BFEA-C278531C6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C7A9EAD-27BE-4C04-A58A-E0A764D142AD}"/>
                  </a:ext>
                </a:extLst>
              </p:cNvPr>
              <p:cNvSpPr/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C7A9EAD-27BE-4C04-A58A-E0A764D14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3AB6056-A63F-46AE-862E-9241862AA58B}"/>
                  </a:ext>
                </a:extLst>
              </p:cNvPr>
              <p:cNvSpPr/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3AB6056-A63F-46AE-862E-9241862AA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071693FC-5A22-4369-8154-495EABE34E71}"/>
              </a:ext>
            </a:extLst>
          </p:cNvPr>
          <p:cNvSpPr/>
          <p:nvPr/>
        </p:nvSpPr>
        <p:spPr>
          <a:xfrm>
            <a:off x="9076991" y="3696889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C92F260-9FF5-45EC-82FE-3BD073F7C89D}"/>
                  </a:ext>
                </a:extLst>
              </p:cNvPr>
              <p:cNvSpPr/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C92F260-9FF5-45EC-82FE-3BD073F7C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A566398A-FD18-4003-AAD5-6EF0EDE24D6F}"/>
              </a:ext>
            </a:extLst>
          </p:cNvPr>
          <p:cNvSpPr/>
          <p:nvPr/>
        </p:nvSpPr>
        <p:spPr>
          <a:xfrm>
            <a:off x="9944463" y="487345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B75299-69E4-4E2B-99BB-EEB047DFE677}"/>
                  </a:ext>
                </a:extLst>
              </p:cNvPr>
              <p:cNvSpPr txBox="1"/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B75299-69E4-4E2B-99BB-EEB047DFE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9196900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1: sibling is 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125/154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CA9E2CC4-4722-4C50-9907-EB8749168423}"/>
              </a:ext>
            </a:extLst>
          </p:cNvPr>
          <p:cNvSpPr/>
          <p:nvPr/>
        </p:nvSpPr>
        <p:spPr>
          <a:xfrm>
            <a:off x="5212692" y="3821635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520CA-F727-438C-906F-F0E71D255A04}"/>
              </a:ext>
            </a:extLst>
          </p:cNvPr>
          <p:cNvSpPr txBox="1"/>
          <p:nvPr/>
        </p:nvSpPr>
        <p:spPr>
          <a:xfrm>
            <a:off x="4500106" y="3172068"/>
            <a:ext cx="287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the colors of p and 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0A89B3-C827-447E-92F3-C6ECF7141C51}"/>
              </a:ext>
            </a:extLst>
          </p:cNvPr>
          <p:cNvGrpSpPr/>
          <p:nvPr/>
        </p:nvGrpSpPr>
        <p:grpSpPr>
          <a:xfrm>
            <a:off x="7298982" y="2423008"/>
            <a:ext cx="2970720" cy="3207747"/>
            <a:chOff x="4977124" y="2423008"/>
            <a:chExt cx="2970720" cy="320774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8CA64F-D2D1-4838-BC85-2EBB114915FD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EC2EA8-AE1F-4BB1-9373-80A435D60FD6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B91177F-616E-42F1-BCD3-62B82F8C197E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1264C6F-E87E-4B96-93F0-0566BD56D9DC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8C6BF6-432F-4343-838D-6809FD587553}"/>
                </a:ext>
              </a:extLst>
            </p:cNvPr>
            <p:cNvCxnSpPr>
              <a:cxnSpLocks/>
            </p:cNvCxnSpPr>
            <p:nvPr/>
          </p:nvCxnSpPr>
          <p:spPr>
            <a:xfrm>
              <a:off x="7377556" y="4260204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0A3EF67-BD16-42BA-979F-2BE12712C2DB}"/>
                </a:ext>
              </a:extLst>
            </p:cNvPr>
            <p:cNvCxnSpPr>
              <a:cxnSpLocks/>
              <a:stCxn id="28" idx="0"/>
              <a:endCxn id="24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23125A-9D05-4341-8B0C-A53BE9FCAA65}"/>
              </a:ext>
            </a:extLst>
          </p:cNvPr>
          <p:cNvCxnSpPr>
            <a:cxnSpLocks/>
          </p:cNvCxnSpPr>
          <p:nvPr/>
        </p:nvCxnSpPr>
        <p:spPr>
          <a:xfrm flipV="1">
            <a:off x="8677028" y="421545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111E4A3-4BE5-41F3-BFEA-C278531C662A}"/>
                  </a:ext>
                </a:extLst>
              </p:cNvPr>
              <p:cNvSpPr/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111E4A3-4BE5-41F3-BFEA-C278531C6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C7A9EAD-27BE-4C04-A58A-E0A764D142AD}"/>
                  </a:ext>
                </a:extLst>
              </p:cNvPr>
              <p:cNvSpPr/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C7A9EAD-27BE-4C04-A58A-E0A764D14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3AB6056-A63F-46AE-862E-9241862AA58B}"/>
                  </a:ext>
                </a:extLst>
              </p:cNvPr>
              <p:cNvSpPr/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3AB6056-A63F-46AE-862E-9241862AA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071693FC-5A22-4369-8154-495EABE34E71}"/>
              </a:ext>
            </a:extLst>
          </p:cNvPr>
          <p:cNvSpPr/>
          <p:nvPr/>
        </p:nvSpPr>
        <p:spPr>
          <a:xfrm>
            <a:off x="9076991" y="3696889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C92F260-9FF5-45EC-82FE-3BD073F7C89D}"/>
                  </a:ext>
                </a:extLst>
              </p:cNvPr>
              <p:cNvSpPr/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C92F260-9FF5-45EC-82FE-3BD073F7C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A566398A-FD18-4003-AAD5-6EF0EDE24D6F}"/>
              </a:ext>
            </a:extLst>
          </p:cNvPr>
          <p:cNvSpPr/>
          <p:nvPr/>
        </p:nvSpPr>
        <p:spPr>
          <a:xfrm>
            <a:off x="9944463" y="487345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B75299-69E4-4E2B-99BB-EEB047DFE677}"/>
                  </a:ext>
                </a:extLst>
              </p:cNvPr>
              <p:cNvSpPr txBox="1"/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DB75299-69E4-4E2B-99BB-EEB047DFE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C995C7D1-35D6-461F-8438-576E626425BA}"/>
              </a:ext>
            </a:extLst>
          </p:cNvPr>
          <p:cNvGrpSpPr/>
          <p:nvPr/>
        </p:nvGrpSpPr>
        <p:grpSpPr>
          <a:xfrm>
            <a:off x="4002504" y="4750784"/>
            <a:ext cx="5878212" cy="1714803"/>
            <a:chOff x="4684724" y="4819767"/>
            <a:chExt cx="5878212" cy="1714803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CF2D392-EF06-41FC-8438-699A1AE4B077}"/>
                </a:ext>
              </a:extLst>
            </p:cNvPr>
            <p:cNvCxnSpPr/>
            <p:nvPr/>
          </p:nvCxnSpPr>
          <p:spPr>
            <a:xfrm flipV="1">
              <a:off x="7819905" y="5541246"/>
              <a:ext cx="968188" cy="6355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35084C-BAF8-4EE7-BAF5-4642750F69C1}"/>
                </a:ext>
              </a:extLst>
            </p:cNvPr>
            <p:cNvSpPr txBox="1"/>
            <p:nvPr/>
          </p:nvSpPr>
          <p:spPr>
            <a:xfrm>
              <a:off x="4684724" y="6165238"/>
              <a:ext cx="5878212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Sibling is black, one of the other cases will apply to terminate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360347B-1115-4FDD-89C1-C8BFB7DD0DEE}"/>
                </a:ext>
              </a:extLst>
            </p:cNvPr>
            <p:cNvSpPr/>
            <p:nvPr/>
          </p:nvSpPr>
          <p:spPr>
            <a:xfrm>
              <a:off x="8058434" y="4819767"/>
              <a:ext cx="77296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Sibling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628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2: sibling is Black with a red left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126/154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4670546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2: sibling is Black with a Red left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127/154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>
            <a:extLst>
              <a:ext uri="{FF2B5EF4-FFF2-40B4-BE49-F238E27FC236}">
                <a16:creationId xmlns:a16="http://schemas.microsoft.com/office/drawing/2014/main" id="{1419C729-4AD3-453C-BB92-DD2EA64DCEC1}"/>
              </a:ext>
            </a:extLst>
          </p:cNvPr>
          <p:cNvSpPr/>
          <p:nvPr/>
        </p:nvSpPr>
        <p:spPr>
          <a:xfrm>
            <a:off x="5553618" y="3792512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EE6C4E-C0CC-4F39-8358-09E2450DB1CA}"/>
              </a:ext>
            </a:extLst>
          </p:cNvPr>
          <p:cNvGrpSpPr/>
          <p:nvPr/>
        </p:nvGrpSpPr>
        <p:grpSpPr>
          <a:xfrm>
            <a:off x="7298982" y="2423008"/>
            <a:ext cx="2970720" cy="3207747"/>
            <a:chOff x="4977124" y="2423008"/>
            <a:chExt cx="2970720" cy="320774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FE24CDB-0841-42B8-9576-4FB3000A607B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3DCA537-3D63-42E3-BE2C-B33CCDEE7D92}"/>
                </a:ext>
              </a:extLst>
            </p:cNvPr>
            <p:cNvCxnSpPr>
              <a:cxnSpLocks/>
              <a:stCxn id="26" idx="5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56906B3-D820-4214-8264-8FBF1B8C29E0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7AC3A3B-B75A-4E8B-86E0-2630D8819CBC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1088DDD-CAB9-471E-9F5C-3E0DE1CA2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77556" y="4260204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96272F-DD28-40B5-AF27-60577EA6265A}"/>
                </a:ext>
              </a:extLst>
            </p:cNvPr>
            <p:cNvCxnSpPr>
              <a:cxnSpLocks/>
              <a:stCxn id="29" idx="0"/>
              <a:endCxn id="26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FF39CC-27B6-43FE-8A1E-D919FDC7D01A}"/>
              </a:ext>
            </a:extLst>
          </p:cNvPr>
          <p:cNvCxnSpPr>
            <a:cxnSpLocks/>
          </p:cNvCxnSpPr>
          <p:nvPr/>
        </p:nvCxnSpPr>
        <p:spPr>
          <a:xfrm flipV="1">
            <a:off x="8677028" y="421545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CB35D-8D47-4E4D-9845-D61CCF3849C2}"/>
                  </a:ext>
                </a:extLst>
              </p:cNvPr>
              <p:cNvSpPr/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CB35D-8D47-4E4D-9845-D61CCF384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52FC015-6DE1-4AEA-9700-DE30D9A2EB71}"/>
                  </a:ext>
                </a:extLst>
              </p:cNvPr>
              <p:cNvSpPr/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52FC015-6DE1-4AEA-9700-DE30D9A2E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DEF595E-B57E-4FE1-8E6B-41EFC173AF3E}"/>
                  </a:ext>
                </a:extLst>
              </p:cNvPr>
              <p:cNvSpPr/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DEF595E-B57E-4FE1-8E6B-41EFC173A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27182108-36E1-4475-8DE7-B029DA73F23C}"/>
              </a:ext>
            </a:extLst>
          </p:cNvPr>
          <p:cNvSpPr/>
          <p:nvPr/>
        </p:nvSpPr>
        <p:spPr>
          <a:xfrm>
            <a:off x="9076991" y="3696889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2B3463-555A-4294-90CF-520B9353A70B}"/>
                  </a:ext>
                </a:extLst>
              </p:cNvPr>
              <p:cNvSpPr/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2B3463-555A-4294-90CF-520B9353A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EF311423-206F-4A6C-825C-513ACA46733C}"/>
              </a:ext>
            </a:extLst>
          </p:cNvPr>
          <p:cNvSpPr/>
          <p:nvPr/>
        </p:nvSpPr>
        <p:spPr>
          <a:xfrm>
            <a:off x="9944463" y="487345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939A48-F127-4806-933A-4ED8555581AD}"/>
                  </a:ext>
                </a:extLst>
              </p:cNvPr>
              <p:cNvSpPr txBox="1"/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939A48-F127-4806-933A-4ED855558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D5AA7485-74AD-4174-9F0B-821252FBE936}"/>
              </a:ext>
            </a:extLst>
          </p:cNvPr>
          <p:cNvSpPr/>
          <p:nvPr/>
        </p:nvSpPr>
        <p:spPr>
          <a:xfrm>
            <a:off x="5039540" y="3197439"/>
            <a:ext cx="2177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Right rotation at p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88480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2: sibling is Black with a red left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128/154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row: Right 22">
            <a:extLst>
              <a:ext uri="{FF2B5EF4-FFF2-40B4-BE49-F238E27FC236}">
                <a16:creationId xmlns:a16="http://schemas.microsoft.com/office/drawing/2014/main" id="{1419C729-4AD3-453C-BB92-DD2EA64DCEC1}"/>
              </a:ext>
            </a:extLst>
          </p:cNvPr>
          <p:cNvSpPr/>
          <p:nvPr/>
        </p:nvSpPr>
        <p:spPr>
          <a:xfrm>
            <a:off x="5212692" y="3821635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E5FD38-4BCC-4F28-B911-9B49366ADBBD}"/>
              </a:ext>
            </a:extLst>
          </p:cNvPr>
          <p:cNvSpPr txBox="1"/>
          <p:nvPr/>
        </p:nvSpPr>
        <p:spPr>
          <a:xfrm>
            <a:off x="4361491" y="2855662"/>
            <a:ext cx="3176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s keeps the original color of p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EE6C4E-C0CC-4F39-8358-09E2450DB1CA}"/>
              </a:ext>
            </a:extLst>
          </p:cNvPr>
          <p:cNvGrpSpPr/>
          <p:nvPr/>
        </p:nvGrpSpPr>
        <p:grpSpPr>
          <a:xfrm>
            <a:off x="7298982" y="2423008"/>
            <a:ext cx="2970720" cy="3207747"/>
            <a:chOff x="4977124" y="2423008"/>
            <a:chExt cx="2970720" cy="320774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FE24CDB-0841-42B8-9576-4FB3000A607B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3DCA537-3D63-42E3-BE2C-B33CCDEE7D92}"/>
                </a:ext>
              </a:extLst>
            </p:cNvPr>
            <p:cNvCxnSpPr>
              <a:cxnSpLocks/>
              <a:stCxn id="26" idx="5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56906B3-D820-4214-8264-8FBF1B8C29E0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7AC3A3B-B75A-4E8B-86E0-2630D8819CBC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1088DDD-CAB9-471E-9F5C-3E0DE1CA2B96}"/>
                </a:ext>
              </a:extLst>
            </p:cNvPr>
            <p:cNvCxnSpPr>
              <a:cxnSpLocks/>
            </p:cNvCxnSpPr>
            <p:nvPr/>
          </p:nvCxnSpPr>
          <p:spPr>
            <a:xfrm>
              <a:off x="7377556" y="4260204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96272F-DD28-40B5-AF27-60577EA6265A}"/>
                </a:ext>
              </a:extLst>
            </p:cNvPr>
            <p:cNvCxnSpPr>
              <a:cxnSpLocks/>
              <a:stCxn id="29" idx="0"/>
              <a:endCxn id="26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7FF39CC-27B6-43FE-8A1E-D919FDC7D01A}"/>
              </a:ext>
            </a:extLst>
          </p:cNvPr>
          <p:cNvCxnSpPr>
            <a:cxnSpLocks/>
          </p:cNvCxnSpPr>
          <p:nvPr/>
        </p:nvCxnSpPr>
        <p:spPr>
          <a:xfrm flipV="1">
            <a:off x="8677028" y="421545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CB35D-8D47-4E4D-9845-D61CCF3849C2}"/>
                  </a:ext>
                </a:extLst>
              </p:cNvPr>
              <p:cNvSpPr/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CB35D-8D47-4E4D-9845-D61CCF3849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710" y="2582421"/>
                <a:ext cx="38343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52FC015-6DE1-4AEA-9700-DE30D9A2EB71}"/>
                  </a:ext>
                </a:extLst>
              </p:cNvPr>
              <p:cNvSpPr/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52FC015-6DE1-4AEA-9700-DE30D9A2E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502" y="3821657"/>
                <a:ext cx="38343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DEF595E-B57E-4FE1-8E6B-41EFC173AF3E}"/>
                  </a:ext>
                </a:extLst>
              </p:cNvPr>
              <p:cNvSpPr/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DEF595E-B57E-4FE1-8E6B-41EFC173A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801" y="5051556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27182108-36E1-4475-8DE7-B029DA73F23C}"/>
              </a:ext>
            </a:extLst>
          </p:cNvPr>
          <p:cNvSpPr/>
          <p:nvPr/>
        </p:nvSpPr>
        <p:spPr>
          <a:xfrm>
            <a:off x="9076991" y="3696889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2B3463-555A-4294-90CF-520B9353A70B}"/>
                  </a:ext>
                </a:extLst>
              </p:cNvPr>
              <p:cNvSpPr/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E2B3463-555A-4294-90CF-520B9353A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18" y="3844711"/>
                <a:ext cx="391453" cy="369332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EF311423-206F-4A6C-825C-513ACA46733C}"/>
              </a:ext>
            </a:extLst>
          </p:cNvPr>
          <p:cNvSpPr/>
          <p:nvPr/>
        </p:nvSpPr>
        <p:spPr>
          <a:xfrm>
            <a:off x="9944463" y="487345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939A48-F127-4806-933A-4ED8555581AD}"/>
                  </a:ext>
                </a:extLst>
              </p:cNvPr>
              <p:cNvSpPr txBox="1"/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939A48-F127-4806-933A-4ED855558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284" y="4960957"/>
                <a:ext cx="44755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881AAB2-917E-423F-9D66-D356654ABE2D}"/>
              </a:ext>
            </a:extLst>
          </p:cNvPr>
          <p:cNvSpPr txBox="1"/>
          <p:nvPr/>
        </p:nvSpPr>
        <p:spPr>
          <a:xfrm>
            <a:off x="8475608" y="6104955"/>
            <a:ext cx="12027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Final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DD136F-4A61-4807-B404-B93DC8C323CF}"/>
                  </a:ext>
                </a:extLst>
              </p:cNvPr>
              <p:cNvSpPr txBox="1"/>
              <p:nvPr/>
            </p:nvSpPr>
            <p:spPr>
              <a:xfrm>
                <a:off x="4465701" y="4688790"/>
                <a:ext cx="31118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are changed to black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DD136F-4A61-4807-B404-B93DC8C32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701" y="4688790"/>
                <a:ext cx="3111814" cy="369332"/>
              </a:xfrm>
              <a:prstGeom prst="rect">
                <a:avLst/>
              </a:prstGeom>
              <a:blipFill>
                <a:blip r:embed="rId14"/>
                <a:stretch>
                  <a:fillRect l="-1765" t="-8197" r="-58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7210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3: sibling is Black with a red right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129/154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8763735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3: sibling is Black with a red right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130/154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56094F-3A15-4C83-BDBC-E29DA181B2CF}"/>
              </a:ext>
            </a:extLst>
          </p:cNvPr>
          <p:cNvCxnSpPr>
            <a:cxnSpLocks/>
          </p:cNvCxnSpPr>
          <p:nvPr/>
        </p:nvCxnSpPr>
        <p:spPr>
          <a:xfrm flipV="1">
            <a:off x="2078211" y="537376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E638A7-DEEA-40EF-8B69-D861EB6FD8E7}"/>
              </a:ext>
            </a:extLst>
          </p:cNvPr>
          <p:cNvCxnSpPr>
            <a:cxnSpLocks/>
          </p:cNvCxnSpPr>
          <p:nvPr/>
        </p:nvCxnSpPr>
        <p:spPr>
          <a:xfrm>
            <a:off x="3255711" y="5373765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5FEA43C-1427-46D4-A245-F330A6F4B146}"/>
              </a:ext>
            </a:extLst>
          </p:cNvPr>
          <p:cNvSpPr/>
          <p:nvPr/>
        </p:nvSpPr>
        <p:spPr>
          <a:xfrm>
            <a:off x="3459178" y="5972732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/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B8B6776-A9A7-448E-83AB-3DAF06FB5837}"/>
              </a:ext>
            </a:extLst>
          </p:cNvPr>
          <p:cNvSpPr/>
          <p:nvPr/>
        </p:nvSpPr>
        <p:spPr>
          <a:xfrm>
            <a:off x="1700757" y="603421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/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0438461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3: sibling is Black with a red right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131/154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56094F-3A15-4C83-BDBC-E29DA181B2CF}"/>
              </a:ext>
            </a:extLst>
          </p:cNvPr>
          <p:cNvCxnSpPr>
            <a:cxnSpLocks/>
          </p:cNvCxnSpPr>
          <p:nvPr/>
        </p:nvCxnSpPr>
        <p:spPr>
          <a:xfrm flipV="1">
            <a:off x="2078211" y="537376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E638A7-DEEA-40EF-8B69-D861EB6FD8E7}"/>
              </a:ext>
            </a:extLst>
          </p:cNvPr>
          <p:cNvCxnSpPr>
            <a:cxnSpLocks/>
          </p:cNvCxnSpPr>
          <p:nvPr/>
        </p:nvCxnSpPr>
        <p:spPr>
          <a:xfrm>
            <a:off x="3255711" y="5373765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5FEA43C-1427-46D4-A245-F330A6F4B146}"/>
              </a:ext>
            </a:extLst>
          </p:cNvPr>
          <p:cNvSpPr/>
          <p:nvPr/>
        </p:nvSpPr>
        <p:spPr>
          <a:xfrm>
            <a:off x="3459178" y="5972732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/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B8B6776-A9A7-448E-83AB-3DAF06FB5837}"/>
              </a:ext>
            </a:extLst>
          </p:cNvPr>
          <p:cNvSpPr/>
          <p:nvPr/>
        </p:nvSpPr>
        <p:spPr>
          <a:xfrm>
            <a:off x="1700757" y="603421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/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715481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3: sibling is Black with a red right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132/154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56094F-3A15-4C83-BDBC-E29DA181B2CF}"/>
              </a:ext>
            </a:extLst>
          </p:cNvPr>
          <p:cNvCxnSpPr>
            <a:cxnSpLocks/>
          </p:cNvCxnSpPr>
          <p:nvPr/>
        </p:nvCxnSpPr>
        <p:spPr>
          <a:xfrm flipV="1">
            <a:off x="2078211" y="537376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E638A7-DEEA-40EF-8B69-D861EB6FD8E7}"/>
              </a:ext>
            </a:extLst>
          </p:cNvPr>
          <p:cNvCxnSpPr>
            <a:cxnSpLocks/>
          </p:cNvCxnSpPr>
          <p:nvPr/>
        </p:nvCxnSpPr>
        <p:spPr>
          <a:xfrm>
            <a:off x="3255711" y="5373765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5FEA43C-1427-46D4-A245-F330A6F4B146}"/>
              </a:ext>
            </a:extLst>
          </p:cNvPr>
          <p:cNvSpPr/>
          <p:nvPr/>
        </p:nvSpPr>
        <p:spPr>
          <a:xfrm>
            <a:off x="3459178" y="5972732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/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B8B6776-A9A7-448E-83AB-3DAF06FB5837}"/>
              </a:ext>
            </a:extLst>
          </p:cNvPr>
          <p:cNvSpPr/>
          <p:nvPr/>
        </p:nvSpPr>
        <p:spPr>
          <a:xfrm>
            <a:off x="1700757" y="603421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/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row: Right 28">
            <a:extLst>
              <a:ext uri="{FF2B5EF4-FFF2-40B4-BE49-F238E27FC236}">
                <a16:creationId xmlns:a16="http://schemas.microsoft.com/office/drawing/2014/main" id="{1BAFD566-9C49-45A9-A48A-B76141DAF81D}"/>
              </a:ext>
            </a:extLst>
          </p:cNvPr>
          <p:cNvSpPr/>
          <p:nvPr/>
        </p:nvSpPr>
        <p:spPr>
          <a:xfrm>
            <a:off x="5212692" y="3821635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9D122-0E10-4968-972F-BAE6CFBCE856}"/>
              </a:ext>
            </a:extLst>
          </p:cNvPr>
          <p:cNvSpPr txBox="1"/>
          <p:nvPr/>
        </p:nvSpPr>
        <p:spPr>
          <a:xfrm>
            <a:off x="4652682" y="3177797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Left Right rotation at p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06C8077-1CC6-4F9F-9E89-57D2CDB6E1D7}"/>
              </a:ext>
            </a:extLst>
          </p:cNvPr>
          <p:cNvGrpSpPr/>
          <p:nvPr/>
        </p:nvGrpSpPr>
        <p:grpSpPr>
          <a:xfrm>
            <a:off x="7584004" y="2004639"/>
            <a:ext cx="3327293" cy="3207747"/>
            <a:chOff x="4062723" y="2423008"/>
            <a:chExt cx="3327293" cy="320774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62CCCD3-B3A0-499B-B8F5-299BF935C7C5}"/>
                </a:ext>
              </a:extLst>
            </p:cNvPr>
            <p:cNvSpPr/>
            <p:nvPr/>
          </p:nvSpPr>
          <p:spPr>
            <a:xfrm>
              <a:off x="5432611" y="2423008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6615FF1-F62E-4BFB-B29E-1D5349D20E9A}"/>
                </a:ext>
              </a:extLst>
            </p:cNvPr>
            <p:cNvCxnSpPr>
              <a:cxnSpLocks/>
              <a:stCxn id="32" idx="5"/>
              <a:endCxn id="42" idx="0"/>
            </p:cNvCxnSpPr>
            <p:nvPr/>
          </p:nvCxnSpPr>
          <p:spPr>
            <a:xfrm>
              <a:off x="6039658" y="3030055"/>
              <a:ext cx="1350358" cy="7600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7E33E4-D67D-48F8-AC03-B176738AFA24}"/>
                </a:ext>
              </a:extLst>
            </p:cNvPr>
            <p:cNvSpPr/>
            <p:nvPr/>
          </p:nvSpPr>
          <p:spPr>
            <a:xfrm>
              <a:off x="4816726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BD0EB9E-4210-4D58-824F-32D8D8DD12FC}"/>
                </a:ext>
              </a:extLst>
            </p:cNvPr>
            <p:cNvSpPr/>
            <p:nvPr/>
          </p:nvSpPr>
          <p:spPr>
            <a:xfrm>
              <a:off x="4062723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D846F-D194-4B82-B7A6-2B92EFC0CA32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4699637" y="4320588"/>
              <a:ext cx="472689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8F9A446-57AD-4640-A37C-7FFCC7A8D57E}"/>
                </a:ext>
              </a:extLst>
            </p:cNvPr>
            <p:cNvCxnSpPr>
              <a:cxnSpLocks/>
              <a:stCxn id="36" idx="0"/>
              <a:endCxn id="32" idx="3"/>
            </p:cNvCxnSpPr>
            <p:nvPr/>
          </p:nvCxnSpPr>
          <p:spPr>
            <a:xfrm flipV="1">
              <a:off x="4418323" y="3030055"/>
              <a:ext cx="1118441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E34FE34-79E3-4EEC-9AFB-A023E8F94FD9}"/>
              </a:ext>
            </a:extLst>
          </p:cNvPr>
          <p:cNvCxnSpPr>
            <a:cxnSpLocks/>
          </p:cNvCxnSpPr>
          <p:nvPr/>
        </p:nvCxnSpPr>
        <p:spPr>
          <a:xfrm flipV="1">
            <a:off x="7063036" y="3882726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8C6C42A-EDB2-4E86-BAB7-9E9384E8AF43}"/>
              </a:ext>
            </a:extLst>
          </p:cNvPr>
          <p:cNvSpPr/>
          <p:nvPr/>
        </p:nvSpPr>
        <p:spPr>
          <a:xfrm>
            <a:off x="6717264" y="4453304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B37352C-FDEB-40B3-A20B-DA9FE56F93C3}"/>
              </a:ext>
            </a:extLst>
          </p:cNvPr>
          <p:cNvCxnSpPr>
            <a:cxnSpLocks/>
          </p:cNvCxnSpPr>
          <p:nvPr/>
        </p:nvCxnSpPr>
        <p:spPr>
          <a:xfrm>
            <a:off x="11207614" y="3949386"/>
            <a:ext cx="472689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59B6515-EA12-4A94-A8B5-5F9383A5214B}"/>
              </a:ext>
            </a:extLst>
          </p:cNvPr>
          <p:cNvCxnSpPr>
            <a:cxnSpLocks/>
          </p:cNvCxnSpPr>
          <p:nvPr/>
        </p:nvCxnSpPr>
        <p:spPr>
          <a:xfrm flipV="1">
            <a:off x="10112189" y="3963619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E08B2E-1757-4DD4-8DEC-8246E8DDE32F}"/>
              </a:ext>
            </a:extLst>
          </p:cNvPr>
          <p:cNvSpPr/>
          <p:nvPr/>
        </p:nvSpPr>
        <p:spPr>
          <a:xfrm>
            <a:off x="9766417" y="453419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1EC736D-6C53-4BEC-8026-A645F9FB7B13}"/>
              </a:ext>
            </a:extLst>
          </p:cNvPr>
          <p:cNvSpPr/>
          <p:nvPr/>
        </p:nvSpPr>
        <p:spPr>
          <a:xfrm>
            <a:off x="11324703" y="450118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F3BB05-2BDB-4D32-897E-F846B83FA48D}"/>
                  </a:ext>
                </a:extLst>
              </p:cNvPr>
              <p:cNvSpPr txBox="1"/>
              <p:nvPr/>
            </p:nvSpPr>
            <p:spPr>
              <a:xfrm>
                <a:off x="11456524" y="4588687"/>
                <a:ext cx="447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F3BB05-2BDB-4D32-897E-F846B83F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524" y="4588687"/>
                <a:ext cx="44755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D066955F-9D13-4099-98C5-FF2150D49C70}"/>
              </a:ext>
            </a:extLst>
          </p:cNvPr>
          <p:cNvSpPr/>
          <p:nvPr/>
        </p:nvSpPr>
        <p:spPr>
          <a:xfrm>
            <a:off x="10555697" y="3371708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77880-B97E-43EB-A487-44FA08FCCBE6}"/>
                  </a:ext>
                </a:extLst>
              </p:cNvPr>
              <p:cNvSpPr/>
              <p:nvPr/>
            </p:nvSpPr>
            <p:spPr>
              <a:xfrm>
                <a:off x="9899881" y="4667719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77880-B97E-43EB-A487-44FA08FCC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881" y="4667719"/>
                <a:ext cx="476348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06D3EB6-A8E1-497B-B63C-0842ACE56F14}"/>
                  </a:ext>
                </a:extLst>
              </p:cNvPr>
              <p:cNvSpPr/>
              <p:nvPr/>
            </p:nvSpPr>
            <p:spPr>
              <a:xfrm>
                <a:off x="8460267" y="4635101"/>
                <a:ext cx="4763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06D3EB6-A8E1-497B-B63C-0842ACE56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267" y="4635101"/>
                <a:ext cx="476348" cy="369332"/>
              </a:xfrm>
              <a:prstGeom prst="rect">
                <a:avLst/>
              </a:prstGeom>
              <a:blipFill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33E2C65-F71F-4543-BD19-F899BE1F5B0F}"/>
                  </a:ext>
                </a:extLst>
              </p:cNvPr>
              <p:cNvSpPr/>
              <p:nvPr/>
            </p:nvSpPr>
            <p:spPr>
              <a:xfrm>
                <a:off x="6896163" y="4663171"/>
                <a:ext cx="333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33E2C65-F71F-4543-BD19-F899BE1F5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63" y="4663171"/>
                <a:ext cx="33374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A01ABB5-66A7-48D3-B794-761CA0E216CB}"/>
                  </a:ext>
                </a:extLst>
              </p:cNvPr>
              <p:cNvSpPr/>
              <p:nvPr/>
            </p:nvSpPr>
            <p:spPr>
              <a:xfrm>
                <a:off x="9123383" y="2146539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A01ABB5-66A7-48D3-B794-761CA0E21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383" y="2146539"/>
                <a:ext cx="37221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68E3DD-3753-4407-9B93-0FD67B825A12}"/>
                  </a:ext>
                </a:extLst>
              </p:cNvPr>
              <p:cNvSpPr/>
              <p:nvPr/>
            </p:nvSpPr>
            <p:spPr>
              <a:xfrm>
                <a:off x="7758648" y="347777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68E3DD-3753-4407-9B93-0FD67B825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648" y="3477771"/>
                <a:ext cx="36420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6C7CD9B-5583-4B47-89AD-AB66C4013633}"/>
                  </a:ext>
                </a:extLst>
              </p:cNvPr>
              <p:cNvSpPr/>
              <p:nvPr/>
            </p:nvSpPr>
            <p:spPr>
              <a:xfrm>
                <a:off x="10720352" y="3509296"/>
                <a:ext cx="3914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6C7CD9B-5583-4B47-89AD-AB66C4013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352" y="3509296"/>
                <a:ext cx="391454" cy="369332"/>
              </a:xfrm>
              <a:prstGeom prst="rect">
                <a:avLst/>
              </a:prstGeom>
              <a:blipFill>
                <a:blip r:embed="rId1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6318394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3: sibling is Black with a red right child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133/154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56094F-3A15-4C83-BDBC-E29DA181B2CF}"/>
              </a:ext>
            </a:extLst>
          </p:cNvPr>
          <p:cNvCxnSpPr>
            <a:cxnSpLocks/>
          </p:cNvCxnSpPr>
          <p:nvPr/>
        </p:nvCxnSpPr>
        <p:spPr>
          <a:xfrm flipV="1">
            <a:off x="2078211" y="5373765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3E638A7-DEEA-40EF-8B69-D861EB6FD8E7}"/>
              </a:ext>
            </a:extLst>
          </p:cNvPr>
          <p:cNvCxnSpPr>
            <a:cxnSpLocks/>
          </p:cNvCxnSpPr>
          <p:nvPr/>
        </p:nvCxnSpPr>
        <p:spPr>
          <a:xfrm>
            <a:off x="3255711" y="5373765"/>
            <a:ext cx="570288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5FEA43C-1427-46D4-A245-F330A6F4B146}"/>
              </a:ext>
            </a:extLst>
          </p:cNvPr>
          <p:cNvSpPr/>
          <p:nvPr/>
        </p:nvSpPr>
        <p:spPr>
          <a:xfrm>
            <a:off x="3459178" y="5972732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/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90E8D5-31C6-4592-9DA8-B960A5C2D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825" y="6129328"/>
                <a:ext cx="476348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5B8B6776-A9A7-448E-83AB-3DAF06FB5837}"/>
              </a:ext>
            </a:extLst>
          </p:cNvPr>
          <p:cNvSpPr/>
          <p:nvPr/>
        </p:nvSpPr>
        <p:spPr>
          <a:xfrm>
            <a:off x="1700757" y="603421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/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6C8AE04-D46A-447A-8DA2-D16AD5D1C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62" y="6169649"/>
                <a:ext cx="476348" cy="369332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row: Right 28">
            <a:extLst>
              <a:ext uri="{FF2B5EF4-FFF2-40B4-BE49-F238E27FC236}">
                <a16:creationId xmlns:a16="http://schemas.microsoft.com/office/drawing/2014/main" id="{1BAFD566-9C49-45A9-A48A-B76141DAF81D}"/>
              </a:ext>
            </a:extLst>
          </p:cNvPr>
          <p:cNvSpPr/>
          <p:nvPr/>
        </p:nvSpPr>
        <p:spPr>
          <a:xfrm>
            <a:off x="5212692" y="3821635"/>
            <a:ext cx="941294" cy="51995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39D122-0E10-4968-972F-BAE6CFBCE856}"/>
                  </a:ext>
                </a:extLst>
              </p:cNvPr>
              <p:cNvSpPr txBox="1"/>
              <p:nvPr/>
            </p:nvSpPr>
            <p:spPr>
              <a:xfrm>
                <a:off x="4621159" y="3187042"/>
                <a:ext cx="19763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keeps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’s color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239D122-0E10-4968-972F-BAE6CFBCE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59" y="3187042"/>
                <a:ext cx="1976375" cy="369332"/>
              </a:xfrm>
              <a:prstGeom prst="rect">
                <a:avLst/>
              </a:prstGeom>
              <a:blipFill>
                <a:blip r:embed="rId11"/>
                <a:stretch>
                  <a:fillRect l="-2469" t="-10000" r="-24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06C8077-1CC6-4F9F-9E89-57D2CDB6E1D7}"/>
              </a:ext>
            </a:extLst>
          </p:cNvPr>
          <p:cNvGrpSpPr/>
          <p:nvPr/>
        </p:nvGrpSpPr>
        <p:grpSpPr>
          <a:xfrm>
            <a:off x="7584004" y="2004639"/>
            <a:ext cx="3327293" cy="3207747"/>
            <a:chOff x="4062723" y="2423008"/>
            <a:chExt cx="3327293" cy="3207747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62CCCD3-B3A0-499B-B8F5-299BF935C7C5}"/>
                </a:ext>
              </a:extLst>
            </p:cNvPr>
            <p:cNvSpPr/>
            <p:nvPr/>
          </p:nvSpPr>
          <p:spPr>
            <a:xfrm>
              <a:off x="5432611" y="2423008"/>
              <a:ext cx="711200" cy="711200"/>
            </a:xfrm>
            <a:prstGeom prst="ellipse">
              <a:avLst/>
            </a:prstGeom>
            <a:solidFill>
              <a:srgbClr val="FF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6615FF1-F62E-4BFB-B29E-1D5349D20E9A}"/>
                </a:ext>
              </a:extLst>
            </p:cNvPr>
            <p:cNvCxnSpPr>
              <a:cxnSpLocks/>
              <a:stCxn id="32" idx="5"/>
              <a:endCxn id="42" idx="0"/>
            </p:cNvCxnSpPr>
            <p:nvPr/>
          </p:nvCxnSpPr>
          <p:spPr>
            <a:xfrm>
              <a:off x="6039658" y="3030055"/>
              <a:ext cx="1350358" cy="7600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7E33E4-D67D-48F8-AC03-B176738AFA24}"/>
                </a:ext>
              </a:extLst>
            </p:cNvPr>
            <p:cNvSpPr/>
            <p:nvPr/>
          </p:nvSpPr>
          <p:spPr>
            <a:xfrm>
              <a:off x="4816726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BD0EB9E-4210-4D58-824F-32D8D8DD12FC}"/>
                </a:ext>
              </a:extLst>
            </p:cNvPr>
            <p:cNvSpPr/>
            <p:nvPr/>
          </p:nvSpPr>
          <p:spPr>
            <a:xfrm>
              <a:off x="4062723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D846F-D194-4B82-B7A6-2B92EFC0CA32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4699637" y="4320588"/>
              <a:ext cx="472689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8F9A446-57AD-4640-A37C-7FFCC7A8D57E}"/>
                </a:ext>
              </a:extLst>
            </p:cNvPr>
            <p:cNvCxnSpPr>
              <a:cxnSpLocks/>
              <a:stCxn id="36" idx="0"/>
              <a:endCxn id="32" idx="3"/>
            </p:cNvCxnSpPr>
            <p:nvPr/>
          </p:nvCxnSpPr>
          <p:spPr>
            <a:xfrm flipV="1">
              <a:off x="4418323" y="3030055"/>
              <a:ext cx="1118441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E34FE34-79E3-4EEC-9AFB-A023E8F94FD9}"/>
              </a:ext>
            </a:extLst>
          </p:cNvPr>
          <p:cNvCxnSpPr>
            <a:cxnSpLocks/>
          </p:cNvCxnSpPr>
          <p:nvPr/>
        </p:nvCxnSpPr>
        <p:spPr>
          <a:xfrm flipV="1">
            <a:off x="7063036" y="3882726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8C6C42A-EDB2-4E86-BAB7-9E9384E8AF43}"/>
              </a:ext>
            </a:extLst>
          </p:cNvPr>
          <p:cNvSpPr/>
          <p:nvPr/>
        </p:nvSpPr>
        <p:spPr>
          <a:xfrm>
            <a:off x="6717264" y="4453304"/>
            <a:ext cx="711200" cy="71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B37352C-FDEB-40B3-A20B-DA9FE56F93C3}"/>
              </a:ext>
            </a:extLst>
          </p:cNvPr>
          <p:cNvCxnSpPr>
            <a:cxnSpLocks/>
          </p:cNvCxnSpPr>
          <p:nvPr/>
        </p:nvCxnSpPr>
        <p:spPr>
          <a:xfrm>
            <a:off x="11207614" y="3949386"/>
            <a:ext cx="472689" cy="598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59B6515-EA12-4A94-A8B5-5F9383A5214B}"/>
              </a:ext>
            </a:extLst>
          </p:cNvPr>
          <p:cNvCxnSpPr>
            <a:cxnSpLocks/>
          </p:cNvCxnSpPr>
          <p:nvPr/>
        </p:nvCxnSpPr>
        <p:spPr>
          <a:xfrm flipV="1">
            <a:off x="10112189" y="3963619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E08B2E-1757-4DD4-8DEC-8246E8DDE32F}"/>
              </a:ext>
            </a:extLst>
          </p:cNvPr>
          <p:cNvSpPr/>
          <p:nvPr/>
        </p:nvSpPr>
        <p:spPr>
          <a:xfrm>
            <a:off x="9766417" y="453419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1EC736D-6C53-4BEC-8026-A645F9FB7B13}"/>
              </a:ext>
            </a:extLst>
          </p:cNvPr>
          <p:cNvSpPr/>
          <p:nvPr/>
        </p:nvSpPr>
        <p:spPr>
          <a:xfrm>
            <a:off x="11324703" y="4501186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F3BB05-2BDB-4D32-897E-F846B83FA48D}"/>
                  </a:ext>
                </a:extLst>
              </p:cNvPr>
              <p:cNvSpPr txBox="1"/>
              <p:nvPr/>
            </p:nvSpPr>
            <p:spPr>
              <a:xfrm>
                <a:off x="11456524" y="4588687"/>
                <a:ext cx="4475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F3BB05-2BDB-4D32-897E-F846B83F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524" y="4588687"/>
                <a:ext cx="44755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D066955F-9D13-4099-98C5-FF2150D49C70}"/>
              </a:ext>
            </a:extLst>
          </p:cNvPr>
          <p:cNvSpPr/>
          <p:nvPr/>
        </p:nvSpPr>
        <p:spPr>
          <a:xfrm>
            <a:off x="10555697" y="3371708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77880-B97E-43EB-A487-44FA08FCCBE6}"/>
                  </a:ext>
                </a:extLst>
              </p:cNvPr>
              <p:cNvSpPr/>
              <p:nvPr/>
            </p:nvSpPr>
            <p:spPr>
              <a:xfrm>
                <a:off x="9899881" y="4667719"/>
                <a:ext cx="476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DF77880-B97E-43EB-A487-44FA08FCC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881" y="4667719"/>
                <a:ext cx="476348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06D3EB6-A8E1-497B-B63C-0842ACE56F14}"/>
                  </a:ext>
                </a:extLst>
              </p:cNvPr>
              <p:cNvSpPr/>
              <p:nvPr/>
            </p:nvSpPr>
            <p:spPr>
              <a:xfrm>
                <a:off x="8460267" y="4635101"/>
                <a:ext cx="476348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06D3EB6-A8E1-497B-B63C-0842ACE56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267" y="4635101"/>
                <a:ext cx="476348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33E2C65-F71F-4543-BD19-F899BE1F5B0F}"/>
                  </a:ext>
                </a:extLst>
              </p:cNvPr>
              <p:cNvSpPr/>
              <p:nvPr/>
            </p:nvSpPr>
            <p:spPr>
              <a:xfrm>
                <a:off x="6896163" y="4663171"/>
                <a:ext cx="333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33E2C65-F71F-4543-BD19-F899BE1F5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63" y="4663171"/>
                <a:ext cx="33374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A01ABB5-66A7-48D3-B794-761CA0E216CB}"/>
                  </a:ext>
                </a:extLst>
              </p:cNvPr>
              <p:cNvSpPr/>
              <p:nvPr/>
            </p:nvSpPr>
            <p:spPr>
              <a:xfrm>
                <a:off x="9123383" y="2146539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A01ABB5-66A7-48D3-B794-761CA0E21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383" y="2146539"/>
                <a:ext cx="37221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68E3DD-3753-4407-9B93-0FD67B825A12}"/>
                  </a:ext>
                </a:extLst>
              </p:cNvPr>
              <p:cNvSpPr/>
              <p:nvPr/>
            </p:nvSpPr>
            <p:spPr>
              <a:xfrm>
                <a:off x="7758648" y="347777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268E3DD-3753-4407-9B93-0FD67B825A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648" y="3477771"/>
                <a:ext cx="36420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6C7CD9B-5583-4B47-89AD-AB66C4013633}"/>
                  </a:ext>
                </a:extLst>
              </p:cNvPr>
              <p:cNvSpPr/>
              <p:nvPr/>
            </p:nvSpPr>
            <p:spPr>
              <a:xfrm>
                <a:off x="10720352" y="3509296"/>
                <a:ext cx="3914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6C7CD9B-5583-4B47-89AD-AB66C4013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352" y="3509296"/>
                <a:ext cx="391454" cy="369332"/>
              </a:xfrm>
              <a:prstGeom prst="rect">
                <a:avLst/>
              </a:prstGeom>
              <a:blipFill>
                <a:blip r:embed="rId1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093316F-73CF-4FF2-9BF2-F09F26E3E889}"/>
                  </a:ext>
                </a:extLst>
              </p:cNvPr>
              <p:cNvSpPr txBox="1"/>
              <p:nvPr/>
            </p:nvSpPr>
            <p:spPr>
              <a:xfrm>
                <a:off x="4435249" y="5027460"/>
                <a:ext cx="2354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3.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changed to black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093316F-73CF-4FF2-9BF2-F09F26E3E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249" y="5027460"/>
                <a:ext cx="2354106" cy="369332"/>
              </a:xfrm>
              <a:prstGeom prst="rect">
                <a:avLst/>
              </a:prstGeom>
              <a:blipFill>
                <a:blip r:embed="rId19"/>
                <a:stretch>
                  <a:fillRect l="-2332" t="-10000" r="-129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C39FA33-37BA-43EC-8FA0-912839AB5EDC}"/>
              </a:ext>
            </a:extLst>
          </p:cNvPr>
          <p:cNvSpPr txBox="1"/>
          <p:nvPr/>
        </p:nvSpPr>
        <p:spPr>
          <a:xfrm>
            <a:off x="8475608" y="6104955"/>
            <a:ext cx="12027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Final result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78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4: sibling is Black with two black children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134/154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0944949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4: sibling is Black with two black children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135/154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E83E2FB-056D-4913-B445-644AE644D4A7}"/>
              </a:ext>
            </a:extLst>
          </p:cNvPr>
          <p:cNvGrpSpPr/>
          <p:nvPr/>
        </p:nvGrpSpPr>
        <p:grpSpPr>
          <a:xfrm>
            <a:off x="7401151" y="2351290"/>
            <a:ext cx="2757137" cy="3207747"/>
            <a:chOff x="4977124" y="2423008"/>
            <a:chExt cx="2757137" cy="320774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B5BFC79-7B3B-4B40-9ECA-B80E1E4A1CEB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121A55-5E4B-44D2-8E5B-8CBDB3DE1120}"/>
                </a:ext>
              </a:extLst>
            </p:cNvPr>
            <p:cNvCxnSpPr>
              <a:cxnSpLocks/>
              <a:stCxn id="24" idx="5"/>
              <a:endCxn id="26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9E434DD-2768-421C-B91F-E1EBE54EB46D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C36F46B-D624-47C2-86F2-3919BB88AAE8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7C083B6-B36F-4B67-BF6A-AD0CB98EE4EF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31A4A67-D1B2-48C4-81FC-A6326ED21C1D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9A523D4-2C9A-4FF9-857A-0B8F1142D1D8}"/>
                </a:ext>
              </a:extLst>
            </p:cNvPr>
            <p:cNvCxnSpPr>
              <a:cxnSpLocks/>
              <a:stCxn id="28" idx="0"/>
              <a:endCxn id="24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7616C90-849D-4AA0-9B4D-194F8532A01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7616C90-849D-4AA0-9B4D-194F8532A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C07D62-225C-4883-897F-8902A1BAEB98}"/>
              </a:ext>
            </a:extLst>
          </p:cNvPr>
          <p:cNvCxnSpPr>
            <a:cxnSpLocks/>
          </p:cNvCxnSpPr>
          <p:nvPr/>
        </p:nvCxnSpPr>
        <p:spPr>
          <a:xfrm flipV="1">
            <a:off x="6853876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33F45E2-62A0-4AEA-8F2D-200CC631C688}"/>
              </a:ext>
            </a:extLst>
          </p:cNvPr>
          <p:cNvSpPr/>
          <p:nvPr/>
        </p:nvSpPr>
        <p:spPr>
          <a:xfrm>
            <a:off x="6488130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2A7D53E-A281-4F9E-8344-88E3792E3332}"/>
                  </a:ext>
                </a:extLst>
              </p:cNvPr>
              <p:cNvSpPr/>
              <p:nvPr/>
            </p:nvSpPr>
            <p:spPr>
              <a:xfrm>
                <a:off x="8363879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2A7D53E-A281-4F9E-8344-88E3792E3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879" y="2510703"/>
                <a:ext cx="413896" cy="400110"/>
              </a:xfrm>
              <a:prstGeom prst="rect">
                <a:avLst/>
              </a:prstGeom>
              <a:blipFill>
                <a:blip r:embed="rId10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B24E43-333A-4BAF-822D-F23C3982C61F}"/>
                  </a:ext>
                </a:extLst>
              </p:cNvPr>
              <p:cNvSpPr/>
              <p:nvPr/>
            </p:nvSpPr>
            <p:spPr>
              <a:xfrm>
                <a:off x="7552671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8B24E43-333A-4BAF-822D-F23C3982C6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671" y="3749939"/>
                <a:ext cx="42351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3784501-1368-4F73-B8C0-54F17E807DF6}"/>
                  </a:ext>
                </a:extLst>
              </p:cNvPr>
              <p:cNvSpPr/>
              <p:nvPr/>
            </p:nvSpPr>
            <p:spPr>
              <a:xfrm>
                <a:off x="6688078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3784501-1368-4F73-B8C0-54F17E807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078" y="5004433"/>
                <a:ext cx="33374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A3252B3-10F1-41E0-889C-02A961DAF70A}"/>
                  </a:ext>
                </a:extLst>
              </p:cNvPr>
              <p:cNvSpPr/>
              <p:nvPr/>
            </p:nvSpPr>
            <p:spPr>
              <a:xfrm>
                <a:off x="8510970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A3252B3-10F1-41E0-889C-02A961DAF7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970" y="4979838"/>
                <a:ext cx="3722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DE80CF6-45E3-4795-90CE-A77D0EF5B2B5}"/>
              </a:ext>
            </a:extLst>
          </p:cNvPr>
          <p:cNvSpPr txBox="1"/>
          <p:nvPr/>
        </p:nvSpPr>
        <p:spPr>
          <a:xfrm>
            <a:off x="1693466" y="6257365"/>
            <a:ext cx="839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98455-5326-4D91-BEDF-3A9609892D3D}"/>
              </a:ext>
            </a:extLst>
          </p:cNvPr>
          <p:cNvSpPr txBox="1"/>
          <p:nvPr/>
        </p:nvSpPr>
        <p:spPr>
          <a:xfrm>
            <a:off x="8100356" y="6257365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 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033190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4: sibling is Black with two black children-A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136/154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5A27B70-34B4-454E-8FDF-A5672CF52E4D}"/>
              </a:ext>
            </a:extLst>
          </p:cNvPr>
          <p:cNvGrpSpPr/>
          <p:nvPr/>
        </p:nvGrpSpPr>
        <p:grpSpPr>
          <a:xfrm>
            <a:off x="7245194" y="2351290"/>
            <a:ext cx="2757137" cy="3207747"/>
            <a:chOff x="4977124" y="2423008"/>
            <a:chExt cx="2757137" cy="3207747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1D9A95-1D85-4FC3-A949-682C60A843E5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F726784-F2AB-498F-8BA8-8387C935D01E}"/>
                </a:ext>
              </a:extLst>
            </p:cNvPr>
            <p:cNvCxnSpPr>
              <a:cxnSpLocks/>
              <a:stCxn id="39" idx="5"/>
              <a:endCxn id="41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B2D4F44-FDFF-4E63-9E14-FB97DE484939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056680A-797F-472E-B098-5E2C9164495A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7E23F4-37B8-4D49-9643-766388B43A5D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1798050-07AE-48EA-8AEB-ECD4B6B2D12A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B8575F6-2A78-4EB9-9014-6F94BEE37740}"/>
                </a:ext>
              </a:extLst>
            </p:cNvPr>
            <p:cNvCxnSpPr>
              <a:cxnSpLocks/>
              <a:stCxn id="43" idx="0"/>
              <a:endCxn id="39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9FB180E-F128-4CE6-8868-1B1713F12ADF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9FB180E-F128-4CE6-8868-1B1713F12A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23FD5A-1965-44A0-A674-DD7B895AE1AB}"/>
              </a:ext>
            </a:extLst>
          </p:cNvPr>
          <p:cNvCxnSpPr>
            <a:cxnSpLocks/>
          </p:cNvCxnSpPr>
          <p:nvPr/>
        </p:nvCxnSpPr>
        <p:spPr>
          <a:xfrm flipV="1">
            <a:off x="6697919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92C5777-8BC0-49DC-85F4-EF54D749DA7C}"/>
              </a:ext>
            </a:extLst>
          </p:cNvPr>
          <p:cNvSpPr/>
          <p:nvPr/>
        </p:nvSpPr>
        <p:spPr>
          <a:xfrm>
            <a:off x="6332173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343B40A-68A4-415D-89E6-BC1F27676D80}"/>
                  </a:ext>
                </a:extLst>
              </p:cNvPr>
              <p:cNvSpPr/>
              <p:nvPr/>
            </p:nvSpPr>
            <p:spPr>
              <a:xfrm>
                <a:off x="8207922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343B40A-68A4-415D-89E6-BC1F27676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7922" y="2510703"/>
                <a:ext cx="413896" cy="400110"/>
              </a:xfrm>
              <a:prstGeom prst="rect">
                <a:avLst/>
              </a:prstGeom>
              <a:blipFill>
                <a:blip r:embed="rId10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813646-FEBA-463F-B686-0F838D14D60A}"/>
                  </a:ext>
                </a:extLst>
              </p:cNvPr>
              <p:cNvSpPr/>
              <p:nvPr/>
            </p:nvSpPr>
            <p:spPr>
              <a:xfrm>
                <a:off x="7396714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813646-FEBA-463F-B686-0F838D14D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714" y="3749939"/>
                <a:ext cx="42351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696CB3A-C0C9-44B4-BEB3-28892001C627}"/>
                  </a:ext>
                </a:extLst>
              </p:cNvPr>
              <p:cNvSpPr/>
              <p:nvPr/>
            </p:nvSpPr>
            <p:spPr>
              <a:xfrm>
                <a:off x="6532121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696CB3A-C0C9-44B4-BEB3-28892001C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121" y="5004433"/>
                <a:ext cx="33374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98A1B7E-2463-4A74-999E-07E519AB86B3}"/>
                  </a:ext>
                </a:extLst>
              </p:cNvPr>
              <p:cNvSpPr/>
              <p:nvPr/>
            </p:nvSpPr>
            <p:spPr>
              <a:xfrm>
                <a:off x="8355013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98A1B7E-2463-4A74-999E-07E519AB8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013" y="4979838"/>
                <a:ext cx="37221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9AB59EF4-2144-4392-B5D6-13D9126D8BF7}"/>
              </a:ext>
            </a:extLst>
          </p:cNvPr>
          <p:cNvSpPr/>
          <p:nvPr/>
        </p:nvSpPr>
        <p:spPr>
          <a:xfrm>
            <a:off x="5273984" y="3749938"/>
            <a:ext cx="822016" cy="46166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C31E88-EA8C-4BB1-9698-73BDE6835AEA}"/>
                  </a:ext>
                </a:extLst>
              </p:cNvPr>
              <p:cNvSpPr txBox="1"/>
              <p:nvPr/>
            </p:nvSpPr>
            <p:spPr>
              <a:xfrm>
                <a:off x="4800995" y="3016106"/>
                <a:ext cx="19367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Change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to black </a:t>
                </a:r>
              </a:p>
              <a:p>
                <a:r>
                  <a:rPr lang="en-US" dirty="0"/>
                  <a:t>Change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red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C31E88-EA8C-4BB1-9698-73BDE683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5" y="3016106"/>
                <a:ext cx="1936749" cy="646331"/>
              </a:xfrm>
              <a:prstGeom prst="rect">
                <a:avLst/>
              </a:prstGeom>
              <a:blipFill>
                <a:blip r:embed="rId14"/>
                <a:stretch>
                  <a:fillRect l="-2839" t="-5660" r="-252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541FFB77-78E0-4660-9B4D-FA7578DCB2FE}"/>
              </a:ext>
            </a:extLst>
          </p:cNvPr>
          <p:cNvSpPr txBox="1"/>
          <p:nvPr/>
        </p:nvSpPr>
        <p:spPr>
          <a:xfrm>
            <a:off x="8475608" y="6104955"/>
            <a:ext cx="12027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Final result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063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57B0-5898-4F7A-9CDB-F3B7BF5BD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 4: sibling is Black with two black children-B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99118-6EE6-488F-A16C-7EC52BEFD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137/154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226895-F330-4247-A0A3-4FFFC8EB010C}"/>
              </a:ext>
            </a:extLst>
          </p:cNvPr>
          <p:cNvGrpSpPr/>
          <p:nvPr/>
        </p:nvGrpSpPr>
        <p:grpSpPr>
          <a:xfrm>
            <a:off x="1678112" y="2351290"/>
            <a:ext cx="2757137" cy="3207747"/>
            <a:chOff x="4977124" y="2423008"/>
            <a:chExt cx="2757137" cy="3207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AFF5B-897A-4650-BFAE-652460E26881}"/>
                </a:ext>
              </a:extLst>
            </p:cNvPr>
            <p:cNvSpPr/>
            <p:nvPr/>
          </p:nvSpPr>
          <p:spPr>
            <a:xfrm>
              <a:off x="5791200" y="2423008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2D598B-DD22-473C-B47E-6F487AA2A63C}"/>
                </a:ext>
              </a:extLst>
            </p:cNvPr>
            <p:cNvCxnSpPr>
              <a:cxnSpLocks/>
              <a:stCxn id="7" idx="5"/>
              <a:endCxn id="9" idx="1"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D6F1079-9479-4660-B510-4583FF36E195}"/>
                </a:ext>
              </a:extLst>
            </p:cNvPr>
            <p:cNvSpPr/>
            <p:nvPr/>
          </p:nvSpPr>
          <p:spPr>
            <a:xfrm>
              <a:off x="7023061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872FC9-82A7-44B5-92EB-2CC866C93714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FA70B5B-25B0-4CD7-8909-0A5A8EE056CB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2321A4-E215-4BC0-9175-9C5396E9A1DF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B52E79-2A8B-4E64-B34A-92B7AA8E4823}"/>
                </a:ext>
              </a:extLst>
            </p:cNvPr>
            <p:cNvCxnSpPr>
              <a:cxnSpLocks/>
              <a:stCxn id="11" idx="0"/>
              <a:endCxn id="7" idx="3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/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9399236-5D94-46CE-B415-9EB3A1C6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4882" y="3821656"/>
                  <a:ext cx="44755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1CDF28-0147-4C4A-B2B3-3CEE38793383}"/>
              </a:ext>
            </a:extLst>
          </p:cNvPr>
          <p:cNvCxnSpPr>
            <a:cxnSpLocks/>
          </p:cNvCxnSpPr>
          <p:nvPr/>
        </p:nvCxnSpPr>
        <p:spPr>
          <a:xfrm flipV="1">
            <a:off x="1130837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0CB9204-E9DC-4AF3-AFD7-0C9E18A157E7}"/>
              </a:ext>
            </a:extLst>
          </p:cNvPr>
          <p:cNvSpPr/>
          <p:nvPr/>
        </p:nvSpPr>
        <p:spPr>
          <a:xfrm>
            <a:off x="765091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/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D72BA96-2B33-43F8-A24C-F357743BC4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40" y="2510703"/>
                <a:ext cx="413896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/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7E6C7BB-72E4-4597-845F-2FF8847AD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632" y="3749939"/>
                <a:ext cx="4235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/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14BA05D-9206-419A-AB48-83D93234D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039" y="5004433"/>
                <a:ext cx="3337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/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D95A9C4-42DE-4345-BFBC-7C79BAB8E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931" y="4979838"/>
                <a:ext cx="3722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5A27B70-34B4-454E-8FDF-A5672CF52E4D}"/>
              </a:ext>
            </a:extLst>
          </p:cNvPr>
          <p:cNvGrpSpPr/>
          <p:nvPr/>
        </p:nvGrpSpPr>
        <p:grpSpPr>
          <a:xfrm>
            <a:off x="7245194" y="2958337"/>
            <a:ext cx="2150090" cy="2600700"/>
            <a:chOff x="4977124" y="3030055"/>
            <a:chExt cx="2150090" cy="26007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F726784-F2AB-498F-8BA8-8387C935D01E}"/>
                </a:ext>
              </a:extLst>
            </p:cNvPr>
            <p:cNvCxnSpPr>
              <a:cxnSpLocks/>
            </p:cNvCxnSpPr>
            <p:nvPr/>
          </p:nvCxnSpPr>
          <p:spPr>
            <a:xfrm>
              <a:off x="6398247" y="3030055"/>
              <a:ext cx="728967" cy="8082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056680A-797F-472E-B098-5E2C9164495A}"/>
                </a:ext>
              </a:extLst>
            </p:cNvPr>
            <p:cNvSpPr/>
            <p:nvPr/>
          </p:nvSpPr>
          <p:spPr>
            <a:xfrm>
              <a:off x="5892493" y="4919555"/>
              <a:ext cx="711200" cy="711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7E23F4-37B8-4D49-9643-766388B43A5D}"/>
                </a:ext>
              </a:extLst>
            </p:cNvPr>
            <p:cNvSpPr/>
            <p:nvPr/>
          </p:nvSpPr>
          <p:spPr>
            <a:xfrm>
              <a:off x="4977124" y="3734155"/>
              <a:ext cx="711200" cy="711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1798050-07AE-48EA-8AEB-ECD4B6B2D12A}"/>
                </a:ext>
              </a:extLst>
            </p:cNvPr>
            <p:cNvCxnSpPr>
              <a:cxnSpLocks/>
            </p:cNvCxnSpPr>
            <p:nvPr/>
          </p:nvCxnSpPr>
          <p:spPr>
            <a:xfrm>
              <a:off x="5614038" y="4320588"/>
              <a:ext cx="570288" cy="598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B8575F6-2A78-4EB9-9014-6F94BEE37740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5332724" y="3030055"/>
              <a:ext cx="562629" cy="7041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223FD5A-1965-44A0-A674-DD7B895AE1AB}"/>
              </a:ext>
            </a:extLst>
          </p:cNvPr>
          <p:cNvCxnSpPr>
            <a:cxnSpLocks/>
          </p:cNvCxnSpPr>
          <p:nvPr/>
        </p:nvCxnSpPr>
        <p:spPr>
          <a:xfrm flipV="1">
            <a:off x="6697919" y="4171028"/>
            <a:ext cx="562629" cy="7041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92C5777-8BC0-49DC-85F4-EF54D749DA7C}"/>
              </a:ext>
            </a:extLst>
          </p:cNvPr>
          <p:cNvSpPr/>
          <p:nvPr/>
        </p:nvSpPr>
        <p:spPr>
          <a:xfrm>
            <a:off x="6332173" y="4847837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813646-FEBA-463F-B686-0F838D14D60A}"/>
                  </a:ext>
                </a:extLst>
              </p:cNvPr>
              <p:cNvSpPr/>
              <p:nvPr/>
            </p:nvSpPr>
            <p:spPr>
              <a:xfrm>
                <a:off x="7396714" y="3749939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813646-FEBA-463F-B686-0F838D14D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714" y="3749939"/>
                <a:ext cx="42351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696CB3A-C0C9-44B4-BEB3-28892001C627}"/>
                  </a:ext>
                </a:extLst>
              </p:cNvPr>
              <p:cNvSpPr/>
              <p:nvPr/>
            </p:nvSpPr>
            <p:spPr>
              <a:xfrm>
                <a:off x="6532121" y="5004433"/>
                <a:ext cx="3337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696CB3A-C0C9-44B4-BEB3-28892001C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121" y="5004433"/>
                <a:ext cx="3337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98A1B7E-2463-4A74-999E-07E519AB86B3}"/>
                  </a:ext>
                </a:extLst>
              </p:cNvPr>
              <p:cNvSpPr/>
              <p:nvPr/>
            </p:nvSpPr>
            <p:spPr>
              <a:xfrm>
                <a:off x="8355013" y="4979838"/>
                <a:ext cx="3722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98A1B7E-2463-4A74-999E-07E519AB8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013" y="4979838"/>
                <a:ext cx="37221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9AB59EF4-2144-4392-B5D6-13D9126D8BF7}"/>
              </a:ext>
            </a:extLst>
          </p:cNvPr>
          <p:cNvSpPr/>
          <p:nvPr/>
        </p:nvSpPr>
        <p:spPr>
          <a:xfrm>
            <a:off x="5273984" y="3749938"/>
            <a:ext cx="822016" cy="46166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C31E88-EA8C-4BB1-9698-73BDE6835AEA}"/>
                  </a:ext>
                </a:extLst>
              </p:cNvPr>
              <p:cNvSpPr txBox="1"/>
              <p:nvPr/>
            </p:nvSpPr>
            <p:spPr>
              <a:xfrm>
                <a:off x="4800995" y="3016106"/>
                <a:ext cx="1707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Change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red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C31E88-EA8C-4BB1-9698-73BDE683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5" y="3016106"/>
                <a:ext cx="1707647" cy="369332"/>
              </a:xfrm>
              <a:prstGeom prst="rect">
                <a:avLst/>
              </a:prstGeom>
              <a:blipFill>
                <a:blip r:embed="rId12"/>
                <a:stretch>
                  <a:fillRect l="-3214" t="-10000" r="-178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2443B70-6D14-4883-A3C2-92AFC72F986F}"/>
              </a:ext>
            </a:extLst>
          </p:cNvPr>
          <p:cNvSpPr txBox="1"/>
          <p:nvPr/>
        </p:nvSpPr>
        <p:spPr>
          <a:xfrm>
            <a:off x="8793471" y="2472071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Continue fixing from p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5BE0025-2985-48C4-BE43-C778BEBC8761}"/>
              </a:ext>
            </a:extLst>
          </p:cNvPr>
          <p:cNvSpPr/>
          <p:nvPr/>
        </p:nvSpPr>
        <p:spPr>
          <a:xfrm>
            <a:off x="8059270" y="2470410"/>
            <a:ext cx="711200" cy="711200"/>
          </a:xfrm>
          <a:prstGeom prst="ellipse">
            <a:avLst/>
          </a:prstGeom>
          <a:solidFill>
            <a:schemeClr val="tx1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D51940C-EA3D-4357-BC88-2627ECECDA8F}"/>
              </a:ext>
            </a:extLst>
          </p:cNvPr>
          <p:cNvSpPr/>
          <p:nvPr/>
        </p:nvSpPr>
        <p:spPr>
          <a:xfrm>
            <a:off x="9133638" y="3665128"/>
            <a:ext cx="711200" cy="711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343B40A-68A4-415D-89E6-BC1F27676D80}"/>
                  </a:ext>
                </a:extLst>
              </p:cNvPr>
              <p:cNvSpPr/>
              <p:nvPr/>
            </p:nvSpPr>
            <p:spPr>
              <a:xfrm>
                <a:off x="9282290" y="3787687"/>
                <a:ext cx="41389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343B40A-68A4-415D-89E6-BC1F27676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290" y="3787687"/>
                <a:ext cx="413896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EA68BBB-5D62-4ED8-AD06-CFEBD1EC4112}"/>
                  </a:ext>
                </a:extLst>
              </p:cNvPr>
              <p:cNvSpPr txBox="1"/>
              <p:nvPr/>
            </p:nvSpPr>
            <p:spPr>
              <a:xfrm>
                <a:off x="8186424" y="2545255"/>
                <a:ext cx="4603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EA68BBB-5D62-4ED8-AD06-CFEBD1EC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424" y="2545255"/>
                <a:ext cx="460382" cy="461665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694379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138/154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90DE620-3B24-454E-B277-01F6D8FE09B4}"/>
              </a:ext>
            </a:extLst>
          </p:cNvPr>
          <p:cNvSpPr/>
          <p:nvPr/>
        </p:nvSpPr>
        <p:spPr>
          <a:xfrm>
            <a:off x="1719523" y="3742371"/>
            <a:ext cx="322729" cy="322729"/>
          </a:xfrm>
          <a:prstGeom prst="ellipse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p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3D20CB4-B445-46A8-BE75-465E2ED4E3A0}"/>
              </a:ext>
            </a:extLst>
          </p:cNvPr>
          <p:cNvCxnSpPr>
            <a:stCxn id="111" idx="3"/>
          </p:cNvCxnSpPr>
          <p:nvPr/>
        </p:nvCxnSpPr>
        <p:spPr>
          <a:xfrm flipH="1">
            <a:off x="1348973" y="4017837"/>
            <a:ext cx="417813" cy="3341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E6629D8-5666-4AC6-AF64-6FEA9CAB781B}"/>
              </a:ext>
            </a:extLst>
          </p:cNvPr>
          <p:cNvCxnSpPr>
            <a:stCxn id="111" idx="5"/>
          </p:cNvCxnSpPr>
          <p:nvPr/>
        </p:nvCxnSpPr>
        <p:spPr>
          <a:xfrm>
            <a:off x="1994989" y="4017837"/>
            <a:ext cx="248787" cy="3227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583DAE2A-ED40-4016-82DF-FBA94220AE67}"/>
              </a:ext>
            </a:extLst>
          </p:cNvPr>
          <p:cNvSpPr/>
          <p:nvPr/>
        </p:nvSpPr>
        <p:spPr>
          <a:xfrm>
            <a:off x="2091376" y="4307470"/>
            <a:ext cx="322729" cy="322729"/>
          </a:xfrm>
          <a:prstGeom prst="ellipse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x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46EF3B8-3797-4618-A8B1-FCB5276F4679}"/>
              </a:ext>
            </a:extLst>
          </p:cNvPr>
          <p:cNvCxnSpPr/>
          <p:nvPr/>
        </p:nvCxnSpPr>
        <p:spPr>
          <a:xfrm flipH="1">
            <a:off x="804229" y="4459321"/>
            <a:ext cx="417813" cy="3341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9B8172E-26BD-4F30-8908-29FC10E3B2CD}"/>
              </a:ext>
            </a:extLst>
          </p:cNvPr>
          <p:cNvCxnSpPr/>
          <p:nvPr/>
        </p:nvCxnSpPr>
        <p:spPr>
          <a:xfrm>
            <a:off x="1450245" y="4459321"/>
            <a:ext cx="248787" cy="3227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AE092378-A1DC-44E2-8831-5F7B7B533696}"/>
              </a:ext>
            </a:extLst>
          </p:cNvPr>
          <p:cNvSpPr/>
          <p:nvPr/>
        </p:nvSpPr>
        <p:spPr>
          <a:xfrm>
            <a:off x="629944" y="4714577"/>
            <a:ext cx="322729" cy="322729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l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39277013-BB8B-4211-AF48-DD85A8CFA9F7}"/>
              </a:ext>
            </a:extLst>
          </p:cNvPr>
          <p:cNvSpPr/>
          <p:nvPr/>
        </p:nvSpPr>
        <p:spPr>
          <a:xfrm>
            <a:off x="1546632" y="4748954"/>
            <a:ext cx="322729" cy="322729"/>
          </a:xfrm>
          <a:prstGeom prst="ellipse">
            <a:avLst/>
          </a:prstGeom>
          <a:solidFill>
            <a:srgbClr val="00B05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r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8843AD54-4659-43AB-AC68-1BE8E3F11ACA}"/>
              </a:ext>
            </a:extLst>
          </p:cNvPr>
          <p:cNvSpPr/>
          <p:nvPr/>
        </p:nvSpPr>
        <p:spPr>
          <a:xfrm>
            <a:off x="1174688" y="4273093"/>
            <a:ext cx="322729" cy="322729"/>
          </a:xfrm>
          <a:prstGeom prst="ellipse">
            <a:avLst/>
          </a:prstGeom>
          <a:solidFill>
            <a:srgbClr val="FF00FF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1B45EF-C03F-4B5B-8A49-01E7A73B6387}"/>
              </a:ext>
            </a:extLst>
          </p:cNvPr>
          <p:cNvSpPr/>
          <p:nvPr/>
        </p:nvSpPr>
        <p:spPr>
          <a:xfrm>
            <a:off x="530353" y="3989642"/>
            <a:ext cx="772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Sibling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FA83F68-16F8-4D52-9DA1-A33FA8C3DF94}"/>
              </a:ext>
            </a:extLst>
          </p:cNvPr>
          <p:cNvGrpSpPr/>
          <p:nvPr/>
        </p:nvGrpSpPr>
        <p:grpSpPr>
          <a:xfrm>
            <a:off x="3124604" y="1932995"/>
            <a:ext cx="7577897" cy="4841548"/>
            <a:chOff x="3124604" y="1932995"/>
            <a:chExt cx="7577897" cy="48415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A93FE-944E-4205-A6EB-9E96F31D18B3}"/>
                </a:ext>
              </a:extLst>
            </p:cNvPr>
            <p:cNvSpPr txBox="1"/>
            <p:nvPr/>
          </p:nvSpPr>
          <p:spPr>
            <a:xfrm>
              <a:off x="4997264" y="1932995"/>
              <a:ext cx="866456" cy="307777"/>
            </a:xfrm>
            <a:prstGeom prst="rect">
              <a:avLst/>
            </a:prstGeom>
            <a:solidFill>
              <a:srgbClr val="FF00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Sibling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29107F6-1FED-4EAD-8DCE-F9A53B4C43B4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 flipH="1">
              <a:off x="3790286" y="2240772"/>
              <a:ext cx="1640206" cy="47396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D7CEB5B-5983-440C-9877-24BCEAC2833F}"/>
                </a:ext>
              </a:extLst>
            </p:cNvPr>
            <p:cNvCxnSpPr>
              <a:cxnSpLocks/>
              <a:stCxn id="3" idx="2"/>
              <a:endCxn id="12" idx="0"/>
            </p:cNvCxnSpPr>
            <p:nvPr/>
          </p:nvCxnSpPr>
          <p:spPr>
            <a:xfrm>
              <a:off x="5430492" y="2240772"/>
              <a:ext cx="1462909" cy="46498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4A337C-FCBF-448D-8E41-1344C918538F}"/>
                </a:ext>
              </a:extLst>
            </p:cNvPr>
            <p:cNvSpPr txBox="1"/>
            <p:nvPr/>
          </p:nvSpPr>
          <p:spPr>
            <a:xfrm>
              <a:off x="3501745" y="2714741"/>
              <a:ext cx="57708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551730-5034-4492-950C-89ADE02ED673}"/>
                </a:ext>
              </a:extLst>
            </p:cNvPr>
            <p:cNvSpPr txBox="1"/>
            <p:nvPr/>
          </p:nvSpPr>
          <p:spPr>
            <a:xfrm>
              <a:off x="6522851" y="2705756"/>
              <a:ext cx="7411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242F364-37A9-4962-ACE5-6A60CEDCA872}"/>
                </a:ext>
              </a:extLst>
            </p:cNvPr>
            <p:cNvCxnSpPr>
              <a:cxnSpLocks/>
              <a:stCxn id="10" idx="2"/>
              <a:endCxn id="16" idx="0"/>
            </p:cNvCxnSpPr>
            <p:nvPr/>
          </p:nvCxnSpPr>
          <p:spPr>
            <a:xfrm>
              <a:off x="3790286" y="3022518"/>
              <a:ext cx="5586" cy="5162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189FE7-1CCF-412C-AC6A-08DF19412018}"/>
                </a:ext>
              </a:extLst>
            </p:cNvPr>
            <p:cNvSpPr txBox="1"/>
            <p:nvPr/>
          </p:nvSpPr>
          <p:spPr>
            <a:xfrm>
              <a:off x="3124604" y="3538805"/>
              <a:ext cx="134253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right rotation at p</a:t>
              </a:r>
            </a:p>
            <a:p>
              <a:r>
                <a:rPr lang="en-US" sz="1200" dirty="0">
                  <a:latin typeface="+mj-lt"/>
                </a:rPr>
                <a:t>recoloring p, s</a:t>
              </a:r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AAA116AE-425C-4350-B905-3E5BBD3BF19D}"/>
                </a:ext>
              </a:extLst>
            </p:cNvPr>
            <p:cNvCxnSpPr>
              <a:cxnSpLocks/>
              <a:stCxn id="16" idx="3"/>
              <a:endCxn id="12" idx="1"/>
            </p:cNvCxnSpPr>
            <p:nvPr/>
          </p:nvCxnSpPr>
          <p:spPr>
            <a:xfrm flipV="1">
              <a:off x="4467140" y="2859645"/>
              <a:ext cx="2055711" cy="909993"/>
            </a:xfrm>
            <a:prstGeom prst="bentConnector3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86C7CC9-AC76-4BC6-AB76-A1008A686DF5}"/>
                </a:ext>
              </a:extLst>
            </p:cNvPr>
            <p:cNvCxnSpPr>
              <a:cxnSpLocks/>
              <a:stCxn id="31" idx="2"/>
              <a:endCxn id="26" idx="0"/>
            </p:cNvCxnSpPr>
            <p:nvPr/>
          </p:nvCxnSpPr>
          <p:spPr>
            <a:xfrm flipH="1">
              <a:off x="4563906" y="3769638"/>
              <a:ext cx="2339232" cy="6288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ADA1E3E-F20E-4952-AADB-13DDD59EC9E9}"/>
                </a:ext>
              </a:extLst>
            </p:cNvPr>
            <p:cNvCxnSpPr>
              <a:cxnSpLocks/>
              <a:stCxn id="31" idx="2"/>
              <a:endCxn id="27" idx="0"/>
            </p:cNvCxnSpPr>
            <p:nvPr/>
          </p:nvCxnSpPr>
          <p:spPr>
            <a:xfrm>
              <a:off x="6903138" y="3769638"/>
              <a:ext cx="2222608" cy="6321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4A8204-E9FA-4A18-89A5-77ED9FE32795}"/>
                </a:ext>
              </a:extLst>
            </p:cNvPr>
            <p:cNvSpPr txBox="1"/>
            <p:nvPr/>
          </p:nvSpPr>
          <p:spPr>
            <a:xfrm>
              <a:off x="4090218" y="4398533"/>
              <a:ext cx="947375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left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E38E1D-523E-46C6-81A0-AD3F8B5D16DA}"/>
                </a:ext>
              </a:extLst>
            </p:cNvPr>
            <p:cNvSpPr txBox="1"/>
            <p:nvPr/>
          </p:nvSpPr>
          <p:spPr>
            <a:xfrm>
              <a:off x="8516893" y="4401837"/>
              <a:ext cx="1217706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both black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7265587-F581-489B-BC26-625CACD799B1}"/>
                </a:ext>
              </a:extLst>
            </p:cNvPr>
            <p:cNvCxnSpPr>
              <a:cxnSpLocks/>
              <a:stCxn id="12" idx="2"/>
              <a:endCxn id="31" idx="0"/>
            </p:cNvCxnSpPr>
            <p:nvPr/>
          </p:nvCxnSpPr>
          <p:spPr>
            <a:xfrm>
              <a:off x="6893401" y="3013533"/>
              <a:ext cx="9737" cy="44832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B332E4-A831-4C7A-89B3-9AF296F066C7}"/>
                </a:ext>
              </a:extLst>
            </p:cNvPr>
            <p:cNvSpPr txBox="1"/>
            <p:nvPr/>
          </p:nvSpPr>
          <p:spPr>
            <a:xfrm>
              <a:off x="6405566" y="3461861"/>
              <a:ext cx="995144" cy="30777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children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3351D-CFE8-4AF9-8D88-0F44C6C6EFA8}"/>
                </a:ext>
              </a:extLst>
            </p:cNvPr>
            <p:cNvCxnSpPr>
              <a:cxnSpLocks/>
              <a:stCxn id="31" idx="2"/>
              <a:endCxn id="48" idx="0"/>
            </p:cNvCxnSpPr>
            <p:nvPr/>
          </p:nvCxnSpPr>
          <p:spPr>
            <a:xfrm>
              <a:off x="6903138" y="3769638"/>
              <a:ext cx="1128" cy="65831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9071F8-11BF-4A1D-A69A-3DDCC5A0B7CA}"/>
                </a:ext>
              </a:extLst>
            </p:cNvPr>
            <p:cNvSpPr txBox="1"/>
            <p:nvPr/>
          </p:nvSpPr>
          <p:spPr>
            <a:xfrm>
              <a:off x="6388795" y="4427948"/>
              <a:ext cx="1030941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right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4A36692-D7B9-4167-8279-702B43F67C6F}"/>
                </a:ext>
              </a:extLst>
            </p:cNvPr>
            <p:cNvCxnSpPr>
              <a:cxnSpLocks/>
              <a:stCxn id="66" idx="2"/>
              <a:endCxn id="63" idx="0"/>
            </p:cNvCxnSpPr>
            <p:nvPr/>
          </p:nvCxnSpPr>
          <p:spPr>
            <a:xfrm flipH="1">
              <a:off x="8077795" y="5323298"/>
              <a:ext cx="1052670" cy="47649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95C91E-9AF9-4B11-90CB-33B5FDB80BEF}"/>
                </a:ext>
              </a:extLst>
            </p:cNvPr>
            <p:cNvCxnSpPr>
              <a:cxnSpLocks/>
              <a:stCxn id="66" idx="2"/>
              <a:endCxn id="64" idx="0"/>
            </p:cNvCxnSpPr>
            <p:nvPr/>
          </p:nvCxnSpPr>
          <p:spPr>
            <a:xfrm>
              <a:off x="9130465" y="5323298"/>
              <a:ext cx="1168186" cy="47979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EC160E-257F-49D7-B643-404B84E7638C}"/>
                </a:ext>
              </a:extLst>
            </p:cNvPr>
            <p:cNvSpPr txBox="1"/>
            <p:nvPr/>
          </p:nvSpPr>
          <p:spPr>
            <a:xfrm>
              <a:off x="7784316" y="5799792"/>
              <a:ext cx="586958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280E64-01B8-4F72-874B-CF9AAD005E8C}"/>
                </a:ext>
              </a:extLst>
            </p:cNvPr>
            <p:cNvSpPr txBox="1"/>
            <p:nvPr/>
          </p:nvSpPr>
          <p:spPr>
            <a:xfrm>
              <a:off x="9936642" y="5803096"/>
              <a:ext cx="724017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DD8C910-6A6F-4202-B594-C6B74711AE90}"/>
                </a:ext>
              </a:extLst>
            </p:cNvPr>
            <p:cNvCxnSpPr>
              <a:cxnSpLocks/>
              <a:stCxn id="27" idx="2"/>
              <a:endCxn id="66" idx="0"/>
            </p:cNvCxnSpPr>
            <p:nvPr/>
          </p:nvCxnSpPr>
          <p:spPr>
            <a:xfrm>
              <a:off x="9125746" y="4709614"/>
              <a:ext cx="4719" cy="3059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272DEC3-1971-43C3-A59E-611407B1C861}"/>
                </a:ext>
              </a:extLst>
            </p:cNvPr>
            <p:cNvSpPr txBox="1"/>
            <p:nvPr/>
          </p:nvSpPr>
          <p:spPr>
            <a:xfrm>
              <a:off x="8696761" y="5015521"/>
              <a:ext cx="867408" cy="30777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parent</a:t>
              </a:r>
            </a:p>
          </p:txBody>
        </p: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90CC83A9-D110-4C95-8DB8-37DF803616AC}"/>
                </a:ext>
              </a:extLst>
            </p:cNvPr>
            <p:cNvCxnSpPr>
              <a:cxnSpLocks/>
              <a:stCxn id="70" idx="3"/>
              <a:endCxn id="3" idx="3"/>
            </p:cNvCxnSpPr>
            <p:nvPr/>
          </p:nvCxnSpPr>
          <p:spPr>
            <a:xfrm flipH="1" flipV="1">
              <a:off x="5863720" y="2086884"/>
              <a:ext cx="4838781" cy="4456827"/>
            </a:xfrm>
            <a:prstGeom prst="bentConnector3">
              <a:avLst>
                <a:gd name="adj1" fmla="val -4724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BC70141-381A-43CF-8F98-F2CCC130AFEF}"/>
                </a:ext>
              </a:extLst>
            </p:cNvPr>
            <p:cNvCxnSpPr>
              <a:cxnSpLocks/>
              <a:stCxn id="26" idx="2"/>
              <a:endCxn id="50" idx="0"/>
            </p:cNvCxnSpPr>
            <p:nvPr/>
          </p:nvCxnSpPr>
          <p:spPr>
            <a:xfrm>
              <a:off x="4563906" y="4706310"/>
              <a:ext cx="1727" cy="3564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551E82C-9BF9-411E-B58B-271B90D2FC3A}"/>
                    </a:ext>
                  </a:extLst>
                </p:cNvPr>
                <p:cNvSpPr txBox="1"/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right rotation at p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l, 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551E82C-9BF9-411E-B58B-271B90D2F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31D27DA-F41F-4602-8D70-EEA61D4E917A}"/>
                </a:ext>
              </a:extLst>
            </p:cNvPr>
            <p:cNvCxnSpPr>
              <a:cxnSpLocks/>
              <a:stCxn id="48" idx="2"/>
              <a:endCxn id="53" idx="0"/>
            </p:cNvCxnSpPr>
            <p:nvPr/>
          </p:nvCxnSpPr>
          <p:spPr>
            <a:xfrm>
              <a:off x="6904266" y="4735725"/>
              <a:ext cx="2358" cy="3544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5C5C562-6482-4958-AC52-8EF60CF1E848}"/>
                    </a:ext>
                  </a:extLst>
                </p:cNvPr>
                <p:cNvSpPr txBox="1"/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LR rotation at p</a:t>
                  </a:r>
                </a:p>
                <a:p>
                  <a:r>
                    <a:rPr lang="en-US" sz="1200" dirty="0"/>
                    <a:t>r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5C5C562-6482-4958-AC52-8EF60CF1E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CF5EB06-7271-4C54-BD5C-3DBBF41AA031}"/>
                </a:ext>
              </a:extLst>
            </p:cNvPr>
            <p:cNvCxnSpPr>
              <a:cxnSpLocks/>
              <a:stCxn id="63" idx="2"/>
              <a:endCxn id="68" idx="0"/>
            </p:cNvCxnSpPr>
            <p:nvPr/>
          </p:nvCxnSpPr>
          <p:spPr>
            <a:xfrm>
              <a:off x="8077795" y="6107569"/>
              <a:ext cx="1524" cy="2053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A65E6ED-C56A-4249-A782-438E589AF0D8}"/>
                    </a:ext>
                  </a:extLst>
                </p:cNvPr>
                <p:cNvSpPr txBox="1"/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black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A65E6ED-C56A-4249-A782-438E589AF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90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1E0B1FD-D308-4CC1-B70D-FAC3624D40E7}"/>
                </a:ext>
              </a:extLst>
            </p:cNvPr>
            <p:cNvCxnSpPr>
              <a:cxnSpLocks/>
              <a:stCxn id="64" idx="2"/>
              <a:endCxn id="70" idx="0"/>
            </p:cNvCxnSpPr>
            <p:nvPr/>
          </p:nvCxnSpPr>
          <p:spPr>
            <a:xfrm>
              <a:off x="10298651" y="6110873"/>
              <a:ext cx="478" cy="20200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C725DD4-704A-4E38-B1A3-CB1032514CBA}"/>
                    </a:ext>
                  </a:extLst>
                </p:cNvPr>
                <p:cNvSpPr txBox="1"/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  <a:p>
                  <a:r>
                    <a:rPr lang="en-US" sz="1200" dirty="0"/>
                    <a:t>del x, x=p</a:t>
                  </a: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C725DD4-704A-4E38-B1A3-CB1032514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C288799-E980-469F-9257-BF20853F42D2}"/>
              </a:ext>
            </a:extLst>
          </p:cNvPr>
          <p:cNvSpPr/>
          <p:nvPr/>
        </p:nvSpPr>
        <p:spPr>
          <a:xfrm>
            <a:off x="292065" y="1989727"/>
            <a:ext cx="2821366" cy="1023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1400" dirty="0"/>
              <a:t>- If </a:t>
            </a:r>
            <a:r>
              <a:rPr lang="en-US" sz="1400" b="1" dirty="0">
                <a:solidFill>
                  <a:srgbClr val="00B0F0"/>
                </a:solidFill>
              </a:rPr>
              <a:t>x</a:t>
            </a:r>
            <a:r>
              <a:rPr lang="en-US" sz="1400" dirty="0"/>
              <a:t> is </a:t>
            </a:r>
            <a:r>
              <a:rPr lang="en-US" sz="1400" b="1" dirty="0">
                <a:solidFill>
                  <a:srgbClr val="FF0000"/>
                </a:solidFill>
              </a:rPr>
              <a:t>red</a:t>
            </a:r>
            <a:r>
              <a:rPr lang="en-US" sz="1400" dirty="0"/>
              <a:t>, we are done!</a:t>
            </a:r>
          </a:p>
          <a:p>
            <a:pPr marL="118872" lvl="0">
              <a:lnSpc>
                <a:spcPct val="150000"/>
              </a:lnSpc>
              <a:buClr>
                <a:srgbClr val="F0AD00"/>
              </a:buClr>
              <a:buSzPct val="80000"/>
            </a:pPr>
            <a:r>
              <a:rPr lang="en-US" sz="1400" dirty="0"/>
              <a:t>- If </a:t>
            </a:r>
            <a:r>
              <a:rPr lang="en-US" sz="1400" b="1" dirty="0">
                <a:solidFill>
                  <a:srgbClr val="00B0F0"/>
                </a:solidFill>
              </a:rPr>
              <a:t>x</a:t>
            </a:r>
            <a:r>
              <a:rPr lang="en-US" sz="1400" dirty="0"/>
              <a:t> is </a:t>
            </a:r>
            <a:r>
              <a:rPr lang="en-US" sz="1400" b="1" dirty="0"/>
              <a:t>black</a:t>
            </a:r>
            <a:r>
              <a:rPr lang="en-US" sz="1400" dirty="0"/>
              <a:t> with a </a:t>
            </a:r>
            <a:r>
              <a:rPr lang="en-US" sz="1400" dirty="0">
                <a:solidFill>
                  <a:srgbClr val="FF0000"/>
                </a:solidFill>
              </a:rPr>
              <a:t>red</a:t>
            </a:r>
            <a:r>
              <a:rPr lang="en-US" sz="1400" dirty="0"/>
              <a:t> child, recolor the child and we are done.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76529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139/154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stCxn id="134" idx="0"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4" name="Oval 16">
            <a:extLst>
              <a:ext uri="{FF2B5EF4-FFF2-40B4-BE49-F238E27FC236}">
                <a16:creationId xmlns:a16="http://schemas.microsoft.com/office/drawing/2014/main" id="{9980017B-2C29-4C53-8E8C-DC845BF49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292" y="377248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2323C3C-77B9-42AE-80B2-8560A0BEF4A7}"/>
              </a:ext>
            </a:extLst>
          </p:cNvPr>
          <p:cNvGrpSpPr/>
          <p:nvPr/>
        </p:nvGrpSpPr>
        <p:grpSpPr>
          <a:xfrm>
            <a:off x="6073497" y="4003581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49D021E-3B47-474A-A9C3-E595C5C15CF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E7E6AFC-F706-488D-A40C-89E465D58125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1AE3D51-D8CB-4541-99A6-121007E6288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A7D736D-3BBB-4BF6-9D2B-B9B8630DA255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D462B6C-87F3-4669-9DE6-B132404CCEE1}"/>
              </a:ext>
            </a:extLst>
          </p:cNvPr>
          <p:cNvSpPr txBox="1"/>
          <p:nvPr/>
        </p:nvSpPr>
        <p:spPr>
          <a:xfrm>
            <a:off x="6312456" y="38134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D9224B-46E7-4927-BCB1-A721A59173B3}"/>
              </a:ext>
            </a:extLst>
          </p:cNvPr>
          <p:cNvSpPr/>
          <p:nvPr/>
        </p:nvSpPr>
        <p:spPr>
          <a:xfrm>
            <a:off x="6239391" y="3669386"/>
            <a:ext cx="668399" cy="66567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5975661" y="279978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4658061" y="36593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5A5B09D-F535-41A6-A39A-D06CF3DD44BA}"/>
              </a:ext>
            </a:extLst>
          </p:cNvPr>
          <p:cNvSpPr txBox="1"/>
          <p:nvPr/>
        </p:nvSpPr>
        <p:spPr>
          <a:xfrm>
            <a:off x="6672756" y="359000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66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107" grpId="0"/>
      <p:bldP spid="108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140/154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CC10A5C-5EEC-4C83-92D4-48AF3DE6D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27" y="2869578"/>
            <a:ext cx="3075272" cy="25102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F850B3E5-4A1D-48AA-A549-91A6030DC755}"/>
              </a:ext>
            </a:extLst>
          </p:cNvPr>
          <p:cNvGrpSpPr/>
          <p:nvPr/>
        </p:nvGrpSpPr>
        <p:grpSpPr>
          <a:xfrm>
            <a:off x="3198080" y="1835027"/>
            <a:ext cx="7577897" cy="4841548"/>
            <a:chOff x="3124604" y="1932995"/>
            <a:chExt cx="7577897" cy="484154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248C7C5-7E14-4F96-A63D-791472B6C4C8}"/>
                </a:ext>
              </a:extLst>
            </p:cNvPr>
            <p:cNvSpPr txBox="1"/>
            <p:nvPr/>
          </p:nvSpPr>
          <p:spPr>
            <a:xfrm>
              <a:off x="4997264" y="1932995"/>
              <a:ext cx="866456" cy="307777"/>
            </a:xfrm>
            <a:prstGeom prst="rect">
              <a:avLst/>
            </a:prstGeom>
            <a:solidFill>
              <a:srgbClr val="FF00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Sibling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D0D2365-EAED-4B5C-9995-A4CE870B2C6A}"/>
                </a:ext>
              </a:extLst>
            </p:cNvPr>
            <p:cNvCxnSpPr>
              <a:cxnSpLocks/>
              <a:stCxn id="54" idx="2"/>
              <a:endCxn id="57" idx="0"/>
            </p:cNvCxnSpPr>
            <p:nvPr/>
          </p:nvCxnSpPr>
          <p:spPr>
            <a:xfrm flipH="1">
              <a:off x="3790286" y="2240772"/>
              <a:ext cx="1640206" cy="47396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EC0ECAE-5982-44D9-862D-C2F16D2AE45B}"/>
                </a:ext>
              </a:extLst>
            </p:cNvPr>
            <p:cNvCxnSpPr>
              <a:cxnSpLocks/>
              <a:stCxn id="54" idx="2"/>
              <a:endCxn id="58" idx="0"/>
            </p:cNvCxnSpPr>
            <p:nvPr/>
          </p:nvCxnSpPr>
          <p:spPr>
            <a:xfrm>
              <a:off x="5430492" y="2240772"/>
              <a:ext cx="1462909" cy="46498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024D47-CDC1-4B7C-904E-A973C7DDB27D}"/>
                </a:ext>
              </a:extLst>
            </p:cNvPr>
            <p:cNvSpPr txBox="1"/>
            <p:nvPr/>
          </p:nvSpPr>
          <p:spPr>
            <a:xfrm>
              <a:off x="3501745" y="2714741"/>
              <a:ext cx="57708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0CB9F6-4489-4BDA-9AC0-3C67F67DBD68}"/>
                </a:ext>
              </a:extLst>
            </p:cNvPr>
            <p:cNvSpPr txBox="1"/>
            <p:nvPr/>
          </p:nvSpPr>
          <p:spPr>
            <a:xfrm>
              <a:off x="6522851" y="2705756"/>
              <a:ext cx="7411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A7400E5-E4B2-463E-A12C-246F910D443E}"/>
                </a:ext>
              </a:extLst>
            </p:cNvPr>
            <p:cNvCxnSpPr>
              <a:cxnSpLocks/>
              <a:stCxn id="57" idx="2"/>
              <a:endCxn id="60" idx="0"/>
            </p:cNvCxnSpPr>
            <p:nvPr/>
          </p:nvCxnSpPr>
          <p:spPr>
            <a:xfrm>
              <a:off x="3790286" y="3022518"/>
              <a:ext cx="5586" cy="5162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B5ACFEA-C43C-47DD-93D3-D6F65B1A76E2}"/>
                </a:ext>
              </a:extLst>
            </p:cNvPr>
            <p:cNvSpPr txBox="1"/>
            <p:nvPr/>
          </p:nvSpPr>
          <p:spPr>
            <a:xfrm>
              <a:off x="3124604" y="3538805"/>
              <a:ext cx="134253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right rotation at p</a:t>
              </a:r>
            </a:p>
            <a:p>
              <a:r>
                <a:rPr lang="en-US" sz="1200" dirty="0">
                  <a:latin typeface="+mj-lt"/>
                </a:rPr>
                <a:t>recoloring p, s</a:t>
              </a:r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D1D043F6-331F-482B-A99B-FEB0A0D48FAB}"/>
                </a:ext>
              </a:extLst>
            </p:cNvPr>
            <p:cNvCxnSpPr>
              <a:cxnSpLocks/>
              <a:stCxn id="60" idx="3"/>
              <a:endCxn id="58" idx="1"/>
            </p:cNvCxnSpPr>
            <p:nvPr/>
          </p:nvCxnSpPr>
          <p:spPr>
            <a:xfrm flipV="1">
              <a:off x="4467140" y="2859645"/>
              <a:ext cx="2055711" cy="909993"/>
            </a:xfrm>
            <a:prstGeom prst="bentConnector3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A94DAB8-849C-451B-9A39-3223203F67D6}"/>
                </a:ext>
              </a:extLst>
            </p:cNvPr>
            <p:cNvCxnSpPr>
              <a:cxnSpLocks/>
              <a:stCxn id="78" idx="2"/>
              <a:endCxn id="75" idx="0"/>
            </p:cNvCxnSpPr>
            <p:nvPr/>
          </p:nvCxnSpPr>
          <p:spPr>
            <a:xfrm flipH="1">
              <a:off x="4563906" y="3769638"/>
              <a:ext cx="2339232" cy="6288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9BD6100-0F32-4985-8465-691B183BC238}"/>
                </a:ext>
              </a:extLst>
            </p:cNvPr>
            <p:cNvCxnSpPr>
              <a:cxnSpLocks/>
              <a:stCxn id="78" idx="2"/>
              <a:endCxn id="76" idx="0"/>
            </p:cNvCxnSpPr>
            <p:nvPr/>
          </p:nvCxnSpPr>
          <p:spPr>
            <a:xfrm>
              <a:off x="6903138" y="3769638"/>
              <a:ext cx="2222608" cy="6321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61EFA89-DCB4-47C0-8D83-B98C2F70067A}"/>
                </a:ext>
              </a:extLst>
            </p:cNvPr>
            <p:cNvSpPr txBox="1"/>
            <p:nvPr/>
          </p:nvSpPr>
          <p:spPr>
            <a:xfrm>
              <a:off x="4090218" y="4398533"/>
              <a:ext cx="947375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left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9CE2FE2-E83C-4E34-8B96-1A75B9DA60E0}"/>
                </a:ext>
              </a:extLst>
            </p:cNvPr>
            <p:cNvSpPr txBox="1"/>
            <p:nvPr/>
          </p:nvSpPr>
          <p:spPr>
            <a:xfrm>
              <a:off x="8516893" y="4401837"/>
              <a:ext cx="1217706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both black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720FE1E-8F7C-41FC-8910-A1B552370490}"/>
                </a:ext>
              </a:extLst>
            </p:cNvPr>
            <p:cNvCxnSpPr>
              <a:cxnSpLocks/>
              <a:stCxn id="58" idx="2"/>
              <a:endCxn id="78" idx="0"/>
            </p:cNvCxnSpPr>
            <p:nvPr/>
          </p:nvCxnSpPr>
          <p:spPr>
            <a:xfrm>
              <a:off x="6893401" y="3013533"/>
              <a:ext cx="9737" cy="44832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6FC83D-E0BA-47E3-A169-239AF817B57F}"/>
                </a:ext>
              </a:extLst>
            </p:cNvPr>
            <p:cNvSpPr txBox="1"/>
            <p:nvPr/>
          </p:nvSpPr>
          <p:spPr>
            <a:xfrm>
              <a:off x="6405566" y="3461861"/>
              <a:ext cx="995144" cy="30777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children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7B57E23-98F3-408A-AEBC-89DA15158903}"/>
                </a:ext>
              </a:extLst>
            </p:cNvPr>
            <p:cNvCxnSpPr>
              <a:cxnSpLocks/>
              <a:stCxn id="78" idx="2"/>
              <a:endCxn id="80" idx="0"/>
            </p:cNvCxnSpPr>
            <p:nvPr/>
          </p:nvCxnSpPr>
          <p:spPr>
            <a:xfrm>
              <a:off x="6903138" y="3769638"/>
              <a:ext cx="1128" cy="65831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A2EDEF7-D7CD-4B9A-95B6-5D0E5038A6E3}"/>
                </a:ext>
              </a:extLst>
            </p:cNvPr>
            <p:cNvSpPr txBox="1"/>
            <p:nvPr/>
          </p:nvSpPr>
          <p:spPr>
            <a:xfrm>
              <a:off x="6388795" y="4427948"/>
              <a:ext cx="1030941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right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9D4C3EE-414B-44A5-967C-738EB7C3BCB4}"/>
                </a:ext>
              </a:extLst>
            </p:cNvPr>
            <p:cNvCxnSpPr>
              <a:cxnSpLocks/>
              <a:stCxn id="86" idx="2"/>
              <a:endCxn id="83" idx="0"/>
            </p:cNvCxnSpPr>
            <p:nvPr/>
          </p:nvCxnSpPr>
          <p:spPr>
            <a:xfrm flipH="1">
              <a:off x="8077795" y="5323298"/>
              <a:ext cx="1052670" cy="47649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3E9C6A0-F63F-4E00-B6B3-4CB61C8FA8BC}"/>
                </a:ext>
              </a:extLst>
            </p:cNvPr>
            <p:cNvCxnSpPr>
              <a:cxnSpLocks/>
              <a:stCxn id="86" idx="2"/>
              <a:endCxn id="84" idx="0"/>
            </p:cNvCxnSpPr>
            <p:nvPr/>
          </p:nvCxnSpPr>
          <p:spPr>
            <a:xfrm>
              <a:off x="9130465" y="5323298"/>
              <a:ext cx="1168186" cy="47979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D2EA26-2D3F-4702-8157-249717B6320E}"/>
                </a:ext>
              </a:extLst>
            </p:cNvPr>
            <p:cNvSpPr txBox="1"/>
            <p:nvPr/>
          </p:nvSpPr>
          <p:spPr>
            <a:xfrm>
              <a:off x="7784316" y="5799792"/>
              <a:ext cx="586958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B2B52E-1AC7-42D2-ACDD-518DD8D19743}"/>
                </a:ext>
              </a:extLst>
            </p:cNvPr>
            <p:cNvSpPr txBox="1"/>
            <p:nvPr/>
          </p:nvSpPr>
          <p:spPr>
            <a:xfrm>
              <a:off x="9936642" y="5803096"/>
              <a:ext cx="724017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00DC8DC-063F-489B-B23C-82F4B9BF34AE}"/>
                </a:ext>
              </a:extLst>
            </p:cNvPr>
            <p:cNvCxnSpPr>
              <a:cxnSpLocks/>
              <a:stCxn id="76" idx="2"/>
              <a:endCxn id="86" idx="0"/>
            </p:cNvCxnSpPr>
            <p:nvPr/>
          </p:nvCxnSpPr>
          <p:spPr>
            <a:xfrm>
              <a:off x="9125746" y="4709614"/>
              <a:ext cx="4719" cy="3059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1D40A90-6C82-49B5-A9C0-D0CBF6B23974}"/>
                </a:ext>
              </a:extLst>
            </p:cNvPr>
            <p:cNvSpPr txBox="1"/>
            <p:nvPr/>
          </p:nvSpPr>
          <p:spPr>
            <a:xfrm>
              <a:off x="8696761" y="5015521"/>
              <a:ext cx="867408" cy="30777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parent</a:t>
              </a:r>
            </a:p>
          </p:txBody>
        </p: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F15FFA09-8BBE-48CC-846A-54284370B2DC}"/>
                </a:ext>
              </a:extLst>
            </p:cNvPr>
            <p:cNvCxnSpPr>
              <a:cxnSpLocks/>
              <a:stCxn id="95" idx="3"/>
              <a:endCxn id="54" idx="3"/>
            </p:cNvCxnSpPr>
            <p:nvPr/>
          </p:nvCxnSpPr>
          <p:spPr>
            <a:xfrm flipH="1" flipV="1">
              <a:off x="5863720" y="2086884"/>
              <a:ext cx="4838781" cy="4456827"/>
            </a:xfrm>
            <a:prstGeom prst="bentConnector3">
              <a:avLst>
                <a:gd name="adj1" fmla="val -4724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11C1AFB-07E7-4CF8-ABAC-E70B5A18A37E}"/>
                </a:ext>
              </a:extLst>
            </p:cNvPr>
            <p:cNvCxnSpPr>
              <a:cxnSpLocks/>
              <a:stCxn id="75" idx="2"/>
              <a:endCxn id="89" idx="0"/>
            </p:cNvCxnSpPr>
            <p:nvPr/>
          </p:nvCxnSpPr>
          <p:spPr>
            <a:xfrm>
              <a:off x="4563906" y="4706310"/>
              <a:ext cx="1727" cy="3564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/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right rotation at p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l, 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979FBDC-E7B5-4F7F-86A0-CD8CD91A61D8}"/>
                </a:ext>
              </a:extLst>
            </p:cNvPr>
            <p:cNvCxnSpPr>
              <a:cxnSpLocks/>
              <a:stCxn id="80" idx="2"/>
              <a:endCxn id="91" idx="0"/>
            </p:cNvCxnSpPr>
            <p:nvPr/>
          </p:nvCxnSpPr>
          <p:spPr>
            <a:xfrm>
              <a:off x="6904266" y="4735725"/>
              <a:ext cx="2358" cy="3544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/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LR rotation at p</a:t>
                  </a:r>
                </a:p>
                <a:p>
                  <a:r>
                    <a:rPr lang="en-US" sz="1200" dirty="0"/>
                    <a:t>r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55D2928-83C4-4D5D-A977-F2069FE26087}"/>
                </a:ext>
              </a:extLst>
            </p:cNvPr>
            <p:cNvCxnSpPr>
              <a:cxnSpLocks/>
              <a:stCxn id="83" idx="2"/>
              <a:endCxn id="93" idx="0"/>
            </p:cNvCxnSpPr>
            <p:nvPr/>
          </p:nvCxnSpPr>
          <p:spPr>
            <a:xfrm>
              <a:off x="8077795" y="6107569"/>
              <a:ext cx="1524" cy="2053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/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black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8E86A7B-C519-4466-96A5-B22AABCEAEA4}"/>
                </a:ext>
              </a:extLst>
            </p:cNvPr>
            <p:cNvCxnSpPr>
              <a:cxnSpLocks/>
              <a:stCxn id="84" idx="2"/>
              <a:endCxn id="95" idx="0"/>
            </p:cNvCxnSpPr>
            <p:nvPr/>
          </p:nvCxnSpPr>
          <p:spPr>
            <a:xfrm>
              <a:off x="10298651" y="6110873"/>
              <a:ext cx="478" cy="20200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/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  <a:p>
                  <a:r>
                    <a:rPr lang="en-US" sz="1200" dirty="0"/>
                    <a:t>del x, x=p</a:t>
                  </a: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90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6717937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141/154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642C9-8228-4A62-AC26-3DC536126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27" y="2869578"/>
            <a:ext cx="3075272" cy="251029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FA83F68-16F8-4D52-9DA1-A33FA8C3DF94}"/>
              </a:ext>
            </a:extLst>
          </p:cNvPr>
          <p:cNvGrpSpPr/>
          <p:nvPr/>
        </p:nvGrpSpPr>
        <p:grpSpPr>
          <a:xfrm>
            <a:off x="3198083" y="1835023"/>
            <a:ext cx="7577897" cy="4841548"/>
            <a:chOff x="3124604" y="1932995"/>
            <a:chExt cx="7577897" cy="484154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A93FE-944E-4205-A6EB-9E96F31D18B3}"/>
                </a:ext>
              </a:extLst>
            </p:cNvPr>
            <p:cNvSpPr txBox="1"/>
            <p:nvPr/>
          </p:nvSpPr>
          <p:spPr>
            <a:xfrm>
              <a:off x="4997264" y="1932995"/>
              <a:ext cx="866456" cy="307777"/>
            </a:xfrm>
            <a:prstGeom prst="rect">
              <a:avLst/>
            </a:prstGeom>
            <a:solidFill>
              <a:srgbClr val="FF00FF"/>
            </a:solidFill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Sibling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29107F6-1FED-4EAD-8DCE-F9A53B4C43B4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 flipH="1">
              <a:off x="3790286" y="2240772"/>
              <a:ext cx="1640206" cy="47396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D7CEB5B-5983-440C-9877-24BCEAC2833F}"/>
                </a:ext>
              </a:extLst>
            </p:cNvPr>
            <p:cNvCxnSpPr>
              <a:cxnSpLocks/>
              <a:stCxn id="3" idx="2"/>
              <a:endCxn id="12" idx="0"/>
            </p:cNvCxnSpPr>
            <p:nvPr/>
          </p:nvCxnSpPr>
          <p:spPr>
            <a:xfrm>
              <a:off x="5430492" y="2240772"/>
              <a:ext cx="1462909" cy="464984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4A337C-FCBF-448D-8E41-1344C918538F}"/>
                </a:ext>
              </a:extLst>
            </p:cNvPr>
            <p:cNvSpPr txBox="1"/>
            <p:nvPr/>
          </p:nvSpPr>
          <p:spPr>
            <a:xfrm>
              <a:off x="3501745" y="2714741"/>
              <a:ext cx="57708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551730-5034-4492-950C-89ADE02ED673}"/>
                </a:ext>
              </a:extLst>
            </p:cNvPr>
            <p:cNvSpPr txBox="1"/>
            <p:nvPr/>
          </p:nvSpPr>
          <p:spPr>
            <a:xfrm>
              <a:off x="6522851" y="2705756"/>
              <a:ext cx="741100" cy="307777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242F364-37A9-4962-ACE5-6A60CEDCA872}"/>
                </a:ext>
              </a:extLst>
            </p:cNvPr>
            <p:cNvCxnSpPr>
              <a:cxnSpLocks/>
              <a:stCxn id="10" idx="2"/>
              <a:endCxn id="16" idx="0"/>
            </p:cNvCxnSpPr>
            <p:nvPr/>
          </p:nvCxnSpPr>
          <p:spPr>
            <a:xfrm>
              <a:off x="3790286" y="3022518"/>
              <a:ext cx="5586" cy="5162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189FE7-1CCF-412C-AC6A-08DF19412018}"/>
                </a:ext>
              </a:extLst>
            </p:cNvPr>
            <p:cNvSpPr txBox="1"/>
            <p:nvPr/>
          </p:nvSpPr>
          <p:spPr>
            <a:xfrm>
              <a:off x="3124604" y="3538805"/>
              <a:ext cx="134253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right rotation at p</a:t>
              </a:r>
            </a:p>
            <a:p>
              <a:r>
                <a:rPr lang="en-US" sz="1200" dirty="0">
                  <a:latin typeface="+mj-lt"/>
                </a:rPr>
                <a:t>recoloring p, s</a:t>
              </a:r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AAA116AE-425C-4350-B905-3E5BBD3BF19D}"/>
                </a:ext>
              </a:extLst>
            </p:cNvPr>
            <p:cNvCxnSpPr>
              <a:cxnSpLocks/>
              <a:stCxn id="16" idx="3"/>
              <a:endCxn id="12" idx="1"/>
            </p:cNvCxnSpPr>
            <p:nvPr/>
          </p:nvCxnSpPr>
          <p:spPr>
            <a:xfrm flipV="1">
              <a:off x="4467140" y="2859645"/>
              <a:ext cx="2055711" cy="909993"/>
            </a:xfrm>
            <a:prstGeom prst="bentConnector3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86C7CC9-AC76-4BC6-AB76-A1008A686DF5}"/>
                </a:ext>
              </a:extLst>
            </p:cNvPr>
            <p:cNvCxnSpPr>
              <a:cxnSpLocks/>
              <a:stCxn id="31" idx="2"/>
              <a:endCxn id="26" idx="0"/>
            </p:cNvCxnSpPr>
            <p:nvPr/>
          </p:nvCxnSpPr>
          <p:spPr>
            <a:xfrm flipH="1">
              <a:off x="4563906" y="3769638"/>
              <a:ext cx="2339232" cy="6288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ADA1E3E-F20E-4952-AADB-13DDD59EC9E9}"/>
                </a:ext>
              </a:extLst>
            </p:cNvPr>
            <p:cNvCxnSpPr>
              <a:cxnSpLocks/>
              <a:stCxn id="31" idx="2"/>
              <a:endCxn id="27" idx="0"/>
            </p:cNvCxnSpPr>
            <p:nvPr/>
          </p:nvCxnSpPr>
          <p:spPr>
            <a:xfrm>
              <a:off x="6903138" y="3769638"/>
              <a:ext cx="2222608" cy="632199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4A8204-E9FA-4A18-89A5-77ED9FE32795}"/>
                </a:ext>
              </a:extLst>
            </p:cNvPr>
            <p:cNvSpPr txBox="1"/>
            <p:nvPr/>
          </p:nvSpPr>
          <p:spPr>
            <a:xfrm>
              <a:off x="4090218" y="4398533"/>
              <a:ext cx="947375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left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E38E1D-523E-46C6-81A0-AD3F8B5D16DA}"/>
                </a:ext>
              </a:extLst>
            </p:cNvPr>
            <p:cNvSpPr txBox="1"/>
            <p:nvPr/>
          </p:nvSpPr>
          <p:spPr>
            <a:xfrm>
              <a:off x="8516893" y="4401837"/>
              <a:ext cx="1217706" cy="30777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both black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7265587-F581-489B-BC26-625CACD799B1}"/>
                </a:ext>
              </a:extLst>
            </p:cNvPr>
            <p:cNvCxnSpPr>
              <a:cxnSpLocks/>
              <a:stCxn id="12" idx="2"/>
              <a:endCxn id="31" idx="0"/>
            </p:cNvCxnSpPr>
            <p:nvPr/>
          </p:nvCxnSpPr>
          <p:spPr>
            <a:xfrm>
              <a:off x="6893401" y="3013533"/>
              <a:ext cx="9737" cy="44832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B332E4-A831-4C7A-89B3-9AF296F066C7}"/>
                </a:ext>
              </a:extLst>
            </p:cNvPr>
            <p:cNvSpPr txBox="1"/>
            <p:nvPr/>
          </p:nvSpPr>
          <p:spPr>
            <a:xfrm>
              <a:off x="6405566" y="3461861"/>
              <a:ext cx="995144" cy="307777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children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3351D-CFE8-4AF9-8D88-0F44C6C6EFA8}"/>
                </a:ext>
              </a:extLst>
            </p:cNvPr>
            <p:cNvCxnSpPr>
              <a:cxnSpLocks/>
              <a:stCxn id="31" idx="2"/>
              <a:endCxn id="48" idx="0"/>
            </p:cNvCxnSpPr>
            <p:nvPr/>
          </p:nvCxnSpPr>
          <p:spPr>
            <a:xfrm>
              <a:off x="6903138" y="3769638"/>
              <a:ext cx="1128" cy="65831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9071F8-11BF-4A1D-A69A-3DDCC5A0B7CA}"/>
                </a:ext>
              </a:extLst>
            </p:cNvPr>
            <p:cNvSpPr txBox="1"/>
            <p:nvPr/>
          </p:nvSpPr>
          <p:spPr>
            <a:xfrm>
              <a:off x="6388795" y="4427948"/>
              <a:ext cx="1030941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right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4A36692-D7B9-4167-8279-702B43F67C6F}"/>
                </a:ext>
              </a:extLst>
            </p:cNvPr>
            <p:cNvCxnSpPr>
              <a:cxnSpLocks/>
              <a:stCxn id="66" idx="2"/>
              <a:endCxn id="63" idx="0"/>
            </p:cNvCxnSpPr>
            <p:nvPr/>
          </p:nvCxnSpPr>
          <p:spPr>
            <a:xfrm flipH="1">
              <a:off x="8077795" y="5323298"/>
              <a:ext cx="1052670" cy="47649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95C91E-9AF9-4B11-90CB-33B5FDB80BEF}"/>
                </a:ext>
              </a:extLst>
            </p:cNvPr>
            <p:cNvCxnSpPr>
              <a:cxnSpLocks/>
              <a:stCxn id="66" idx="2"/>
              <a:endCxn id="64" idx="0"/>
            </p:cNvCxnSpPr>
            <p:nvPr/>
          </p:nvCxnSpPr>
          <p:spPr>
            <a:xfrm>
              <a:off x="9130465" y="5323298"/>
              <a:ext cx="1168186" cy="47979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3EC160E-257F-49D7-B643-404B84E7638C}"/>
                </a:ext>
              </a:extLst>
            </p:cNvPr>
            <p:cNvSpPr txBox="1"/>
            <p:nvPr/>
          </p:nvSpPr>
          <p:spPr>
            <a:xfrm>
              <a:off x="7784316" y="5799792"/>
              <a:ext cx="586958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280E64-01B8-4F72-874B-CF9AAD005E8C}"/>
                </a:ext>
              </a:extLst>
            </p:cNvPr>
            <p:cNvSpPr txBox="1"/>
            <p:nvPr/>
          </p:nvSpPr>
          <p:spPr>
            <a:xfrm>
              <a:off x="9936642" y="5803096"/>
              <a:ext cx="724017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DD8C910-6A6F-4202-B594-C6B74711AE90}"/>
                </a:ext>
              </a:extLst>
            </p:cNvPr>
            <p:cNvCxnSpPr>
              <a:cxnSpLocks/>
              <a:stCxn id="27" idx="2"/>
              <a:endCxn id="66" idx="0"/>
            </p:cNvCxnSpPr>
            <p:nvPr/>
          </p:nvCxnSpPr>
          <p:spPr>
            <a:xfrm>
              <a:off x="9125746" y="4709614"/>
              <a:ext cx="4719" cy="30590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272DEC3-1971-43C3-A59E-611407B1C861}"/>
                </a:ext>
              </a:extLst>
            </p:cNvPr>
            <p:cNvSpPr txBox="1"/>
            <p:nvPr/>
          </p:nvSpPr>
          <p:spPr>
            <a:xfrm>
              <a:off x="8696761" y="5015521"/>
              <a:ext cx="867408" cy="307777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parent</a:t>
              </a:r>
            </a:p>
          </p:txBody>
        </p: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90CC83A9-D110-4C95-8DB8-37DF803616AC}"/>
                </a:ext>
              </a:extLst>
            </p:cNvPr>
            <p:cNvCxnSpPr>
              <a:cxnSpLocks/>
              <a:stCxn id="70" idx="3"/>
              <a:endCxn id="3" idx="3"/>
            </p:cNvCxnSpPr>
            <p:nvPr/>
          </p:nvCxnSpPr>
          <p:spPr>
            <a:xfrm flipH="1" flipV="1">
              <a:off x="5863720" y="2086884"/>
              <a:ext cx="4838781" cy="4456827"/>
            </a:xfrm>
            <a:prstGeom prst="bentConnector3">
              <a:avLst>
                <a:gd name="adj1" fmla="val -4724"/>
              </a:avLst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BC70141-381A-43CF-8F98-F2CCC130AFEF}"/>
                </a:ext>
              </a:extLst>
            </p:cNvPr>
            <p:cNvCxnSpPr>
              <a:cxnSpLocks/>
              <a:stCxn id="26" idx="2"/>
              <a:endCxn id="50" idx="0"/>
            </p:cNvCxnSpPr>
            <p:nvPr/>
          </p:nvCxnSpPr>
          <p:spPr>
            <a:xfrm>
              <a:off x="4563906" y="4706310"/>
              <a:ext cx="1727" cy="3564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551E82C-9BF9-411E-B58B-271B90D2FC3A}"/>
                    </a:ext>
                  </a:extLst>
                </p:cNvPr>
                <p:cNvSpPr txBox="1"/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right rotation at p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l, 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551E82C-9BF9-411E-B58B-271B90D2F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31D27DA-F41F-4602-8D70-EEA61D4E917A}"/>
                </a:ext>
              </a:extLst>
            </p:cNvPr>
            <p:cNvCxnSpPr>
              <a:cxnSpLocks/>
              <a:stCxn id="48" idx="2"/>
              <a:endCxn id="53" idx="0"/>
            </p:cNvCxnSpPr>
            <p:nvPr/>
          </p:nvCxnSpPr>
          <p:spPr>
            <a:xfrm>
              <a:off x="6904266" y="4735725"/>
              <a:ext cx="2358" cy="3544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5C5C562-6482-4958-AC52-8EF60CF1E848}"/>
                    </a:ext>
                  </a:extLst>
                </p:cNvPr>
                <p:cNvSpPr txBox="1"/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LR rotation at p</a:t>
                  </a:r>
                </a:p>
                <a:p>
                  <a:r>
                    <a:rPr lang="en-US" sz="1200" dirty="0"/>
                    <a:t>r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5C5C562-6482-4958-AC52-8EF60CF1E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blipFill>
                  <a:blip r:embed="rId6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CF5EB06-7271-4C54-BD5C-3DBBF41AA031}"/>
                </a:ext>
              </a:extLst>
            </p:cNvPr>
            <p:cNvCxnSpPr>
              <a:cxnSpLocks/>
              <a:stCxn id="63" idx="2"/>
              <a:endCxn id="68" idx="0"/>
            </p:cNvCxnSpPr>
            <p:nvPr/>
          </p:nvCxnSpPr>
          <p:spPr>
            <a:xfrm>
              <a:off x="8077795" y="6107569"/>
              <a:ext cx="1524" cy="2053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A65E6ED-C56A-4249-A782-438E589AF0D8}"/>
                    </a:ext>
                  </a:extLst>
                </p:cNvPr>
                <p:cNvSpPr txBox="1"/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black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A65E6ED-C56A-4249-A782-438E589AF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1E0B1FD-D308-4CC1-B70D-FAC3624D40E7}"/>
                </a:ext>
              </a:extLst>
            </p:cNvPr>
            <p:cNvCxnSpPr>
              <a:cxnSpLocks/>
              <a:stCxn id="64" idx="2"/>
              <a:endCxn id="70" idx="0"/>
            </p:cNvCxnSpPr>
            <p:nvPr/>
          </p:nvCxnSpPr>
          <p:spPr>
            <a:xfrm>
              <a:off x="10298651" y="6110873"/>
              <a:ext cx="478" cy="20200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C725DD4-704A-4E38-B1A3-CB1032514CBA}"/>
                    </a:ext>
                  </a:extLst>
                </p:cNvPr>
                <p:cNvSpPr txBox="1"/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  <a:p>
                  <a:r>
                    <a:rPr lang="en-US" sz="1200" dirty="0"/>
                    <a:t>del x, x=p</a:t>
                  </a: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C725DD4-704A-4E38-B1A3-CB1032514C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6250"/>
                  </a:stretch>
                </a:blipFill>
                <a:ln w="28575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38468023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142/154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stCxn id="134" idx="0"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4" name="Oval 16">
            <a:extLst>
              <a:ext uri="{FF2B5EF4-FFF2-40B4-BE49-F238E27FC236}">
                <a16:creationId xmlns:a16="http://schemas.microsoft.com/office/drawing/2014/main" id="{9980017B-2C29-4C53-8E8C-DC845BF49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292" y="3772480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2323C3C-77B9-42AE-80B2-8560A0BEF4A7}"/>
              </a:ext>
            </a:extLst>
          </p:cNvPr>
          <p:cNvGrpSpPr/>
          <p:nvPr/>
        </p:nvGrpSpPr>
        <p:grpSpPr>
          <a:xfrm>
            <a:off x="6073497" y="4003581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249D021E-3B47-474A-A9C3-E595C5C15CF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E7E6AFC-F706-488D-A40C-89E465D58125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1AE3D51-D8CB-4541-99A6-121007E6288D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A7D736D-3BBB-4BF6-9D2B-B9B8630DA255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D462B6C-87F3-4669-9DE6-B132404CCEE1}"/>
              </a:ext>
            </a:extLst>
          </p:cNvPr>
          <p:cNvSpPr txBox="1"/>
          <p:nvPr/>
        </p:nvSpPr>
        <p:spPr>
          <a:xfrm>
            <a:off x="6312456" y="38134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5975661" y="279978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4658061" y="36593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5A5B09D-F535-41A6-A39A-D06CF3DD44BA}"/>
              </a:ext>
            </a:extLst>
          </p:cNvPr>
          <p:cNvSpPr txBox="1"/>
          <p:nvPr/>
        </p:nvSpPr>
        <p:spPr>
          <a:xfrm>
            <a:off x="6672756" y="359000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73756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143/154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5975661" y="279978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4658061" y="36593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16920" y="3750727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525411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144/154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5975661" y="279978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4658061" y="36593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16920" y="3750727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D2692-6561-483C-8D8E-0FC36A4524F8}"/>
              </a:ext>
            </a:extLst>
          </p:cNvPr>
          <p:cNvSpPr/>
          <p:nvPr/>
        </p:nvSpPr>
        <p:spPr>
          <a:xfrm>
            <a:off x="5585732" y="2918366"/>
            <a:ext cx="668399" cy="6656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454530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145/154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3656451" y="1945196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2187862" y="2762665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16920" y="3750727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D2692-6561-483C-8D8E-0FC36A4524F8}"/>
              </a:ext>
            </a:extLst>
          </p:cNvPr>
          <p:cNvSpPr/>
          <p:nvPr/>
        </p:nvSpPr>
        <p:spPr>
          <a:xfrm>
            <a:off x="5585732" y="2918366"/>
            <a:ext cx="668399" cy="6656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57CBB-86E0-4511-8412-37F294606343}"/>
              </a:ext>
            </a:extLst>
          </p:cNvPr>
          <p:cNvSpPr txBox="1"/>
          <p:nvPr/>
        </p:nvSpPr>
        <p:spPr>
          <a:xfrm>
            <a:off x="5543192" y="2579627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551078-C256-48C6-BCAD-02880BD276D8}"/>
              </a:ext>
            </a:extLst>
          </p:cNvPr>
          <p:cNvSpPr txBox="1"/>
          <p:nvPr/>
        </p:nvSpPr>
        <p:spPr>
          <a:xfrm>
            <a:off x="1173790" y="3415761"/>
            <a:ext cx="76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95821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146/154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50B3E5-4A1D-48AA-A549-91A6030DC755}"/>
              </a:ext>
            </a:extLst>
          </p:cNvPr>
          <p:cNvGrpSpPr/>
          <p:nvPr/>
        </p:nvGrpSpPr>
        <p:grpSpPr>
          <a:xfrm>
            <a:off x="724302" y="1892177"/>
            <a:ext cx="7577897" cy="4841548"/>
            <a:chOff x="3124604" y="1932995"/>
            <a:chExt cx="7577897" cy="484154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248C7C5-7E14-4F96-A63D-791472B6C4C8}"/>
                </a:ext>
              </a:extLst>
            </p:cNvPr>
            <p:cNvSpPr txBox="1"/>
            <p:nvPr/>
          </p:nvSpPr>
          <p:spPr>
            <a:xfrm>
              <a:off x="4997264" y="1932995"/>
              <a:ext cx="866456" cy="307777"/>
            </a:xfrm>
            <a:prstGeom prst="rect">
              <a:avLst/>
            </a:prstGeom>
            <a:solidFill>
              <a:srgbClr val="FF00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Sibling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D0D2365-EAED-4B5C-9995-A4CE870B2C6A}"/>
                </a:ext>
              </a:extLst>
            </p:cNvPr>
            <p:cNvCxnSpPr>
              <a:cxnSpLocks/>
              <a:stCxn id="54" idx="2"/>
              <a:endCxn id="57" idx="0"/>
            </p:cNvCxnSpPr>
            <p:nvPr/>
          </p:nvCxnSpPr>
          <p:spPr>
            <a:xfrm flipH="1">
              <a:off x="3790286" y="2240772"/>
              <a:ext cx="1640206" cy="47396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EC0ECAE-5982-44D9-862D-C2F16D2AE45B}"/>
                </a:ext>
              </a:extLst>
            </p:cNvPr>
            <p:cNvCxnSpPr>
              <a:cxnSpLocks/>
              <a:stCxn id="54" idx="2"/>
              <a:endCxn id="58" idx="0"/>
            </p:cNvCxnSpPr>
            <p:nvPr/>
          </p:nvCxnSpPr>
          <p:spPr>
            <a:xfrm>
              <a:off x="5430492" y="2240772"/>
              <a:ext cx="1462909" cy="46498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024D47-CDC1-4B7C-904E-A973C7DDB27D}"/>
                </a:ext>
              </a:extLst>
            </p:cNvPr>
            <p:cNvSpPr txBox="1"/>
            <p:nvPr/>
          </p:nvSpPr>
          <p:spPr>
            <a:xfrm>
              <a:off x="3501745" y="2714741"/>
              <a:ext cx="57708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0CB9F6-4489-4BDA-9AC0-3C67F67DBD68}"/>
                </a:ext>
              </a:extLst>
            </p:cNvPr>
            <p:cNvSpPr txBox="1"/>
            <p:nvPr/>
          </p:nvSpPr>
          <p:spPr>
            <a:xfrm>
              <a:off x="6522851" y="2705756"/>
              <a:ext cx="741100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A7400E5-E4B2-463E-A12C-246F910D443E}"/>
                </a:ext>
              </a:extLst>
            </p:cNvPr>
            <p:cNvCxnSpPr>
              <a:cxnSpLocks/>
              <a:stCxn id="57" idx="2"/>
              <a:endCxn id="60" idx="0"/>
            </p:cNvCxnSpPr>
            <p:nvPr/>
          </p:nvCxnSpPr>
          <p:spPr>
            <a:xfrm>
              <a:off x="3790286" y="3022518"/>
              <a:ext cx="5586" cy="5162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B5ACFEA-C43C-47DD-93D3-D6F65B1A76E2}"/>
                </a:ext>
              </a:extLst>
            </p:cNvPr>
            <p:cNvSpPr txBox="1"/>
            <p:nvPr/>
          </p:nvSpPr>
          <p:spPr>
            <a:xfrm>
              <a:off x="3124604" y="3538805"/>
              <a:ext cx="134253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right rotation at p</a:t>
              </a:r>
            </a:p>
            <a:p>
              <a:r>
                <a:rPr lang="en-US" sz="1200" dirty="0">
                  <a:latin typeface="+mj-lt"/>
                </a:rPr>
                <a:t>recoloring p, s</a:t>
              </a:r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D1D043F6-331F-482B-A99B-FEB0A0D48FAB}"/>
                </a:ext>
              </a:extLst>
            </p:cNvPr>
            <p:cNvCxnSpPr>
              <a:cxnSpLocks/>
              <a:stCxn id="60" idx="3"/>
              <a:endCxn id="58" idx="1"/>
            </p:cNvCxnSpPr>
            <p:nvPr/>
          </p:nvCxnSpPr>
          <p:spPr>
            <a:xfrm flipV="1">
              <a:off x="4467140" y="2859645"/>
              <a:ext cx="2055711" cy="909993"/>
            </a:xfrm>
            <a:prstGeom prst="bentConnector3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A94DAB8-849C-451B-9A39-3223203F67D6}"/>
                </a:ext>
              </a:extLst>
            </p:cNvPr>
            <p:cNvCxnSpPr>
              <a:cxnSpLocks/>
              <a:stCxn id="78" idx="2"/>
              <a:endCxn id="75" idx="0"/>
            </p:cNvCxnSpPr>
            <p:nvPr/>
          </p:nvCxnSpPr>
          <p:spPr>
            <a:xfrm flipH="1">
              <a:off x="4563906" y="3769638"/>
              <a:ext cx="2339232" cy="6288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9BD6100-0F32-4985-8465-691B183BC238}"/>
                </a:ext>
              </a:extLst>
            </p:cNvPr>
            <p:cNvCxnSpPr>
              <a:cxnSpLocks/>
              <a:stCxn id="78" idx="2"/>
              <a:endCxn id="76" idx="0"/>
            </p:cNvCxnSpPr>
            <p:nvPr/>
          </p:nvCxnSpPr>
          <p:spPr>
            <a:xfrm>
              <a:off x="6903138" y="3769638"/>
              <a:ext cx="2222608" cy="6321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61EFA89-DCB4-47C0-8D83-B98C2F70067A}"/>
                </a:ext>
              </a:extLst>
            </p:cNvPr>
            <p:cNvSpPr txBox="1"/>
            <p:nvPr/>
          </p:nvSpPr>
          <p:spPr>
            <a:xfrm>
              <a:off x="4090218" y="4398533"/>
              <a:ext cx="947375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left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9CE2FE2-E83C-4E34-8B96-1A75B9DA60E0}"/>
                </a:ext>
              </a:extLst>
            </p:cNvPr>
            <p:cNvSpPr txBox="1"/>
            <p:nvPr/>
          </p:nvSpPr>
          <p:spPr>
            <a:xfrm>
              <a:off x="8516893" y="4401837"/>
              <a:ext cx="1217706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both black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720FE1E-8F7C-41FC-8910-A1B552370490}"/>
                </a:ext>
              </a:extLst>
            </p:cNvPr>
            <p:cNvCxnSpPr>
              <a:cxnSpLocks/>
              <a:stCxn id="58" idx="2"/>
              <a:endCxn id="78" idx="0"/>
            </p:cNvCxnSpPr>
            <p:nvPr/>
          </p:nvCxnSpPr>
          <p:spPr>
            <a:xfrm>
              <a:off x="6893401" y="3013533"/>
              <a:ext cx="9737" cy="44832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6FC83D-E0BA-47E3-A169-239AF817B57F}"/>
                </a:ext>
              </a:extLst>
            </p:cNvPr>
            <p:cNvSpPr txBox="1"/>
            <p:nvPr/>
          </p:nvSpPr>
          <p:spPr>
            <a:xfrm>
              <a:off x="6405566" y="3461861"/>
              <a:ext cx="995144" cy="307777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children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7B57E23-98F3-408A-AEBC-89DA15158903}"/>
                </a:ext>
              </a:extLst>
            </p:cNvPr>
            <p:cNvCxnSpPr>
              <a:cxnSpLocks/>
              <a:stCxn id="78" idx="2"/>
              <a:endCxn id="80" idx="0"/>
            </p:cNvCxnSpPr>
            <p:nvPr/>
          </p:nvCxnSpPr>
          <p:spPr>
            <a:xfrm>
              <a:off x="6903138" y="3769638"/>
              <a:ext cx="1128" cy="65831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A2EDEF7-D7CD-4B9A-95B6-5D0E5038A6E3}"/>
                </a:ext>
              </a:extLst>
            </p:cNvPr>
            <p:cNvSpPr txBox="1"/>
            <p:nvPr/>
          </p:nvSpPr>
          <p:spPr>
            <a:xfrm>
              <a:off x="6388795" y="4427948"/>
              <a:ext cx="1030941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right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9D4C3EE-414B-44A5-967C-738EB7C3BCB4}"/>
                </a:ext>
              </a:extLst>
            </p:cNvPr>
            <p:cNvCxnSpPr>
              <a:cxnSpLocks/>
              <a:stCxn id="86" idx="2"/>
              <a:endCxn id="83" idx="0"/>
            </p:cNvCxnSpPr>
            <p:nvPr/>
          </p:nvCxnSpPr>
          <p:spPr>
            <a:xfrm flipH="1">
              <a:off x="8077795" y="5323298"/>
              <a:ext cx="1052670" cy="47649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3E9C6A0-F63F-4E00-B6B3-4CB61C8FA8BC}"/>
                </a:ext>
              </a:extLst>
            </p:cNvPr>
            <p:cNvCxnSpPr>
              <a:cxnSpLocks/>
              <a:stCxn id="86" idx="2"/>
              <a:endCxn id="84" idx="0"/>
            </p:cNvCxnSpPr>
            <p:nvPr/>
          </p:nvCxnSpPr>
          <p:spPr>
            <a:xfrm>
              <a:off x="9130465" y="5323298"/>
              <a:ext cx="1168186" cy="47979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D2EA26-2D3F-4702-8157-249717B6320E}"/>
                </a:ext>
              </a:extLst>
            </p:cNvPr>
            <p:cNvSpPr txBox="1"/>
            <p:nvPr/>
          </p:nvSpPr>
          <p:spPr>
            <a:xfrm>
              <a:off x="7784316" y="5799792"/>
              <a:ext cx="586958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B2B52E-1AC7-42D2-ACDD-518DD8D19743}"/>
                </a:ext>
              </a:extLst>
            </p:cNvPr>
            <p:cNvSpPr txBox="1"/>
            <p:nvPr/>
          </p:nvSpPr>
          <p:spPr>
            <a:xfrm>
              <a:off x="9936642" y="5803096"/>
              <a:ext cx="724017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00DC8DC-063F-489B-B23C-82F4B9BF34AE}"/>
                </a:ext>
              </a:extLst>
            </p:cNvPr>
            <p:cNvCxnSpPr>
              <a:cxnSpLocks/>
              <a:stCxn id="76" idx="2"/>
              <a:endCxn id="86" idx="0"/>
            </p:cNvCxnSpPr>
            <p:nvPr/>
          </p:nvCxnSpPr>
          <p:spPr>
            <a:xfrm>
              <a:off x="9125746" y="4709614"/>
              <a:ext cx="4719" cy="3059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1D40A90-6C82-49B5-A9C0-D0CBF6B23974}"/>
                </a:ext>
              </a:extLst>
            </p:cNvPr>
            <p:cNvSpPr txBox="1"/>
            <p:nvPr/>
          </p:nvSpPr>
          <p:spPr>
            <a:xfrm>
              <a:off x="8696761" y="5015521"/>
              <a:ext cx="867408" cy="30777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parent</a:t>
              </a:r>
            </a:p>
          </p:txBody>
        </p: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F15FFA09-8BBE-48CC-846A-54284370B2DC}"/>
                </a:ext>
              </a:extLst>
            </p:cNvPr>
            <p:cNvCxnSpPr>
              <a:cxnSpLocks/>
              <a:stCxn id="95" idx="3"/>
              <a:endCxn id="54" idx="3"/>
            </p:cNvCxnSpPr>
            <p:nvPr/>
          </p:nvCxnSpPr>
          <p:spPr>
            <a:xfrm flipH="1" flipV="1">
              <a:off x="5863720" y="2086884"/>
              <a:ext cx="4838781" cy="4456827"/>
            </a:xfrm>
            <a:prstGeom prst="bentConnector3">
              <a:avLst>
                <a:gd name="adj1" fmla="val -4724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11C1AFB-07E7-4CF8-ABAC-E70B5A18A37E}"/>
                </a:ext>
              </a:extLst>
            </p:cNvPr>
            <p:cNvCxnSpPr>
              <a:cxnSpLocks/>
              <a:stCxn id="75" idx="2"/>
              <a:endCxn id="89" idx="0"/>
            </p:cNvCxnSpPr>
            <p:nvPr/>
          </p:nvCxnSpPr>
          <p:spPr>
            <a:xfrm>
              <a:off x="4563906" y="4706310"/>
              <a:ext cx="1727" cy="35649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/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right rotation at p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l, 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979FBDC-E7B5-4F7F-86A0-CD8CD91A61D8}"/>
                </a:ext>
              </a:extLst>
            </p:cNvPr>
            <p:cNvCxnSpPr>
              <a:cxnSpLocks/>
              <a:stCxn id="80" idx="2"/>
              <a:endCxn id="91" idx="0"/>
            </p:cNvCxnSpPr>
            <p:nvPr/>
          </p:nvCxnSpPr>
          <p:spPr>
            <a:xfrm>
              <a:off x="6904266" y="4735725"/>
              <a:ext cx="2358" cy="3544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/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LR rotation at p</a:t>
                  </a:r>
                </a:p>
                <a:p>
                  <a:r>
                    <a:rPr lang="en-US" sz="1200" dirty="0"/>
                    <a:t>r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55D2928-83C4-4D5D-A977-F2069FE26087}"/>
                </a:ext>
              </a:extLst>
            </p:cNvPr>
            <p:cNvCxnSpPr>
              <a:cxnSpLocks/>
              <a:stCxn id="83" idx="2"/>
              <a:endCxn id="93" idx="0"/>
            </p:cNvCxnSpPr>
            <p:nvPr/>
          </p:nvCxnSpPr>
          <p:spPr>
            <a:xfrm>
              <a:off x="8077795" y="6107569"/>
              <a:ext cx="1524" cy="2053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/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black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8E86A7B-C519-4466-96A5-B22AABCEAEA4}"/>
                </a:ext>
              </a:extLst>
            </p:cNvPr>
            <p:cNvCxnSpPr>
              <a:cxnSpLocks/>
              <a:stCxn id="84" idx="2"/>
              <a:endCxn id="95" idx="0"/>
            </p:cNvCxnSpPr>
            <p:nvPr/>
          </p:nvCxnSpPr>
          <p:spPr>
            <a:xfrm>
              <a:off x="10298651" y="6110873"/>
              <a:ext cx="478" cy="20200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/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  <a:p>
                  <a:r>
                    <a:rPr lang="en-US" sz="1200" dirty="0"/>
                    <a:t>del x, x=p</a:t>
                  </a: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FCC2DA3-A7E5-4A39-AF9A-737B48E9059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169"/>
          <a:stretch/>
        </p:blipFill>
        <p:spPr>
          <a:xfrm>
            <a:off x="7764862" y="2410858"/>
            <a:ext cx="4097710" cy="17736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644798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73D04-13D5-44D5-B482-0FBEFA0B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Removal: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46C57-7D0A-4A96-B35E-5CCDCD0519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147/154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50B3E5-4A1D-48AA-A549-91A6030DC755}"/>
              </a:ext>
            </a:extLst>
          </p:cNvPr>
          <p:cNvGrpSpPr/>
          <p:nvPr/>
        </p:nvGrpSpPr>
        <p:grpSpPr>
          <a:xfrm>
            <a:off x="724302" y="1892177"/>
            <a:ext cx="7577897" cy="4841548"/>
            <a:chOff x="3124604" y="1932995"/>
            <a:chExt cx="7577897" cy="484154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248C7C5-7E14-4F96-A63D-791472B6C4C8}"/>
                </a:ext>
              </a:extLst>
            </p:cNvPr>
            <p:cNvSpPr txBox="1"/>
            <p:nvPr/>
          </p:nvSpPr>
          <p:spPr>
            <a:xfrm>
              <a:off x="4997264" y="1932995"/>
              <a:ext cx="866456" cy="307777"/>
            </a:xfrm>
            <a:prstGeom prst="rect">
              <a:avLst/>
            </a:prstGeom>
            <a:solidFill>
              <a:srgbClr val="FF00FF"/>
            </a:solidFill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Sibling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D0D2365-EAED-4B5C-9995-A4CE870B2C6A}"/>
                </a:ext>
              </a:extLst>
            </p:cNvPr>
            <p:cNvCxnSpPr>
              <a:cxnSpLocks/>
              <a:stCxn id="54" idx="2"/>
              <a:endCxn id="57" idx="0"/>
            </p:cNvCxnSpPr>
            <p:nvPr/>
          </p:nvCxnSpPr>
          <p:spPr>
            <a:xfrm flipH="1">
              <a:off x="3790286" y="2240772"/>
              <a:ext cx="1640206" cy="47396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EC0ECAE-5982-44D9-862D-C2F16D2AE45B}"/>
                </a:ext>
              </a:extLst>
            </p:cNvPr>
            <p:cNvCxnSpPr>
              <a:cxnSpLocks/>
              <a:stCxn id="54" idx="2"/>
              <a:endCxn id="58" idx="0"/>
            </p:cNvCxnSpPr>
            <p:nvPr/>
          </p:nvCxnSpPr>
          <p:spPr>
            <a:xfrm>
              <a:off x="5430492" y="2240772"/>
              <a:ext cx="1462909" cy="464984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5024D47-CDC1-4B7C-904E-A973C7DDB27D}"/>
                </a:ext>
              </a:extLst>
            </p:cNvPr>
            <p:cNvSpPr txBox="1"/>
            <p:nvPr/>
          </p:nvSpPr>
          <p:spPr>
            <a:xfrm>
              <a:off x="3501745" y="2714741"/>
              <a:ext cx="577081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0CB9F6-4489-4BDA-9AC0-3C67F67DBD68}"/>
                </a:ext>
              </a:extLst>
            </p:cNvPr>
            <p:cNvSpPr txBox="1"/>
            <p:nvPr/>
          </p:nvSpPr>
          <p:spPr>
            <a:xfrm>
              <a:off x="6522851" y="2705756"/>
              <a:ext cx="741100" cy="30777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A7400E5-E4B2-463E-A12C-246F910D443E}"/>
                </a:ext>
              </a:extLst>
            </p:cNvPr>
            <p:cNvCxnSpPr>
              <a:cxnSpLocks/>
              <a:stCxn id="57" idx="2"/>
              <a:endCxn id="60" idx="0"/>
            </p:cNvCxnSpPr>
            <p:nvPr/>
          </p:nvCxnSpPr>
          <p:spPr>
            <a:xfrm>
              <a:off x="3790286" y="3022518"/>
              <a:ext cx="5586" cy="51628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B5ACFEA-C43C-47DD-93D3-D6F65B1A76E2}"/>
                </a:ext>
              </a:extLst>
            </p:cNvPr>
            <p:cNvSpPr txBox="1"/>
            <p:nvPr/>
          </p:nvSpPr>
          <p:spPr>
            <a:xfrm>
              <a:off x="3124604" y="3538805"/>
              <a:ext cx="134253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+mj-lt"/>
                </a:rPr>
                <a:t>right rotation at p</a:t>
              </a:r>
            </a:p>
            <a:p>
              <a:r>
                <a:rPr lang="en-US" sz="1200" dirty="0">
                  <a:latin typeface="+mj-lt"/>
                </a:rPr>
                <a:t>recoloring p, s</a:t>
              </a:r>
            </a:p>
          </p:txBody>
        </p: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D1D043F6-331F-482B-A99B-FEB0A0D48FAB}"/>
                </a:ext>
              </a:extLst>
            </p:cNvPr>
            <p:cNvCxnSpPr>
              <a:cxnSpLocks/>
              <a:stCxn id="60" idx="3"/>
              <a:endCxn id="58" idx="1"/>
            </p:cNvCxnSpPr>
            <p:nvPr/>
          </p:nvCxnSpPr>
          <p:spPr>
            <a:xfrm flipV="1">
              <a:off x="4467140" y="2859645"/>
              <a:ext cx="2055711" cy="909993"/>
            </a:xfrm>
            <a:prstGeom prst="bentConnector3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A94DAB8-849C-451B-9A39-3223203F67D6}"/>
                </a:ext>
              </a:extLst>
            </p:cNvPr>
            <p:cNvCxnSpPr>
              <a:cxnSpLocks/>
              <a:stCxn id="78" idx="2"/>
              <a:endCxn id="75" idx="0"/>
            </p:cNvCxnSpPr>
            <p:nvPr/>
          </p:nvCxnSpPr>
          <p:spPr>
            <a:xfrm flipH="1">
              <a:off x="4563906" y="3769638"/>
              <a:ext cx="2339232" cy="62889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9BD6100-0F32-4985-8465-691B183BC238}"/>
                </a:ext>
              </a:extLst>
            </p:cNvPr>
            <p:cNvCxnSpPr>
              <a:cxnSpLocks/>
              <a:stCxn id="78" idx="2"/>
              <a:endCxn id="76" idx="0"/>
            </p:cNvCxnSpPr>
            <p:nvPr/>
          </p:nvCxnSpPr>
          <p:spPr>
            <a:xfrm>
              <a:off x="6903138" y="3769638"/>
              <a:ext cx="2222608" cy="63219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61EFA89-DCB4-47C0-8D83-B98C2F70067A}"/>
                </a:ext>
              </a:extLst>
            </p:cNvPr>
            <p:cNvSpPr txBox="1"/>
            <p:nvPr/>
          </p:nvSpPr>
          <p:spPr>
            <a:xfrm>
              <a:off x="4090218" y="4398533"/>
              <a:ext cx="947375" cy="30777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left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9CE2FE2-E83C-4E34-8B96-1A75B9DA60E0}"/>
                </a:ext>
              </a:extLst>
            </p:cNvPr>
            <p:cNvSpPr txBox="1"/>
            <p:nvPr/>
          </p:nvSpPr>
          <p:spPr>
            <a:xfrm>
              <a:off x="8516893" y="4401837"/>
              <a:ext cx="1217706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both black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720FE1E-8F7C-41FC-8910-A1B552370490}"/>
                </a:ext>
              </a:extLst>
            </p:cNvPr>
            <p:cNvCxnSpPr>
              <a:cxnSpLocks/>
              <a:stCxn id="58" idx="2"/>
              <a:endCxn id="78" idx="0"/>
            </p:cNvCxnSpPr>
            <p:nvPr/>
          </p:nvCxnSpPr>
          <p:spPr>
            <a:xfrm>
              <a:off x="6893401" y="3013533"/>
              <a:ext cx="9737" cy="44832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96FC83D-E0BA-47E3-A169-239AF817B57F}"/>
                </a:ext>
              </a:extLst>
            </p:cNvPr>
            <p:cNvSpPr txBox="1"/>
            <p:nvPr/>
          </p:nvSpPr>
          <p:spPr>
            <a:xfrm>
              <a:off x="6405566" y="3461861"/>
              <a:ext cx="995144" cy="307777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children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7B57E23-98F3-408A-AEBC-89DA15158903}"/>
                </a:ext>
              </a:extLst>
            </p:cNvPr>
            <p:cNvCxnSpPr>
              <a:cxnSpLocks/>
              <a:stCxn id="78" idx="2"/>
              <a:endCxn id="80" idx="0"/>
            </p:cNvCxnSpPr>
            <p:nvPr/>
          </p:nvCxnSpPr>
          <p:spPr>
            <a:xfrm>
              <a:off x="6903138" y="3769638"/>
              <a:ext cx="1128" cy="65831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A2EDEF7-D7CD-4B9A-95B6-5D0E5038A6E3}"/>
                </a:ext>
              </a:extLst>
            </p:cNvPr>
            <p:cNvSpPr txBox="1"/>
            <p:nvPr/>
          </p:nvSpPr>
          <p:spPr>
            <a:xfrm>
              <a:off x="6388795" y="4427948"/>
              <a:ext cx="1030941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 right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9D4C3EE-414B-44A5-967C-738EB7C3BCB4}"/>
                </a:ext>
              </a:extLst>
            </p:cNvPr>
            <p:cNvCxnSpPr>
              <a:cxnSpLocks/>
              <a:stCxn id="86" idx="2"/>
              <a:endCxn id="83" idx="0"/>
            </p:cNvCxnSpPr>
            <p:nvPr/>
          </p:nvCxnSpPr>
          <p:spPr>
            <a:xfrm flipH="1">
              <a:off x="8077795" y="5323298"/>
              <a:ext cx="1052670" cy="476494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3E9C6A0-F63F-4E00-B6B3-4CB61C8FA8BC}"/>
                </a:ext>
              </a:extLst>
            </p:cNvPr>
            <p:cNvCxnSpPr>
              <a:cxnSpLocks/>
              <a:stCxn id="86" idx="2"/>
              <a:endCxn id="84" idx="0"/>
            </p:cNvCxnSpPr>
            <p:nvPr/>
          </p:nvCxnSpPr>
          <p:spPr>
            <a:xfrm>
              <a:off x="9130465" y="5323298"/>
              <a:ext cx="1168186" cy="47979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D2EA26-2D3F-4702-8157-249717B6320E}"/>
                </a:ext>
              </a:extLst>
            </p:cNvPr>
            <p:cNvSpPr txBox="1"/>
            <p:nvPr/>
          </p:nvSpPr>
          <p:spPr>
            <a:xfrm>
              <a:off x="7784316" y="5799792"/>
              <a:ext cx="586958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red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B2B52E-1AC7-42D2-ACDD-518DD8D19743}"/>
                </a:ext>
              </a:extLst>
            </p:cNvPr>
            <p:cNvSpPr txBox="1"/>
            <p:nvPr/>
          </p:nvSpPr>
          <p:spPr>
            <a:xfrm>
              <a:off x="9936642" y="5803096"/>
              <a:ext cx="724017" cy="30777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black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100DC8DC-063F-489B-B23C-82F4B9BF34AE}"/>
                </a:ext>
              </a:extLst>
            </p:cNvPr>
            <p:cNvCxnSpPr>
              <a:cxnSpLocks/>
              <a:stCxn id="76" idx="2"/>
              <a:endCxn id="86" idx="0"/>
            </p:cNvCxnSpPr>
            <p:nvPr/>
          </p:nvCxnSpPr>
          <p:spPr>
            <a:xfrm>
              <a:off x="9125746" y="4709614"/>
              <a:ext cx="4719" cy="3059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1D40A90-6C82-49B5-A9C0-D0CBF6B23974}"/>
                </a:ext>
              </a:extLst>
            </p:cNvPr>
            <p:cNvSpPr txBox="1"/>
            <p:nvPr/>
          </p:nvSpPr>
          <p:spPr>
            <a:xfrm>
              <a:off x="8696761" y="5015521"/>
              <a:ext cx="867408" cy="30777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Rounded MT Bold" panose="020F0704030504030204" pitchFamily="34" charset="0"/>
                </a:rPr>
                <a:t>parent</a:t>
              </a:r>
            </a:p>
          </p:txBody>
        </p: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F15FFA09-8BBE-48CC-846A-54284370B2DC}"/>
                </a:ext>
              </a:extLst>
            </p:cNvPr>
            <p:cNvCxnSpPr>
              <a:cxnSpLocks/>
              <a:stCxn id="95" idx="3"/>
              <a:endCxn id="54" idx="3"/>
            </p:cNvCxnSpPr>
            <p:nvPr/>
          </p:nvCxnSpPr>
          <p:spPr>
            <a:xfrm flipH="1" flipV="1">
              <a:off x="5863720" y="2086884"/>
              <a:ext cx="4838781" cy="4456827"/>
            </a:xfrm>
            <a:prstGeom prst="bentConnector3">
              <a:avLst>
                <a:gd name="adj1" fmla="val -4724"/>
              </a:avLst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11C1AFB-07E7-4CF8-ABAC-E70B5A18A37E}"/>
                </a:ext>
              </a:extLst>
            </p:cNvPr>
            <p:cNvCxnSpPr>
              <a:cxnSpLocks/>
              <a:stCxn id="75" idx="2"/>
              <a:endCxn id="89" idx="0"/>
            </p:cNvCxnSpPr>
            <p:nvPr/>
          </p:nvCxnSpPr>
          <p:spPr>
            <a:xfrm>
              <a:off x="4563906" y="4706310"/>
              <a:ext cx="1727" cy="35649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/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right rotation at p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l, 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19C0DF0-E861-4F2E-83B7-C888E8033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9209" y="5062805"/>
                  <a:ext cx="1552848" cy="646331"/>
                </a:xfrm>
                <a:prstGeom prst="rect">
                  <a:avLst/>
                </a:prstGeom>
                <a:blipFill>
                  <a:blip r:embed="rId4"/>
                  <a:stretch>
                    <a:fillRect b="-3604"/>
                  </a:stretch>
                </a:blipFill>
                <a:ln w="28575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979FBDC-E7B5-4F7F-86A0-CD8CD91A61D8}"/>
                </a:ext>
              </a:extLst>
            </p:cNvPr>
            <p:cNvCxnSpPr>
              <a:cxnSpLocks/>
              <a:stCxn id="80" idx="2"/>
              <a:endCxn id="91" idx="0"/>
            </p:cNvCxnSpPr>
            <p:nvPr/>
          </p:nvCxnSpPr>
          <p:spPr>
            <a:xfrm>
              <a:off x="6904266" y="4735725"/>
              <a:ext cx="2358" cy="35440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/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+mj-lt"/>
                    </a:rPr>
                    <a:t>LR rotation at p</a:t>
                  </a:r>
                </a:p>
                <a:p>
                  <a:r>
                    <a:rPr lang="en-US" sz="1200" dirty="0"/>
                    <a:t>r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US" sz="1200" dirty="0"/>
                    <a:t>original color of p</a:t>
                  </a:r>
                </a:p>
                <a:p>
                  <a:r>
                    <a:rPr lang="en-US" sz="1200" dirty="0">
                      <a:latin typeface="+mj-lt"/>
                    </a:rPr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>
                      <a:latin typeface="+mj-lt"/>
                    </a:rPr>
                    <a:t> black</a:t>
                  </a: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C3197826-D3AA-43EF-9B9D-C59A41913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7576" y="5090127"/>
                  <a:ext cx="1578095" cy="646331"/>
                </a:xfrm>
                <a:prstGeom prst="rect">
                  <a:avLst/>
                </a:prstGeom>
                <a:blipFill>
                  <a:blip r:embed="rId5"/>
                  <a:stretch>
                    <a:fillRect b="-555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55D2928-83C4-4D5D-A977-F2069FE26087}"/>
                </a:ext>
              </a:extLst>
            </p:cNvPr>
            <p:cNvCxnSpPr>
              <a:cxnSpLocks/>
              <a:stCxn id="83" idx="2"/>
              <a:endCxn id="93" idx="0"/>
            </p:cNvCxnSpPr>
            <p:nvPr/>
          </p:nvCxnSpPr>
          <p:spPr>
            <a:xfrm>
              <a:off x="8077795" y="6107569"/>
              <a:ext cx="1524" cy="20530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/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p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black</a:t>
                  </a:r>
                </a:p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F430D44-7E0F-42C9-A20A-C6E6BB44A0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5946" y="6312878"/>
                  <a:ext cx="806745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8E86A7B-C519-4466-96A5-B22AABCEAEA4}"/>
                </a:ext>
              </a:extLst>
            </p:cNvPr>
            <p:cNvCxnSpPr>
              <a:cxnSpLocks/>
              <a:stCxn id="84" idx="2"/>
              <a:endCxn id="95" idx="0"/>
            </p:cNvCxnSpPr>
            <p:nvPr/>
          </p:nvCxnSpPr>
          <p:spPr>
            <a:xfrm>
              <a:off x="10298651" y="6110873"/>
              <a:ext cx="478" cy="202005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/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 </a:t>
                  </a:r>
                  <a14:m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red</a:t>
                  </a:r>
                </a:p>
                <a:p>
                  <a:r>
                    <a:rPr lang="en-US" sz="1200" dirty="0"/>
                    <a:t>del x, x=p</a:t>
                  </a: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64B5DC9-4C75-469F-9457-B9459CA16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5756" y="6312878"/>
                  <a:ext cx="806745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FCC2DA3-A7E5-4A39-AF9A-737B48E9059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169"/>
          <a:stretch/>
        </p:blipFill>
        <p:spPr>
          <a:xfrm>
            <a:off x="7764862" y="2410858"/>
            <a:ext cx="4097710" cy="17736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048772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148/154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stCxn id="44" idx="3"/>
            <a:endCxn id="81" idx="1"/>
          </p:cNvCxnSpPr>
          <p:nvPr/>
        </p:nvCxnSpPr>
        <p:spPr>
          <a:xfrm>
            <a:off x="6672167" y="2013229"/>
            <a:ext cx="2508145" cy="2400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4352472" y="2539197"/>
            <a:ext cx="1517864" cy="566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4731988" y="403991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2794261" y="2539197"/>
            <a:ext cx="1122680" cy="5792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941" y="232143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4134707" y="2013394"/>
            <a:ext cx="2036762" cy="3080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495" y="311847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570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7F0B0AE-B425-413F-A751-D60E913D60D0}"/>
              </a:ext>
            </a:extLst>
          </p:cNvPr>
          <p:cNvCxnSpPr>
            <a:cxnSpLocks/>
            <a:stCxn id="121" idx="0"/>
            <a:endCxn id="93" idx="2"/>
          </p:cNvCxnSpPr>
          <p:nvPr/>
        </p:nvCxnSpPr>
        <p:spPr>
          <a:xfrm flipV="1">
            <a:off x="1808550" y="3336239"/>
            <a:ext cx="767945" cy="42633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D3951BA-7D5D-44C1-B339-75C78C1315E6}"/>
              </a:ext>
            </a:extLst>
          </p:cNvPr>
          <p:cNvCxnSpPr>
            <a:cxnSpLocks/>
            <a:stCxn id="122" idx="0"/>
            <a:endCxn id="93" idx="6"/>
          </p:cNvCxnSpPr>
          <p:nvPr/>
        </p:nvCxnSpPr>
        <p:spPr>
          <a:xfrm flipH="1" flipV="1">
            <a:off x="3012026" y="3336239"/>
            <a:ext cx="680523" cy="4139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6">
            <a:extLst>
              <a:ext uri="{FF2B5EF4-FFF2-40B4-BE49-F238E27FC236}">
                <a16:creationId xmlns:a16="http://schemas.microsoft.com/office/drawing/2014/main" id="{FF96B71E-41BF-4C02-8627-509886D74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784" y="376257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  <a:endCxn id="121" idx="2"/>
          </p:cNvCxnSpPr>
          <p:nvPr/>
        </p:nvCxnSpPr>
        <p:spPr>
          <a:xfrm flipV="1">
            <a:off x="1231664" y="3980343"/>
            <a:ext cx="359120" cy="553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  <a:endCxn id="121" idx="6"/>
          </p:cNvCxnSpPr>
          <p:nvPr/>
        </p:nvCxnSpPr>
        <p:spPr>
          <a:xfrm flipH="1" flipV="1">
            <a:off x="2026315" y="3980343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98" y="453375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793" y="446175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33" idx="0"/>
            <a:endCxn id="94" idx="2"/>
          </p:cNvCxnSpPr>
          <p:nvPr/>
        </p:nvCxnSpPr>
        <p:spPr>
          <a:xfrm flipV="1">
            <a:off x="5169393" y="3323455"/>
            <a:ext cx="483177" cy="4146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endCxn id="94" idx="6"/>
          </p:cNvCxnSpPr>
          <p:nvPr/>
        </p:nvCxnSpPr>
        <p:spPr>
          <a:xfrm flipH="1" flipV="1">
            <a:off x="6088101" y="3323455"/>
            <a:ext cx="421957" cy="449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627" y="3738114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09803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63146" y="4725203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27041" y="458280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5654628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4959605" y="376720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915403" y="235183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2560101" y="315157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D373F70-5849-46AF-B660-911A40A697C8}"/>
              </a:ext>
            </a:extLst>
          </p:cNvPr>
          <p:cNvSpPr txBox="1"/>
          <p:nvPr/>
        </p:nvSpPr>
        <p:spPr>
          <a:xfrm>
            <a:off x="1587773" y="381958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093967" y="449145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3656451" y="1945196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2187862" y="2762665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16920" y="3750727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EFD2692-6561-483C-8D8E-0FC36A4524F8}"/>
              </a:ext>
            </a:extLst>
          </p:cNvPr>
          <p:cNvSpPr/>
          <p:nvPr/>
        </p:nvSpPr>
        <p:spPr>
          <a:xfrm>
            <a:off x="5585732" y="2918366"/>
            <a:ext cx="668399" cy="6656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57CBB-86E0-4511-8412-37F294606343}"/>
              </a:ext>
            </a:extLst>
          </p:cNvPr>
          <p:cNvSpPr txBox="1"/>
          <p:nvPr/>
        </p:nvSpPr>
        <p:spPr>
          <a:xfrm>
            <a:off x="5543192" y="2579627"/>
            <a:ext cx="824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x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551078-C256-48C6-BCAD-02880BD276D8}"/>
              </a:ext>
            </a:extLst>
          </p:cNvPr>
          <p:cNvSpPr txBox="1"/>
          <p:nvPr/>
        </p:nvSpPr>
        <p:spPr>
          <a:xfrm>
            <a:off x="1173790" y="3415761"/>
            <a:ext cx="76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B35DD-9B4A-4987-BFB3-E42576E1CD1F}"/>
              </a:ext>
            </a:extLst>
          </p:cNvPr>
          <p:cNvSpPr txBox="1"/>
          <p:nvPr/>
        </p:nvSpPr>
        <p:spPr>
          <a:xfrm>
            <a:off x="5234493" y="6132640"/>
            <a:ext cx="2179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Right rotation at 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93137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149/154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528970" y="2013394"/>
            <a:ext cx="2651342" cy="2398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3813630" y="2531033"/>
            <a:ext cx="1166800" cy="5746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5064836" y="46842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1829323" y="2531033"/>
            <a:ext cx="1548776" cy="559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099" y="231326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3595865" y="2013394"/>
            <a:ext cx="2575604" cy="299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557" y="309051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664" y="3105689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</p:cNvCxnSpPr>
          <p:nvPr/>
        </p:nvCxnSpPr>
        <p:spPr>
          <a:xfrm flipV="1">
            <a:off x="1239828" y="3415887"/>
            <a:ext cx="397326" cy="579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</p:cNvCxnSpPr>
          <p:nvPr/>
        </p:nvCxnSpPr>
        <p:spPr>
          <a:xfrm flipH="1" flipV="1">
            <a:off x="2034479" y="3441501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062" y="399491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957" y="3922911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22" idx="0"/>
            <a:endCxn id="94" idx="2"/>
          </p:cNvCxnSpPr>
          <p:nvPr/>
        </p:nvCxnSpPr>
        <p:spPr>
          <a:xfrm flipV="1">
            <a:off x="3692549" y="3323455"/>
            <a:ext cx="1070115" cy="426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stCxn id="111" idx="0"/>
            <a:endCxn id="94" idx="6"/>
          </p:cNvCxnSpPr>
          <p:nvPr/>
        </p:nvCxnSpPr>
        <p:spPr>
          <a:xfrm flipH="1" flipV="1">
            <a:off x="5198195" y="3323455"/>
            <a:ext cx="857375" cy="3622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475" y="4382472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17967" y="418783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71310" y="4186361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35205" y="404396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4764722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5292453" y="441156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376561" y="234367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1595163" y="31236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102131" y="39526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3075751" y="1961081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1351378" y="2704636"/>
            <a:ext cx="76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96140" y="4487155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57CBB-86E0-4511-8412-37F294606343}"/>
              </a:ext>
            </a:extLst>
          </p:cNvPr>
          <p:cNvSpPr txBox="1"/>
          <p:nvPr/>
        </p:nvSpPr>
        <p:spPr>
          <a:xfrm>
            <a:off x="5100315" y="2827097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p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5C5F872F-8798-4309-8777-7B7EA4932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804" y="368572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5B888F7-6F54-4544-86EB-DC00A25ED761}"/>
              </a:ext>
            </a:extLst>
          </p:cNvPr>
          <p:cNvCxnSpPr>
            <a:cxnSpLocks/>
            <a:stCxn id="221" idx="0"/>
          </p:cNvCxnSpPr>
          <p:nvPr/>
        </p:nvCxnSpPr>
        <p:spPr>
          <a:xfrm flipV="1">
            <a:off x="5522644" y="3971601"/>
            <a:ext cx="328138" cy="439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17601C5-5C5F-4ABD-AACC-DB5F097082F0}"/>
              </a:ext>
            </a:extLst>
          </p:cNvPr>
          <p:cNvCxnSpPr>
            <a:cxnSpLocks/>
          </p:cNvCxnSpPr>
          <p:nvPr/>
        </p:nvCxnSpPr>
        <p:spPr>
          <a:xfrm flipH="1" flipV="1">
            <a:off x="6260726" y="4036711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28FE331-6ADC-4742-9CFE-4D8FE7C56514}"/>
              </a:ext>
            </a:extLst>
          </p:cNvPr>
          <p:cNvSpPr txBox="1"/>
          <p:nvPr/>
        </p:nvSpPr>
        <p:spPr>
          <a:xfrm>
            <a:off x="5821410" y="371882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F2372-64CA-43AA-AB6C-345284542A4F}"/>
              </a:ext>
            </a:extLst>
          </p:cNvPr>
          <p:cNvSpPr/>
          <p:nvPr/>
        </p:nvSpPr>
        <p:spPr>
          <a:xfrm>
            <a:off x="6159468" y="3454792"/>
            <a:ext cx="824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F078B3-6C9C-4E31-A6DD-7318A7918E8F}"/>
                  </a:ext>
                </a:extLst>
              </p:cNvPr>
              <p:cNvSpPr/>
              <p:nvPr/>
            </p:nvSpPr>
            <p:spPr>
              <a:xfrm>
                <a:off x="3692548" y="5964938"/>
                <a:ext cx="296813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 Rounded MT Bold" panose="020F0704030504030204" pitchFamily="34" charset="0"/>
                  </a:rPr>
                  <a:t>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original color of p</a:t>
                </a:r>
              </a:p>
              <a:p>
                <a:r>
                  <a:rPr lang="en-US" dirty="0">
                    <a:latin typeface="Arial Rounded MT Bold" panose="020F0704030504030204" pitchFamily="34" charset="0"/>
                  </a:rPr>
                  <a:t>l, p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Arial Rounded MT Bold" panose="020F0704030504030204" pitchFamily="34" charset="0"/>
                  </a:rPr>
                  <a:t> black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F078B3-6C9C-4E31-A6DD-7318A7918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548" y="5964938"/>
                <a:ext cx="2968136" cy="646331"/>
              </a:xfrm>
              <a:prstGeom prst="rect">
                <a:avLst/>
              </a:prstGeom>
              <a:blipFill>
                <a:blip r:embed="rId4"/>
                <a:stretch>
                  <a:fillRect l="-1848" t="-5660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4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D79-129C-43D4-BFC5-2F8D85EE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D341A-D892-4667-9BD4-54B4404461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150/154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A7915F-692D-4F04-96B2-257D401F8AEF}"/>
              </a:ext>
            </a:extLst>
          </p:cNvPr>
          <p:cNvCxnSpPr>
            <a:cxnSpLocks/>
            <a:endCxn id="81" idx="1"/>
          </p:cNvCxnSpPr>
          <p:nvPr/>
        </p:nvCxnSpPr>
        <p:spPr>
          <a:xfrm>
            <a:off x="6528970" y="2013394"/>
            <a:ext cx="2651342" cy="2398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6">
            <a:extLst>
              <a:ext uri="{FF2B5EF4-FFF2-40B4-BE49-F238E27FC236}">
                <a16:creationId xmlns:a16="http://schemas.microsoft.com/office/drawing/2014/main" id="{7B6A6B17-E144-4EF0-8B64-0606C4BE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1469" y="179562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BB3D5A-D819-4B8A-8536-A113DDA224C7}"/>
              </a:ext>
            </a:extLst>
          </p:cNvPr>
          <p:cNvCxnSpPr>
            <a:cxnSpLocks/>
            <a:stCxn id="94" idx="0"/>
            <a:endCxn id="25" idx="6"/>
          </p:cNvCxnSpPr>
          <p:nvPr/>
        </p:nvCxnSpPr>
        <p:spPr>
          <a:xfrm flipH="1" flipV="1">
            <a:off x="3813630" y="2531033"/>
            <a:ext cx="1166800" cy="5746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81767D-64D4-4EDE-A123-4F78C29E7F8E}"/>
              </a:ext>
            </a:extLst>
          </p:cNvPr>
          <p:cNvSpPr txBox="1"/>
          <p:nvPr/>
        </p:nvSpPr>
        <p:spPr>
          <a:xfrm>
            <a:off x="6211785" y="182856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70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770CCA7-55F5-4107-9886-3C101BC2192D}"/>
              </a:ext>
            </a:extLst>
          </p:cNvPr>
          <p:cNvGrpSpPr/>
          <p:nvPr/>
        </p:nvGrpSpPr>
        <p:grpSpPr>
          <a:xfrm>
            <a:off x="5064836" y="46842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8E33C-BBED-48C4-9411-105791D5C11F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E6C0E94-B89A-4853-B7CF-AED7555720D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B9C518C-BB1F-4741-B17E-FEB7EEF1B703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A12AE2-7F11-4BDC-B496-22E0521F3324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D0A7902-F1A0-4567-ADC1-85D830F32C5D}"/>
              </a:ext>
            </a:extLst>
          </p:cNvPr>
          <p:cNvCxnSpPr>
            <a:cxnSpLocks/>
            <a:stCxn id="93" idx="0"/>
            <a:endCxn id="25" idx="2"/>
          </p:cNvCxnSpPr>
          <p:nvPr/>
        </p:nvCxnSpPr>
        <p:spPr>
          <a:xfrm flipV="1">
            <a:off x="1829323" y="2531033"/>
            <a:ext cx="1548776" cy="5594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6">
            <a:extLst>
              <a:ext uri="{FF2B5EF4-FFF2-40B4-BE49-F238E27FC236}">
                <a16:creationId xmlns:a16="http://schemas.microsoft.com/office/drawing/2014/main" id="{4B41B0F0-771B-4486-95A0-A6225F9C3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099" y="2313267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DDD6F54-F76F-4B1F-B682-3DD376D79E22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V="1">
            <a:off x="3595865" y="2013394"/>
            <a:ext cx="2575604" cy="299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16">
            <a:extLst>
              <a:ext uri="{FF2B5EF4-FFF2-40B4-BE49-F238E27FC236}">
                <a16:creationId xmlns:a16="http://schemas.microsoft.com/office/drawing/2014/main" id="{555A190A-4193-4216-B219-16BA285D5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6530" y="2189463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Oval 16">
            <a:extLst>
              <a:ext uri="{FF2B5EF4-FFF2-40B4-BE49-F238E27FC236}">
                <a16:creationId xmlns:a16="http://schemas.microsoft.com/office/drawing/2014/main" id="{9D6D1715-99E9-4CA8-80F3-671EEAF3C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557" y="309051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4" name="Oval 16">
            <a:extLst>
              <a:ext uri="{FF2B5EF4-FFF2-40B4-BE49-F238E27FC236}">
                <a16:creationId xmlns:a16="http://schemas.microsoft.com/office/drawing/2014/main" id="{946B7DB9-53D5-4E45-BE84-E2ECF4E7B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664" y="3105689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2" name="Oval 16">
            <a:extLst>
              <a:ext uri="{FF2B5EF4-FFF2-40B4-BE49-F238E27FC236}">
                <a16:creationId xmlns:a16="http://schemas.microsoft.com/office/drawing/2014/main" id="{6E36181F-B915-458C-84ED-47D3F4EF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83" y="3750145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373DD58-F4AC-42B3-88EE-7A7C8A81E2AE}"/>
              </a:ext>
            </a:extLst>
          </p:cNvPr>
          <p:cNvCxnSpPr>
            <a:cxnSpLocks/>
            <a:stCxn id="125" idx="0"/>
            <a:endCxn id="122" idx="2"/>
          </p:cNvCxnSpPr>
          <p:nvPr/>
        </p:nvCxnSpPr>
        <p:spPr>
          <a:xfrm flipV="1">
            <a:off x="3222302" y="3967911"/>
            <a:ext cx="252481" cy="4938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9BEA2D3-19FB-42BE-B89B-F8CC297226D2}"/>
              </a:ext>
            </a:extLst>
          </p:cNvPr>
          <p:cNvCxnSpPr>
            <a:cxnSpLocks/>
            <a:stCxn id="126" idx="0"/>
            <a:endCxn id="122" idx="6"/>
          </p:cNvCxnSpPr>
          <p:nvPr/>
        </p:nvCxnSpPr>
        <p:spPr>
          <a:xfrm flipH="1" flipV="1">
            <a:off x="3910314" y="3967911"/>
            <a:ext cx="392504" cy="4603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6">
            <a:extLst>
              <a:ext uri="{FF2B5EF4-FFF2-40B4-BE49-F238E27FC236}">
                <a16:creationId xmlns:a16="http://schemas.microsoft.com/office/drawing/2014/main" id="{643033BE-8EDE-4020-A89E-D71C2220B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536" y="4461754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" name="Oval 16">
            <a:extLst>
              <a:ext uri="{FF2B5EF4-FFF2-40B4-BE49-F238E27FC236}">
                <a16:creationId xmlns:a16="http://schemas.microsoft.com/office/drawing/2014/main" id="{300EF99A-4C88-4F70-B326-7E09A7F74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052" y="442830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57820F1-93B3-4A7E-91FC-A1A3FC2F3E57}"/>
              </a:ext>
            </a:extLst>
          </p:cNvPr>
          <p:cNvCxnSpPr>
            <a:cxnSpLocks/>
            <a:stCxn id="129" idx="0"/>
          </p:cNvCxnSpPr>
          <p:nvPr/>
        </p:nvCxnSpPr>
        <p:spPr>
          <a:xfrm flipV="1">
            <a:off x="1239828" y="3415887"/>
            <a:ext cx="397326" cy="579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94BED99-EF47-4F47-976C-2E63817D528B}"/>
              </a:ext>
            </a:extLst>
          </p:cNvPr>
          <p:cNvCxnSpPr>
            <a:cxnSpLocks/>
            <a:stCxn id="130" idx="0"/>
          </p:cNvCxnSpPr>
          <p:nvPr/>
        </p:nvCxnSpPr>
        <p:spPr>
          <a:xfrm flipH="1" flipV="1">
            <a:off x="2034479" y="3441501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6">
            <a:extLst>
              <a:ext uri="{FF2B5EF4-FFF2-40B4-BE49-F238E27FC236}">
                <a16:creationId xmlns:a16="http://schemas.microsoft.com/office/drawing/2014/main" id="{4DB088C7-E975-416F-BA7B-2477CDDF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062" y="399491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0" name="Oval 16">
            <a:extLst>
              <a:ext uri="{FF2B5EF4-FFF2-40B4-BE49-F238E27FC236}">
                <a16:creationId xmlns:a16="http://schemas.microsoft.com/office/drawing/2014/main" id="{D2A39416-09B6-42E3-8B0F-3ACADB714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957" y="3922911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AB0B72F-6588-46D0-B249-DCA64468D99B}"/>
              </a:ext>
            </a:extLst>
          </p:cNvPr>
          <p:cNvCxnSpPr>
            <a:cxnSpLocks/>
            <a:stCxn id="122" idx="0"/>
            <a:endCxn id="94" idx="2"/>
          </p:cNvCxnSpPr>
          <p:nvPr/>
        </p:nvCxnSpPr>
        <p:spPr>
          <a:xfrm flipV="1">
            <a:off x="3692549" y="3323455"/>
            <a:ext cx="1070115" cy="426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36C8801-EBB8-4FA9-B5E5-02F8F3F46ABE}"/>
              </a:ext>
            </a:extLst>
          </p:cNvPr>
          <p:cNvCxnSpPr>
            <a:cxnSpLocks/>
            <a:stCxn id="111" idx="0"/>
            <a:endCxn id="94" idx="6"/>
          </p:cNvCxnSpPr>
          <p:nvPr/>
        </p:nvCxnSpPr>
        <p:spPr>
          <a:xfrm flipH="1" flipV="1">
            <a:off x="5198195" y="3323455"/>
            <a:ext cx="857375" cy="3622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6">
            <a:extLst>
              <a:ext uri="{FF2B5EF4-FFF2-40B4-BE49-F238E27FC236}">
                <a16:creationId xmlns:a16="http://schemas.microsoft.com/office/drawing/2014/main" id="{4E212401-99AD-40A0-8F06-5A5E9512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475" y="4382472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3821519-F4A0-4825-A416-274E7805C95A}"/>
              </a:ext>
            </a:extLst>
          </p:cNvPr>
          <p:cNvGrpSpPr/>
          <p:nvPr/>
        </p:nvGrpSpPr>
        <p:grpSpPr>
          <a:xfrm>
            <a:off x="3885670" y="4731396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0938417-7402-4676-A4EF-EB391A3A205E}"/>
                </a:ext>
              </a:extLst>
            </p:cNvPr>
            <p:cNvCxnSpPr>
              <a:cxnSpLocks/>
              <a:stCxn id="15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EB64818-E2FD-4606-8269-B4976F7445B5}"/>
                </a:ext>
              </a:extLst>
            </p:cNvPr>
            <p:cNvCxnSpPr>
              <a:cxnSpLocks/>
              <a:stCxn id="15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5C0318A-34AA-4B89-A156-72C186BF1F47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2B39ECC-B3F8-43C8-802E-38C0DEFBAD11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530AF04-F519-41CF-99B4-F574F0CB3EAB}"/>
              </a:ext>
            </a:extLst>
          </p:cNvPr>
          <p:cNvGrpSpPr/>
          <p:nvPr/>
        </p:nvGrpSpPr>
        <p:grpSpPr>
          <a:xfrm>
            <a:off x="2794260" y="472668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3055D1-0E10-4EC1-94F2-BFD6D5AA223A}"/>
                </a:ext>
              </a:extLst>
            </p:cNvPr>
            <p:cNvCxnSpPr>
              <a:cxnSpLocks/>
              <a:stCxn id="15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EFEF4D-5207-4FD5-A52B-DFC315877DD6}"/>
                </a:ext>
              </a:extLst>
            </p:cNvPr>
            <p:cNvCxnSpPr>
              <a:cxnSpLocks/>
              <a:stCxn id="15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5AA76F4-B445-4679-BD99-EDFD1941C5F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A40A7F9-FC17-40D6-B32D-A548ABBF33E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035B8CB-76A0-414B-8C65-9A0918D36266}"/>
              </a:ext>
            </a:extLst>
          </p:cNvPr>
          <p:cNvGrpSpPr/>
          <p:nvPr/>
        </p:nvGrpSpPr>
        <p:grpSpPr>
          <a:xfrm>
            <a:off x="817967" y="4187838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9072274-11A1-4C04-B964-9EB7833B8BEE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3D3D68E-1318-4CE5-8E81-12A0EC2962EB}"/>
                </a:ext>
              </a:extLst>
            </p:cNvPr>
            <p:cNvCxnSpPr>
              <a:cxnSpLocks/>
              <a:stCxn id="162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5C04163A-A1F6-4986-9D28-8B79751DA02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96CF1A64-04A4-428F-8DC3-390C8EE1E99C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DA58A4-4F2B-43D9-8A12-9E27D024843E}"/>
              </a:ext>
            </a:extLst>
          </p:cNvPr>
          <p:cNvGrpSpPr/>
          <p:nvPr/>
        </p:nvGrpSpPr>
        <p:grpSpPr>
          <a:xfrm>
            <a:off x="1871310" y="4186361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482F64-6851-4E33-9BEB-621A015986C1}"/>
                </a:ext>
              </a:extLst>
            </p:cNvPr>
            <p:cNvCxnSpPr>
              <a:cxnSpLocks/>
              <a:stCxn id="166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B0B38AB1-909B-489C-A4A2-01159A62D9C4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CE53F5A-A1BE-488F-BC50-0049FF61FC08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9992A117-8C2C-4DD3-BBD4-312759F91D3F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A39235BF-D6D2-4D40-A585-E7CCB858A7DF}"/>
              </a:ext>
            </a:extLst>
          </p:cNvPr>
          <p:cNvCxnSpPr>
            <a:cxnSpLocks/>
            <a:stCxn id="171" idx="0"/>
            <a:endCxn id="81" idx="2"/>
          </p:cNvCxnSpPr>
          <p:nvPr/>
        </p:nvCxnSpPr>
        <p:spPr>
          <a:xfrm flipV="1">
            <a:off x="8408675" y="2407229"/>
            <a:ext cx="707855" cy="6778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99085DD-B155-4180-A2E6-7FCBBB7D9142}"/>
              </a:ext>
            </a:extLst>
          </p:cNvPr>
          <p:cNvCxnSpPr>
            <a:cxnSpLocks/>
            <a:stCxn id="172" idx="0"/>
            <a:endCxn id="81" idx="6"/>
          </p:cNvCxnSpPr>
          <p:nvPr/>
        </p:nvCxnSpPr>
        <p:spPr>
          <a:xfrm flipH="1" flipV="1">
            <a:off x="9552061" y="2407229"/>
            <a:ext cx="702913" cy="4934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6">
            <a:extLst>
              <a:ext uri="{FF2B5EF4-FFF2-40B4-BE49-F238E27FC236}">
                <a16:creationId xmlns:a16="http://schemas.microsoft.com/office/drawing/2014/main" id="{5F3C77B9-8F53-4D62-83F5-376DB258D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909" y="3085096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2" name="Oval 16">
            <a:extLst>
              <a:ext uri="{FF2B5EF4-FFF2-40B4-BE49-F238E27FC236}">
                <a16:creationId xmlns:a16="http://schemas.microsoft.com/office/drawing/2014/main" id="{E643E1FB-3ED2-4C9B-BAA9-412C5909A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7208" y="2900708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7FAB3F1-6942-4525-B57B-2AE33CBBCA86}"/>
              </a:ext>
            </a:extLst>
          </p:cNvPr>
          <p:cNvCxnSpPr>
            <a:cxnSpLocks/>
            <a:stCxn id="181" idx="0"/>
            <a:endCxn id="172" idx="6"/>
          </p:cNvCxnSpPr>
          <p:nvPr/>
        </p:nvCxnSpPr>
        <p:spPr>
          <a:xfrm flipH="1" flipV="1">
            <a:off x="10472739" y="3118474"/>
            <a:ext cx="461200" cy="4955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11FB5AB-ED2B-4407-95C6-9DE1BD2014E6}"/>
              </a:ext>
            </a:extLst>
          </p:cNvPr>
          <p:cNvGrpSpPr/>
          <p:nvPr/>
        </p:nvGrpSpPr>
        <p:grpSpPr>
          <a:xfrm>
            <a:off x="10532601" y="3954474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647D207-DC3C-4747-92EA-F39D381F33F7}"/>
                </a:ext>
              </a:extLst>
            </p:cNvPr>
            <p:cNvCxnSpPr>
              <a:cxnSpLocks/>
              <a:stCxn id="187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1D5D54F-DE63-4CF1-81DF-62FD3E81FB74}"/>
                </a:ext>
              </a:extLst>
            </p:cNvPr>
            <p:cNvCxnSpPr>
              <a:cxnSpLocks/>
              <a:stCxn id="188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5CD2CC42-6E8F-4CEC-937C-F4BCA727588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9259553-5869-4863-827C-5840A6FC8466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81" name="Oval 16">
            <a:extLst>
              <a:ext uri="{FF2B5EF4-FFF2-40B4-BE49-F238E27FC236}">
                <a16:creationId xmlns:a16="http://schemas.microsoft.com/office/drawing/2014/main" id="{07BEA3AD-88C7-4FEE-B94D-B3095E463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6173" y="3614036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F28EA7D-38CE-478D-8DA5-EC2964CE2893}"/>
              </a:ext>
            </a:extLst>
          </p:cNvPr>
          <p:cNvGrpSpPr/>
          <p:nvPr/>
        </p:nvGrpSpPr>
        <p:grpSpPr>
          <a:xfrm>
            <a:off x="8723123" y="3959339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9E25F55-DDAA-4B62-94DF-EF2E450F3A0E}"/>
                </a:ext>
              </a:extLst>
            </p:cNvPr>
            <p:cNvCxnSpPr>
              <a:cxnSpLocks/>
              <a:stCxn id="192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3E1F2FA-5908-42C7-92B9-ADCD4712CD11}"/>
                </a:ext>
              </a:extLst>
            </p:cNvPr>
            <p:cNvCxnSpPr>
              <a:cxnSpLocks/>
              <a:stCxn id="193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02EDB18-8BC6-4ED4-9BEA-E0139FD9FC0F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9B6C98D-C824-4FDC-9959-B787D0B46508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3BF55D50-8584-450F-9591-623B9B3DB126}"/>
              </a:ext>
            </a:extLst>
          </p:cNvPr>
          <p:cNvCxnSpPr>
            <a:cxnSpLocks/>
            <a:stCxn id="198" idx="0"/>
            <a:endCxn id="171" idx="2"/>
          </p:cNvCxnSpPr>
          <p:nvPr/>
        </p:nvCxnSpPr>
        <p:spPr>
          <a:xfrm flipV="1">
            <a:off x="7688979" y="3302862"/>
            <a:ext cx="501930" cy="4567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8E20E1B-78AE-432F-9B25-0FC6556BEDBB}"/>
              </a:ext>
            </a:extLst>
          </p:cNvPr>
          <p:cNvCxnSpPr>
            <a:cxnSpLocks/>
            <a:stCxn id="199" idx="0"/>
            <a:endCxn id="171" idx="6"/>
          </p:cNvCxnSpPr>
          <p:nvPr/>
        </p:nvCxnSpPr>
        <p:spPr>
          <a:xfrm flipH="1" flipV="1">
            <a:off x="8626440" y="3302862"/>
            <a:ext cx="513831" cy="4443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Oval 16">
            <a:extLst>
              <a:ext uri="{FF2B5EF4-FFF2-40B4-BE49-F238E27FC236}">
                <a16:creationId xmlns:a16="http://schemas.microsoft.com/office/drawing/2014/main" id="{EF43BB7C-B978-4A89-9A5F-A3B4CCC64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2505" y="3747201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980A5F6D-81C4-4627-BD00-508A80992B8C}"/>
              </a:ext>
            </a:extLst>
          </p:cNvPr>
          <p:cNvGrpSpPr/>
          <p:nvPr/>
        </p:nvGrpSpPr>
        <p:grpSpPr>
          <a:xfrm>
            <a:off x="7238168" y="4028800"/>
            <a:ext cx="834293" cy="914767"/>
            <a:chOff x="7590826" y="4484265"/>
            <a:chExt cx="834293" cy="914767"/>
          </a:xfrm>
          <a:solidFill>
            <a:schemeClr val="bg1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D07371E-B816-462E-942A-139DF752AB8B}"/>
                </a:ext>
              </a:extLst>
            </p:cNvPr>
            <p:cNvCxnSpPr>
              <a:cxnSpLocks/>
              <a:stCxn id="203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8985DD9-3EF2-404A-84DF-0287D280CF9C}"/>
                </a:ext>
              </a:extLst>
            </p:cNvPr>
            <p:cNvCxnSpPr>
              <a:cxnSpLocks/>
              <a:stCxn id="204" idx="0"/>
            </p:cNvCxnSpPr>
            <p:nvPr/>
          </p:nvCxnSpPr>
          <p:spPr>
            <a:xfrm flipH="1" flipV="1">
              <a:off x="8188133" y="4484265"/>
              <a:ext cx="71092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67E82C8-017A-4A4F-8A15-E4CDDE1CC90E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BB7A8CD-5755-49EE-AF26-D72FDEF4DA7D}"/>
                </a:ext>
              </a:extLst>
            </p:cNvPr>
            <p:cNvSpPr/>
            <p:nvPr/>
          </p:nvSpPr>
          <p:spPr>
            <a:xfrm>
              <a:off x="8093331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98" name="Oval 16">
            <a:extLst>
              <a:ext uri="{FF2B5EF4-FFF2-40B4-BE49-F238E27FC236}">
                <a16:creationId xmlns:a16="http://schemas.microsoft.com/office/drawing/2014/main" id="{B4B8CEED-643F-4CB0-BCE4-566375EC8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1213" y="3759633"/>
            <a:ext cx="435531" cy="435531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61AB8EC-B5BC-469F-B692-5832B81C465A}"/>
              </a:ext>
            </a:extLst>
          </p:cNvPr>
          <p:cNvGrpSpPr/>
          <p:nvPr/>
        </p:nvGrpSpPr>
        <p:grpSpPr>
          <a:xfrm>
            <a:off x="9892110" y="3134597"/>
            <a:ext cx="331788" cy="914767"/>
            <a:chOff x="7590826" y="4484265"/>
            <a:chExt cx="331788" cy="914767"/>
          </a:xfrm>
          <a:solidFill>
            <a:schemeClr val="bg1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22E498F-BB6E-416E-8E81-57D8AEE406EB}"/>
                </a:ext>
              </a:extLst>
            </p:cNvPr>
            <p:cNvCxnSpPr>
              <a:cxnSpLocks/>
              <a:stCxn id="210" idx="0"/>
            </p:cNvCxnSpPr>
            <p:nvPr/>
          </p:nvCxnSpPr>
          <p:spPr>
            <a:xfrm flipV="1">
              <a:off x="7756720" y="4484265"/>
              <a:ext cx="123446" cy="562581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F8FCFE6-938F-4C47-8F7D-34B242CE16D2}"/>
                </a:ext>
              </a:extLst>
            </p:cNvPr>
            <p:cNvSpPr/>
            <p:nvPr/>
          </p:nvSpPr>
          <p:spPr>
            <a:xfrm>
              <a:off x="7590826" y="5046846"/>
              <a:ext cx="331788" cy="3521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89E96F8-31DC-4CA1-B874-F25E70C24FDA}"/>
              </a:ext>
            </a:extLst>
          </p:cNvPr>
          <p:cNvSpPr txBox="1"/>
          <p:nvPr/>
        </p:nvSpPr>
        <p:spPr>
          <a:xfrm>
            <a:off x="1035205" y="404396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13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EBEB46-9826-4BDA-85FF-3C0E8AEA14A4}"/>
              </a:ext>
            </a:extLst>
          </p:cNvPr>
          <p:cNvSpPr txBox="1"/>
          <p:nvPr/>
        </p:nvSpPr>
        <p:spPr>
          <a:xfrm>
            <a:off x="10729992" y="368199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98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86134E1-51B0-4CAF-85D5-138031A1E40A}"/>
              </a:ext>
            </a:extLst>
          </p:cNvPr>
          <p:cNvSpPr txBox="1"/>
          <p:nvPr/>
        </p:nvSpPr>
        <p:spPr>
          <a:xfrm>
            <a:off x="10058004" y="29486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AA89C9B-98DA-4F3B-8FDC-B33F178B2A0F}"/>
              </a:ext>
            </a:extLst>
          </p:cNvPr>
          <p:cNvSpPr txBox="1"/>
          <p:nvPr/>
        </p:nvSpPr>
        <p:spPr>
          <a:xfrm>
            <a:off x="9139073" y="223115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90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C013ED7-B77E-4307-9914-FF2DCAC4033F}"/>
              </a:ext>
            </a:extLst>
          </p:cNvPr>
          <p:cNvSpPr txBox="1"/>
          <p:nvPr/>
        </p:nvSpPr>
        <p:spPr>
          <a:xfrm>
            <a:off x="8191598" y="311230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85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4FF0062D-5BC0-40D4-93A6-3CF670958230}"/>
              </a:ext>
            </a:extLst>
          </p:cNvPr>
          <p:cNvSpPr txBox="1"/>
          <p:nvPr/>
        </p:nvSpPr>
        <p:spPr>
          <a:xfrm>
            <a:off x="7450198" y="38043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434CCE-C65A-4A2B-A16F-3F6E41590EB2}"/>
              </a:ext>
            </a:extLst>
          </p:cNvPr>
          <p:cNvSpPr txBox="1"/>
          <p:nvPr/>
        </p:nvSpPr>
        <p:spPr>
          <a:xfrm>
            <a:off x="8935694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88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FBEA653-0D16-4620-9EC9-CC52C6654DB7}"/>
              </a:ext>
            </a:extLst>
          </p:cNvPr>
          <p:cNvSpPr txBox="1"/>
          <p:nvPr/>
        </p:nvSpPr>
        <p:spPr>
          <a:xfrm>
            <a:off x="4764722" y="31357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60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463FC06-1D8F-466D-BD6D-7C2CB16B5FB8}"/>
              </a:ext>
            </a:extLst>
          </p:cNvPr>
          <p:cNvSpPr txBox="1"/>
          <p:nvPr/>
        </p:nvSpPr>
        <p:spPr>
          <a:xfrm>
            <a:off x="5292453" y="441156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63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6D6C0B4-6B7B-44C5-A252-B02C3D24C514}"/>
              </a:ext>
            </a:extLst>
          </p:cNvPr>
          <p:cNvSpPr txBox="1"/>
          <p:nvPr/>
        </p:nvSpPr>
        <p:spPr>
          <a:xfrm>
            <a:off x="3376561" y="234367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43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4A5F715-0CDF-4E47-8A28-5BD9EACC57A6}"/>
              </a:ext>
            </a:extLst>
          </p:cNvPr>
          <p:cNvSpPr txBox="1"/>
          <p:nvPr/>
        </p:nvSpPr>
        <p:spPr>
          <a:xfrm>
            <a:off x="1595163" y="312361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20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622B775-2325-441A-9B76-5CBFDAF31F84}"/>
              </a:ext>
            </a:extLst>
          </p:cNvPr>
          <p:cNvSpPr txBox="1"/>
          <p:nvPr/>
        </p:nvSpPr>
        <p:spPr>
          <a:xfrm>
            <a:off x="3464738" y="378030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50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9F1AAD0-74A4-4D9E-BD96-70669A8964ED}"/>
              </a:ext>
            </a:extLst>
          </p:cNvPr>
          <p:cNvSpPr txBox="1"/>
          <p:nvPr/>
        </p:nvSpPr>
        <p:spPr>
          <a:xfrm>
            <a:off x="4094035" y="445868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24FD265-63CF-4CF7-952A-67376D35512A}"/>
              </a:ext>
            </a:extLst>
          </p:cNvPr>
          <p:cNvSpPr txBox="1"/>
          <p:nvPr/>
        </p:nvSpPr>
        <p:spPr>
          <a:xfrm>
            <a:off x="2999792" y="45193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48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237A240-E200-431D-98E7-5D5780F8B516}"/>
              </a:ext>
            </a:extLst>
          </p:cNvPr>
          <p:cNvSpPr txBox="1"/>
          <p:nvPr/>
        </p:nvSpPr>
        <p:spPr>
          <a:xfrm>
            <a:off x="2102131" y="39526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3DFF2-A90B-4C36-9B47-07516F773C3C}"/>
              </a:ext>
            </a:extLst>
          </p:cNvPr>
          <p:cNvSpPr txBox="1"/>
          <p:nvPr/>
        </p:nvSpPr>
        <p:spPr>
          <a:xfrm>
            <a:off x="3075751" y="1961081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A64D0E-E54B-4A29-BDF9-14850ABEA4F9}"/>
              </a:ext>
            </a:extLst>
          </p:cNvPr>
          <p:cNvSpPr txBox="1"/>
          <p:nvPr/>
        </p:nvSpPr>
        <p:spPr>
          <a:xfrm>
            <a:off x="1351378" y="2704636"/>
            <a:ext cx="76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CB504E9-32DB-458F-9F46-557442FC525C}"/>
              </a:ext>
            </a:extLst>
          </p:cNvPr>
          <p:cNvSpPr/>
          <p:nvPr/>
        </p:nvSpPr>
        <p:spPr>
          <a:xfrm>
            <a:off x="6396140" y="4487155"/>
            <a:ext cx="331788" cy="35218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oli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757CBB-86E0-4511-8412-37F294606343}"/>
              </a:ext>
            </a:extLst>
          </p:cNvPr>
          <p:cNvSpPr txBox="1"/>
          <p:nvPr/>
        </p:nvSpPr>
        <p:spPr>
          <a:xfrm>
            <a:off x="5100315" y="2827097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p</a:t>
            </a:r>
          </a:p>
        </p:txBody>
      </p:sp>
      <p:sp>
        <p:nvSpPr>
          <p:cNvPr id="111" name="Oval 16">
            <a:extLst>
              <a:ext uri="{FF2B5EF4-FFF2-40B4-BE49-F238E27FC236}">
                <a16:creationId xmlns:a16="http://schemas.microsoft.com/office/drawing/2014/main" id="{5C5F872F-8798-4309-8777-7B7EA4932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804" y="3685727"/>
            <a:ext cx="435531" cy="43553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5B888F7-6F54-4544-86EB-DC00A25ED761}"/>
              </a:ext>
            </a:extLst>
          </p:cNvPr>
          <p:cNvCxnSpPr>
            <a:cxnSpLocks/>
            <a:stCxn id="221" idx="0"/>
          </p:cNvCxnSpPr>
          <p:nvPr/>
        </p:nvCxnSpPr>
        <p:spPr>
          <a:xfrm flipV="1">
            <a:off x="5522644" y="3971601"/>
            <a:ext cx="328138" cy="439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17601C5-5C5F-4ABD-AACC-DB5F097082F0}"/>
              </a:ext>
            </a:extLst>
          </p:cNvPr>
          <p:cNvCxnSpPr>
            <a:cxnSpLocks/>
          </p:cNvCxnSpPr>
          <p:nvPr/>
        </p:nvCxnSpPr>
        <p:spPr>
          <a:xfrm flipH="1" flipV="1">
            <a:off x="6260726" y="4036711"/>
            <a:ext cx="268244" cy="4814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28FE331-6ADC-4742-9CFE-4D8FE7C56514}"/>
              </a:ext>
            </a:extLst>
          </p:cNvPr>
          <p:cNvSpPr txBox="1"/>
          <p:nvPr/>
        </p:nvSpPr>
        <p:spPr>
          <a:xfrm>
            <a:off x="5821410" y="371882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F2372-64CA-43AA-AB6C-345284542A4F}"/>
              </a:ext>
            </a:extLst>
          </p:cNvPr>
          <p:cNvSpPr/>
          <p:nvPr/>
        </p:nvSpPr>
        <p:spPr>
          <a:xfrm>
            <a:off x="6159468" y="3454792"/>
            <a:ext cx="824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new 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86280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Firewall Rule Matching with Red-Black Trees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7D3D10C-7DA0-43A9-9BCE-8F0EFE5ED09C}"/>
              </a:ext>
            </a:extLst>
          </p:cNvPr>
          <p:cNvSpPr/>
          <p:nvPr/>
        </p:nvSpPr>
        <p:spPr>
          <a:xfrm>
            <a:off x="346793" y="2105212"/>
            <a:ext cx="1134129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dirty="0">
                <a:latin typeface="+mj-lt"/>
              </a:rPr>
              <a:t> A </a:t>
            </a:r>
            <a:r>
              <a:rPr lang="en-US" sz="2400" b="1" dirty="0">
                <a:latin typeface="+mj-lt"/>
              </a:rPr>
              <a:t>firewall</a:t>
            </a:r>
            <a:r>
              <a:rPr lang="en-US" sz="2400" dirty="0">
                <a:latin typeface="+mj-lt"/>
              </a:rPr>
              <a:t> has a list of rules like:  Allow or block certain IP addresses or IP ranges.</a:t>
            </a:r>
          </a:p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2400" dirty="0">
              <a:latin typeface="+mj-lt"/>
            </a:endParaRPr>
          </a:p>
          <a:p>
            <a:pPr marL="576072" lvl="1">
              <a:buClr>
                <a:srgbClr val="F0AD00"/>
              </a:buClr>
              <a:buSzPct val="80000"/>
            </a:pPr>
            <a:r>
              <a:rPr lang="en-US" sz="2400" dirty="0">
                <a:latin typeface="+mj-lt"/>
              </a:rPr>
              <a:t>Example: Block all IPs from 192.168.0.0 to 192.168.0.255.</a:t>
            </a:r>
          </a:p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2400" dirty="0">
              <a:latin typeface="+mj-lt"/>
            </a:endParaRPr>
          </a:p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r>
              <a:rPr lang="en-US" sz="2400" b="1" dirty="0">
                <a:latin typeface="+mj-lt"/>
              </a:rPr>
              <a:t>Challenge:</a:t>
            </a:r>
          </a:p>
          <a:p>
            <a:pPr marL="438912" lvl="0" indent="-320040">
              <a:buClr>
                <a:srgbClr val="F0AD00"/>
              </a:buClr>
              <a:buSzPct val="80000"/>
              <a:buFont typeface="Wingdings 2"/>
              <a:buChar char=""/>
            </a:pPr>
            <a:endParaRPr lang="en-US" sz="2400" dirty="0">
              <a:latin typeface="+mj-lt"/>
            </a:endParaRPr>
          </a:p>
          <a:p>
            <a:pPr marL="1033272" lvl="1" indent="-457200"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latin typeface="+mj-lt"/>
              </a:rPr>
              <a:t>These rules are often stored as ranges, and new rules can be added, removed, or updated.</a:t>
            </a:r>
          </a:p>
          <a:p>
            <a:pPr marL="1033272" lvl="1" indent="-457200">
              <a:buClr>
                <a:srgbClr val="F0AD00"/>
              </a:buClr>
              <a:buSzPct val="80000"/>
              <a:buFont typeface="+mj-lt"/>
              <a:buAutoNum type="arabicPeriod"/>
            </a:pPr>
            <a:r>
              <a:rPr lang="en-US" sz="2400" dirty="0">
                <a:latin typeface="+mj-lt"/>
              </a:rPr>
              <a:t>When a packet comes in, the firewall must quickly find if its IP matches any rule.</a:t>
            </a:r>
          </a:p>
          <a:p>
            <a:pPr marL="1033272" lvl="2">
              <a:buClr>
                <a:srgbClr val="F0AD00"/>
              </a:buClr>
              <a:buSzPct val="80000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3B14-CF5B-4346-9749-1A40503E508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151/154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247457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Firewall Rule Matching with Red-Black Trees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3B14-CF5B-4346-9749-1A40503E508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152/154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6C70-E3F1-47D9-B294-9E8879E122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0381"/>
          <a:stretch/>
        </p:blipFill>
        <p:spPr>
          <a:xfrm>
            <a:off x="581192" y="1995696"/>
            <a:ext cx="897984" cy="4325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75151-1430-4410-BA98-EBF725BA9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005"/>
          <a:stretch/>
        </p:blipFill>
        <p:spPr>
          <a:xfrm>
            <a:off x="1479176" y="1995696"/>
            <a:ext cx="1052508" cy="432556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24895E-8325-4DB8-B3F4-F2620BC2B083}"/>
              </a:ext>
            </a:extLst>
          </p:cNvPr>
          <p:cNvCxnSpPr/>
          <p:nvPr/>
        </p:nvCxnSpPr>
        <p:spPr>
          <a:xfrm>
            <a:off x="1479176" y="1995696"/>
            <a:ext cx="0" cy="4325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145EB2-7A7A-46CF-BF11-C5C5856372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227" t="54223"/>
          <a:stretch/>
        </p:blipFill>
        <p:spPr>
          <a:xfrm>
            <a:off x="4518211" y="3818965"/>
            <a:ext cx="5430444" cy="457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014C76-8989-438A-86EA-A66E40D7E537}"/>
              </a:ext>
            </a:extLst>
          </p:cNvPr>
          <p:cNvSpPr txBox="1"/>
          <p:nvPr/>
        </p:nvSpPr>
        <p:spPr>
          <a:xfrm>
            <a:off x="3429668" y="3059668"/>
            <a:ext cx="5116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IP address is A.B.C.D, its 32-bit integer value is: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17832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1397-DACB-436B-B4A6-72081268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Firewall Rule Matching with Red-Black Trees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3B14-CF5B-4346-9749-1A40503E508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95000"/>
                  </a:prstClr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153/154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76C70-E3F1-47D9-B294-9E8879E122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0381"/>
          <a:stretch/>
        </p:blipFill>
        <p:spPr>
          <a:xfrm>
            <a:off x="581192" y="1995696"/>
            <a:ext cx="897984" cy="4325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75151-1430-4410-BA98-EBF725BA9C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005"/>
          <a:stretch/>
        </p:blipFill>
        <p:spPr>
          <a:xfrm>
            <a:off x="1479176" y="1995696"/>
            <a:ext cx="1052508" cy="432556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24895E-8325-4DB8-B3F4-F2620BC2B083}"/>
              </a:ext>
            </a:extLst>
          </p:cNvPr>
          <p:cNvCxnSpPr/>
          <p:nvPr/>
        </p:nvCxnSpPr>
        <p:spPr>
          <a:xfrm>
            <a:off x="1479176" y="1995696"/>
            <a:ext cx="0" cy="4325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5E3AED-98F7-45E4-8CA4-E367444EB0FA}"/>
              </a:ext>
            </a:extLst>
          </p:cNvPr>
          <p:cNvGrpSpPr/>
          <p:nvPr/>
        </p:nvGrpSpPr>
        <p:grpSpPr>
          <a:xfrm>
            <a:off x="4283089" y="2034611"/>
            <a:ext cx="6275211" cy="4121233"/>
            <a:chOff x="4733247" y="1518608"/>
            <a:chExt cx="6275211" cy="4121233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428F0C-D2E9-468D-835E-33B0B3474716}"/>
                </a:ext>
              </a:extLst>
            </p:cNvPr>
            <p:cNvCxnSpPr>
              <a:cxnSpLocks/>
              <a:stCxn id="16" idx="1"/>
              <a:endCxn id="13" idx="5"/>
            </p:cNvCxnSpPr>
            <p:nvPr/>
          </p:nvCxnSpPr>
          <p:spPr>
            <a:xfrm flipH="1" flipV="1">
              <a:off x="8213651" y="1890357"/>
              <a:ext cx="1381021" cy="581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C089A7-7A3C-494F-B692-137A59E3FA6B}"/>
                </a:ext>
              </a:extLst>
            </p:cNvPr>
            <p:cNvCxnSpPr>
              <a:cxnSpLocks/>
              <a:stCxn id="23" idx="7"/>
              <a:endCxn id="13" idx="3"/>
            </p:cNvCxnSpPr>
            <p:nvPr/>
          </p:nvCxnSpPr>
          <p:spPr>
            <a:xfrm flipV="1">
              <a:off x="6371543" y="1890357"/>
              <a:ext cx="1534141" cy="6324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8EFC0760-0228-4641-8E87-0A6EB91E1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1902" y="1518608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8CCA02-AB76-4FFA-B00F-77D88A8F6230}"/>
                </a:ext>
              </a:extLst>
            </p:cNvPr>
            <p:cNvCxnSpPr>
              <a:cxnSpLocks/>
              <a:stCxn id="30" idx="0"/>
              <a:endCxn id="16" idx="5"/>
            </p:cNvCxnSpPr>
            <p:nvPr/>
          </p:nvCxnSpPr>
          <p:spPr>
            <a:xfrm flipH="1" flipV="1">
              <a:off x="9902639" y="2779443"/>
              <a:ext cx="728243" cy="523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9040DDF-9387-4603-BA66-16E3C962740C}"/>
                </a:ext>
              </a:extLst>
            </p:cNvPr>
            <p:cNvCxnSpPr>
              <a:cxnSpLocks/>
              <a:stCxn id="17" idx="0"/>
              <a:endCxn id="16" idx="3"/>
            </p:cNvCxnSpPr>
            <p:nvPr/>
          </p:nvCxnSpPr>
          <p:spPr>
            <a:xfrm flipV="1">
              <a:off x="8927876" y="2779443"/>
              <a:ext cx="666796" cy="5215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2AD6712E-F97D-45E8-987B-8F546109F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0890" y="2407694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702E43F-74B5-4A03-A6CA-47AF479AF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110" y="3301022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89A8C11-A336-4ACB-B298-6B16E5CC399F}"/>
                </a:ext>
              </a:extLst>
            </p:cNvPr>
            <p:cNvSpPr/>
            <p:nvPr/>
          </p:nvSpPr>
          <p:spPr>
            <a:xfrm>
              <a:off x="8254176" y="3196918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3FBE45-B17F-4C7B-937A-7F03825DFBEF}"/>
                </a:ext>
              </a:extLst>
            </p:cNvPr>
            <p:cNvSpPr/>
            <p:nvPr/>
          </p:nvSpPr>
          <p:spPr>
            <a:xfrm>
              <a:off x="8472376" y="4203156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1A76FEE-F739-4761-8B36-35ACB0EA8AF2}"/>
                </a:ext>
              </a:extLst>
            </p:cNvPr>
            <p:cNvCxnSpPr>
              <a:cxnSpLocks/>
              <a:stCxn id="48" idx="0"/>
              <a:endCxn id="24" idx="5"/>
            </p:cNvCxnSpPr>
            <p:nvPr/>
          </p:nvCxnSpPr>
          <p:spPr>
            <a:xfrm flipH="1" flipV="1">
              <a:off x="7311719" y="3769876"/>
              <a:ext cx="255379" cy="571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2061759-41C0-4347-A572-57F51D6DCEF0}"/>
                </a:ext>
              </a:extLst>
            </p:cNvPr>
            <p:cNvCxnSpPr>
              <a:cxnSpLocks/>
              <a:stCxn id="47" idx="0"/>
              <a:endCxn id="23" idx="5"/>
            </p:cNvCxnSpPr>
            <p:nvPr/>
          </p:nvCxnSpPr>
          <p:spPr>
            <a:xfrm flipH="1" flipV="1">
              <a:off x="6371543" y="2830744"/>
              <a:ext cx="666333" cy="6148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E1856B7-61EF-4DE3-A8EF-9AACB92AF928}"/>
                </a:ext>
              </a:extLst>
            </p:cNvPr>
            <p:cNvCxnSpPr>
              <a:cxnSpLocks/>
              <a:stCxn id="28" idx="0"/>
              <a:endCxn id="23" idx="3"/>
            </p:cNvCxnSpPr>
            <p:nvPr/>
          </p:nvCxnSpPr>
          <p:spPr>
            <a:xfrm flipV="1">
              <a:off x="5175657" y="2830744"/>
              <a:ext cx="887919" cy="4936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16">
              <a:extLst>
                <a:ext uri="{FF2B5EF4-FFF2-40B4-BE49-F238E27FC236}">
                  <a16:creationId xmlns:a16="http://schemas.microsoft.com/office/drawing/2014/main" id="{FF589142-B2B7-4FFE-B739-2168B5788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9794" y="2458995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5E3875C5-CDA7-4AED-ACF4-30D1BDC42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970" y="3398127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7EA1F6-7AC8-4FB4-A28D-76B0444BE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8617" y="4308263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CC1F29-BF4E-4CC0-95FD-6D9C5EC086D0}"/>
                </a:ext>
              </a:extLst>
            </p:cNvPr>
            <p:cNvSpPr/>
            <p:nvPr/>
          </p:nvSpPr>
          <p:spPr>
            <a:xfrm>
              <a:off x="5742558" y="336210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F17CE11-9E84-40AB-90CD-0EC5AB1A4E86}"/>
                </a:ext>
              </a:extLst>
            </p:cNvPr>
            <p:cNvSpPr/>
            <p:nvPr/>
          </p:nvSpPr>
          <p:spPr>
            <a:xfrm>
              <a:off x="5907428" y="4387822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Oval 16">
              <a:extLst>
                <a:ext uri="{FF2B5EF4-FFF2-40B4-BE49-F238E27FC236}">
                  <a16:creationId xmlns:a16="http://schemas.microsoft.com/office/drawing/2014/main" id="{D0C06BE9-403A-40B0-A90B-A5B2EF2B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891" y="3324431"/>
              <a:ext cx="435531" cy="4355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6AFEEA5-E62E-450C-9564-326CD31C2575}"/>
                </a:ext>
              </a:extLst>
            </p:cNvPr>
            <p:cNvCxnSpPr>
              <a:cxnSpLocks/>
              <a:stCxn id="49" idx="0"/>
              <a:endCxn id="24" idx="3"/>
            </p:cNvCxnSpPr>
            <p:nvPr/>
          </p:nvCxnSpPr>
          <p:spPr>
            <a:xfrm flipV="1">
              <a:off x="6704324" y="3769876"/>
              <a:ext cx="299428" cy="5575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16">
              <a:extLst>
                <a:ext uri="{FF2B5EF4-FFF2-40B4-BE49-F238E27FC236}">
                  <a16:creationId xmlns:a16="http://schemas.microsoft.com/office/drawing/2014/main" id="{694B010A-E20A-493B-8AD0-BF23CE7E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3116" y="3303376"/>
              <a:ext cx="435531" cy="43553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AD344E-CDB9-4AA7-8021-BFFA7710465D}"/>
                </a:ext>
              </a:extLst>
            </p:cNvPr>
            <p:cNvGrpSpPr/>
            <p:nvPr/>
          </p:nvGrpSpPr>
          <p:grpSpPr>
            <a:xfrm>
              <a:off x="6258053" y="4709008"/>
              <a:ext cx="834293" cy="930833"/>
              <a:chOff x="7590826" y="4468199"/>
              <a:chExt cx="834293" cy="930833"/>
            </a:xfrm>
            <a:solidFill>
              <a:schemeClr val="bg1"/>
            </a:solidFill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46F00D8-9199-40BF-9302-AC889D4F9EE5}"/>
                  </a:ext>
                </a:extLst>
              </p:cNvPr>
              <p:cNvCxnSpPr>
                <a:cxnSpLocks/>
                <a:stCxn id="34" idx="0"/>
              </p:cNvCxnSpPr>
              <p:nvPr/>
            </p:nvCxnSpPr>
            <p:spPr>
              <a:xfrm flipV="1">
                <a:off x="7756720" y="4498352"/>
                <a:ext cx="143432" cy="548494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4A91677-981D-4824-AACA-8B6BB7A451EE}"/>
                  </a:ext>
                </a:extLst>
              </p:cNvPr>
              <p:cNvCxnSpPr>
                <a:cxnSpLocks/>
                <a:stCxn id="35" idx="0"/>
              </p:cNvCxnSpPr>
              <p:nvPr/>
            </p:nvCxnSpPr>
            <p:spPr>
              <a:xfrm flipH="1" flipV="1">
                <a:off x="8177184" y="4468199"/>
                <a:ext cx="82041" cy="578647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03952BB-86F1-4D09-8875-3CA2AB5D5891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8652721-DBAB-4C23-8965-019B23C3D815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9864D2-B151-4D10-BFB1-7142FCFEF453}"/>
                </a:ext>
              </a:extLst>
            </p:cNvPr>
            <p:cNvGrpSpPr/>
            <p:nvPr/>
          </p:nvGrpSpPr>
          <p:grpSpPr>
            <a:xfrm>
              <a:off x="7254474" y="4680012"/>
              <a:ext cx="834293" cy="955407"/>
              <a:chOff x="7590826" y="4443625"/>
              <a:chExt cx="834293" cy="955407"/>
            </a:xfrm>
            <a:solidFill>
              <a:schemeClr val="bg1"/>
            </a:solidFill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09962E9-E807-46D7-92AA-3B3E820BCACA}"/>
                  </a:ext>
                </a:extLst>
              </p:cNvPr>
              <p:cNvCxnSpPr>
                <a:cxnSpLocks/>
                <a:stCxn id="39" idx="0"/>
                <a:endCxn id="25" idx="3"/>
              </p:cNvCxnSpPr>
              <p:nvPr/>
            </p:nvCxnSpPr>
            <p:spPr>
              <a:xfrm flipV="1">
                <a:off x="7756720" y="4443625"/>
                <a:ext cx="112031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D865B16-684E-437E-A665-9F874A38B422}"/>
                  </a:ext>
                </a:extLst>
              </p:cNvPr>
              <p:cNvCxnSpPr>
                <a:cxnSpLocks/>
                <a:stCxn id="40" idx="0"/>
                <a:endCxn id="25" idx="5"/>
              </p:cNvCxnSpPr>
              <p:nvPr/>
            </p:nvCxnSpPr>
            <p:spPr>
              <a:xfrm flipH="1" flipV="1">
                <a:off x="8176718" y="4443625"/>
                <a:ext cx="82507" cy="60322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7F1E9BE-482C-4093-89CA-9242524CF994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C3A6214-BD99-4986-9F96-89D051293E06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6DD1EB-B606-4975-9E16-27B8D34D3FA3}"/>
                </a:ext>
              </a:extLst>
            </p:cNvPr>
            <p:cNvSpPr txBox="1"/>
            <p:nvPr/>
          </p:nvSpPr>
          <p:spPr>
            <a:xfrm>
              <a:off x="7880267" y="1567257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2A2612-44B8-44FC-82C4-66A2B9E6A895}"/>
                </a:ext>
              </a:extLst>
            </p:cNvPr>
            <p:cNvSpPr txBox="1"/>
            <p:nvPr/>
          </p:nvSpPr>
          <p:spPr>
            <a:xfrm>
              <a:off x="9558403" y="245024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BD359E-F07C-406C-9D40-8D7065BBB418}"/>
                </a:ext>
              </a:extLst>
            </p:cNvPr>
            <p:cNvSpPr txBox="1"/>
            <p:nvPr/>
          </p:nvSpPr>
          <p:spPr>
            <a:xfrm>
              <a:off x="10421529" y="3357001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2971FE1-9BB9-4D59-B499-485AD7DBCA88}"/>
                </a:ext>
              </a:extLst>
            </p:cNvPr>
            <p:cNvSpPr txBox="1"/>
            <p:nvPr/>
          </p:nvSpPr>
          <p:spPr>
            <a:xfrm>
              <a:off x="8734732" y="335753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A7A7783-F99C-4183-A498-84A53C014245}"/>
                </a:ext>
              </a:extLst>
            </p:cNvPr>
            <p:cNvSpPr txBox="1"/>
            <p:nvPr/>
          </p:nvSpPr>
          <p:spPr>
            <a:xfrm>
              <a:off x="6040110" y="249193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6ED860-5827-47CD-BA92-4A0FF1C91FD0}"/>
                </a:ext>
              </a:extLst>
            </p:cNvPr>
            <p:cNvSpPr txBox="1"/>
            <p:nvPr/>
          </p:nvSpPr>
          <p:spPr>
            <a:xfrm>
              <a:off x="5015510" y="3366305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9AC50A-887F-444B-9BC8-4A182D49B8DD}"/>
                </a:ext>
              </a:extLst>
            </p:cNvPr>
            <p:cNvSpPr txBox="1"/>
            <p:nvPr/>
          </p:nvSpPr>
          <p:spPr>
            <a:xfrm>
              <a:off x="6945510" y="344559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B9CDDC2-9E8B-424F-8199-20EF30A7646F}"/>
                </a:ext>
              </a:extLst>
            </p:cNvPr>
            <p:cNvSpPr txBox="1"/>
            <p:nvPr/>
          </p:nvSpPr>
          <p:spPr>
            <a:xfrm>
              <a:off x="7474732" y="434116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Oval 16">
              <a:extLst>
                <a:ext uri="{FF2B5EF4-FFF2-40B4-BE49-F238E27FC236}">
                  <a16:creationId xmlns:a16="http://schemas.microsoft.com/office/drawing/2014/main" id="{B5B1C622-69CA-4304-B551-032052E46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6558" y="4327430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50A06C7-F711-4B5B-BA36-89456A398E08}"/>
                </a:ext>
              </a:extLst>
            </p:cNvPr>
            <p:cNvSpPr txBox="1"/>
            <p:nvPr/>
          </p:nvSpPr>
          <p:spPr>
            <a:xfrm>
              <a:off x="6556171" y="436052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E47B361-1523-4F95-87A7-A66346CD2F01}"/>
                </a:ext>
              </a:extLst>
            </p:cNvPr>
            <p:cNvGrpSpPr/>
            <p:nvPr/>
          </p:nvGrpSpPr>
          <p:grpSpPr>
            <a:xfrm>
              <a:off x="4733247" y="3724781"/>
              <a:ext cx="668399" cy="914767"/>
              <a:chOff x="7590826" y="4484265"/>
              <a:chExt cx="668399" cy="914767"/>
            </a:xfrm>
            <a:solidFill>
              <a:schemeClr val="bg1"/>
            </a:solidFill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B421E549-A7D7-4680-BD25-F367F61D2063}"/>
                  </a:ext>
                </a:extLst>
              </p:cNvPr>
              <p:cNvCxnSpPr>
                <a:cxnSpLocks/>
                <a:stCxn id="54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3CAE0B6-DA31-4B62-AB4C-C8B18AB99C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B023DB9-104E-4ADF-8DD9-492AD775A943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E8D384D-1DBD-4723-9001-259FD52D1DF2}"/>
                </a:ext>
              </a:extLst>
            </p:cNvPr>
            <p:cNvGrpSpPr/>
            <p:nvPr/>
          </p:nvGrpSpPr>
          <p:grpSpPr>
            <a:xfrm>
              <a:off x="8470529" y="3689295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BB20C1B-0276-4BC0-A167-BA41DAAF0B5A}"/>
                  </a:ext>
                </a:extLst>
              </p:cNvPr>
              <p:cNvCxnSpPr>
                <a:cxnSpLocks/>
                <a:stCxn id="58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FA1AEE6-FD5D-4AAD-BD19-394A9E557BC2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6C4D6C4-55E5-46D6-B25B-045024D4582E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1EF9541-476D-4548-B4FA-27A88B42EDAC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5FB363F-B0BE-46CC-BE91-D64C4DE1E61A}"/>
                </a:ext>
              </a:extLst>
            </p:cNvPr>
            <p:cNvGrpSpPr/>
            <p:nvPr/>
          </p:nvGrpSpPr>
          <p:grpSpPr>
            <a:xfrm>
              <a:off x="10174165" y="3657721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26D5B4C-27EB-465D-BCAA-CA7044911093}"/>
                  </a:ext>
                </a:extLst>
              </p:cNvPr>
              <p:cNvCxnSpPr>
                <a:cxnSpLocks/>
                <a:stCxn id="63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3EC1334E-89F8-45F1-B4C6-A832F35F165B}"/>
                  </a:ext>
                </a:extLst>
              </p:cNvPr>
              <p:cNvCxnSpPr>
                <a:cxnSpLocks/>
                <a:stCxn id="64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25050EB-169A-421A-A225-7F6F89D0DC55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FD17E70-E8DD-4DDA-839F-3D43B5A5C808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5" name="Oval 16">
              <a:extLst>
                <a:ext uri="{FF2B5EF4-FFF2-40B4-BE49-F238E27FC236}">
                  <a16:creationId xmlns:a16="http://schemas.microsoft.com/office/drawing/2014/main" id="{060F68C1-9410-4776-9420-4ACB9FAB9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5920" y="4216574"/>
              <a:ext cx="435531" cy="435531"/>
            </a:xfrm>
            <a:prstGeom prst="ellipse">
              <a:avLst/>
            </a:prstGeom>
            <a:solidFill>
              <a:srgbClr val="FF2F2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latin typeface="Corbel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1BB32AA-177F-44E1-97DD-3FAF65CC51EE}"/>
                </a:ext>
              </a:extLst>
            </p:cNvPr>
            <p:cNvSpPr txBox="1"/>
            <p:nvPr/>
          </p:nvSpPr>
          <p:spPr>
            <a:xfrm>
              <a:off x="5231771" y="425395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7045B59-54A6-4E56-9819-52296B38F879}"/>
                </a:ext>
              </a:extLst>
            </p:cNvPr>
            <p:cNvGrpSpPr/>
            <p:nvPr/>
          </p:nvGrpSpPr>
          <p:grpSpPr>
            <a:xfrm>
              <a:off x="4979420" y="4605498"/>
              <a:ext cx="834293" cy="914767"/>
              <a:chOff x="7590826" y="4484265"/>
              <a:chExt cx="834293" cy="914767"/>
            </a:xfrm>
            <a:solidFill>
              <a:schemeClr val="bg1"/>
            </a:solidFill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62ACD35-538A-441B-B16E-E086E904DB13}"/>
                  </a:ext>
                </a:extLst>
              </p:cNvPr>
              <p:cNvCxnSpPr>
                <a:cxnSpLocks/>
                <a:stCxn id="71" idx="0"/>
              </p:cNvCxnSpPr>
              <p:nvPr/>
            </p:nvCxnSpPr>
            <p:spPr>
              <a:xfrm flipV="1">
                <a:off x="7756720" y="4484265"/>
                <a:ext cx="123446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605868-66DE-48A3-9A88-E9DCF0C351DC}"/>
                  </a:ext>
                </a:extLst>
              </p:cNvPr>
              <p:cNvCxnSpPr>
                <a:cxnSpLocks/>
                <a:stCxn id="72" idx="0"/>
              </p:cNvCxnSpPr>
              <p:nvPr/>
            </p:nvCxnSpPr>
            <p:spPr>
              <a:xfrm flipH="1" flipV="1">
                <a:off x="8188133" y="4484265"/>
                <a:ext cx="71092" cy="562581"/>
              </a:xfrm>
              <a:prstGeom prst="line">
                <a:avLst/>
              </a:prstGeom>
              <a:grpFill/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1B14934-31D6-40AC-9F4D-DE07CE0A4435}"/>
                  </a:ext>
                </a:extLst>
              </p:cNvPr>
              <p:cNvSpPr/>
              <p:nvPr/>
            </p:nvSpPr>
            <p:spPr>
              <a:xfrm>
                <a:off x="7590826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670AEB7-C16A-482B-AA39-68F8589AC736}"/>
                  </a:ext>
                </a:extLst>
              </p:cNvPr>
              <p:cNvSpPr/>
              <p:nvPr/>
            </p:nvSpPr>
            <p:spPr>
              <a:xfrm>
                <a:off x="8093331" y="5046846"/>
                <a:ext cx="331788" cy="35218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982698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2033012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Any Question??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57800"/>
            <a:ext cx="9144000" cy="5334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7E663-2D49-42D6-BCF8-CA57C6BC57C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solidFill>
                  <a:prstClr val="white">
                    <a:tint val="95000"/>
                  </a:prstClr>
                </a:solidFill>
              </a:rPr>
              <a:t>154/154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AA9961-E872-463C-B6C3-3D2FFE6E6794}"/>
              </a:ext>
            </a:extLst>
          </p:cNvPr>
          <p:cNvSpPr txBox="1">
            <a:spLocks/>
          </p:cNvSpPr>
          <p:nvPr/>
        </p:nvSpPr>
        <p:spPr>
          <a:xfrm>
            <a:off x="2183907" y="1309634"/>
            <a:ext cx="8862381" cy="1673352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7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>
                <a:solidFill>
                  <a:schemeClr val="tx1"/>
                </a:solidFill>
              </a:rPr>
              <a:t>Thank you for Your attention!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15771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AUTOUPDATE" val="True"/>
  <p:tag name="PPTPRODUCTIVITY_SLIDE_NUMBERS_FORMAT" val="#/##"/>
  <p:tag name="PPTPRODUCTIVITY_SLIDE_NUMBERS_SKIP_HIDDEN" val="True"/>
  <p:tag name="PPTPRODUCTIVITY_SLIDE_NUMBERS_AUTOUPDATE_APPLY_AL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PRODUCTIVITY_SLIDE_NUMBERS_FORMAT" val="#/##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13056</TotalTime>
  <Words>6467</Words>
  <Application>Microsoft Office PowerPoint</Application>
  <PresentationFormat>Widescreen</PresentationFormat>
  <Paragraphs>2624</Paragraphs>
  <Slides>154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154</vt:i4>
      </vt:variant>
    </vt:vector>
  </HeadingPairs>
  <TitlesOfParts>
    <vt:vector size="166" baseType="lpstr">
      <vt:lpstr>Arial</vt:lpstr>
      <vt:lpstr>Arial Rounded MT Bold</vt:lpstr>
      <vt:lpstr>Calibri</vt:lpstr>
      <vt:lpstr>Cambria Math</vt:lpstr>
      <vt:lpstr>Cmss10</vt:lpstr>
      <vt:lpstr>Corbel</vt:lpstr>
      <vt:lpstr>Gill Sans MT</vt:lpstr>
      <vt:lpstr>NimbusRomNo9L-Regu</vt:lpstr>
      <vt:lpstr>Times New Roman</vt:lpstr>
      <vt:lpstr>Wingdings</vt:lpstr>
      <vt:lpstr>Wingdings 2</vt:lpstr>
      <vt:lpstr>Dividend</vt:lpstr>
      <vt:lpstr>Balanced Binary Search Trees</vt:lpstr>
      <vt:lpstr>Binary Search Tree</vt:lpstr>
      <vt:lpstr>Methods</vt:lpstr>
      <vt:lpstr>Bad Trees for Search</vt:lpstr>
      <vt:lpstr>Bad Trees for Search</vt:lpstr>
      <vt:lpstr>Good Trees for Search</vt:lpstr>
      <vt:lpstr>Generalization</vt:lpstr>
      <vt:lpstr>Empty External Nodes</vt:lpstr>
      <vt:lpstr>Empty External Nodes</vt:lpstr>
      <vt:lpstr>How to make the Tree?</vt:lpstr>
      <vt:lpstr>Definition</vt:lpstr>
      <vt:lpstr>Balance Factor</vt:lpstr>
      <vt:lpstr>AVL: Example</vt:lpstr>
      <vt:lpstr>AVL: Example</vt:lpstr>
      <vt:lpstr>AVL: Example</vt:lpstr>
      <vt:lpstr>Rotations</vt:lpstr>
      <vt:lpstr>Rotations?</vt:lpstr>
      <vt:lpstr>Insertion</vt:lpstr>
      <vt:lpstr>AVL: Example</vt:lpstr>
      <vt:lpstr>AVL: Example</vt:lpstr>
      <vt:lpstr>AVL: Example</vt:lpstr>
      <vt:lpstr>Is tree still an AVL?</vt:lpstr>
      <vt:lpstr>AVL: Example</vt:lpstr>
      <vt:lpstr>Is tree still an AVL?</vt:lpstr>
      <vt:lpstr>AVL: Example</vt:lpstr>
      <vt:lpstr>Is tree still an AVL?</vt:lpstr>
      <vt:lpstr>AVL: Example</vt:lpstr>
      <vt:lpstr>AVL: Example</vt:lpstr>
      <vt:lpstr>Is tree still an AVL?</vt:lpstr>
      <vt:lpstr>Left rotation</vt:lpstr>
      <vt:lpstr>Right rotation</vt:lpstr>
      <vt:lpstr>Right-Left rotation</vt:lpstr>
      <vt:lpstr>Left-Right Rotation</vt:lpstr>
      <vt:lpstr>AVL: Example</vt:lpstr>
      <vt:lpstr>AVL: Example</vt:lpstr>
      <vt:lpstr>Is tree still an AVL?</vt:lpstr>
      <vt:lpstr>AVL: Example</vt:lpstr>
      <vt:lpstr>Removal</vt:lpstr>
      <vt:lpstr>Remove</vt:lpstr>
      <vt:lpstr>Remove: how to find C?</vt:lpstr>
      <vt:lpstr>Remove: how to rotate?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Example</vt:lpstr>
      <vt:lpstr>AVL: Insert/ DElete</vt:lpstr>
      <vt:lpstr>Red-Black Tree</vt:lpstr>
      <vt:lpstr>Red-Black Tree</vt:lpstr>
      <vt:lpstr>Red-Black Tree</vt:lpstr>
      <vt:lpstr>Red-Black Tree</vt:lpstr>
      <vt:lpstr>Black height of RBT</vt:lpstr>
      <vt:lpstr>Violations!</vt:lpstr>
      <vt:lpstr>Violations!</vt:lpstr>
      <vt:lpstr>Red-Black Tree</vt:lpstr>
      <vt:lpstr>Insertion</vt:lpstr>
      <vt:lpstr>Insertion</vt:lpstr>
      <vt:lpstr>Insertion: Example</vt:lpstr>
      <vt:lpstr>Insertion: Example</vt:lpstr>
      <vt:lpstr>Insertion: Example</vt:lpstr>
      <vt:lpstr>Insertion: Example</vt:lpstr>
      <vt:lpstr>Insertion: Example</vt:lpstr>
      <vt:lpstr>Insertion: Example</vt:lpstr>
      <vt:lpstr>Rebalancing RBT after insertion</vt:lpstr>
      <vt:lpstr>Insert</vt:lpstr>
      <vt:lpstr>Rebalancing RBT after insertion</vt:lpstr>
      <vt:lpstr>Rebalancing RBT after insertion</vt:lpstr>
      <vt:lpstr>Rebalancing RBT after insertion: two cases</vt:lpstr>
      <vt:lpstr>Rebalancing</vt:lpstr>
      <vt:lpstr>uncle is red</vt:lpstr>
      <vt:lpstr>uncle is red</vt:lpstr>
      <vt:lpstr>uncle is black : Triangle</vt:lpstr>
      <vt:lpstr>uncle is black : Triangle</vt:lpstr>
      <vt:lpstr>uncle is black : Triangle</vt:lpstr>
      <vt:lpstr>uncle is black : Triangle</vt:lpstr>
      <vt:lpstr>uncle is black : line</vt:lpstr>
      <vt:lpstr>uncle is black : line</vt:lpstr>
      <vt:lpstr>uncle is black : line</vt:lpstr>
      <vt:lpstr>uncle is black : line</vt:lpstr>
      <vt:lpstr>Insert</vt:lpstr>
      <vt:lpstr>Insertion: Example</vt:lpstr>
      <vt:lpstr>Insertion: Example</vt:lpstr>
      <vt:lpstr>Insertion: Example</vt:lpstr>
      <vt:lpstr>Insertion: Example</vt:lpstr>
      <vt:lpstr>Insert</vt:lpstr>
      <vt:lpstr>Insertion: Example</vt:lpstr>
      <vt:lpstr>Insertion: Example</vt:lpstr>
      <vt:lpstr>Insertion: Example</vt:lpstr>
      <vt:lpstr>Insert</vt:lpstr>
      <vt:lpstr>Insertion: Example</vt:lpstr>
      <vt:lpstr>Insertion: Example</vt:lpstr>
      <vt:lpstr>Insertion: Example</vt:lpstr>
      <vt:lpstr>Insert</vt:lpstr>
      <vt:lpstr>Insertion: Example</vt:lpstr>
      <vt:lpstr>Insertion: Example</vt:lpstr>
      <vt:lpstr>Insertion: Example</vt:lpstr>
      <vt:lpstr>Pseudocode</vt:lpstr>
      <vt:lpstr>Removal</vt:lpstr>
      <vt:lpstr>1. No children</vt:lpstr>
      <vt:lpstr>2. One child</vt:lpstr>
      <vt:lpstr>3. Two children</vt:lpstr>
      <vt:lpstr>Removal</vt:lpstr>
      <vt:lpstr>Removal</vt:lpstr>
      <vt:lpstr>Removal</vt:lpstr>
      <vt:lpstr>Removal</vt:lpstr>
      <vt:lpstr>Deletion: Example 1</vt:lpstr>
      <vt:lpstr>Deletion: Example 1</vt:lpstr>
      <vt:lpstr>Deletion: Example 2</vt:lpstr>
      <vt:lpstr>Deletion: Example 2</vt:lpstr>
      <vt:lpstr>Deletion: Example 2</vt:lpstr>
      <vt:lpstr>Deletion: Example 3</vt:lpstr>
      <vt:lpstr>Deletion: Example 3</vt:lpstr>
      <vt:lpstr>Removal: x is right child</vt:lpstr>
      <vt:lpstr>Removal: Cases</vt:lpstr>
      <vt:lpstr>Removal 1: sibling is red</vt:lpstr>
      <vt:lpstr>Removal 1: sibling is red</vt:lpstr>
      <vt:lpstr>Removal 1: sibling is red</vt:lpstr>
      <vt:lpstr>Removal 1: sibling is red</vt:lpstr>
      <vt:lpstr>Removal 2: sibling is Black with a red left child</vt:lpstr>
      <vt:lpstr>Removal 2: sibling is Black with a Red left child</vt:lpstr>
      <vt:lpstr>Removal 2: sibling is Black with a red left Child</vt:lpstr>
      <vt:lpstr>Removal 3: sibling is Black with a red right child</vt:lpstr>
      <vt:lpstr>Removal 3: sibling is Black with a red right child</vt:lpstr>
      <vt:lpstr>Removal 3: sibling is Black with a red right child</vt:lpstr>
      <vt:lpstr>Removal 3: sibling is Black with a red right child</vt:lpstr>
      <vt:lpstr>Removal 3: sibling is Black with a red right child</vt:lpstr>
      <vt:lpstr>Removal 4: sibling is Black with two black children</vt:lpstr>
      <vt:lpstr>Removal 4: sibling is Black with two black children</vt:lpstr>
      <vt:lpstr>Removal 4: sibling is Black with two black children-A</vt:lpstr>
      <vt:lpstr>Removal 4: sibling is Black with two black children-B</vt:lpstr>
      <vt:lpstr>Removal: Cases</vt:lpstr>
      <vt:lpstr>Example</vt:lpstr>
      <vt:lpstr>Removal: Cases</vt:lpstr>
      <vt:lpstr>Removal: Cases</vt:lpstr>
      <vt:lpstr>Example</vt:lpstr>
      <vt:lpstr>Example</vt:lpstr>
      <vt:lpstr>Example</vt:lpstr>
      <vt:lpstr>Example</vt:lpstr>
      <vt:lpstr>Removal: Cases</vt:lpstr>
      <vt:lpstr>Removal: Cases</vt:lpstr>
      <vt:lpstr>Example</vt:lpstr>
      <vt:lpstr>Example</vt:lpstr>
      <vt:lpstr>Example</vt:lpstr>
      <vt:lpstr>Application: Firewall Rule Matching with Red-Black Trees</vt:lpstr>
      <vt:lpstr>Application: Firewall Rule Matching with Red-Black Trees</vt:lpstr>
      <vt:lpstr>Application: Firewall Rule Matching with Red-Black Trees</vt:lpstr>
      <vt:lpstr>  Any Question??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Models</dc:title>
  <dc:creator>Windows User</dc:creator>
  <cp:lastModifiedBy>Eskandari, Marzieh</cp:lastModifiedBy>
  <cp:revision>655</cp:revision>
  <dcterms:created xsi:type="dcterms:W3CDTF">2020-09-14T20:12:04Z</dcterms:created>
  <dcterms:modified xsi:type="dcterms:W3CDTF">2026-02-25T16:09:37Z</dcterms:modified>
</cp:coreProperties>
</file>