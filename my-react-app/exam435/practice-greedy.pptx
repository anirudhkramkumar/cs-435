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57"/>
  </p:notesMasterIdLst>
  <p:sldIdLst>
    <p:sldId id="660" r:id="rId2"/>
    <p:sldId id="605" r:id="rId3"/>
    <p:sldId id="664" r:id="rId4"/>
    <p:sldId id="665" r:id="rId5"/>
    <p:sldId id="666" r:id="rId6"/>
    <p:sldId id="667" r:id="rId7"/>
    <p:sldId id="668" r:id="rId8"/>
    <p:sldId id="669" r:id="rId9"/>
    <p:sldId id="671" r:id="rId10"/>
    <p:sldId id="670" r:id="rId11"/>
    <p:sldId id="672" r:id="rId12"/>
    <p:sldId id="674" r:id="rId13"/>
    <p:sldId id="675" r:id="rId14"/>
    <p:sldId id="676" r:id="rId15"/>
    <p:sldId id="677" r:id="rId16"/>
    <p:sldId id="678" r:id="rId17"/>
    <p:sldId id="679" r:id="rId18"/>
    <p:sldId id="680" r:id="rId19"/>
    <p:sldId id="681" r:id="rId20"/>
    <p:sldId id="682" r:id="rId21"/>
    <p:sldId id="683" r:id="rId22"/>
    <p:sldId id="684" r:id="rId23"/>
    <p:sldId id="663" r:id="rId24"/>
    <p:sldId id="662" r:id="rId25"/>
    <p:sldId id="606" r:id="rId26"/>
    <p:sldId id="333" r:id="rId27"/>
    <p:sldId id="607" r:id="rId28"/>
    <p:sldId id="608" r:id="rId29"/>
    <p:sldId id="609" r:id="rId30"/>
    <p:sldId id="610" r:id="rId31"/>
    <p:sldId id="612" r:id="rId32"/>
    <p:sldId id="611" r:id="rId33"/>
    <p:sldId id="617" r:id="rId34"/>
    <p:sldId id="613" r:id="rId35"/>
    <p:sldId id="614" r:id="rId36"/>
    <p:sldId id="615" r:id="rId37"/>
    <p:sldId id="616" r:id="rId38"/>
    <p:sldId id="647" r:id="rId39"/>
    <p:sldId id="648" r:id="rId40"/>
    <p:sldId id="651" r:id="rId41"/>
    <p:sldId id="652" r:id="rId42"/>
    <p:sldId id="653" r:id="rId43"/>
    <p:sldId id="658" r:id="rId44"/>
    <p:sldId id="654" r:id="rId45"/>
    <p:sldId id="655" r:id="rId46"/>
    <p:sldId id="656" r:id="rId47"/>
    <p:sldId id="657" r:id="rId48"/>
    <p:sldId id="659" r:id="rId49"/>
    <p:sldId id="649" r:id="rId50"/>
    <p:sldId id="636" r:id="rId51"/>
    <p:sldId id="637" r:id="rId52"/>
    <p:sldId id="643" r:id="rId53"/>
    <p:sldId id="644" r:id="rId54"/>
    <p:sldId id="645" r:id="rId55"/>
    <p:sldId id="259" r:id="rId56"/>
  </p:sldIdLst>
  <p:sldSz cx="12192000" cy="6858000"/>
  <p:notesSz cx="6858000" cy="9144000"/>
  <p:custDataLst>
    <p:tags r:id="rId5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12C2"/>
    <a:srgbClr val="E38C17"/>
    <a:srgbClr val="ED7D31"/>
    <a:srgbClr val="E3FEE2"/>
    <a:srgbClr val="00B0F0"/>
    <a:srgbClr val="EBEBEB"/>
    <a:srgbClr val="B0B0B0"/>
    <a:srgbClr val="FEFFE1"/>
    <a:srgbClr val="FBFEDA"/>
    <a:srgbClr val="F8B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4660"/>
  </p:normalViewPr>
  <p:slideViewPr>
    <p:cSldViewPr snapToGrid="0">
      <p:cViewPr varScale="1">
        <p:scale>
          <a:sx n="62" d="100"/>
          <a:sy n="62" d="100"/>
        </p:scale>
        <p:origin x="9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kandari, Marzieh" userId="6f7e8ab1-ced9-4cd8-8d9c-9e0f76df628a" providerId="ADAL" clId="{5F4653E6-588C-449F-882E-1257AC0BE145}"/>
    <pc:docChg chg="undo custSel addSld delSld modSld">
      <pc:chgData name="Eskandari, Marzieh" userId="6f7e8ab1-ced9-4cd8-8d9c-9e0f76df628a" providerId="ADAL" clId="{5F4653E6-588C-449F-882E-1257AC0BE145}" dt="2026-05-08T01:10:28.479" v="1720" actId="478"/>
      <pc:docMkLst>
        <pc:docMk/>
      </pc:docMkLst>
      <pc:sldChg chg="add del">
        <pc:chgData name="Eskandari, Marzieh" userId="6f7e8ab1-ced9-4cd8-8d9c-9e0f76df628a" providerId="ADAL" clId="{5F4653E6-588C-449F-882E-1257AC0BE145}" dt="2026-04-11T23:44:16.370" v="64" actId="47"/>
        <pc:sldMkLst>
          <pc:docMk/>
          <pc:sldMk cId="3266194149" sldId="259"/>
        </pc:sldMkLst>
      </pc:sldChg>
      <pc:sldChg chg="addSp delSp modSp add mod">
        <pc:chgData name="Eskandari, Marzieh" userId="6f7e8ab1-ced9-4cd8-8d9c-9e0f76df628a" providerId="ADAL" clId="{5F4653E6-588C-449F-882E-1257AC0BE145}" dt="2026-04-12T00:03:10.373" v="213" actId="1076"/>
        <pc:sldMkLst>
          <pc:docMk/>
          <pc:sldMk cId="3782550683" sldId="333"/>
        </pc:sldMkLst>
        <pc:spChg chg="add mod">
          <ac:chgData name="Eskandari, Marzieh" userId="6f7e8ab1-ced9-4cd8-8d9c-9e0f76df628a" providerId="ADAL" clId="{5F4653E6-588C-449F-882E-1257AC0BE145}" dt="2026-04-12T00:03:10.373" v="213" actId="1076"/>
          <ac:spMkLst>
            <pc:docMk/>
            <pc:sldMk cId="3782550683" sldId="333"/>
            <ac:spMk id="7" creationId="{0E467034-0591-BB6F-67A9-426AB816A72B}"/>
          </ac:spMkLst>
        </pc:spChg>
        <pc:graphicFrameChg chg="mod modGraphic">
          <ac:chgData name="Eskandari, Marzieh" userId="6f7e8ab1-ced9-4cd8-8d9c-9e0f76df628a" providerId="ADAL" clId="{5F4653E6-588C-449F-882E-1257AC0BE145}" dt="2026-04-11T23:55:08.706" v="135"/>
          <ac:graphicFrameMkLst>
            <pc:docMk/>
            <pc:sldMk cId="3782550683" sldId="333"/>
            <ac:graphicFrameMk id="29" creationId="{00000000-0000-0000-0000-000000000000}"/>
          </ac:graphicFrameMkLst>
        </pc:graphicFrameChg>
      </pc:sldChg>
      <pc:sldChg chg="addSp delSp modSp add mod">
        <pc:chgData name="Eskandari, Marzieh" userId="6f7e8ab1-ced9-4cd8-8d9c-9e0f76df628a" providerId="ADAL" clId="{5F4653E6-588C-449F-882E-1257AC0BE145}" dt="2026-05-06T14:31:13.257" v="1675" actId="20577"/>
        <pc:sldMkLst>
          <pc:docMk/>
          <pc:sldMk cId="1465897414" sldId="605"/>
        </pc:sldMkLst>
        <pc:spChg chg="mod">
          <ac:chgData name="Eskandari, Marzieh" userId="6f7e8ab1-ced9-4cd8-8d9c-9e0f76df628a" providerId="ADAL" clId="{5F4653E6-588C-449F-882E-1257AC0BE145}" dt="2026-04-12T00:38:12.611" v="747" actId="1076"/>
          <ac:spMkLst>
            <pc:docMk/>
            <pc:sldMk cId="1465897414" sldId="605"/>
            <ac:spMk id="2" creationId="{00000000-0000-0000-0000-000000000000}"/>
          </ac:spMkLst>
        </pc:spChg>
        <pc:spChg chg="add mod">
          <ac:chgData name="Eskandari, Marzieh" userId="6f7e8ab1-ced9-4cd8-8d9c-9e0f76df628a" providerId="ADAL" clId="{5F4653E6-588C-449F-882E-1257AC0BE145}" dt="2026-04-12T00:24:11.365" v="541" actId="20577"/>
          <ac:spMkLst>
            <pc:docMk/>
            <pc:sldMk cId="1465897414" sldId="605"/>
            <ac:spMk id="10" creationId="{3E01643F-8020-55AE-0285-60029A233454}"/>
          </ac:spMkLst>
        </pc:spChg>
        <pc:spChg chg="mod">
          <ac:chgData name="Eskandari, Marzieh" userId="6f7e8ab1-ced9-4cd8-8d9c-9e0f76df628a" providerId="ADAL" clId="{5F4653E6-588C-449F-882E-1257AC0BE145}" dt="2026-04-12T00:21:52.275" v="510" actId="1076"/>
          <ac:spMkLst>
            <pc:docMk/>
            <pc:sldMk cId="1465897414" sldId="605"/>
            <ac:spMk id="53" creationId="{31EA1BDB-9D8A-45CA-AF98-35A6ED12D266}"/>
          </ac:spMkLst>
        </pc:spChg>
        <pc:spChg chg="mod">
          <ac:chgData name="Eskandari, Marzieh" userId="6f7e8ab1-ced9-4cd8-8d9c-9e0f76df628a" providerId="ADAL" clId="{5F4653E6-588C-449F-882E-1257AC0BE145}" dt="2026-04-12T00:37:38.845" v="739" actId="20577"/>
          <ac:spMkLst>
            <pc:docMk/>
            <pc:sldMk cId="1465897414" sldId="605"/>
            <ac:spMk id="55" creationId="{85DAC0F7-CF6A-47A2-8F37-FC90285E2183}"/>
          </ac:spMkLst>
        </pc:spChg>
        <pc:spChg chg="mod">
          <ac:chgData name="Eskandari, Marzieh" userId="6f7e8ab1-ced9-4cd8-8d9c-9e0f76df628a" providerId="ADAL" clId="{5F4653E6-588C-449F-882E-1257AC0BE145}" dt="2026-05-06T14:30:24.187" v="1669" actId="1076"/>
          <ac:spMkLst>
            <pc:docMk/>
            <pc:sldMk cId="1465897414" sldId="605"/>
            <ac:spMk id="56" creationId="{8944C058-3086-4913-955B-7DFF7EDBE5AE}"/>
          </ac:spMkLst>
        </pc:spChg>
        <pc:spChg chg="mod">
          <ac:chgData name="Eskandari, Marzieh" userId="6f7e8ab1-ced9-4cd8-8d9c-9e0f76df628a" providerId="ADAL" clId="{5F4653E6-588C-449F-882E-1257AC0BE145}" dt="2026-04-12T00:21:30.351" v="501" actId="1076"/>
          <ac:spMkLst>
            <pc:docMk/>
            <pc:sldMk cId="1465897414" sldId="605"/>
            <ac:spMk id="57" creationId="{CC799F0B-A5ED-4AB1-B31A-9E9DB61E1EF6}"/>
          </ac:spMkLst>
        </pc:spChg>
        <pc:spChg chg="mod">
          <ac:chgData name="Eskandari, Marzieh" userId="6f7e8ab1-ced9-4cd8-8d9c-9e0f76df628a" providerId="ADAL" clId="{5F4653E6-588C-449F-882E-1257AC0BE145}" dt="2026-04-12T00:21:23.460" v="499" actId="1076"/>
          <ac:spMkLst>
            <pc:docMk/>
            <pc:sldMk cId="1465897414" sldId="605"/>
            <ac:spMk id="58" creationId="{AEBE3B3C-B44C-4D31-BDAC-A691ECF44840}"/>
          </ac:spMkLst>
        </pc:spChg>
        <pc:graphicFrameChg chg="mod modGraphic">
          <ac:chgData name="Eskandari, Marzieh" userId="6f7e8ab1-ced9-4cd8-8d9c-9e0f76df628a" providerId="ADAL" clId="{5F4653E6-588C-449F-882E-1257AC0BE145}" dt="2026-05-06T14:31:13.257" v="1675" actId="20577"/>
          <ac:graphicFrameMkLst>
            <pc:docMk/>
            <pc:sldMk cId="1465897414" sldId="605"/>
            <ac:graphicFrameMk id="17" creationId="{E0D924CF-E946-411E-84A7-071C0C858C95}"/>
          </ac:graphicFrameMkLst>
        </pc:graphicFrameChg>
        <pc:cxnChg chg="mod">
          <ac:chgData name="Eskandari, Marzieh" userId="6f7e8ab1-ced9-4cd8-8d9c-9e0f76df628a" providerId="ADAL" clId="{5F4653E6-588C-449F-882E-1257AC0BE145}" dt="2026-04-12T00:20:44.254" v="489" actId="14100"/>
          <ac:cxnSpMkLst>
            <pc:docMk/>
            <pc:sldMk cId="1465897414" sldId="605"/>
            <ac:cxnSpMk id="32" creationId="{3ECA1000-03B0-44C4-B8EF-E8CC38598916}"/>
          </ac:cxnSpMkLst>
        </pc:cxnChg>
        <pc:cxnChg chg="mod">
          <ac:chgData name="Eskandari, Marzieh" userId="6f7e8ab1-ced9-4cd8-8d9c-9e0f76df628a" providerId="ADAL" clId="{5F4653E6-588C-449F-882E-1257AC0BE145}" dt="2026-05-06T14:30:18.022" v="1667" actId="14100"/>
          <ac:cxnSpMkLst>
            <pc:docMk/>
            <pc:sldMk cId="1465897414" sldId="605"/>
            <ac:cxnSpMk id="42" creationId="{B9CEDDBA-23EE-4E70-B9E4-8B9B0C35923C}"/>
          </ac:cxnSpMkLst>
        </pc:cxnChg>
        <pc:cxnChg chg="mod">
          <ac:chgData name="Eskandari, Marzieh" userId="6f7e8ab1-ced9-4cd8-8d9c-9e0f76df628a" providerId="ADAL" clId="{5F4653E6-588C-449F-882E-1257AC0BE145}" dt="2026-04-12T00:21:12.686" v="496" actId="14100"/>
          <ac:cxnSpMkLst>
            <pc:docMk/>
            <pc:sldMk cId="1465897414" sldId="605"/>
            <ac:cxnSpMk id="43" creationId="{8F30D65F-5B3C-4821-B719-3AB696A52BC4}"/>
          </ac:cxnSpMkLst>
        </pc:cxnChg>
      </pc:sldChg>
      <pc:sldChg chg="add">
        <pc:chgData name="Eskandari, Marzieh" userId="6f7e8ab1-ced9-4cd8-8d9c-9e0f76df628a" providerId="ADAL" clId="{5F4653E6-588C-449F-882E-1257AC0BE145}" dt="2026-04-11T23:51:46.086" v="90"/>
        <pc:sldMkLst>
          <pc:docMk/>
          <pc:sldMk cId="2710064620" sldId="606"/>
        </pc:sldMkLst>
      </pc:sldChg>
      <pc:sldChg chg="addSp delSp modSp add mod">
        <pc:chgData name="Eskandari, Marzieh" userId="6f7e8ab1-ced9-4cd8-8d9c-9e0f76df628a" providerId="ADAL" clId="{5F4653E6-588C-449F-882E-1257AC0BE145}" dt="2026-04-12T00:02:56.437" v="212" actId="1076"/>
        <pc:sldMkLst>
          <pc:docMk/>
          <pc:sldMk cId="2064053018" sldId="607"/>
        </pc:sldMkLst>
        <pc:spChg chg="add mod">
          <ac:chgData name="Eskandari, Marzieh" userId="6f7e8ab1-ced9-4cd8-8d9c-9e0f76df628a" providerId="ADAL" clId="{5F4653E6-588C-449F-882E-1257AC0BE145}" dt="2026-04-12T00:02:56.437" v="212" actId="1076"/>
          <ac:spMkLst>
            <pc:docMk/>
            <pc:sldMk cId="2064053018" sldId="607"/>
            <ac:spMk id="12" creationId="{C0F99F57-674B-D671-C768-6BD5A05B801D}"/>
          </ac:spMkLst>
        </pc:spChg>
        <pc:graphicFrameChg chg="mod modGraphic">
          <ac:chgData name="Eskandari, Marzieh" userId="6f7e8ab1-ced9-4cd8-8d9c-9e0f76df628a" providerId="ADAL" clId="{5F4653E6-588C-449F-882E-1257AC0BE145}" dt="2026-04-11T23:55:31.176" v="137"/>
          <ac:graphicFrameMkLst>
            <pc:docMk/>
            <pc:sldMk cId="2064053018" sldId="607"/>
            <ac:graphicFrameMk id="29" creationId="{00000000-0000-0000-0000-000000000000}"/>
          </ac:graphicFrameMkLst>
        </pc:graphicFrameChg>
      </pc:sldChg>
      <pc:sldChg chg="addSp delSp modSp add mod delAnim">
        <pc:chgData name="Eskandari, Marzieh" userId="6f7e8ab1-ced9-4cd8-8d9c-9e0f76df628a" providerId="ADAL" clId="{5F4653E6-588C-449F-882E-1257AC0BE145}" dt="2026-04-12T00:03:17.911" v="214" actId="1076"/>
        <pc:sldMkLst>
          <pc:docMk/>
          <pc:sldMk cId="1600668991" sldId="608"/>
        </pc:sldMkLst>
        <pc:spChg chg="add mod">
          <ac:chgData name="Eskandari, Marzieh" userId="6f7e8ab1-ced9-4cd8-8d9c-9e0f76df628a" providerId="ADAL" clId="{5F4653E6-588C-449F-882E-1257AC0BE145}" dt="2026-04-12T00:03:17.911" v="214" actId="1076"/>
          <ac:spMkLst>
            <pc:docMk/>
            <pc:sldMk cId="1600668991" sldId="608"/>
            <ac:spMk id="8" creationId="{69006599-937B-963E-5AED-E2707685AC2B}"/>
          </ac:spMkLst>
        </pc:spChg>
        <pc:graphicFrameChg chg="mod modGraphic">
          <ac:chgData name="Eskandari, Marzieh" userId="6f7e8ab1-ced9-4cd8-8d9c-9e0f76df628a" providerId="ADAL" clId="{5F4653E6-588C-449F-882E-1257AC0BE145}" dt="2026-04-11T23:55:38.144" v="139" actId="207"/>
          <ac:graphicFrameMkLst>
            <pc:docMk/>
            <pc:sldMk cId="1600668991" sldId="608"/>
            <ac:graphicFrameMk id="29" creationId="{00000000-0000-0000-0000-000000000000}"/>
          </ac:graphicFrameMkLst>
        </pc:graphicFrameChg>
      </pc:sldChg>
      <pc:sldChg chg="addSp delSp modSp add mod modAnim">
        <pc:chgData name="Eskandari, Marzieh" userId="6f7e8ab1-ced9-4cd8-8d9c-9e0f76df628a" providerId="ADAL" clId="{5F4653E6-588C-449F-882E-1257AC0BE145}" dt="2026-04-12T00:03:25.060" v="215" actId="1076"/>
        <pc:sldMkLst>
          <pc:docMk/>
          <pc:sldMk cId="207790879" sldId="609"/>
        </pc:sldMkLst>
        <pc:spChg chg="add mod">
          <ac:chgData name="Eskandari, Marzieh" userId="6f7e8ab1-ced9-4cd8-8d9c-9e0f76df628a" providerId="ADAL" clId="{5F4653E6-588C-449F-882E-1257AC0BE145}" dt="2026-04-12T00:03:25.060" v="215" actId="1076"/>
          <ac:spMkLst>
            <pc:docMk/>
            <pc:sldMk cId="207790879" sldId="609"/>
            <ac:spMk id="4" creationId="{5DF337A3-F84E-0203-6FD5-67B63441D14B}"/>
          </ac:spMkLst>
        </pc:spChg>
        <pc:graphicFrameChg chg="mod modGraphic">
          <ac:chgData name="Eskandari, Marzieh" userId="6f7e8ab1-ced9-4cd8-8d9c-9e0f76df628a" providerId="ADAL" clId="{5F4653E6-588C-449F-882E-1257AC0BE145}" dt="2026-04-11T23:57:45.129" v="153"/>
          <ac:graphicFrameMkLst>
            <pc:docMk/>
            <pc:sldMk cId="207790879" sldId="609"/>
            <ac:graphicFrameMk id="29" creationId="{00000000-0000-0000-0000-000000000000}"/>
          </ac:graphicFrameMkLst>
        </pc:graphicFrameChg>
      </pc:sldChg>
      <pc:sldChg chg="addSp delSp modSp add mod">
        <pc:chgData name="Eskandari, Marzieh" userId="6f7e8ab1-ced9-4cd8-8d9c-9e0f76df628a" providerId="ADAL" clId="{5F4653E6-588C-449F-882E-1257AC0BE145}" dt="2026-04-12T00:03:39.951" v="216"/>
        <pc:sldMkLst>
          <pc:docMk/>
          <pc:sldMk cId="3831232551" sldId="610"/>
        </pc:sldMkLst>
        <pc:spChg chg="add mod">
          <ac:chgData name="Eskandari, Marzieh" userId="6f7e8ab1-ced9-4cd8-8d9c-9e0f76df628a" providerId="ADAL" clId="{5F4653E6-588C-449F-882E-1257AC0BE145}" dt="2026-04-12T00:03:39.951" v="216"/>
          <ac:spMkLst>
            <pc:docMk/>
            <pc:sldMk cId="3831232551" sldId="610"/>
            <ac:spMk id="11" creationId="{4AE6EF7A-B4A0-8046-04F2-E179B069DB23}"/>
          </ac:spMkLst>
        </pc:spChg>
        <pc:graphicFrameChg chg="mod modGraphic">
          <ac:chgData name="Eskandari, Marzieh" userId="6f7e8ab1-ced9-4cd8-8d9c-9e0f76df628a" providerId="ADAL" clId="{5F4653E6-588C-449F-882E-1257AC0BE145}" dt="2026-04-11T23:58:24.548" v="160"/>
          <ac:graphicFrameMkLst>
            <pc:docMk/>
            <pc:sldMk cId="3831232551" sldId="610"/>
            <ac:graphicFrameMk id="29" creationId="{00000000-0000-0000-0000-000000000000}"/>
          </ac:graphicFrameMkLst>
        </pc:graphicFrameChg>
      </pc:sldChg>
      <pc:sldChg chg="addSp delSp modSp add mod modAnim">
        <pc:chgData name="Eskandari, Marzieh" userId="6f7e8ab1-ced9-4cd8-8d9c-9e0f76df628a" providerId="ADAL" clId="{5F4653E6-588C-449F-882E-1257AC0BE145}" dt="2026-04-12T00:04:19.959" v="223" actId="1076"/>
        <pc:sldMkLst>
          <pc:docMk/>
          <pc:sldMk cId="3968559850" sldId="611"/>
        </pc:sldMkLst>
        <pc:spChg chg="add mod">
          <ac:chgData name="Eskandari, Marzieh" userId="6f7e8ab1-ced9-4cd8-8d9c-9e0f76df628a" providerId="ADAL" clId="{5F4653E6-588C-449F-882E-1257AC0BE145}" dt="2026-04-12T00:04:19.959" v="223" actId="1076"/>
          <ac:spMkLst>
            <pc:docMk/>
            <pc:sldMk cId="3968559850" sldId="611"/>
            <ac:spMk id="6" creationId="{7CCA0A23-92CE-E934-BE86-7CEBD0BDFC18}"/>
          </ac:spMkLst>
        </pc:spChg>
        <pc:graphicFrameChg chg="mod modGraphic">
          <ac:chgData name="Eskandari, Marzieh" userId="6f7e8ab1-ced9-4cd8-8d9c-9e0f76df628a" providerId="ADAL" clId="{5F4653E6-588C-449F-882E-1257AC0BE145}" dt="2026-04-11T23:59:33.879" v="173"/>
          <ac:graphicFrameMkLst>
            <pc:docMk/>
            <pc:sldMk cId="3968559850" sldId="611"/>
            <ac:graphicFrameMk id="29" creationId="{00000000-0000-0000-0000-000000000000}"/>
          </ac:graphicFrameMkLst>
        </pc:graphicFrameChg>
      </pc:sldChg>
      <pc:sldChg chg="addSp delSp modSp add mod delAnim">
        <pc:chgData name="Eskandari, Marzieh" userId="6f7e8ab1-ced9-4cd8-8d9c-9e0f76df628a" providerId="ADAL" clId="{5F4653E6-588C-449F-882E-1257AC0BE145}" dt="2026-04-12T00:04:14.188" v="222"/>
        <pc:sldMkLst>
          <pc:docMk/>
          <pc:sldMk cId="3173855321" sldId="612"/>
        </pc:sldMkLst>
        <pc:spChg chg="add mod">
          <ac:chgData name="Eskandari, Marzieh" userId="6f7e8ab1-ced9-4cd8-8d9c-9e0f76df628a" providerId="ADAL" clId="{5F4653E6-588C-449F-882E-1257AC0BE145}" dt="2026-04-12T00:04:14.188" v="222"/>
          <ac:spMkLst>
            <pc:docMk/>
            <pc:sldMk cId="3173855321" sldId="612"/>
            <ac:spMk id="6" creationId="{246E08EA-E045-D7D9-92E2-A469EF41C69D}"/>
          </ac:spMkLst>
        </pc:spChg>
        <pc:graphicFrameChg chg="mod modGraphic">
          <ac:chgData name="Eskandari, Marzieh" userId="6f7e8ab1-ced9-4cd8-8d9c-9e0f76df628a" providerId="ADAL" clId="{5F4653E6-588C-449F-882E-1257AC0BE145}" dt="2026-04-11T23:59:12.980" v="168"/>
          <ac:graphicFrameMkLst>
            <pc:docMk/>
            <pc:sldMk cId="3173855321" sldId="612"/>
            <ac:graphicFrameMk id="29" creationId="{00000000-0000-0000-0000-000000000000}"/>
          </ac:graphicFrameMkLst>
        </pc:graphicFrameChg>
      </pc:sldChg>
      <pc:sldChg chg="addSp delSp modSp add mod delAnim">
        <pc:chgData name="Eskandari, Marzieh" userId="6f7e8ab1-ced9-4cd8-8d9c-9e0f76df628a" providerId="ADAL" clId="{5F4653E6-588C-449F-882E-1257AC0BE145}" dt="2026-04-12T00:04:25.553" v="225"/>
        <pc:sldMkLst>
          <pc:docMk/>
          <pc:sldMk cId="1078195768" sldId="613"/>
        </pc:sldMkLst>
        <pc:spChg chg="add mod">
          <ac:chgData name="Eskandari, Marzieh" userId="6f7e8ab1-ced9-4cd8-8d9c-9e0f76df628a" providerId="ADAL" clId="{5F4653E6-588C-449F-882E-1257AC0BE145}" dt="2026-04-12T00:04:25.553" v="225"/>
          <ac:spMkLst>
            <pc:docMk/>
            <pc:sldMk cId="1078195768" sldId="613"/>
            <ac:spMk id="6" creationId="{B641B842-1568-AEBF-6BC2-437C1FE18F6C}"/>
          </ac:spMkLst>
        </pc:spChg>
        <pc:graphicFrameChg chg="mod modGraphic">
          <ac:chgData name="Eskandari, Marzieh" userId="6f7e8ab1-ced9-4cd8-8d9c-9e0f76df628a" providerId="ADAL" clId="{5F4653E6-588C-449F-882E-1257AC0BE145}" dt="2026-04-11T23:59:55.452" v="179"/>
          <ac:graphicFrameMkLst>
            <pc:docMk/>
            <pc:sldMk cId="1078195768" sldId="613"/>
            <ac:graphicFrameMk id="29" creationId="{00000000-0000-0000-0000-000000000000}"/>
          </ac:graphicFrameMkLst>
        </pc:graphicFrameChg>
      </pc:sldChg>
      <pc:sldChg chg="addSp delSp modSp add mod">
        <pc:chgData name="Eskandari, Marzieh" userId="6f7e8ab1-ced9-4cd8-8d9c-9e0f76df628a" providerId="ADAL" clId="{5F4653E6-588C-449F-882E-1257AC0BE145}" dt="2026-04-12T00:04:31.069" v="226" actId="1076"/>
        <pc:sldMkLst>
          <pc:docMk/>
          <pc:sldMk cId="1688464119" sldId="614"/>
        </pc:sldMkLst>
        <pc:spChg chg="mod">
          <ac:chgData name="Eskandari, Marzieh" userId="6f7e8ab1-ced9-4cd8-8d9c-9e0f76df628a" providerId="ADAL" clId="{5F4653E6-588C-449F-882E-1257AC0BE145}" dt="2026-04-12T00:04:31.069" v="226" actId="1076"/>
          <ac:spMkLst>
            <pc:docMk/>
            <pc:sldMk cId="1688464119" sldId="614"/>
            <ac:spMk id="10" creationId="{D7EA332D-AACB-4765-8FA4-2F2D0D4219CB}"/>
          </ac:spMkLst>
        </pc:spChg>
        <pc:graphicFrameChg chg="mod modGraphic">
          <ac:chgData name="Eskandari, Marzieh" userId="6f7e8ab1-ced9-4cd8-8d9c-9e0f76df628a" providerId="ADAL" clId="{5F4653E6-588C-449F-882E-1257AC0BE145}" dt="2026-04-12T00:00:10.711" v="183"/>
          <ac:graphicFrameMkLst>
            <pc:docMk/>
            <pc:sldMk cId="1688464119" sldId="614"/>
            <ac:graphicFrameMk id="29" creationId="{00000000-0000-0000-0000-000000000000}"/>
          </ac:graphicFrameMkLst>
        </pc:graphicFrameChg>
      </pc:sldChg>
      <pc:sldChg chg="addSp delSp modSp add mod delAnim">
        <pc:chgData name="Eskandari, Marzieh" userId="6f7e8ab1-ced9-4cd8-8d9c-9e0f76df628a" providerId="ADAL" clId="{5F4653E6-588C-449F-882E-1257AC0BE145}" dt="2026-04-12T00:04:36.771" v="227" actId="478"/>
        <pc:sldMkLst>
          <pc:docMk/>
          <pc:sldMk cId="3622387276" sldId="615"/>
        </pc:sldMkLst>
        <pc:spChg chg="add mod">
          <ac:chgData name="Eskandari, Marzieh" userId="6f7e8ab1-ced9-4cd8-8d9c-9e0f76df628a" providerId="ADAL" clId="{5F4653E6-588C-449F-882E-1257AC0BE145}" dt="2026-04-12T00:03:52.459" v="220"/>
          <ac:spMkLst>
            <pc:docMk/>
            <pc:sldMk cId="3622387276" sldId="615"/>
            <ac:spMk id="12" creationId="{EDC9EADF-FB49-3C70-5149-3AF4A7C88BC6}"/>
          </ac:spMkLst>
        </pc:spChg>
        <pc:graphicFrameChg chg="mod modGraphic">
          <ac:chgData name="Eskandari, Marzieh" userId="6f7e8ab1-ced9-4cd8-8d9c-9e0f76df628a" providerId="ADAL" clId="{5F4653E6-588C-449F-882E-1257AC0BE145}" dt="2026-04-12T00:00:18.759" v="185"/>
          <ac:graphicFrameMkLst>
            <pc:docMk/>
            <pc:sldMk cId="3622387276" sldId="615"/>
            <ac:graphicFrameMk id="29" creationId="{00000000-0000-0000-0000-000000000000}"/>
          </ac:graphicFrameMkLst>
        </pc:graphicFrameChg>
      </pc:sldChg>
      <pc:sldChg chg="addSp delSp modSp add mod">
        <pc:chgData name="Eskandari, Marzieh" userId="6f7e8ab1-ced9-4cd8-8d9c-9e0f76df628a" providerId="ADAL" clId="{5F4653E6-588C-449F-882E-1257AC0BE145}" dt="2026-04-12T00:04:39.473" v="228"/>
        <pc:sldMkLst>
          <pc:docMk/>
          <pc:sldMk cId="1288739740" sldId="616"/>
        </pc:sldMkLst>
        <pc:spChg chg="add mod">
          <ac:chgData name="Eskandari, Marzieh" userId="6f7e8ab1-ced9-4cd8-8d9c-9e0f76df628a" providerId="ADAL" clId="{5F4653E6-588C-449F-882E-1257AC0BE145}" dt="2026-04-12T00:04:39.473" v="228"/>
          <ac:spMkLst>
            <pc:docMk/>
            <pc:sldMk cId="1288739740" sldId="616"/>
            <ac:spMk id="7" creationId="{C7EF155F-9139-CC5F-A94E-0AB1FEDF23C0}"/>
          </ac:spMkLst>
        </pc:spChg>
      </pc:sldChg>
      <pc:sldChg chg="addSp delSp modSp add mod">
        <pc:chgData name="Eskandari, Marzieh" userId="6f7e8ab1-ced9-4cd8-8d9c-9e0f76df628a" providerId="ADAL" clId="{5F4653E6-588C-449F-882E-1257AC0BE145}" dt="2026-04-12T00:03:45.736" v="219" actId="1036"/>
        <pc:sldMkLst>
          <pc:docMk/>
          <pc:sldMk cId="3811428750" sldId="617"/>
        </pc:sldMkLst>
        <pc:spChg chg="add mod">
          <ac:chgData name="Eskandari, Marzieh" userId="6f7e8ab1-ced9-4cd8-8d9c-9e0f76df628a" providerId="ADAL" clId="{5F4653E6-588C-449F-882E-1257AC0BE145}" dt="2026-04-12T00:03:45.736" v="219" actId="1036"/>
          <ac:spMkLst>
            <pc:docMk/>
            <pc:sldMk cId="3811428750" sldId="617"/>
            <ac:spMk id="6" creationId="{036BA3F4-263F-B823-0E43-1D2743AC1AD8}"/>
          </ac:spMkLst>
        </pc:spChg>
        <pc:graphicFrameChg chg="mod modGraphic">
          <ac:chgData name="Eskandari, Marzieh" userId="6f7e8ab1-ced9-4cd8-8d9c-9e0f76df628a" providerId="ADAL" clId="{5F4653E6-588C-449F-882E-1257AC0BE145}" dt="2026-04-11T23:59:46.395" v="177"/>
          <ac:graphicFrameMkLst>
            <pc:docMk/>
            <pc:sldMk cId="3811428750" sldId="617"/>
            <ac:graphicFrameMk id="29" creationId="{00000000-0000-0000-0000-000000000000}"/>
          </ac:graphicFrameMkLst>
        </pc:graphicFrameChg>
      </pc:sldChg>
      <pc:sldChg chg="addSp modSp add mod modAnim">
        <pc:chgData name="Eskandari, Marzieh" userId="6f7e8ab1-ced9-4cd8-8d9c-9e0f76df628a" providerId="ADAL" clId="{5F4653E6-588C-449F-882E-1257AC0BE145}" dt="2026-04-12T02:22:40.024" v="1342"/>
        <pc:sldMkLst>
          <pc:docMk/>
          <pc:sldMk cId="1021482179" sldId="636"/>
        </pc:sldMkLst>
        <pc:spChg chg="add mod">
          <ac:chgData name="Eskandari, Marzieh" userId="6f7e8ab1-ced9-4cd8-8d9c-9e0f76df628a" providerId="ADAL" clId="{5F4653E6-588C-449F-882E-1257AC0BE145}" dt="2026-04-12T02:22:24.039" v="1339" actId="1076"/>
          <ac:spMkLst>
            <pc:docMk/>
            <pc:sldMk cId="1021482179" sldId="636"/>
            <ac:spMk id="3" creationId="{9F6BBCFC-54A4-8C5F-39E4-F89905D71437}"/>
          </ac:spMkLst>
        </pc:spChg>
        <pc:spChg chg="add mod">
          <ac:chgData name="Eskandari, Marzieh" userId="6f7e8ab1-ced9-4cd8-8d9c-9e0f76df628a" providerId="ADAL" clId="{5F4653E6-588C-449F-882E-1257AC0BE145}" dt="2026-04-12T02:22:33.188" v="1341" actId="1076"/>
          <ac:spMkLst>
            <pc:docMk/>
            <pc:sldMk cId="1021482179" sldId="636"/>
            <ac:spMk id="4" creationId="{EC983D94-F199-C67D-4652-282E3436C6AA}"/>
          </ac:spMkLst>
        </pc:spChg>
      </pc:sldChg>
      <pc:sldChg chg="modSp add mod">
        <pc:chgData name="Eskandari, Marzieh" userId="6f7e8ab1-ced9-4cd8-8d9c-9e0f76df628a" providerId="ADAL" clId="{5F4653E6-588C-449F-882E-1257AC0BE145}" dt="2026-04-12T01:56:15.142" v="1259" actId="20577"/>
        <pc:sldMkLst>
          <pc:docMk/>
          <pc:sldMk cId="3732003523" sldId="637"/>
        </pc:sldMkLst>
        <pc:spChg chg="mod">
          <ac:chgData name="Eskandari, Marzieh" userId="6f7e8ab1-ced9-4cd8-8d9c-9e0f76df628a" providerId="ADAL" clId="{5F4653E6-588C-449F-882E-1257AC0BE145}" dt="2026-04-12T01:56:15.142" v="1259" actId="20577"/>
          <ac:spMkLst>
            <pc:docMk/>
            <pc:sldMk cId="3732003523" sldId="637"/>
            <ac:spMk id="6" creationId="{7B169D4A-BC83-4B35-9FC2-855AA201995F}"/>
          </ac:spMkLst>
        </pc:spChg>
        <pc:spChg chg="mod">
          <ac:chgData name="Eskandari, Marzieh" userId="6f7e8ab1-ced9-4cd8-8d9c-9e0f76df628a" providerId="ADAL" clId="{5F4653E6-588C-449F-882E-1257AC0BE145}" dt="2026-04-12T01:54:56.304" v="1143" actId="20577"/>
          <ac:spMkLst>
            <pc:docMk/>
            <pc:sldMk cId="3732003523" sldId="637"/>
            <ac:spMk id="7" creationId="{C1AD62B6-DC9D-43EC-861A-6E75DC51920E}"/>
          </ac:spMkLst>
        </pc:spChg>
      </pc:sldChg>
      <pc:sldChg chg="modSp add mod">
        <pc:chgData name="Eskandari, Marzieh" userId="6f7e8ab1-ced9-4cd8-8d9c-9e0f76df628a" providerId="ADAL" clId="{5F4653E6-588C-449F-882E-1257AC0BE145}" dt="2026-04-12T01:56:55.622" v="1266" actId="20577"/>
        <pc:sldMkLst>
          <pc:docMk/>
          <pc:sldMk cId="4152860964" sldId="643"/>
        </pc:sldMkLst>
        <pc:spChg chg="mod">
          <ac:chgData name="Eskandari, Marzieh" userId="6f7e8ab1-ced9-4cd8-8d9c-9e0f76df628a" providerId="ADAL" clId="{5F4653E6-588C-449F-882E-1257AC0BE145}" dt="2026-04-12T01:56:55.622" v="1266" actId="20577"/>
          <ac:spMkLst>
            <pc:docMk/>
            <pc:sldMk cId="4152860964" sldId="643"/>
            <ac:spMk id="2" creationId="{E3767E56-E49F-4909-9EB6-1B7E34EE4F40}"/>
          </ac:spMkLst>
        </pc:spChg>
      </pc:sldChg>
      <pc:sldChg chg="addSp modSp add mod modAnim">
        <pc:chgData name="Eskandari, Marzieh" userId="6f7e8ab1-ced9-4cd8-8d9c-9e0f76df628a" providerId="ADAL" clId="{5F4653E6-588C-449F-882E-1257AC0BE145}" dt="2026-04-12T02:19:21.321" v="1321" actId="207"/>
        <pc:sldMkLst>
          <pc:docMk/>
          <pc:sldMk cId="632885854" sldId="644"/>
        </pc:sldMkLst>
        <pc:spChg chg="add mod">
          <ac:chgData name="Eskandari, Marzieh" userId="6f7e8ab1-ced9-4cd8-8d9c-9e0f76df628a" providerId="ADAL" clId="{5F4653E6-588C-449F-882E-1257AC0BE145}" dt="2026-04-12T02:18:56.320" v="1319" actId="1076"/>
          <ac:spMkLst>
            <pc:docMk/>
            <pc:sldMk cId="632885854" sldId="644"/>
            <ac:spMk id="2" creationId="{DB6543FE-DEB0-54E7-995E-BD638132CD49}"/>
          </ac:spMkLst>
        </pc:spChg>
        <pc:spChg chg="mod">
          <ac:chgData name="Eskandari, Marzieh" userId="6f7e8ab1-ced9-4cd8-8d9c-9e0f76df628a" providerId="ADAL" clId="{5F4653E6-588C-449F-882E-1257AC0BE145}" dt="2026-04-12T02:18:48.633" v="1318" actId="1036"/>
          <ac:spMkLst>
            <pc:docMk/>
            <pc:sldMk cId="632885854" sldId="644"/>
            <ac:spMk id="4" creationId="{FD3ED5FB-40BE-410A-BD62-FD6AA6DEDF49}"/>
          </ac:spMkLst>
        </pc:spChg>
        <pc:spChg chg="mod">
          <ac:chgData name="Eskandari, Marzieh" userId="6f7e8ab1-ced9-4cd8-8d9c-9e0f76df628a" providerId="ADAL" clId="{5F4653E6-588C-449F-882E-1257AC0BE145}" dt="2026-04-12T02:16:20.017" v="1278" actId="207"/>
          <ac:spMkLst>
            <pc:docMk/>
            <pc:sldMk cId="632885854" sldId="644"/>
            <ac:spMk id="6" creationId="{7B169D4A-BC83-4B35-9FC2-855AA201995F}"/>
          </ac:spMkLst>
        </pc:spChg>
        <pc:spChg chg="add mod">
          <ac:chgData name="Eskandari, Marzieh" userId="6f7e8ab1-ced9-4cd8-8d9c-9e0f76df628a" providerId="ADAL" clId="{5F4653E6-588C-449F-882E-1257AC0BE145}" dt="2026-04-12T02:18:48.633" v="1318" actId="1036"/>
          <ac:spMkLst>
            <pc:docMk/>
            <pc:sldMk cId="632885854" sldId="644"/>
            <ac:spMk id="7" creationId="{1F982F34-3A29-B336-C7A7-7056D387BAC1}"/>
          </ac:spMkLst>
        </pc:spChg>
        <pc:spChg chg="add mod">
          <ac:chgData name="Eskandari, Marzieh" userId="6f7e8ab1-ced9-4cd8-8d9c-9e0f76df628a" providerId="ADAL" clId="{5F4653E6-588C-449F-882E-1257AC0BE145}" dt="2026-04-12T02:18:48.633" v="1318" actId="1036"/>
          <ac:spMkLst>
            <pc:docMk/>
            <pc:sldMk cId="632885854" sldId="644"/>
            <ac:spMk id="9" creationId="{1DFD8022-358A-1802-4D32-43F223963232}"/>
          </ac:spMkLst>
        </pc:spChg>
        <pc:spChg chg="add mod">
          <ac:chgData name="Eskandari, Marzieh" userId="6f7e8ab1-ced9-4cd8-8d9c-9e0f76df628a" providerId="ADAL" clId="{5F4653E6-588C-449F-882E-1257AC0BE145}" dt="2026-04-12T02:18:48.633" v="1318" actId="1036"/>
          <ac:spMkLst>
            <pc:docMk/>
            <pc:sldMk cId="632885854" sldId="644"/>
            <ac:spMk id="10" creationId="{C7C0F4EC-E2FE-3FC6-94C5-822ADE284700}"/>
          </ac:spMkLst>
        </pc:spChg>
        <pc:graphicFrameChg chg="mod modGraphic">
          <ac:chgData name="Eskandari, Marzieh" userId="6f7e8ab1-ced9-4cd8-8d9c-9e0f76df628a" providerId="ADAL" clId="{5F4653E6-588C-449F-882E-1257AC0BE145}" dt="2026-04-12T02:19:17.463" v="1320" actId="207"/>
          <ac:graphicFrameMkLst>
            <pc:docMk/>
            <pc:sldMk cId="632885854" sldId="644"/>
            <ac:graphicFrameMk id="3" creationId="{590DB387-422C-4AF8-83C3-4FACD5BE6183}"/>
          </ac:graphicFrameMkLst>
        </pc:graphicFrameChg>
        <pc:graphicFrameChg chg="mod modGraphic">
          <ac:chgData name="Eskandari, Marzieh" userId="6f7e8ab1-ced9-4cd8-8d9c-9e0f76df628a" providerId="ADAL" clId="{5F4653E6-588C-449F-882E-1257AC0BE145}" dt="2026-04-12T02:19:21.321" v="1321" actId="207"/>
          <ac:graphicFrameMkLst>
            <pc:docMk/>
            <pc:sldMk cId="632885854" sldId="644"/>
            <ac:graphicFrameMk id="8" creationId="{662CE0DC-47A8-4102-96EA-1CD9ECD59DEC}"/>
          </ac:graphicFrameMkLst>
        </pc:graphicFrameChg>
      </pc:sldChg>
      <pc:sldChg chg="modSp add mod">
        <pc:chgData name="Eskandari, Marzieh" userId="6f7e8ab1-ced9-4cd8-8d9c-9e0f76df628a" providerId="ADAL" clId="{5F4653E6-588C-449F-882E-1257AC0BE145}" dt="2026-04-12T02:19:55.032" v="1326" actId="207"/>
        <pc:sldMkLst>
          <pc:docMk/>
          <pc:sldMk cId="2753633329" sldId="645"/>
        </pc:sldMkLst>
        <pc:spChg chg="mod">
          <ac:chgData name="Eskandari, Marzieh" userId="6f7e8ab1-ced9-4cd8-8d9c-9e0f76df628a" providerId="ADAL" clId="{5F4653E6-588C-449F-882E-1257AC0BE145}" dt="2026-04-12T02:19:55.032" v="1326" actId="207"/>
          <ac:spMkLst>
            <pc:docMk/>
            <pc:sldMk cId="2753633329" sldId="645"/>
            <ac:spMk id="7" creationId="{C1AD62B6-DC9D-43EC-861A-6E75DC51920E}"/>
          </ac:spMkLst>
        </pc:spChg>
        <pc:graphicFrameChg chg="modGraphic">
          <ac:chgData name="Eskandari, Marzieh" userId="6f7e8ab1-ced9-4cd8-8d9c-9e0f76df628a" providerId="ADAL" clId="{5F4653E6-588C-449F-882E-1257AC0BE145}" dt="2026-04-12T02:19:41.875" v="1324" actId="207"/>
          <ac:graphicFrameMkLst>
            <pc:docMk/>
            <pc:sldMk cId="2753633329" sldId="645"/>
            <ac:graphicFrameMk id="8" creationId="{13F0286A-BCB0-443F-BB22-696326A0A77A}"/>
          </ac:graphicFrameMkLst>
        </pc:graphicFrameChg>
      </pc:sldChg>
      <pc:sldChg chg="modSp">
        <pc:chgData name="Eskandari, Marzieh" userId="6f7e8ab1-ced9-4cd8-8d9c-9e0f76df628a" providerId="ADAL" clId="{5F4653E6-588C-449F-882E-1257AC0BE145}" dt="2026-04-12T01:32:02.421" v="1074" actId="2711"/>
        <pc:sldMkLst>
          <pc:docMk/>
          <pc:sldMk cId="354277592" sldId="647"/>
        </pc:sldMkLst>
        <pc:spChg chg="mod">
          <ac:chgData name="Eskandari, Marzieh" userId="6f7e8ab1-ced9-4cd8-8d9c-9e0f76df628a" providerId="ADAL" clId="{5F4653E6-588C-449F-882E-1257AC0BE145}" dt="2026-04-12T01:32:02.421" v="1074" actId="2711"/>
          <ac:spMkLst>
            <pc:docMk/>
            <pc:sldMk cId="354277592" sldId="647"/>
            <ac:spMk id="2" creationId="{CE542B3B-8955-4821-9EFF-0C9E9C357DA8}"/>
          </ac:spMkLst>
        </pc:spChg>
      </pc:sldChg>
      <pc:sldChg chg="addSp delSp modSp mod">
        <pc:chgData name="Eskandari, Marzieh" userId="6f7e8ab1-ced9-4cd8-8d9c-9e0f76df628a" providerId="ADAL" clId="{5F4653E6-588C-449F-882E-1257AC0BE145}" dt="2026-04-12T01:32:15.088" v="1077"/>
        <pc:sldMkLst>
          <pc:docMk/>
          <pc:sldMk cId="2008841716" sldId="648"/>
        </pc:sldMkLst>
        <pc:spChg chg="add mod">
          <ac:chgData name="Eskandari, Marzieh" userId="6f7e8ab1-ced9-4cd8-8d9c-9e0f76df628a" providerId="ADAL" clId="{5F4653E6-588C-449F-882E-1257AC0BE145}" dt="2026-04-12T01:00:55.785" v="1030" actId="403"/>
          <ac:spMkLst>
            <pc:docMk/>
            <pc:sldMk cId="2008841716" sldId="648"/>
            <ac:spMk id="4" creationId="{68BFA714-CA05-2B25-EFC1-038D0356E938}"/>
          </ac:spMkLst>
        </pc:spChg>
        <pc:spChg chg="add mod">
          <ac:chgData name="Eskandari, Marzieh" userId="6f7e8ab1-ced9-4cd8-8d9c-9e0f76df628a" providerId="ADAL" clId="{5F4653E6-588C-449F-882E-1257AC0BE145}" dt="2026-04-12T01:32:15.088" v="1077"/>
          <ac:spMkLst>
            <pc:docMk/>
            <pc:sldMk cId="2008841716" sldId="648"/>
            <ac:spMk id="7" creationId="{48A3999A-98FE-84F4-6388-5E44750492F9}"/>
          </ac:spMkLst>
        </pc:spChg>
      </pc:sldChg>
      <pc:sldChg chg="addSp delSp modSp add del mod">
        <pc:chgData name="Eskandari, Marzieh" userId="6f7e8ab1-ced9-4cd8-8d9c-9e0f76df628a" providerId="ADAL" clId="{5F4653E6-588C-449F-882E-1257AC0BE145}" dt="2026-04-12T02:21:02.702" v="1334"/>
        <pc:sldMkLst>
          <pc:docMk/>
          <pc:sldMk cId="465157738" sldId="649"/>
        </pc:sldMkLst>
        <pc:spChg chg="mod">
          <ac:chgData name="Eskandari, Marzieh" userId="6f7e8ab1-ced9-4cd8-8d9c-9e0f76df628a" providerId="ADAL" clId="{5F4653E6-588C-449F-882E-1257AC0BE145}" dt="2026-04-12T01:08:36.664" v="1069" actId="207"/>
          <ac:spMkLst>
            <pc:docMk/>
            <pc:sldMk cId="465157738" sldId="649"/>
            <ac:spMk id="4" creationId="{FD80A8A3-E67D-4009-B90C-FF08B3942C5B}"/>
          </ac:spMkLst>
        </pc:spChg>
        <pc:spChg chg="add mod">
          <ac:chgData name="Eskandari, Marzieh" userId="6f7e8ab1-ced9-4cd8-8d9c-9e0f76df628a" providerId="ADAL" clId="{5F4653E6-588C-449F-882E-1257AC0BE145}" dt="2026-04-12T02:21:02.702" v="1334"/>
          <ac:spMkLst>
            <pc:docMk/>
            <pc:sldMk cId="465157738" sldId="649"/>
            <ac:spMk id="7" creationId="{EFB695F2-F895-3003-2B7D-21ABAEF5DD78}"/>
          </ac:spMkLst>
        </pc:spChg>
      </pc:sldChg>
      <pc:sldChg chg="addSp delSp modSp mod">
        <pc:chgData name="Eskandari, Marzieh" userId="6f7e8ab1-ced9-4cd8-8d9c-9e0f76df628a" providerId="ADAL" clId="{5F4653E6-588C-449F-882E-1257AC0BE145}" dt="2026-05-08T01:10:04.451" v="1717" actId="478"/>
        <pc:sldMkLst>
          <pc:docMk/>
          <pc:sldMk cId="1672643381" sldId="651"/>
        </pc:sldMkLst>
        <pc:spChg chg="add mod">
          <ac:chgData name="Eskandari, Marzieh" userId="6f7e8ab1-ced9-4cd8-8d9c-9e0f76df628a" providerId="ADAL" clId="{5F4653E6-588C-449F-882E-1257AC0BE145}" dt="2026-04-12T01:00:59.709" v="1031"/>
          <ac:spMkLst>
            <pc:docMk/>
            <pc:sldMk cId="1672643381" sldId="651"/>
            <ac:spMk id="3" creationId="{363BE835-5B5C-1406-28F6-1F6A13D243CA}"/>
          </ac:spMkLst>
        </pc:spChg>
        <pc:spChg chg="add del mod">
          <ac:chgData name="Eskandari, Marzieh" userId="6f7e8ab1-ced9-4cd8-8d9c-9e0f76df628a" providerId="ADAL" clId="{5F4653E6-588C-449F-882E-1257AC0BE145}" dt="2026-05-08T01:10:04.451" v="1717" actId="478"/>
          <ac:spMkLst>
            <pc:docMk/>
            <pc:sldMk cId="1672643381" sldId="651"/>
            <ac:spMk id="6" creationId="{CFC972DC-4F26-CE5E-E5C5-566749454BED}"/>
          </ac:spMkLst>
        </pc:spChg>
        <pc:spChg chg="add mod">
          <ac:chgData name="Eskandari, Marzieh" userId="6f7e8ab1-ced9-4cd8-8d9c-9e0f76df628a" providerId="ADAL" clId="{5F4653E6-588C-449F-882E-1257AC0BE145}" dt="2026-04-12T01:32:21.831" v="1079"/>
          <ac:spMkLst>
            <pc:docMk/>
            <pc:sldMk cId="1672643381" sldId="651"/>
            <ac:spMk id="7" creationId="{E55B7AD3-E5D2-6340-2B33-2C6CE6F3389F}"/>
          </ac:spMkLst>
        </pc:spChg>
      </pc:sldChg>
      <pc:sldChg chg="addSp delSp modSp mod">
        <pc:chgData name="Eskandari, Marzieh" userId="6f7e8ab1-ced9-4cd8-8d9c-9e0f76df628a" providerId="ADAL" clId="{5F4653E6-588C-449F-882E-1257AC0BE145}" dt="2026-05-08T01:09:47.839" v="1716" actId="478"/>
        <pc:sldMkLst>
          <pc:docMk/>
          <pc:sldMk cId="4174546271" sldId="652"/>
        </pc:sldMkLst>
        <pc:spChg chg="add mod">
          <ac:chgData name="Eskandari, Marzieh" userId="6f7e8ab1-ced9-4cd8-8d9c-9e0f76df628a" providerId="ADAL" clId="{5F4653E6-588C-449F-882E-1257AC0BE145}" dt="2026-04-12T01:01:02.030" v="1032"/>
          <ac:spMkLst>
            <pc:docMk/>
            <pc:sldMk cId="4174546271" sldId="652"/>
            <ac:spMk id="3" creationId="{CC37F88F-A739-397D-1CE1-D09AF1118E59}"/>
          </ac:spMkLst>
        </pc:spChg>
        <pc:spChg chg="add del mod">
          <ac:chgData name="Eskandari, Marzieh" userId="6f7e8ab1-ced9-4cd8-8d9c-9e0f76df628a" providerId="ADAL" clId="{5F4653E6-588C-449F-882E-1257AC0BE145}" dt="2026-05-08T01:09:47.839" v="1716" actId="478"/>
          <ac:spMkLst>
            <pc:docMk/>
            <pc:sldMk cId="4174546271" sldId="652"/>
            <ac:spMk id="6" creationId="{397E7AAC-F159-E1A3-E343-55686ECA9A29}"/>
          </ac:spMkLst>
        </pc:spChg>
        <pc:spChg chg="add mod">
          <ac:chgData name="Eskandari, Marzieh" userId="6f7e8ab1-ced9-4cd8-8d9c-9e0f76df628a" providerId="ADAL" clId="{5F4653E6-588C-449F-882E-1257AC0BE145}" dt="2026-04-12T01:32:26.728" v="1081"/>
          <ac:spMkLst>
            <pc:docMk/>
            <pc:sldMk cId="4174546271" sldId="652"/>
            <ac:spMk id="7" creationId="{A103BBC0-A733-2D18-5A44-C3A1568A8F71}"/>
          </ac:spMkLst>
        </pc:spChg>
      </pc:sldChg>
      <pc:sldChg chg="addSp delSp modSp mod">
        <pc:chgData name="Eskandari, Marzieh" userId="6f7e8ab1-ced9-4cd8-8d9c-9e0f76df628a" providerId="ADAL" clId="{5F4653E6-588C-449F-882E-1257AC0BE145}" dt="2026-05-08T01:09:40.214" v="1715" actId="478"/>
        <pc:sldMkLst>
          <pc:docMk/>
          <pc:sldMk cId="1645913863" sldId="653"/>
        </pc:sldMkLst>
        <pc:spChg chg="add mod">
          <ac:chgData name="Eskandari, Marzieh" userId="6f7e8ab1-ced9-4cd8-8d9c-9e0f76df628a" providerId="ADAL" clId="{5F4653E6-588C-449F-882E-1257AC0BE145}" dt="2026-04-12T01:01:04.098" v="1033"/>
          <ac:spMkLst>
            <pc:docMk/>
            <pc:sldMk cId="1645913863" sldId="653"/>
            <ac:spMk id="3" creationId="{A4B70858-C8BF-5A32-1B85-656DEF4BA64D}"/>
          </ac:spMkLst>
        </pc:spChg>
        <pc:spChg chg="add del mod">
          <ac:chgData name="Eskandari, Marzieh" userId="6f7e8ab1-ced9-4cd8-8d9c-9e0f76df628a" providerId="ADAL" clId="{5F4653E6-588C-449F-882E-1257AC0BE145}" dt="2026-05-08T01:09:40.214" v="1715" actId="478"/>
          <ac:spMkLst>
            <pc:docMk/>
            <pc:sldMk cId="1645913863" sldId="653"/>
            <ac:spMk id="6" creationId="{F97CC4C5-A3F1-5778-891B-DFFE3B504A7A}"/>
          </ac:spMkLst>
        </pc:spChg>
        <pc:spChg chg="add mod">
          <ac:chgData name="Eskandari, Marzieh" userId="6f7e8ab1-ced9-4cd8-8d9c-9e0f76df628a" providerId="ADAL" clId="{5F4653E6-588C-449F-882E-1257AC0BE145}" dt="2026-04-12T01:32:31.828" v="1083"/>
          <ac:spMkLst>
            <pc:docMk/>
            <pc:sldMk cId="1645913863" sldId="653"/>
            <ac:spMk id="7" creationId="{9CB06638-845D-D817-67F1-FF6D68E9B033}"/>
          </ac:spMkLst>
        </pc:spChg>
      </pc:sldChg>
      <pc:sldChg chg="addSp delSp modSp mod">
        <pc:chgData name="Eskandari, Marzieh" userId="6f7e8ab1-ced9-4cd8-8d9c-9e0f76df628a" providerId="ADAL" clId="{5F4653E6-588C-449F-882E-1257AC0BE145}" dt="2026-05-08T01:10:28.479" v="1720" actId="478"/>
        <pc:sldMkLst>
          <pc:docMk/>
          <pc:sldMk cId="2039042587" sldId="654"/>
        </pc:sldMkLst>
        <pc:spChg chg="add mod">
          <ac:chgData name="Eskandari, Marzieh" userId="6f7e8ab1-ced9-4cd8-8d9c-9e0f76df628a" providerId="ADAL" clId="{5F4653E6-588C-449F-882E-1257AC0BE145}" dt="2026-04-12T01:01:12.510" v="1036" actId="20577"/>
          <ac:spMkLst>
            <pc:docMk/>
            <pc:sldMk cId="2039042587" sldId="654"/>
            <ac:spMk id="3" creationId="{271F9609-5B5A-C83B-ACAE-2D7F9BF1152D}"/>
          </ac:spMkLst>
        </pc:spChg>
        <pc:spChg chg="add del mod">
          <ac:chgData name="Eskandari, Marzieh" userId="6f7e8ab1-ced9-4cd8-8d9c-9e0f76df628a" providerId="ADAL" clId="{5F4653E6-588C-449F-882E-1257AC0BE145}" dt="2026-05-08T01:10:28.479" v="1720" actId="478"/>
          <ac:spMkLst>
            <pc:docMk/>
            <pc:sldMk cId="2039042587" sldId="654"/>
            <ac:spMk id="6" creationId="{8C72F41E-7C84-C75F-BDC7-3C27CB62A8B4}"/>
          </ac:spMkLst>
        </pc:spChg>
        <pc:spChg chg="add del mod">
          <ac:chgData name="Eskandari, Marzieh" userId="6f7e8ab1-ced9-4cd8-8d9c-9e0f76df628a" providerId="ADAL" clId="{5F4653E6-588C-449F-882E-1257AC0BE145}" dt="2026-05-08T01:10:14.024" v="1719" actId="478"/>
          <ac:spMkLst>
            <pc:docMk/>
            <pc:sldMk cId="2039042587" sldId="654"/>
            <ac:spMk id="7" creationId="{1ABFCCF6-ABDC-474E-ADFF-81C32E489DE6}"/>
          </ac:spMkLst>
        </pc:spChg>
      </pc:sldChg>
      <pc:sldChg chg="addSp delSp modSp add del mod">
        <pc:chgData name="Eskandari, Marzieh" userId="6f7e8ab1-ced9-4cd8-8d9c-9e0f76df628a" providerId="ADAL" clId="{5F4653E6-588C-449F-882E-1257AC0BE145}" dt="2026-04-12T01:32:49.962" v="1089"/>
        <pc:sldMkLst>
          <pc:docMk/>
          <pc:sldMk cId="3822612896" sldId="655"/>
        </pc:sldMkLst>
        <pc:spChg chg="add mod">
          <ac:chgData name="Eskandari, Marzieh" userId="6f7e8ab1-ced9-4cd8-8d9c-9e0f76df628a" providerId="ADAL" clId="{5F4653E6-588C-449F-882E-1257AC0BE145}" dt="2026-04-12T01:01:18.032" v="1037"/>
          <ac:spMkLst>
            <pc:docMk/>
            <pc:sldMk cId="3822612896" sldId="655"/>
            <ac:spMk id="3" creationId="{FE27D77D-6BD2-6C57-2A04-2B0C2E214D37}"/>
          </ac:spMkLst>
        </pc:spChg>
        <pc:spChg chg="add mod">
          <ac:chgData name="Eskandari, Marzieh" userId="6f7e8ab1-ced9-4cd8-8d9c-9e0f76df628a" providerId="ADAL" clId="{5F4653E6-588C-449F-882E-1257AC0BE145}" dt="2026-04-12T01:32:49.244" v="1088" actId="478"/>
          <ac:spMkLst>
            <pc:docMk/>
            <pc:sldMk cId="3822612896" sldId="655"/>
            <ac:spMk id="6" creationId="{1AC3C06C-A06C-A5FD-05C2-C6EA9EEA365A}"/>
          </ac:spMkLst>
        </pc:spChg>
        <pc:spChg chg="add mod">
          <ac:chgData name="Eskandari, Marzieh" userId="6f7e8ab1-ced9-4cd8-8d9c-9e0f76df628a" providerId="ADAL" clId="{5F4653E6-588C-449F-882E-1257AC0BE145}" dt="2026-04-12T01:32:49.962" v="1089"/>
          <ac:spMkLst>
            <pc:docMk/>
            <pc:sldMk cId="3822612896" sldId="655"/>
            <ac:spMk id="7" creationId="{0E773456-BF9B-F1F3-F36F-C879072A1489}"/>
          </ac:spMkLst>
        </pc:spChg>
      </pc:sldChg>
      <pc:sldChg chg="addSp delSp modSp add del mod">
        <pc:chgData name="Eskandari, Marzieh" userId="6f7e8ab1-ced9-4cd8-8d9c-9e0f76df628a" providerId="ADAL" clId="{5F4653E6-588C-449F-882E-1257AC0BE145}" dt="2026-04-12T01:32:55.250" v="1091"/>
        <pc:sldMkLst>
          <pc:docMk/>
          <pc:sldMk cId="15777186" sldId="656"/>
        </pc:sldMkLst>
        <pc:spChg chg="add mod">
          <ac:chgData name="Eskandari, Marzieh" userId="6f7e8ab1-ced9-4cd8-8d9c-9e0f76df628a" providerId="ADAL" clId="{5F4653E6-588C-449F-882E-1257AC0BE145}" dt="2026-04-12T01:01:19.766" v="1038"/>
          <ac:spMkLst>
            <pc:docMk/>
            <pc:sldMk cId="15777186" sldId="656"/>
            <ac:spMk id="3" creationId="{101F4B87-FBAE-52F2-22C2-140D52E43094}"/>
          </ac:spMkLst>
        </pc:spChg>
        <pc:spChg chg="add mod">
          <ac:chgData name="Eskandari, Marzieh" userId="6f7e8ab1-ced9-4cd8-8d9c-9e0f76df628a" providerId="ADAL" clId="{5F4653E6-588C-449F-882E-1257AC0BE145}" dt="2026-04-12T01:32:54.567" v="1090" actId="478"/>
          <ac:spMkLst>
            <pc:docMk/>
            <pc:sldMk cId="15777186" sldId="656"/>
            <ac:spMk id="6" creationId="{711784B6-1511-5FF5-9AFB-B9953FFA0B3F}"/>
          </ac:spMkLst>
        </pc:spChg>
        <pc:spChg chg="add mod">
          <ac:chgData name="Eskandari, Marzieh" userId="6f7e8ab1-ced9-4cd8-8d9c-9e0f76df628a" providerId="ADAL" clId="{5F4653E6-588C-449F-882E-1257AC0BE145}" dt="2026-04-12T01:32:55.250" v="1091"/>
          <ac:spMkLst>
            <pc:docMk/>
            <pc:sldMk cId="15777186" sldId="656"/>
            <ac:spMk id="7" creationId="{62FB222F-FC68-923A-A33D-37361D0A99C8}"/>
          </ac:spMkLst>
        </pc:spChg>
      </pc:sldChg>
      <pc:sldChg chg="addSp delSp modSp add del mod">
        <pc:chgData name="Eskandari, Marzieh" userId="6f7e8ab1-ced9-4cd8-8d9c-9e0f76df628a" providerId="ADAL" clId="{5F4653E6-588C-449F-882E-1257AC0BE145}" dt="2026-04-12T01:33:00.368" v="1093"/>
        <pc:sldMkLst>
          <pc:docMk/>
          <pc:sldMk cId="2399204499" sldId="657"/>
        </pc:sldMkLst>
        <pc:spChg chg="add mod">
          <ac:chgData name="Eskandari, Marzieh" userId="6f7e8ab1-ced9-4cd8-8d9c-9e0f76df628a" providerId="ADAL" clId="{5F4653E6-588C-449F-882E-1257AC0BE145}" dt="2026-04-12T01:01:21.672" v="1039"/>
          <ac:spMkLst>
            <pc:docMk/>
            <pc:sldMk cId="2399204499" sldId="657"/>
            <ac:spMk id="3" creationId="{E87E8F10-AFB4-F516-6CAD-F91A62D0639A}"/>
          </ac:spMkLst>
        </pc:spChg>
        <pc:spChg chg="add mod">
          <ac:chgData name="Eskandari, Marzieh" userId="6f7e8ab1-ced9-4cd8-8d9c-9e0f76df628a" providerId="ADAL" clId="{5F4653E6-588C-449F-882E-1257AC0BE145}" dt="2026-04-12T01:32:59.708" v="1092" actId="478"/>
          <ac:spMkLst>
            <pc:docMk/>
            <pc:sldMk cId="2399204499" sldId="657"/>
            <ac:spMk id="6" creationId="{519996BC-8384-BC03-5596-E7BBC837A41E}"/>
          </ac:spMkLst>
        </pc:spChg>
        <pc:spChg chg="add mod">
          <ac:chgData name="Eskandari, Marzieh" userId="6f7e8ab1-ced9-4cd8-8d9c-9e0f76df628a" providerId="ADAL" clId="{5F4653E6-588C-449F-882E-1257AC0BE145}" dt="2026-04-12T01:33:00.368" v="1093"/>
          <ac:spMkLst>
            <pc:docMk/>
            <pc:sldMk cId="2399204499" sldId="657"/>
            <ac:spMk id="7" creationId="{FAFC6FCE-5208-F7F7-90DA-D2F3B50666AA}"/>
          </ac:spMkLst>
        </pc:spChg>
      </pc:sldChg>
      <pc:sldChg chg="addSp delSp modSp mod">
        <pc:chgData name="Eskandari, Marzieh" userId="6f7e8ab1-ced9-4cd8-8d9c-9e0f76df628a" providerId="ADAL" clId="{5F4653E6-588C-449F-882E-1257AC0BE145}" dt="2026-05-08T01:09:34.458" v="1714" actId="478"/>
        <pc:sldMkLst>
          <pc:docMk/>
          <pc:sldMk cId="340082289" sldId="658"/>
        </pc:sldMkLst>
        <pc:spChg chg="add mod">
          <ac:chgData name="Eskandari, Marzieh" userId="6f7e8ab1-ced9-4cd8-8d9c-9e0f76df628a" providerId="ADAL" clId="{5F4653E6-588C-449F-882E-1257AC0BE145}" dt="2026-04-12T01:01:06.115" v="1034"/>
          <ac:spMkLst>
            <pc:docMk/>
            <pc:sldMk cId="340082289" sldId="658"/>
            <ac:spMk id="3" creationId="{3FF654C9-F546-B45B-1B1F-FA3E4D152228}"/>
          </ac:spMkLst>
        </pc:spChg>
        <pc:spChg chg="add del mod">
          <ac:chgData name="Eskandari, Marzieh" userId="6f7e8ab1-ced9-4cd8-8d9c-9e0f76df628a" providerId="ADAL" clId="{5F4653E6-588C-449F-882E-1257AC0BE145}" dt="2026-05-08T01:09:34.458" v="1714" actId="478"/>
          <ac:spMkLst>
            <pc:docMk/>
            <pc:sldMk cId="340082289" sldId="658"/>
            <ac:spMk id="6" creationId="{377D5058-7B07-1240-8096-89722C0AFE6F}"/>
          </ac:spMkLst>
        </pc:spChg>
        <pc:spChg chg="add mod">
          <ac:chgData name="Eskandari, Marzieh" userId="6f7e8ab1-ced9-4cd8-8d9c-9e0f76df628a" providerId="ADAL" clId="{5F4653E6-588C-449F-882E-1257AC0BE145}" dt="2026-04-12T01:32:36.777" v="1085"/>
          <ac:spMkLst>
            <pc:docMk/>
            <pc:sldMk cId="340082289" sldId="658"/>
            <ac:spMk id="7" creationId="{9980E476-B8D8-9B9C-463D-C770DF408C15}"/>
          </ac:spMkLst>
        </pc:spChg>
      </pc:sldChg>
      <pc:sldChg chg="addSp delSp modSp add del mod">
        <pc:chgData name="Eskandari, Marzieh" userId="6f7e8ab1-ced9-4cd8-8d9c-9e0f76df628a" providerId="ADAL" clId="{5F4653E6-588C-449F-882E-1257AC0BE145}" dt="2026-04-12T02:20:54.049" v="1331"/>
        <pc:sldMkLst>
          <pc:docMk/>
          <pc:sldMk cId="3364937721" sldId="659"/>
        </pc:sldMkLst>
        <pc:spChg chg="add mod">
          <ac:chgData name="Eskandari, Marzieh" userId="6f7e8ab1-ced9-4cd8-8d9c-9e0f76df628a" providerId="ADAL" clId="{5F4653E6-588C-449F-882E-1257AC0BE145}" dt="2026-04-12T01:01:24.886" v="1040"/>
          <ac:spMkLst>
            <pc:docMk/>
            <pc:sldMk cId="3364937721" sldId="659"/>
            <ac:spMk id="3" creationId="{4D81E7E0-2ABB-6CF8-B299-5E2E66948D64}"/>
          </ac:spMkLst>
        </pc:spChg>
        <pc:spChg chg="add mod">
          <ac:chgData name="Eskandari, Marzieh" userId="6f7e8ab1-ced9-4cd8-8d9c-9e0f76df628a" providerId="ADAL" clId="{5F4653E6-588C-449F-882E-1257AC0BE145}" dt="2026-04-12T02:20:54.049" v="1331"/>
          <ac:spMkLst>
            <pc:docMk/>
            <pc:sldMk cId="3364937721" sldId="659"/>
            <ac:spMk id="10" creationId="{0F33148E-A0E7-AD42-9FC4-7AC644B2A909}"/>
          </ac:spMkLst>
        </pc:spChg>
      </pc:sldChg>
      <pc:sldChg chg="modSp new mod">
        <pc:chgData name="Eskandari, Marzieh" userId="6f7e8ab1-ced9-4cd8-8d9c-9e0f76df628a" providerId="ADAL" clId="{5F4653E6-588C-449F-882E-1257AC0BE145}" dt="2026-04-11T23:50:32.589" v="89" actId="20577"/>
        <pc:sldMkLst>
          <pc:docMk/>
          <pc:sldMk cId="2183261865" sldId="660"/>
        </pc:sldMkLst>
        <pc:spChg chg="mod">
          <ac:chgData name="Eskandari, Marzieh" userId="6f7e8ab1-ced9-4cd8-8d9c-9e0f76df628a" providerId="ADAL" clId="{5F4653E6-588C-449F-882E-1257AC0BE145}" dt="2026-04-11T23:50:19.661" v="72" actId="20577"/>
          <ac:spMkLst>
            <pc:docMk/>
            <pc:sldMk cId="2183261865" sldId="660"/>
            <ac:spMk id="2" creationId="{AC0BE4DC-B118-FC1F-91A7-ACF7BCB8BFA5}"/>
          </ac:spMkLst>
        </pc:spChg>
        <pc:spChg chg="mod">
          <ac:chgData name="Eskandari, Marzieh" userId="6f7e8ab1-ced9-4cd8-8d9c-9e0f76df628a" providerId="ADAL" clId="{5F4653E6-588C-449F-882E-1257AC0BE145}" dt="2026-04-11T23:50:32.589" v="89" actId="20577"/>
          <ac:spMkLst>
            <pc:docMk/>
            <pc:sldMk cId="2183261865" sldId="660"/>
            <ac:spMk id="3" creationId="{337D097C-7209-1417-D964-3D01ECC252D9}"/>
          </ac:spMkLst>
        </pc:spChg>
      </pc:sldChg>
      <pc:sldChg chg="addSp delSp modSp add mod">
        <pc:chgData name="Eskandari, Marzieh" userId="6f7e8ab1-ced9-4cd8-8d9c-9e0f76df628a" providerId="ADAL" clId="{5F4653E6-588C-449F-882E-1257AC0BE145}" dt="2026-04-11T23:53:46.460" v="133" actId="207"/>
        <pc:sldMkLst>
          <pc:docMk/>
          <pc:sldMk cId="800290603" sldId="662"/>
        </pc:sldMkLst>
        <pc:spChg chg="add mod">
          <ac:chgData name="Eskandari, Marzieh" userId="6f7e8ab1-ced9-4cd8-8d9c-9e0f76df628a" providerId="ADAL" clId="{5F4653E6-588C-449F-882E-1257AC0BE145}" dt="2026-04-11T23:53:46.460" v="133" actId="207"/>
          <ac:spMkLst>
            <pc:docMk/>
            <pc:sldMk cId="800290603" sldId="662"/>
            <ac:spMk id="3" creationId="{FD38F501-1E79-1B08-9ED0-B7C93463C1A3}"/>
          </ac:spMkLst>
        </pc:spChg>
        <pc:spChg chg="mod">
          <ac:chgData name="Eskandari, Marzieh" userId="6f7e8ab1-ced9-4cd8-8d9c-9e0f76df628a" providerId="ADAL" clId="{5F4653E6-588C-449F-882E-1257AC0BE145}" dt="2026-04-11T23:53:17.497" v="126" actId="1038"/>
          <ac:spMkLst>
            <pc:docMk/>
            <pc:sldMk cId="800290603" sldId="662"/>
            <ac:spMk id="16" creationId="{D3D9E943-4AC2-08CA-D237-9312C1766499}"/>
          </ac:spMkLst>
        </pc:spChg>
        <pc:graphicFrameChg chg="mod">
          <ac:chgData name="Eskandari, Marzieh" userId="6f7e8ab1-ced9-4cd8-8d9c-9e0f76df628a" providerId="ADAL" clId="{5F4653E6-588C-449F-882E-1257AC0BE145}" dt="2026-04-11T23:53:17.497" v="126" actId="1038"/>
          <ac:graphicFrameMkLst>
            <pc:docMk/>
            <pc:sldMk cId="800290603" sldId="662"/>
            <ac:graphicFrameMk id="17" creationId="{8AFC626A-E390-6F73-6345-6756879FA8B1}"/>
          </ac:graphicFrameMkLst>
        </pc:graphicFrameChg>
      </pc:sldChg>
      <pc:sldChg chg="addSp modSp add mod">
        <pc:chgData name="Eskandari, Marzieh" userId="6f7e8ab1-ced9-4cd8-8d9c-9e0f76df628a" providerId="ADAL" clId="{5F4653E6-588C-449F-882E-1257AC0BE145}" dt="2026-04-12T00:20:23.441" v="487" actId="20577"/>
        <pc:sldMkLst>
          <pc:docMk/>
          <pc:sldMk cId="2170008610" sldId="663"/>
        </pc:sldMkLst>
        <pc:spChg chg="add mod">
          <ac:chgData name="Eskandari, Marzieh" userId="6f7e8ab1-ced9-4cd8-8d9c-9e0f76df628a" providerId="ADAL" clId="{5F4653E6-588C-449F-882E-1257AC0BE145}" dt="2026-04-12T00:20:23.441" v="487" actId="20577"/>
          <ac:spMkLst>
            <pc:docMk/>
            <pc:sldMk cId="2170008610" sldId="663"/>
            <ac:spMk id="3" creationId="{232D3514-A986-D0A5-838D-1020F924AD6B}"/>
          </ac:spMkLst>
        </pc:spChg>
      </pc:sldChg>
      <pc:sldChg chg="addSp delSp modSp add mod">
        <pc:chgData name="Eskandari, Marzieh" userId="6f7e8ab1-ced9-4cd8-8d9c-9e0f76df628a" providerId="ADAL" clId="{5F4653E6-588C-449F-882E-1257AC0BE145}" dt="2026-05-06T14:31:23.306" v="1676"/>
        <pc:sldMkLst>
          <pc:docMk/>
          <pc:sldMk cId="244420188" sldId="664"/>
        </pc:sldMkLst>
        <pc:spChg chg="mod">
          <ac:chgData name="Eskandari, Marzieh" userId="6f7e8ab1-ced9-4cd8-8d9c-9e0f76df628a" providerId="ADAL" clId="{5F4653E6-588C-449F-882E-1257AC0BE145}" dt="2026-04-12T00:06:14.721" v="244" actId="20577"/>
          <ac:spMkLst>
            <pc:docMk/>
            <pc:sldMk cId="244420188" sldId="664"/>
            <ac:spMk id="2" creationId="{AE7E3D6E-11D9-4710-51F7-2D1F0E2E4D77}"/>
          </ac:spMkLst>
        </pc:spChg>
        <pc:spChg chg="mod">
          <ac:chgData name="Eskandari, Marzieh" userId="6f7e8ab1-ced9-4cd8-8d9c-9e0f76df628a" providerId="ADAL" clId="{5F4653E6-588C-449F-882E-1257AC0BE145}" dt="2026-04-12T00:16:51.137" v="473" actId="20577"/>
          <ac:spMkLst>
            <pc:docMk/>
            <pc:sldMk cId="244420188" sldId="664"/>
            <ac:spMk id="3" creationId="{A5FA9084-1F47-9915-CA35-E06F77447DF5}"/>
          </ac:spMkLst>
        </pc:spChg>
        <pc:spChg chg="add mod">
          <ac:chgData name="Eskandari, Marzieh" userId="6f7e8ab1-ced9-4cd8-8d9c-9e0f76df628a" providerId="ADAL" clId="{5F4653E6-588C-449F-882E-1257AC0BE145}" dt="2026-04-12T00:25:01.347" v="554" actId="1076"/>
          <ac:spMkLst>
            <pc:docMk/>
            <pc:sldMk cId="244420188" sldId="664"/>
            <ac:spMk id="9" creationId="{15C2CC5F-AEC5-03EA-34BA-FBDAA77A60E5}"/>
          </ac:spMkLst>
        </pc:spChg>
        <pc:graphicFrameChg chg="add mod">
          <ac:chgData name="Eskandari, Marzieh" userId="6f7e8ab1-ced9-4cd8-8d9c-9e0f76df628a" providerId="ADAL" clId="{5F4653E6-588C-449F-882E-1257AC0BE145}" dt="2026-05-06T14:31:23.306" v="1676"/>
          <ac:graphicFrameMkLst>
            <pc:docMk/>
            <pc:sldMk cId="244420188" sldId="664"/>
            <ac:graphicFrameMk id="10" creationId="{1A0CA851-291E-3507-BAA3-ED81C57B0DF9}"/>
          </ac:graphicFrameMkLst>
        </pc:graphicFrameChg>
      </pc:sldChg>
      <pc:sldChg chg="addSp delSp modSp add mod">
        <pc:chgData name="Eskandari, Marzieh" userId="6f7e8ab1-ced9-4cd8-8d9c-9e0f76df628a" providerId="ADAL" clId="{5F4653E6-588C-449F-882E-1257AC0BE145}" dt="2026-05-06T14:31:38.596" v="1679"/>
        <pc:sldMkLst>
          <pc:docMk/>
          <pc:sldMk cId="359279245" sldId="665"/>
        </pc:sldMkLst>
        <pc:spChg chg="mod">
          <ac:chgData name="Eskandari, Marzieh" userId="6f7e8ab1-ced9-4cd8-8d9c-9e0f76df628a" providerId="ADAL" clId="{5F4653E6-588C-449F-882E-1257AC0BE145}" dt="2026-04-12T00:16:55.215" v="475" actId="20577"/>
          <ac:spMkLst>
            <pc:docMk/>
            <pc:sldMk cId="359279245" sldId="665"/>
            <ac:spMk id="2" creationId="{FE95EC2B-730C-ED5B-0F6A-E1911B7E63F8}"/>
          </ac:spMkLst>
        </pc:spChg>
        <pc:spChg chg="add mod">
          <ac:chgData name="Eskandari, Marzieh" userId="6f7e8ab1-ced9-4cd8-8d9c-9e0f76df628a" providerId="ADAL" clId="{5F4653E6-588C-449F-882E-1257AC0BE145}" dt="2026-04-12T00:25:09.073" v="557" actId="1076"/>
          <ac:spMkLst>
            <pc:docMk/>
            <pc:sldMk cId="359279245" sldId="665"/>
            <ac:spMk id="11" creationId="{9889A090-0812-6A37-1D38-81CAFCDC5C89}"/>
          </ac:spMkLst>
        </pc:spChg>
        <pc:spChg chg="add mod">
          <ac:chgData name="Eskandari, Marzieh" userId="6f7e8ab1-ced9-4cd8-8d9c-9e0f76df628a" providerId="ADAL" clId="{5F4653E6-588C-449F-882E-1257AC0BE145}" dt="2026-05-06T14:18:31.042" v="1343" actId="20577"/>
          <ac:spMkLst>
            <pc:docMk/>
            <pc:sldMk cId="359279245" sldId="665"/>
            <ac:spMk id="13" creationId="{04DAE989-1D79-F3A1-6380-963F647BEF79}"/>
          </ac:spMkLst>
        </pc:spChg>
        <pc:graphicFrameChg chg="add mod">
          <ac:chgData name="Eskandari, Marzieh" userId="6f7e8ab1-ced9-4cd8-8d9c-9e0f76df628a" providerId="ADAL" clId="{5F4653E6-588C-449F-882E-1257AC0BE145}" dt="2026-05-06T14:31:38.596" v="1679"/>
          <ac:graphicFrameMkLst>
            <pc:docMk/>
            <pc:sldMk cId="359279245" sldId="665"/>
            <ac:graphicFrameMk id="3" creationId="{23B19315-2B5D-547D-510D-88990D1FE877}"/>
          </ac:graphicFrameMkLst>
        </pc:graphicFrameChg>
      </pc:sldChg>
      <pc:sldChg chg="addSp delSp modSp add mod">
        <pc:chgData name="Eskandari, Marzieh" userId="6f7e8ab1-ced9-4cd8-8d9c-9e0f76df628a" providerId="ADAL" clId="{5F4653E6-588C-449F-882E-1257AC0BE145}" dt="2026-05-06T14:31:43.802" v="1681"/>
        <pc:sldMkLst>
          <pc:docMk/>
          <pc:sldMk cId="504486399" sldId="666"/>
        </pc:sldMkLst>
        <pc:spChg chg="add mod">
          <ac:chgData name="Eskandari, Marzieh" userId="6f7e8ab1-ced9-4cd8-8d9c-9e0f76df628a" providerId="ADAL" clId="{5F4653E6-588C-449F-882E-1257AC0BE145}" dt="2026-04-12T00:13:10.902" v="394" actId="404"/>
          <ac:spMkLst>
            <pc:docMk/>
            <pc:sldMk cId="504486399" sldId="666"/>
            <ac:spMk id="7" creationId="{B39CDE17-2E78-12B8-A301-E7F66A7C2F29}"/>
          </ac:spMkLst>
        </pc:spChg>
        <pc:spChg chg="add mod">
          <ac:chgData name="Eskandari, Marzieh" userId="6f7e8ab1-ced9-4cd8-8d9c-9e0f76df628a" providerId="ADAL" clId="{5F4653E6-588C-449F-882E-1257AC0BE145}" dt="2026-05-06T14:18:39.663" v="1344" actId="20577"/>
          <ac:spMkLst>
            <pc:docMk/>
            <pc:sldMk cId="504486399" sldId="666"/>
            <ac:spMk id="8" creationId="{773F5533-790F-11D8-C61A-A3FEB73AAF70}"/>
          </ac:spMkLst>
        </pc:spChg>
        <pc:spChg chg="add mod">
          <ac:chgData name="Eskandari, Marzieh" userId="6f7e8ab1-ced9-4cd8-8d9c-9e0f76df628a" providerId="ADAL" clId="{5F4653E6-588C-449F-882E-1257AC0BE145}" dt="2026-04-12T00:25:13.509" v="559"/>
          <ac:spMkLst>
            <pc:docMk/>
            <pc:sldMk cId="504486399" sldId="666"/>
            <ac:spMk id="9" creationId="{94E0F0DC-B16A-A270-C1FF-2706EE691FF3}"/>
          </ac:spMkLst>
        </pc:spChg>
        <pc:graphicFrameChg chg="add mod">
          <ac:chgData name="Eskandari, Marzieh" userId="6f7e8ab1-ced9-4cd8-8d9c-9e0f76df628a" providerId="ADAL" clId="{5F4653E6-588C-449F-882E-1257AC0BE145}" dt="2026-05-06T14:31:43.802" v="1681"/>
          <ac:graphicFrameMkLst>
            <pc:docMk/>
            <pc:sldMk cId="504486399" sldId="666"/>
            <ac:graphicFrameMk id="2" creationId="{21F1E895-3A20-139E-5647-4F86537D0C1A}"/>
          </ac:graphicFrameMkLst>
        </pc:graphicFrameChg>
        <pc:graphicFrameChg chg="modGraphic">
          <ac:chgData name="Eskandari, Marzieh" userId="6f7e8ab1-ced9-4cd8-8d9c-9e0f76df628a" providerId="ADAL" clId="{5F4653E6-588C-449F-882E-1257AC0BE145}" dt="2026-04-12T00:13:21.199" v="399" actId="20577"/>
          <ac:graphicFrameMkLst>
            <pc:docMk/>
            <pc:sldMk cId="504486399" sldId="666"/>
            <ac:graphicFrameMk id="60" creationId="{8B20547A-8398-D431-5906-FDFC31AD5DBC}"/>
          </ac:graphicFrameMkLst>
        </pc:graphicFrameChg>
      </pc:sldChg>
      <pc:sldChg chg="addSp delSp modSp add mod">
        <pc:chgData name="Eskandari, Marzieh" userId="6f7e8ab1-ced9-4cd8-8d9c-9e0f76df628a" providerId="ADAL" clId="{5F4653E6-588C-449F-882E-1257AC0BE145}" dt="2026-05-06T14:31:51.873" v="1683"/>
        <pc:sldMkLst>
          <pc:docMk/>
          <pc:sldMk cId="228608767" sldId="667"/>
        </pc:sldMkLst>
        <pc:spChg chg="add mod">
          <ac:chgData name="Eskandari, Marzieh" userId="6f7e8ab1-ced9-4cd8-8d9c-9e0f76df628a" providerId="ADAL" clId="{5F4653E6-588C-449F-882E-1257AC0BE145}" dt="2026-04-12T00:25:19.806" v="561"/>
          <ac:spMkLst>
            <pc:docMk/>
            <pc:sldMk cId="228608767" sldId="667"/>
            <ac:spMk id="2" creationId="{63A5718E-CB50-65DA-E279-A0FD3325A3A7}"/>
          </ac:spMkLst>
        </pc:spChg>
        <pc:spChg chg="mod">
          <ac:chgData name="Eskandari, Marzieh" userId="6f7e8ab1-ced9-4cd8-8d9c-9e0f76df628a" providerId="ADAL" clId="{5F4653E6-588C-449F-882E-1257AC0BE145}" dt="2026-04-12T00:29:58.478" v="683" actId="20577"/>
          <ac:spMkLst>
            <pc:docMk/>
            <pc:sldMk cId="228608767" sldId="667"/>
            <ac:spMk id="7" creationId="{5E4344F3-2E88-91C0-4970-978A506472D4}"/>
          </ac:spMkLst>
        </pc:spChg>
        <pc:spChg chg="add mod">
          <ac:chgData name="Eskandari, Marzieh" userId="6f7e8ab1-ced9-4cd8-8d9c-9e0f76df628a" providerId="ADAL" clId="{5F4653E6-588C-449F-882E-1257AC0BE145}" dt="2026-05-06T14:22:28.430" v="1354" actId="20577"/>
          <ac:spMkLst>
            <pc:docMk/>
            <pc:sldMk cId="228608767" sldId="667"/>
            <ac:spMk id="9" creationId="{989CCA41-0870-64FC-F721-EE21D5ED070F}"/>
          </ac:spMkLst>
        </pc:spChg>
        <pc:graphicFrameChg chg="add mod">
          <ac:chgData name="Eskandari, Marzieh" userId="6f7e8ab1-ced9-4cd8-8d9c-9e0f76df628a" providerId="ADAL" clId="{5F4653E6-588C-449F-882E-1257AC0BE145}" dt="2026-05-06T14:31:51.873" v="1683"/>
          <ac:graphicFrameMkLst>
            <pc:docMk/>
            <pc:sldMk cId="228608767" sldId="667"/>
            <ac:graphicFrameMk id="3" creationId="{8534CA8D-9C9E-1D21-E29E-94B6D198013F}"/>
          </ac:graphicFrameMkLst>
        </pc:graphicFrameChg>
        <pc:graphicFrameChg chg="modGraphic">
          <ac:chgData name="Eskandari, Marzieh" userId="6f7e8ab1-ced9-4cd8-8d9c-9e0f76df628a" providerId="ADAL" clId="{5F4653E6-588C-449F-882E-1257AC0BE145}" dt="2026-04-12T00:28:38.799" v="629" actId="207"/>
          <ac:graphicFrameMkLst>
            <pc:docMk/>
            <pc:sldMk cId="228608767" sldId="667"/>
            <ac:graphicFrameMk id="60" creationId="{0786ED01-A329-E533-1851-730A53144F22}"/>
          </ac:graphicFrameMkLst>
        </pc:graphicFrameChg>
      </pc:sldChg>
      <pc:sldChg chg="addSp delSp modSp add mod modAnim">
        <pc:chgData name="Eskandari, Marzieh" userId="6f7e8ab1-ced9-4cd8-8d9c-9e0f76df628a" providerId="ADAL" clId="{5F4653E6-588C-449F-882E-1257AC0BE145}" dt="2026-05-06T14:31:57.588" v="1685"/>
        <pc:sldMkLst>
          <pc:docMk/>
          <pc:sldMk cId="359414225" sldId="668"/>
        </pc:sldMkLst>
        <pc:spChg chg="add mod">
          <ac:chgData name="Eskandari, Marzieh" userId="6f7e8ab1-ced9-4cd8-8d9c-9e0f76df628a" providerId="ADAL" clId="{5F4653E6-588C-449F-882E-1257AC0BE145}" dt="2026-05-06T14:25:22.428" v="1386" actId="1035"/>
          <ac:spMkLst>
            <pc:docMk/>
            <pc:sldMk cId="359414225" sldId="668"/>
            <ac:spMk id="8" creationId="{B95E13A9-6C65-786A-71DD-943D2D1F4FE3}"/>
          </ac:spMkLst>
        </pc:spChg>
        <pc:spChg chg="mod">
          <ac:chgData name="Eskandari, Marzieh" userId="6f7e8ab1-ced9-4cd8-8d9c-9e0f76df628a" providerId="ADAL" clId="{5F4653E6-588C-449F-882E-1257AC0BE145}" dt="2026-05-06T14:22:33.862" v="1355" actId="20577"/>
          <ac:spMkLst>
            <pc:docMk/>
            <pc:sldMk cId="359414225" sldId="668"/>
            <ac:spMk id="9" creationId="{7B434EEF-6396-5D1D-7E09-E7638244361F}"/>
          </ac:spMkLst>
        </pc:spChg>
        <pc:graphicFrameChg chg="add mod">
          <ac:chgData name="Eskandari, Marzieh" userId="6f7e8ab1-ced9-4cd8-8d9c-9e0f76df628a" providerId="ADAL" clId="{5F4653E6-588C-449F-882E-1257AC0BE145}" dt="2026-05-06T14:31:57.588" v="1685"/>
          <ac:graphicFrameMkLst>
            <pc:docMk/>
            <pc:sldMk cId="359414225" sldId="668"/>
            <ac:graphicFrameMk id="3" creationId="{DC62287A-2DEF-265D-176B-93A2B108503C}"/>
          </ac:graphicFrameMkLst>
        </pc:graphicFrameChg>
        <pc:graphicFrameChg chg="modGraphic">
          <ac:chgData name="Eskandari, Marzieh" userId="6f7e8ab1-ced9-4cd8-8d9c-9e0f76df628a" providerId="ADAL" clId="{5F4653E6-588C-449F-882E-1257AC0BE145}" dt="2026-04-12T00:31:46.206" v="696" actId="20577"/>
          <ac:graphicFrameMkLst>
            <pc:docMk/>
            <pc:sldMk cId="359414225" sldId="668"/>
            <ac:graphicFrameMk id="60" creationId="{A55B1E46-F882-0D88-7725-B4AEEF762823}"/>
          </ac:graphicFrameMkLst>
        </pc:graphicFrameChg>
      </pc:sldChg>
      <pc:sldChg chg="addSp delSp modSp add mod modAnim">
        <pc:chgData name="Eskandari, Marzieh" userId="6f7e8ab1-ced9-4cd8-8d9c-9e0f76df628a" providerId="ADAL" clId="{5F4653E6-588C-449F-882E-1257AC0BE145}" dt="2026-05-06T14:32:03.273" v="1687"/>
        <pc:sldMkLst>
          <pc:docMk/>
          <pc:sldMk cId="3890763648" sldId="669"/>
        </pc:sldMkLst>
        <pc:spChg chg="add mod">
          <ac:chgData name="Eskandari, Marzieh" userId="6f7e8ab1-ced9-4cd8-8d9c-9e0f76df628a" providerId="ADAL" clId="{5F4653E6-588C-449F-882E-1257AC0BE145}" dt="2026-05-06T14:22:39.657" v="1356" actId="20577"/>
          <ac:spMkLst>
            <pc:docMk/>
            <pc:sldMk cId="3890763648" sldId="669"/>
            <ac:spMk id="3" creationId="{F99E870C-BD41-33C6-5582-EBEAA22AC566}"/>
          </ac:spMkLst>
        </pc:spChg>
        <pc:spChg chg="add mod">
          <ac:chgData name="Eskandari, Marzieh" userId="6f7e8ab1-ced9-4cd8-8d9c-9e0f76df628a" providerId="ADAL" clId="{5F4653E6-588C-449F-882E-1257AC0BE145}" dt="2026-05-06T14:25:39.861" v="1409" actId="1036"/>
          <ac:spMkLst>
            <pc:docMk/>
            <pc:sldMk cId="3890763648" sldId="669"/>
            <ac:spMk id="5" creationId="{555177C3-E26B-E9DD-B511-21D4DC54D096}"/>
          </ac:spMkLst>
        </pc:spChg>
        <pc:graphicFrameChg chg="add mod">
          <ac:chgData name="Eskandari, Marzieh" userId="6f7e8ab1-ced9-4cd8-8d9c-9e0f76df628a" providerId="ADAL" clId="{5F4653E6-588C-449F-882E-1257AC0BE145}" dt="2026-05-06T14:32:03.273" v="1687"/>
          <ac:graphicFrameMkLst>
            <pc:docMk/>
            <pc:sldMk cId="3890763648" sldId="669"/>
            <ac:graphicFrameMk id="8" creationId="{779BE147-D20B-1124-37D7-DA8756EAC0DB}"/>
          </ac:graphicFrameMkLst>
        </pc:graphicFrameChg>
        <pc:graphicFrameChg chg="modGraphic">
          <ac:chgData name="Eskandari, Marzieh" userId="6f7e8ab1-ced9-4cd8-8d9c-9e0f76df628a" providerId="ADAL" clId="{5F4653E6-588C-449F-882E-1257AC0BE145}" dt="2026-04-12T00:32:01.926" v="700" actId="207"/>
          <ac:graphicFrameMkLst>
            <pc:docMk/>
            <pc:sldMk cId="3890763648" sldId="669"/>
            <ac:graphicFrameMk id="60" creationId="{0A99211A-A4A0-829F-44FB-0675CE41DA59}"/>
          </ac:graphicFrameMkLst>
        </pc:graphicFrameChg>
      </pc:sldChg>
      <pc:sldChg chg="addSp delSp modSp add mod">
        <pc:chgData name="Eskandari, Marzieh" userId="6f7e8ab1-ced9-4cd8-8d9c-9e0f76df628a" providerId="ADAL" clId="{5F4653E6-588C-449F-882E-1257AC0BE145}" dt="2026-05-06T14:32:13.221" v="1691"/>
        <pc:sldMkLst>
          <pc:docMk/>
          <pc:sldMk cId="3817215659" sldId="670"/>
        </pc:sldMkLst>
        <pc:spChg chg="add mod">
          <ac:chgData name="Eskandari, Marzieh" userId="6f7e8ab1-ced9-4cd8-8d9c-9e0f76df628a" providerId="ADAL" clId="{5F4653E6-588C-449F-882E-1257AC0BE145}" dt="2026-05-06T14:25:59.754" v="1445" actId="1035"/>
          <ac:spMkLst>
            <pc:docMk/>
            <pc:sldMk cId="3817215659" sldId="670"/>
            <ac:spMk id="3" creationId="{C6859F6C-C7E6-FC4E-E1E0-E2E1F003F858}"/>
          </ac:spMkLst>
        </pc:spChg>
        <pc:spChg chg="mod">
          <ac:chgData name="Eskandari, Marzieh" userId="6f7e8ab1-ced9-4cd8-8d9c-9e0f76df628a" providerId="ADAL" clId="{5F4653E6-588C-449F-882E-1257AC0BE145}" dt="2026-05-06T14:25:59.754" v="1445" actId="1035"/>
          <ac:spMkLst>
            <pc:docMk/>
            <pc:sldMk cId="3817215659" sldId="670"/>
            <ac:spMk id="8" creationId="{9E783D1D-1E1A-A6CD-5BBA-9E8F75B91892}"/>
          </ac:spMkLst>
        </pc:spChg>
        <pc:spChg chg="mod">
          <ac:chgData name="Eskandari, Marzieh" userId="6f7e8ab1-ced9-4cd8-8d9c-9e0f76df628a" providerId="ADAL" clId="{5F4653E6-588C-449F-882E-1257AC0BE145}" dt="2026-05-06T14:22:48.835" v="1358" actId="20577"/>
          <ac:spMkLst>
            <pc:docMk/>
            <pc:sldMk cId="3817215659" sldId="670"/>
            <ac:spMk id="9" creationId="{07189B54-D6DA-FA6B-1EBF-04DC8F7C21A5}"/>
          </ac:spMkLst>
        </pc:spChg>
        <pc:graphicFrameChg chg="add mod">
          <ac:chgData name="Eskandari, Marzieh" userId="6f7e8ab1-ced9-4cd8-8d9c-9e0f76df628a" providerId="ADAL" clId="{5F4653E6-588C-449F-882E-1257AC0BE145}" dt="2026-05-06T14:32:13.221" v="1691"/>
          <ac:graphicFrameMkLst>
            <pc:docMk/>
            <pc:sldMk cId="3817215659" sldId="670"/>
            <ac:graphicFrameMk id="5" creationId="{2532FAA2-C70F-81FB-B1EB-FC63F305C64E}"/>
          </ac:graphicFrameMkLst>
        </pc:graphicFrameChg>
        <pc:graphicFrameChg chg="modGraphic">
          <ac:chgData name="Eskandari, Marzieh" userId="6f7e8ab1-ced9-4cd8-8d9c-9e0f76df628a" providerId="ADAL" clId="{5F4653E6-588C-449F-882E-1257AC0BE145}" dt="2026-04-12T00:36:08.721" v="735" actId="20577"/>
          <ac:graphicFrameMkLst>
            <pc:docMk/>
            <pc:sldMk cId="3817215659" sldId="670"/>
            <ac:graphicFrameMk id="60" creationId="{BB8AE173-7901-A1D8-5D01-FC1147A993F1}"/>
          </ac:graphicFrameMkLst>
        </pc:graphicFrameChg>
      </pc:sldChg>
      <pc:sldChg chg="addSp delSp modSp add mod">
        <pc:chgData name="Eskandari, Marzieh" userId="6f7e8ab1-ced9-4cd8-8d9c-9e0f76df628a" providerId="ADAL" clId="{5F4653E6-588C-449F-882E-1257AC0BE145}" dt="2026-05-06T14:32:08.412" v="1689"/>
        <pc:sldMkLst>
          <pc:docMk/>
          <pc:sldMk cId="283690610" sldId="671"/>
        </pc:sldMkLst>
        <pc:spChg chg="mod">
          <ac:chgData name="Eskandari, Marzieh" userId="6f7e8ab1-ced9-4cd8-8d9c-9e0f76df628a" providerId="ADAL" clId="{5F4653E6-588C-449F-882E-1257AC0BE145}" dt="2026-05-06T14:22:43.882" v="1357" actId="20577"/>
          <ac:spMkLst>
            <pc:docMk/>
            <pc:sldMk cId="283690610" sldId="671"/>
            <ac:spMk id="3" creationId="{E845FB08-7398-4EE0-F73E-D1EBD1FBF471}"/>
          </ac:spMkLst>
        </pc:spChg>
        <pc:spChg chg="mod">
          <ac:chgData name="Eskandari, Marzieh" userId="6f7e8ab1-ced9-4cd8-8d9c-9e0f76df628a" providerId="ADAL" clId="{5F4653E6-588C-449F-882E-1257AC0BE145}" dt="2026-05-06T14:25:52.440" v="1428" actId="1035"/>
          <ac:spMkLst>
            <pc:docMk/>
            <pc:sldMk cId="283690610" sldId="671"/>
            <ac:spMk id="5" creationId="{57586290-C55E-9603-360A-8334596B8635}"/>
          </ac:spMkLst>
        </pc:spChg>
        <pc:graphicFrameChg chg="add mod">
          <ac:chgData name="Eskandari, Marzieh" userId="6f7e8ab1-ced9-4cd8-8d9c-9e0f76df628a" providerId="ADAL" clId="{5F4653E6-588C-449F-882E-1257AC0BE145}" dt="2026-05-06T14:32:08.412" v="1689"/>
          <ac:graphicFrameMkLst>
            <pc:docMk/>
            <pc:sldMk cId="283690610" sldId="671"/>
            <ac:graphicFrameMk id="8" creationId="{21085E46-0CE6-A49C-BC1E-7B83F7947AFE}"/>
          </ac:graphicFrameMkLst>
        </pc:graphicFrameChg>
        <pc:graphicFrameChg chg="modGraphic">
          <ac:chgData name="Eskandari, Marzieh" userId="6f7e8ab1-ced9-4cd8-8d9c-9e0f76df628a" providerId="ADAL" clId="{5F4653E6-588C-449F-882E-1257AC0BE145}" dt="2026-04-12T00:34:54.549" v="726" actId="207"/>
          <ac:graphicFrameMkLst>
            <pc:docMk/>
            <pc:sldMk cId="283690610" sldId="671"/>
            <ac:graphicFrameMk id="60" creationId="{CCFA2913-E96C-4F2A-CFFA-F0B8981B94C4}"/>
          </ac:graphicFrameMkLst>
        </pc:graphicFrameChg>
      </pc:sldChg>
      <pc:sldChg chg="addSp delSp modSp add mod modAnim">
        <pc:chgData name="Eskandari, Marzieh" userId="6f7e8ab1-ced9-4cd8-8d9c-9e0f76df628a" providerId="ADAL" clId="{5F4653E6-588C-449F-882E-1257AC0BE145}" dt="2026-05-06T14:32:18.043" v="1693"/>
        <pc:sldMkLst>
          <pc:docMk/>
          <pc:sldMk cId="2835227091" sldId="672"/>
        </pc:sldMkLst>
        <pc:spChg chg="mod">
          <ac:chgData name="Eskandari, Marzieh" userId="6f7e8ab1-ced9-4cd8-8d9c-9e0f76df628a" providerId="ADAL" clId="{5F4653E6-588C-449F-882E-1257AC0BE145}" dt="2026-05-06T14:26:07.854" v="1463" actId="1036"/>
          <ac:spMkLst>
            <pc:docMk/>
            <pc:sldMk cId="2835227091" sldId="672"/>
            <ac:spMk id="3" creationId="{CAD4AB87-D175-0EE4-5649-C9E963704412}"/>
          </ac:spMkLst>
        </pc:spChg>
        <pc:spChg chg="mod">
          <ac:chgData name="Eskandari, Marzieh" userId="6f7e8ab1-ced9-4cd8-8d9c-9e0f76df628a" providerId="ADAL" clId="{5F4653E6-588C-449F-882E-1257AC0BE145}" dt="2026-05-06T14:26:07.854" v="1463" actId="1036"/>
          <ac:spMkLst>
            <pc:docMk/>
            <pc:sldMk cId="2835227091" sldId="672"/>
            <ac:spMk id="8" creationId="{75688795-B168-A0A9-3EF8-3E667DC22193}"/>
          </ac:spMkLst>
        </pc:spChg>
        <pc:spChg chg="mod">
          <ac:chgData name="Eskandari, Marzieh" userId="6f7e8ab1-ced9-4cd8-8d9c-9e0f76df628a" providerId="ADAL" clId="{5F4653E6-588C-449F-882E-1257AC0BE145}" dt="2026-05-06T14:22:53.858" v="1359" actId="20577"/>
          <ac:spMkLst>
            <pc:docMk/>
            <pc:sldMk cId="2835227091" sldId="672"/>
            <ac:spMk id="9" creationId="{EE586BE0-7C5E-C237-72CD-10007D4B7729}"/>
          </ac:spMkLst>
        </pc:spChg>
        <pc:graphicFrameChg chg="add mod">
          <ac:chgData name="Eskandari, Marzieh" userId="6f7e8ab1-ced9-4cd8-8d9c-9e0f76df628a" providerId="ADAL" clId="{5F4653E6-588C-449F-882E-1257AC0BE145}" dt="2026-05-06T14:32:18.043" v="1693"/>
          <ac:graphicFrameMkLst>
            <pc:docMk/>
            <pc:sldMk cId="2835227091" sldId="672"/>
            <ac:graphicFrameMk id="5" creationId="{3777BE0B-6804-C284-8EB1-6E26AAB1F41D}"/>
          </ac:graphicFrameMkLst>
        </pc:graphicFrameChg>
        <pc:graphicFrameChg chg="modGraphic">
          <ac:chgData name="Eskandari, Marzieh" userId="6f7e8ab1-ced9-4cd8-8d9c-9e0f76df628a" providerId="ADAL" clId="{5F4653E6-588C-449F-882E-1257AC0BE145}" dt="2026-04-12T00:36:19.735" v="736" actId="20577"/>
          <ac:graphicFrameMkLst>
            <pc:docMk/>
            <pc:sldMk cId="2835227091" sldId="672"/>
            <ac:graphicFrameMk id="60" creationId="{EA1D8A50-34E1-1E74-2ECC-92C251D824AA}"/>
          </ac:graphicFrameMkLst>
        </pc:graphicFrameChg>
      </pc:sldChg>
      <pc:sldChg chg="addSp delSp modSp add mod">
        <pc:chgData name="Eskandari, Marzieh" userId="6f7e8ab1-ced9-4cd8-8d9c-9e0f76df628a" providerId="ADAL" clId="{5F4653E6-588C-449F-882E-1257AC0BE145}" dt="2026-05-06T14:32:23.551" v="1695"/>
        <pc:sldMkLst>
          <pc:docMk/>
          <pc:sldMk cId="1745930687" sldId="674"/>
        </pc:sldMkLst>
        <pc:spChg chg="mod">
          <ac:chgData name="Eskandari, Marzieh" userId="6f7e8ab1-ced9-4cd8-8d9c-9e0f76df628a" providerId="ADAL" clId="{5F4653E6-588C-449F-882E-1257AC0BE145}" dt="2026-05-06T14:27:30.605" v="1479" actId="1036"/>
          <ac:spMkLst>
            <pc:docMk/>
            <pc:sldMk cId="1745930687" sldId="674"/>
            <ac:spMk id="3" creationId="{BD843357-01A3-35B2-53EF-8E7D918584E5}"/>
          </ac:spMkLst>
        </pc:spChg>
        <pc:spChg chg="mod">
          <ac:chgData name="Eskandari, Marzieh" userId="6f7e8ab1-ced9-4cd8-8d9c-9e0f76df628a" providerId="ADAL" clId="{5F4653E6-588C-449F-882E-1257AC0BE145}" dt="2026-05-06T14:27:30.605" v="1479" actId="1036"/>
          <ac:spMkLst>
            <pc:docMk/>
            <pc:sldMk cId="1745930687" sldId="674"/>
            <ac:spMk id="8" creationId="{D173D231-723E-C3C6-61A1-D504EF131F29}"/>
          </ac:spMkLst>
        </pc:spChg>
        <pc:spChg chg="mod">
          <ac:chgData name="Eskandari, Marzieh" userId="6f7e8ab1-ced9-4cd8-8d9c-9e0f76df628a" providerId="ADAL" clId="{5F4653E6-588C-449F-882E-1257AC0BE145}" dt="2026-05-06T14:22:58.131" v="1360" actId="20577"/>
          <ac:spMkLst>
            <pc:docMk/>
            <pc:sldMk cId="1745930687" sldId="674"/>
            <ac:spMk id="9" creationId="{A6D4AD45-AE69-8FF7-7B07-D5D3C3012A96}"/>
          </ac:spMkLst>
        </pc:spChg>
        <pc:graphicFrameChg chg="add mod">
          <ac:chgData name="Eskandari, Marzieh" userId="6f7e8ab1-ced9-4cd8-8d9c-9e0f76df628a" providerId="ADAL" clId="{5F4653E6-588C-449F-882E-1257AC0BE145}" dt="2026-05-06T14:32:23.551" v="1695"/>
          <ac:graphicFrameMkLst>
            <pc:docMk/>
            <pc:sldMk cId="1745930687" sldId="674"/>
            <ac:graphicFrameMk id="5" creationId="{0D22B592-DC4B-CA72-6D58-61842D3A9FE1}"/>
          </ac:graphicFrameMkLst>
        </pc:graphicFrameChg>
        <pc:graphicFrameChg chg="modGraphic">
          <ac:chgData name="Eskandari, Marzieh" userId="6f7e8ab1-ced9-4cd8-8d9c-9e0f76df628a" providerId="ADAL" clId="{5F4653E6-588C-449F-882E-1257AC0BE145}" dt="2026-04-12T00:37:02.822" v="738" actId="207"/>
          <ac:graphicFrameMkLst>
            <pc:docMk/>
            <pc:sldMk cId="1745930687" sldId="674"/>
            <ac:graphicFrameMk id="60" creationId="{4981D9D7-AA42-D09D-3DAC-7F0685E38497}"/>
          </ac:graphicFrameMkLst>
        </pc:graphicFrameChg>
      </pc:sldChg>
      <pc:sldChg chg="addSp delSp modSp add mod modAnim">
        <pc:chgData name="Eskandari, Marzieh" userId="6f7e8ab1-ced9-4cd8-8d9c-9e0f76df628a" providerId="ADAL" clId="{5F4653E6-588C-449F-882E-1257AC0BE145}" dt="2026-05-06T14:32:28.630" v="1697"/>
        <pc:sldMkLst>
          <pc:docMk/>
          <pc:sldMk cId="2588938053" sldId="675"/>
        </pc:sldMkLst>
        <pc:spChg chg="mod">
          <ac:chgData name="Eskandari, Marzieh" userId="6f7e8ab1-ced9-4cd8-8d9c-9e0f76df628a" providerId="ADAL" clId="{5F4653E6-588C-449F-882E-1257AC0BE145}" dt="2026-05-06T14:27:40.051" v="1497" actId="1035"/>
          <ac:spMkLst>
            <pc:docMk/>
            <pc:sldMk cId="2588938053" sldId="675"/>
            <ac:spMk id="3" creationId="{3C0FF30F-743B-8EEA-8071-58AE59AA217E}"/>
          </ac:spMkLst>
        </pc:spChg>
        <pc:spChg chg="add mod">
          <ac:chgData name="Eskandari, Marzieh" userId="6f7e8ab1-ced9-4cd8-8d9c-9e0f76df628a" providerId="ADAL" clId="{5F4653E6-588C-449F-882E-1257AC0BE145}" dt="2026-05-06T14:27:40.051" v="1497" actId="1035"/>
          <ac:spMkLst>
            <pc:docMk/>
            <pc:sldMk cId="2588938053" sldId="675"/>
            <ac:spMk id="5" creationId="{0D5472AA-11A9-DFE1-5F52-DBCE292F4292}"/>
          </ac:spMkLst>
        </pc:spChg>
        <pc:spChg chg="mod">
          <ac:chgData name="Eskandari, Marzieh" userId="6f7e8ab1-ced9-4cd8-8d9c-9e0f76df628a" providerId="ADAL" clId="{5F4653E6-588C-449F-882E-1257AC0BE145}" dt="2026-05-06T14:27:40.051" v="1497" actId="1035"/>
          <ac:spMkLst>
            <pc:docMk/>
            <pc:sldMk cId="2588938053" sldId="675"/>
            <ac:spMk id="8" creationId="{BAED5CAD-D712-1086-D28C-9910D455BFD1}"/>
          </ac:spMkLst>
        </pc:spChg>
        <pc:spChg chg="mod">
          <ac:chgData name="Eskandari, Marzieh" userId="6f7e8ab1-ced9-4cd8-8d9c-9e0f76df628a" providerId="ADAL" clId="{5F4653E6-588C-449F-882E-1257AC0BE145}" dt="2026-05-06T14:23:02.480" v="1361" actId="20577"/>
          <ac:spMkLst>
            <pc:docMk/>
            <pc:sldMk cId="2588938053" sldId="675"/>
            <ac:spMk id="9" creationId="{50721F3C-50B6-1EBB-F8D3-6544C5BC2806}"/>
          </ac:spMkLst>
        </pc:spChg>
        <pc:graphicFrameChg chg="add mod">
          <ac:chgData name="Eskandari, Marzieh" userId="6f7e8ab1-ced9-4cd8-8d9c-9e0f76df628a" providerId="ADAL" clId="{5F4653E6-588C-449F-882E-1257AC0BE145}" dt="2026-05-06T14:32:28.630" v="1697"/>
          <ac:graphicFrameMkLst>
            <pc:docMk/>
            <pc:sldMk cId="2588938053" sldId="675"/>
            <ac:graphicFrameMk id="10" creationId="{5C0BE780-1902-CE7B-F588-B8A2C7E3272B}"/>
          </ac:graphicFrameMkLst>
        </pc:graphicFrameChg>
        <pc:graphicFrameChg chg="modGraphic">
          <ac:chgData name="Eskandari, Marzieh" userId="6f7e8ab1-ced9-4cd8-8d9c-9e0f76df628a" providerId="ADAL" clId="{5F4653E6-588C-449F-882E-1257AC0BE145}" dt="2026-04-12T00:45:48.550" v="822" actId="20577"/>
          <ac:graphicFrameMkLst>
            <pc:docMk/>
            <pc:sldMk cId="2588938053" sldId="675"/>
            <ac:graphicFrameMk id="60" creationId="{44AC1429-6ED3-3659-1709-E9E0264E2E41}"/>
          </ac:graphicFrameMkLst>
        </pc:graphicFrameChg>
      </pc:sldChg>
      <pc:sldChg chg="addSp delSp modSp add mod modAnim">
        <pc:chgData name="Eskandari, Marzieh" userId="6f7e8ab1-ced9-4cd8-8d9c-9e0f76df628a" providerId="ADAL" clId="{5F4653E6-588C-449F-882E-1257AC0BE145}" dt="2026-05-06T14:32:33.682" v="1699"/>
        <pc:sldMkLst>
          <pc:docMk/>
          <pc:sldMk cId="1279598012" sldId="676"/>
        </pc:sldMkLst>
        <pc:spChg chg="mod">
          <ac:chgData name="Eskandari, Marzieh" userId="6f7e8ab1-ced9-4cd8-8d9c-9e0f76df628a" providerId="ADAL" clId="{5F4653E6-588C-449F-882E-1257AC0BE145}" dt="2026-05-06T14:27:51.765" v="1512" actId="1036"/>
          <ac:spMkLst>
            <pc:docMk/>
            <pc:sldMk cId="1279598012" sldId="676"/>
            <ac:spMk id="3" creationId="{E2C53D33-3322-89F8-4091-56CE4AA22953}"/>
          </ac:spMkLst>
        </pc:spChg>
        <pc:spChg chg="mod">
          <ac:chgData name="Eskandari, Marzieh" userId="6f7e8ab1-ced9-4cd8-8d9c-9e0f76df628a" providerId="ADAL" clId="{5F4653E6-588C-449F-882E-1257AC0BE145}" dt="2026-05-06T14:27:51.765" v="1512" actId="1036"/>
          <ac:spMkLst>
            <pc:docMk/>
            <pc:sldMk cId="1279598012" sldId="676"/>
            <ac:spMk id="5" creationId="{19BB42AB-7ABA-7D68-A61C-D2DA1585DCBF}"/>
          </ac:spMkLst>
        </pc:spChg>
        <pc:spChg chg="mod">
          <ac:chgData name="Eskandari, Marzieh" userId="6f7e8ab1-ced9-4cd8-8d9c-9e0f76df628a" providerId="ADAL" clId="{5F4653E6-588C-449F-882E-1257AC0BE145}" dt="2026-05-06T14:27:51.765" v="1512" actId="1036"/>
          <ac:spMkLst>
            <pc:docMk/>
            <pc:sldMk cId="1279598012" sldId="676"/>
            <ac:spMk id="8" creationId="{D655E194-4B4F-DCD0-2051-E0E0CCD9C1BE}"/>
          </ac:spMkLst>
        </pc:spChg>
        <pc:spChg chg="mod">
          <ac:chgData name="Eskandari, Marzieh" userId="6f7e8ab1-ced9-4cd8-8d9c-9e0f76df628a" providerId="ADAL" clId="{5F4653E6-588C-449F-882E-1257AC0BE145}" dt="2026-05-06T14:23:07.012" v="1362" actId="20577"/>
          <ac:spMkLst>
            <pc:docMk/>
            <pc:sldMk cId="1279598012" sldId="676"/>
            <ac:spMk id="9" creationId="{5F6E3E6B-42AF-E352-9D11-AEE48E365F6F}"/>
          </ac:spMkLst>
        </pc:spChg>
        <pc:graphicFrameChg chg="add mod">
          <ac:chgData name="Eskandari, Marzieh" userId="6f7e8ab1-ced9-4cd8-8d9c-9e0f76df628a" providerId="ADAL" clId="{5F4653E6-588C-449F-882E-1257AC0BE145}" dt="2026-05-06T14:32:33.682" v="1699"/>
          <ac:graphicFrameMkLst>
            <pc:docMk/>
            <pc:sldMk cId="1279598012" sldId="676"/>
            <ac:graphicFrameMk id="10" creationId="{F3C32077-7400-5044-9C49-C2FC49BE6F9B}"/>
          </ac:graphicFrameMkLst>
        </pc:graphicFrameChg>
        <pc:graphicFrameChg chg="modGraphic">
          <ac:chgData name="Eskandari, Marzieh" userId="6f7e8ab1-ced9-4cd8-8d9c-9e0f76df628a" providerId="ADAL" clId="{5F4653E6-588C-449F-882E-1257AC0BE145}" dt="2026-04-12T00:50:53.267" v="837" actId="207"/>
          <ac:graphicFrameMkLst>
            <pc:docMk/>
            <pc:sldMk cId="1279598012" sldId="676"/>
            <ac:graphicFrameMk id="60" creationId="{AF0294D1-7566-4102-3520-82543B30086A}"/>
          </ac:graphicFrameMkLst>
        </pc:graphicFrameChg>
      </pc:sldChg>
      <pc:sldChg chg="addSp delSp modSp add mod modAnim">
        <pc:chgData name="Eskandari, Marzieh" userId="6f7e8ab1-ced9-4cd8-8d9c-9e0f76df628a" providerId="ADAL" clId="{5F4653E6-588C-449F-882E-1257AC0BE145}" dt="2026-05-06T14:32:38.931" v="1701"/>
        <pc:sldMkLst>
          <pc:docMk/>
          <pc:sldMk cId="4143909008" sldId="677"/>
        </pc:sldMkLst>
        <pc:spChg chg="mod">
          <ac:chgData name="Eskandari, Marzieh" userId="6f7e8ab1-ced9-4cd8-8d9c-9e0f76df628a" providerId="ADAL" clId="{5F4653E6-588C-449F-882E-1257AC0BE145}" dt="2026-05-06T14:28:04.243" v="1531" actId="1036"/>
          <ac:spMkLst>
            <pc:docMk/>
            <pc:sldMk cId="4143909008" sldId="677"/>
            <ac:spMk id="3" creationId="{7F8CE760-8FB4-B200-6D9C-EB9B868E90A4}"/>
          </ac:spMkLst>
        </pc:spChg>
        <pc:spChg chg="mod">
          <ac:chgData name="Eskandari, Marzieh" userId="6f7e8ab1-ced9-4cd8-8d9c-9e0f76df628a" providerId="ADAL" clId="{5F4653E6-588C-449F-882E-1257AC0BE145}" dt="2026-05-06T14:28:04.243" v="1531" actId="1036"/>
          <ac:spMkLst>
            <pc:docMk/>
            <pc:sldMk cId="4143909008" sldId="677"/>
            <ac:spMk id="5" creationId="{DBBC082D-D388-825C-8E09-ACC1C7E4F31C}"/>
          </ac:spMkLst>
        </pc:spChg>
        <pc:spChg chg="mod">
          <ac:chgData name="Eskandari, Marzieh" userId="6f7e8ab1-ced9-4cd8-8d9c-9e0f76df628a" providerId="ADAL" clId="{5F4653E6-588C-449F-882E-1257AC0BE145}" dt="2026-05-06T14:28:04.243" v="1531" actId="1036"/>
          <ac:spMkLst>
            <pc:docMk/>
            <pc:sldMk cId="4143909008" sldId="677"/>
            <ac:spMk id="8" creationId="{89ABC97E-6BD8-7E05-D044-70BB35D02B85}"/>
          </ac:spMkLst>
        </pc:spChg>
        <pc:spChg chg="mod">
          <ac:chgData name="Eskandari, Marzieh" userId="6f7e8ab1-ced9-4cd8-8d9c-9e0f76df628a" providerId="ADAL" clId="{5F4653E6-588C-449F-882E-1257AC0BE145}" dt="2026-05-06T14:23:12.415" v="1363" actId="20577"/>
          <ac:spMkLst>
            <pc:docMk/>
            <pc:sldMk cId="4143909008" sldId="677"/>
            <ac:spMk id="9" creationId="{4C7F3365-B01C-85C0-2E2E-1650B25652C0}"/>
          </ac:spMkLst>
        </pc:spChg>
        <pc:spChg chg="add mod">
          <ac:chgData name="Eskandari, Marzieh" userId="6f7e8ab1-ced9-4cd8-8d9c-9e0f76df628a" providerId="ADAL" clId="{5F4653E6-588C-449F-882E-1257AC0BE145}" dt="2026-04-12T00:51:50.251" v="855" actId="403"/>
          <ac:spMkLst>
            <pc:docMk/>
            <pc:sldMk cId="4143909008" sldId="677"/>
            <ac:spMk id="10" creationId="{48F7DD1D-DE1D-41EB-8B16-DC4B2E9750B6}"/>
          </ac:spMkLst>
        </pc:spChg>
        <pc:spChg chg="add mod">
          <ac:chgData name="Eskandari, Marzieh" userId="6f7e8ab1-ced9-4cd8-8d9c-9e0f76df628a" providerId="ADAL" clId="{5F4653E6-588C-449F-882E-1257AC0BE145}" dt="2026-05-06T14:28:04.243" v="1531" actId="1036"/>
          <ac:spMkLst>
            <pc:docMk/>
            <pc:sldMk cId="4143909008" sldId="677"/>
            <ac:spMk id="11" creationId="{F991481B-F049-972D-A10E-2B0686555151}"/>
          </ac:spMkLst>
        </pc:spChg>
        <pc:graphicFrameChg chg="add mod">
          <ac:chgData name="Eskandari, Marzieh" userId="6f7e8ab1-ced9-4cd8-8d9c-9e0f76df628a" providerId="ADAL" clId="{5F4653E6-588C-449F-882E-1257AC0BE145}" dt="2026-05-06T14:32:38.931" v="1701"/>
          <ac:graphicFrameMkLst>
            <pc:docMk/>
            <pc:sldMk cId="4143909008" sldId="677"/>
            <ac:graphicFrameMk id="12" creationId="{C69B4C9D-155B-691E-02BC-D5FEB6E39977}"/>
          </ac:graphicFrameMkLst>
        </pc:graphicFrameChg>
        <pc:graphicFrameChg chg="modGraphic">
          <ac:chgData name="Eskandari, Marzieh" userId="6f7e8ab1-ced9-4cd8-8d9c-9e0f76df628a" providerId="ADAL" clId="{5F4653E6-588C-449F-882E-1257AC0BE145}" dt="2026-04-12T00:51:20.998" v="841" actId="207"/>
          <ac:graphicFrameMkLst>
            <pc:docMk/>
            <pc:sldMk cId="4143909008" sldId="677"/>
            <ac:graphicFrameMk id="60" creationId="{EED492F7-C3DF-019A-9240-A03158630A11}"/>
          </ac:graphicFrameMkLst>
        </pc:graphicFrameChg>
      </pc:sldChg>
      <pc:sldChg chg="addSp delSp modSp add mod">
        <pc:chgData name="Eskandari, Marzieh" userId="6f7e8ab1-ced9-4cd8-8d9c-9e0f76df628a" providerId="ADAL" clId="{5F4653E6-588C-449F-882E-1257AC0BE145}" dt="2026-05-06T14:32:45.056" v="1703"/>
        <pc:sldMkLst>
          <pc:docMk/>
          <pc:sldMk cId="3267586327" sldId="678"/>
        </pc:sldMkLst>
        <pc:spChg chg="mod">
          <ac:chgData name="Eskandari, Marzieh" userId="6f7e8ab1-ced9-4cd8-8d9c-9e0f76df628a" providerId="ADAL" clId="{5F4653E6-588C-449F-882E-1257AC0BE145}" dt="2026-05-06T14:28:10.579" v="1548" actId="1036"/>
          <ac:spMkLst>
            <pc:docMk/>
            <pc:sldMk cId="3267586327" sldId="678"/>
            <ac:spMk id="3" creationId="{FCBA2490-6372-F881-0408-E82F2C96E51F}"/>
          </ac:spMkLst>
        </pc:spChg>
        <pc:spChg chg="mod">
          <ac:chgData name="Eskandari, Marzieh" userId="6f7e8ab1-ced9-4cd8-8d9c-9e0f76df628a" providerId="ADAL" clId="{5F4653E6-588C-449F-882E-1257AC0BE145}" dt="2026-05-06T14:28:10.579" v="1548" actId="1036"/>
          <ac:spMkLst>
            <pc:docMk/>
            <pc:sldMk cId="3267586327" sldId="678"/>
            <ac:spMk id="5" creationId="{E9FFA800-53B6-8DF9-A02F-3ED94E940DB0}"/>
          </ac:spMkLst>
        </pc:spChg>
        <pc:spChg chg="mod">
          <ac:chgData name="Eskandari, Marzieh" userId="6f7e8ab1-ced9-4cd8-8d9c-9e0f76df628a" providerId="ADAL" clId="{5F4653E6-588C-449F-882E-1257AC0BE145}" dt="2026-05-06T14:28:10.579" v="1548" actId="1036"/>
          <ac:spMkLst>
            <pc:docMk/>
            <pc:sldMk cId="3267586327" sldId="678"/>
            <ac:spMk id="8" creationId="{F3BE7618-3B69-9587-C34E-D49EC832FC22}"/>
          </ac:spMkLst>
        </pc:spChg>
        <pc:spChg chg="mod">
          <ac:chgData name="Eskandari, Marzieh" userId="6f7e8ab1-ced9-4cd8-8d9c-9e0f76df628a" providerId="ADAL" clId="{5F4653E6-588C-449F-882E-1257AC0BE145}" dt="2026-05-06T14:23:17.083" v="1364" actId="20577"/>
          <ac:spMkLst>
            <pc:docMk/>
            <pc:sldMk cId="3267586327" sldId="678"/>
            <ac:spMk id="9" creationId="{F42AE876-9355-99D6-FD38-6281E18C277D}"/>
          </ac:spMkLst>
        </pc:spChg>
        <pc:spChg chg="add mod">
          <ac:chgData name="Eskandari, Marzieh" userId="6f7e8ab1-ced9-4cd8-8d9c-9e0f76df628a" providerId="ADAL" clId="{5F4653E6-588C-449F-882E-1257AC0BE145}" dt="2026-05-06T14:28:10.579" v="1548" actId="1036"/>
          <ac:spMkLst>
            <pc:docMk/>
            <pc:sldMk cId="3267586327" sldId="678"/>
            <ac:spMk id="10" creationId="{7C53C551-E9EE-D7BE-145B-3853C11B65CE}"/>
          </ac:spMkLst>
        </pc:spChg>
        <pc:graphicFrameChg chg="add mod">
          <ac:chgData name="Eskandari, Marzieh" userId="6f7e8ab1-ced9-4cd8-8d9c-9e0f76df628a" providerId="ADAL" clId="{5F4653E6-588C-449F-882E-1257AC0BE145}" dt="2026-05-06T14:32:45.056" v="1703"/>
          <ac:graphicFrameMkLst>
            <pc:docMk/>
            <pc:sldMk cId="3267586327" sldId="678"/>
            <ac:graphicFrameMk id="11" creationId="{83E81962-16CC-9C8E-0192-D41AE9983E88}"/>
          </ac:graphicFrameMkLst>
        </pc:graphicFrameChg>
        <pc:graphicFrameChg chg="modGraphic">
          <ac:chgData name="Eskandari, Marzieh" userId="6f7e8ab1-ced9-4cd8-8d9c-9e0f76df628a" providerId="ADAL" clId="{5F4653E6-588C-449F-882E-1257AC0BE145}" dt="2026-04-12T00:52:23.971" v="889" actId="207"/>
          <ac:graphicFrameMkLst>
            <pc:docMk/>
            <pc:sldMk cId="3267586327" sldId="678"/>
            <ac:graphicFrameMk id="60" creationId="{DF8332B9-D0E6-74E7-0A4E-81DA76CB5059}"/>
          </ac:graphicFrameMkLst>
        </pc:graphicFrameChg>
      </pc:sldChg>
      <pc:sldChg chg="addSp delSp modSp add mod modAnim">
        <pc:chgData name="Eskandari, Marzieh" userId="6f7e8ab1-ced9-4cd8-8d9c-9e0f76df628a" providerId="ADAL" clId="{5F4653E6-588C-449F-882E-1257AC0BE145}" dt="2026-05-06T14:32:50.398" v="1705"/>
        <pc:sldMkLst>
          <pc:docMk/>
          <pc:sldMk cId="1163452899" sldId="679"/>
        </pc:sldMkLst>
        <pc:spChg chg="mod">
          <ac:chgData name="Eskandari, Marzieh" userId="6f7e8ab1-ced9-4cd8-8d9c-9e0f76df628a" providerId="ADAL" clId="{5F4653E6-588C-449F-882E-1257AC0BE145}" dt="2026-05-06T14:28:18.709" v="1582" actId="1035"/>
          <ac:spMkLst>
            <pc:docMk/>
            <pc:sldMk cId="1163452899" sldId="679"/>
            <ac:spMk id="3" creationId="{B9FC0ED3-F793-3149-D266-5991FFA99EA5}"/>
          </ac:spMkLst>
        </pc:spChg>
        <pc:spChg chg="mod">
          <ac:chgData name="Eskandari, Marzieh" userId="6f7e8ab1-ced9-4cd8-8d9c-9e0f76df628a" providerId="ADAL" clId="{5F4653E6-588C-449F-882E-1257AC0BE145}" dt="2026-05-06T14:28:18.709" v="1582" actId="1035"/>
          <ac:spMkLst>
            <pc:docMk/>
            <pc:sldMk cId="1163452899" sldId="679"/>
            <ac:spMk id="5" creationId="{121E0602-4F53-AF88-BC35-5F1C41107345}"/>
          </ac:spMkLst>
        </pc:spChg>
        <pc:spChg chg="mod">
          <ac:chgData name="Eskandari, Marzieh" userId="6f7e8ab1-ced9-4cd8-8d9c-9e0f76df628a" providerId="ADAL" clId="{5F4653E6-588C-449F-882E-1257AC0BE145}" dt="2026-05-06T14:28:18.709" v="1582" actId="1035"/>
          <ac:spMkLst>
            <pc:docMk/>
            <pc:sldMk cId="1163452899" sldId="679"/>
            <ac:spMk id="8" creationId="{F259E983-AC83-126E-F715-70A7D21AC376}"/>
          </ac:spMkLst>
        </pc:spChg>
        <pc:spChg chg="mod">
          <ac:chgData name="Eskandari, Marzieh" userId="6f7e8ab1-ced9-4cd8-8d9c-9e0f76df628a" providerId="ADAL" clId="{5F4653E6-588C-449F-882E-1257AC0BE145}" dt="2026-05-06T14:23:22.243" v="1365" actId="20577"/>
          <ac:spMkLst>
            <pc:docMk/>
            <pc:sldMk cId="1163452899" sldId="679"/>
            <ac:spMk id="9" creationId="{4BD78956-F2A0-41EC-AC0C-FBE053976361}"/>
          </ac:spMkLst>
        </pc:spChg>
        <pc:spChg chg="mod">
          <ac:chgData name="Eskandari, Marzieh" userId="6f7e8ab1-ced9-4cd8-8d9c-9e0f76df628a" providerId="ADAL" clId="{5F4653E6-588C-449F-882E-1257AC0BE145}" dt="2026-05-06T14:28:18.709" v="1582" actId="1035"/>
          <ac:spMkLst>
            <pc:docMk/>
            <pc:sldMk cId="1163452899" sldId="679"/>
            <ac:spMk id="10" creationId="{990895EF-0910-705B-56B1-9936548BE96A}"/>
          </ac:spMkLst>
        </pc:spChg>
        <pc:spChg chg="add mod">
          <ac:chgData name="Eskandari, Marzieh" userId="6f7e8ab1-ced9-4cd8-8d9c-9e0f76df628a" providerId="ADAL" clId="{5F4653E6-588C-449F-882E-1257AC0BE145}" dt="2026-04-12T00:53:15.643" v="922" actId="1038"/>
          <ac:spMkLst>
            <pc:docMk/>
            <pc:sldMk cId="1163452899" sldId="679"/>
            <ac:spMk id="11" creationId="{4535FE4F-BE07-72D4-D2B4-F6705145FF15}"/>
          </ac:spMkLst>
        </pc:spChg>
        <pc:spChg chg="add mod">
          <ac:chgData name="Eskandari, Marzieh" userId="6f7e8ab1-ced9-4cd8-8d9c-9e0f76df628a" providerId="ADAL" clId="{5F4653E6-588C-449F-882E-1257AC0BE145}" dt="2026-05-06T14:28:18.709" v="1582" actId="1035"/>
          <ac:spMkLst>
            <pc:docMk/>
            <pc:sldMk cId="1163452899" sldId="679"/>
            <ac:spMk id="12" creationId="{4D9D511B-5F99-338F-C087-C23DE428EEF8}"/>
          </ac:spMkLst>
        </pc:spChg>
        <pc:graphicFrameChg chg="add mod">
          <ac:chgData name="Eskandari, Marzieh" userId="6f7e8ab1-ced9-4cd8-8d9c-9e0f76df628a" providerId="ADAL" clId="{5F4653E6-588C-449F-882E-1257AC0BE145}" dt="2026-05-06T14:32:50.398" v="1705"/>
          <ac:graphicFrameMkLst>
            <pc:docMk/>
            <pc:sldMk cId="1163452899" sldId="679"/>
            <ac:graphicFrameMk id="13" creationId="{56FE397C-0D3C-56B0-D4FE-E995621C769B}"/>
          </ac:graphicFrameMkLst>
        </pc:graphicFrameChg>
        <pc:graphicFrameChg chg="modGraphic">
          <ac:chgData name="Eskandari, Marzieh" userId="6f7e8ab1-ced9-4cd8-8d9c-9e0f76df628a" providerId="ADAL" clId="{5F4653E6-588C-449F-882E-1257AC0BE145}" dt="2026-04-12T00:52:52.226" v="894" actId="207"/>
          <ac:graphicFrameMkLst>
            <pc:docMk/>
            <pc:sldMk cId="1163452899" sldId="679"/>
            <ac:graphicFrameMk id="60" creationId="{87079C4C-D416-814D-B840-CA87A6C409FC}"/>
          </ac:graphicFrameMkLst>
        </pc:graphicFrameChg>
      </pc:sldChg>
      <pc:sldChg chg="addSp delSp modSp add mod modAnim">
        <pc:chgData name="Eskandari, Marzieh" userId="6f7e8ab1-ced9-4cd8-8d9c-9e0f76df628a" providerId="ADAL" clId="{5F4653E6-588C-449F-882E-1257AC0BE145}" dt="2026-05-06T14:32:56.635" v="1707"/>
        <pc:sldMkLst>
          <pc:docMk/>
          <pc:sldMk cId="2760970659" sldId="680"/>
        </pc:sldMkLst>
        <pc:spChg chg="mod">
          <ac:chgData name="Eskandari, Marzieh" userId="6f7e8ab1-ced9-4cd8-8d9c-9e0f76df628a" providerId="ADAL" clId="{5F4653E6-588C-449F-882E-1257AC0BE145}" dt="2026-05-06T14:28:24.074" v="1597" actId="1036"/>
          <ac:spMkLst>
            <pc:docMk/>
            <pc:sldMk cId="2760970659" sldId="680"/>
            <ac:spMk id="3" creationId="{BD06A607-FB5F-96BA-4074-4A4CCCBACC1E}"/>
          </ac:spMkLst>
        </pc:spChg>
        <pc:spChg chg="mod">
          <ac:chgData name="Eskandari, Marzieh" userId="6f7e8ab1-ced9-4cd8-8d9c-9e0f76df628a" providerId="ADAL" clId="{5F4653E6-588C-449F-882E-1257AC0BE145}" dt="2026-05-06T14:28:24.074" v="1597" actId="1036"/>
          <ac:spMkLst>
            <pc:docMk/>
            <pc:sldMk cId="2760970659" sldId="680"/>
            <ac:spMk id="5" creationId="{DD5626A4-98D2-8693-CC40-3D0C58275F37}"/>
          </ac:spMkLst>
        </pc:spChg>
        <pc:spChg chg="mod">
          <ac:chgData name="Eskandari, Marzieh" userId="6f7e8ab1-ced9-4cd8-8d9c-9e0f76df628a" providerId="ADAL" clId="{5F4653E6-588C-449F-882E-1257AC0BE145}" dt="2026-05-06T14:28:24.074" v="1597" actId="1036"/>
          <ac:spMkLst>
            <pc:docMk/>
            <pc:sldMk cId="2760970659" sldId="680"/>
            <ac:spMk id="8" creationId="{D77CB234-4E32-3DF6-14DA-8BD3B2027ED4}"/>
          </ac:spMkLst>
        </pc:spChg>
        <pc:spChg chg="mod">
          <ac:chgData name="Eskandari, Marzieh" userId="6f7e8ab1-ced9-4cd8-8d9c-9e0f76df628a" providerId="ADAL" clId="{5F4653E6-588C-449F-882E-1257AC0BE145}" dt="2026-05-06T14:23:26.721" v="1366" actId="20577"/>
          <ac:spMkLst>
            <pc:docMk/>
            <pc:sldMk cId="2760970659" sldId="680"/>
            <ac:spMk id="9" creationId="{D1E4B620-E677-ABF0-D46F-D3952C0137C8}"/>
          </ac:spMkLst>
        </pc:spChg>
        <pc:spChg chg="mod">
          <ac:chgData name="Eskandari, Marzieh" userId="6f7e8ab1-ced9-4cd8-8d9c-9e0f76df628a" providerId="ADAL" clId="{5F4653E6-588C-449F-882E-1257AC0BE145}" dt="2026-05-06T14:28:24.074" v="1597" actId="1036"/>
          <ac:spMkLst>
            <pc:docMk/>
            <pc:sldMk cId="2760970659" sldId="680"/>
            <ac:spMk id="10" creationId="{E63A4F10-1AC0-19C6-6ED0-CF59852C3965}"/>
          </ac:spMkLst>
        </pc:spChg>
        <pc:spChg chg="mod">
          <ac:chgData name="Eskandari, Marzieh" userId="6f7e8ab1-ced9-4cd8-8d9c-9e0f76df628a" providerId="ADAL" clId="{5F4653E6-588C-449F-882E-1257AC0BE145}" dt="2026-05-06T14:28:24.074" v="1597" actId="1036"/>
          <ac:spMkLst>
            <pc:docMk/>
            <pc:sldMk cId="2760970659" sldId="680"/>
            <ac:spMk id="12" creationId="{B97FE0F2-8363-B435-C7F7-5E8B86A96FFF}"/>
          </ac:spMkLst>
        </pc:spChg>
        <pc:graphicFrameChg chg="add mod">
          <ac:chgData name="Eskandari, Marzieh" userId="6f7e8ab1-ced9-4cd8-8d9c-9e0f76df628a" providerId="ADAL" clId="{5F4653E6-588C-449F-882E-1257AC0BE145}" dt="2026-05-06T14:32:56.635" v="1707"/>
          <ac:graphicFrameMkLst>
            <pc:docMk/>
            <pc:sldMk cId="2760970659" sldId="680"/>
            <ac:graphicFrameMk id="11" creationId="{C276AEB2-100B-64AB-4017-F39DF1470F0C}"/>
          </ac:graphicFrameMkLst>
        </pc:graphicFrameChg>
        <pc:graphicFrameChg chg="modGraphic">
          <ac:chgData name="Eskandari, Marzieh" userId="6f7e8ab1-ced9-4cd8-8d9c-9e0f76df628a" providerId="ADAL" clId="{5F4653E6-588C-449F-882E-1257AC0BE145}" dt="2026-04-12T00:53:42.935" v="928" actId="207"/>
          <ac:graphicFrameMkLst>
            <pc:docMk/>
            <pc:sldMk cId="2760970659" sldId="680"/>
            <ac:graphicFrameMk id="60" creationId="{A9ABAB68-C304-519B-D952-62F4899184E2}"/>
          </ac:graphicFrameMkLst>
        </pc:graphicFrameChg>
      </pc:sldChg>
      <pc:sldChg chg="addSp delSp modSp add mod">
        <pc:chgData name="Eskandari, Marzieh" userId="6f7e8ab1-ced9-4cd8-8d9c-9e0f76df628a" providerId="ADAL" clId="{5F4653E6-588C-449F-882E-1257AC0BE145}" dt="2026-05-06T14:33:01.410" v="1709"/>
        <pc:sldMkLst>
          <pc:docMk/>
          <pc:sldMk cId="2622137495" sldId="681"/>
        </pc:sldMkLst>
        <pc:spChg chg="mod">
          <ac:chgData name="Eskandari, Marzieh" userId="6f7e8ab1-ced9-4cd8-8d9c-9e0f76df628a" providerId="ADAL" clId="{5F4653E6-588C-449F-882E-1257AC0BE145}" dt="2026-05-06T14:28:30.624" v="1612" actId="1036"/>
          <ac:spMkLst>
            <pc:docMk/>
            <pc:sldMk cId="2622137495" sldId="681"/>
            <ac:spMk id="3" creationId="{FCCF522F-16D3-1CBC-2A69-70E2666D8D85}"/>
          </ac:spMkLst>
        </pc:spChg>
        <pc:spChg chg="mod">
          <ac:chgData name="Eskandari, Marzieh" userId="6f7e8ab1-ced9-4cd8-8d9c-9e0f76df628a" providerId="ADAL" clId="{5F4653E6-588C-449F-882E-1257AC0BE145}" dt="2026-05-06T14:28:30.624" v="1612" actId="1036"/>
          <ac:spMkLst>
            <pc:docMk/>
            <pc:sldMk cId="2622137495" sldId="681"/>
            <ac:spMk id="5" creationId="{C9CCD1E4-9611-03ED-42E2-50CBDC1E0827}"/>
          </ac:spMkLst>
        </pc:spChg>
        <pc:spChg chg="mod">
          <ac:chgData name="Eskandari, Marzieh" userId="6f7e8ab1-ced9-4cd8-8d9c-9e0f76df628a" providerId="ADAL" clId="{5F4653E6-588C-449F-882E-1257AC0BE145}" dt="2026-05-06T14:28:30.624" v="1612" actId="1036"/>
          <ac:spMkLst>
            <pc:docMk/>
            <pc:sldMk cId="2622137495" sldId="681"/>
            <ac:spMk id="8" creationId="{81432538-37B9-0FF6-5214-A28459B2784C}"/>
          </ac:spMkLst>
        </pc:spChg>
        <pc:spChg chg="mod">
          <ac:chgData name="Eskandari, Marzieh" userId="6f7e8ab1-ced9-4cd8-8d9c-9e0f76df628a" providerId="ADAL" clId="{5F4653E6-588C-449F-882E-1257AC0BE145}" dt="2026-05-06T14:23:31.465" v="1367" actId="20577"/>
          <ac:spMkLst>
            <pc:docMk/>
            <pc:sldMk cId="2622137495" sldId="681"/>
            <ac:spMk id="9" creationId="{FECD8651-CB37-27D1-D8B0-BEE915CF224A}"/>
          </ac:spMkLst>
        </pc:spChg>
        <pc:spChg chg="mod">
          <ac:chgData name="Eskandari, Marzieh" userId="6f7e8ab1-ced9-4cd8-8d9c-9e0f76df628a" providerId="ADAL" clId="{5F4653E6-588C-449F-882E-1257AC0BE145}" dt="2026-05-06T14:28:30.624" v="1612" actId="1036"/>
          <ac:spMkLst>
            <pc:docMk/>
            <pc:sldMk cId="2622137495" sldId="681"/>
            <ac:spMk id="10" creationId="{6D550104-CC15-5481-B2D3-F213649B2AAA}"/>
          </ac:spMkLst>
        </pc:spChg>
        <pc:spChg chg="mod">
          <ac:chgData name="Eskandari, Marzieh" userId="6f7e8ab1-ced9-4cd8-8d9c-9e0f76df628a" providerId="ADAL" clId="{5F4653E6-588C-449F-882E-1257AC0BE145}" dt="2026-05-06T14:28:30.624" v="1612" actId="1036"/>
          <ac:spMkLst>
            <pc:docMk/>
            <pc:sldMk cId="2622137495" sldId="681"/>
            <ac:spMk id="12" creationId="{BDF4119C-897C-97E9-F82B-986E6645813C}"/>
          </ac:spMkLst>
        </pc:spChg>
        <pc:graphicFrameChg chg="add mod">
          <ac:chgData name="Eskandari, Marzieh" userId="6f7e8ab1-ced9-4cd8-8d9c-9e0f76df628a" providerId="ADAL" clId="{5F4653E6-588C-449F-882E-1257AC0BE145}" dt="2026-05-06T14:33:01.410" v="1709"/>
          <ac:graphicFrameMkLst>
            <pc:docMk/>
            <pc:sldMk cId="2622137495" sldId="681"/>
            <ac:graphicFrameMk id="11" creationId="{9CF79CD9-0595-C89B-BC14-47F28A0C9140}"/>
          </ac:graphicFrameMkLst>
        </pc:graphicFrameChg>
      </pc:sldChg>
      <pc:sldChg chg="addSp delSp modSp add mod">
        <pc:chgData name="Eskandari, Marzieh" userId="6f7e8ab1-ced9-4cd8-8d9c-9e0f76df628a" providerId="ADAL" clId="{5F4653E6-588C-449F-882E-1257AC0BE145}" dt="2026-05-06T14:33:17.982" v="1711"/>
        <pc:sldMkLst>
          <pc:docMk/>
          <pc:sldMk cId="2337387687" sldId="682"/>
        </pc:sldMkLst>
        <pc:spChg chg="mod">
          <ac:chgData name="Eskandari, Marzieh" userId="6f7e8ab1-ced9-4cd8-8d9c-9e0f76df628a" providerId="ADAL" clId="{5F4653E6-588C-449F-882E-1257AC0BE145}" dt="2026-05-06T14:28:36.289" v="1627" actId="1036"/>
          <ac:spMkLst>
            <pc:docMk/>
            <pc:sldMk cId="2337387687" sldId="682"/>
            <ac:spMk id="3" creationId="{D012A05D-9602-8DAA-AE5B-CBB650BFDB0C}"/>
          </ac:spMkLst>
        </pc:spChg>
        <pc:spChg chg="mod">
          <ac:chgData name="Eskandari, Marzieh" userId="6f7e8ab1-ced9-4cd8-8d9c-9e0f76df628a" providerId="ADAL" clId="{5F4653E6-588C-449F-882E-1257AC0BE145}" dt="2026-05-06T14:28:36.289" v="1627" actId="1036"/>
          <ac:spMkLst>
            <pc:docMk/>
            <pc:sldMk cId="2337387687" sldId="682"/>
            <ac:spMk id="5" creationId="{93EE02F8-E0F1-3437-96F2-0493D9F008B5}"/>
          </ac:spMkLst>
        </pc:spChg>
        <pc:spChg chg="mod">
          <ac:chgData name="Eskandari, Marzieh" userId="6f7e8ab1-ced9-4cd8-8d9c-9e0f76df628a" providerId="ADAL" clId="{5F4653E6-588C-449F-882E-1257AC0BE145}" dt="2026-05-06T14:28:36.289" v="1627" actId="1036"/>
          <ac:spMkLst>
            <pc:docMk/>
            <pc:sldMk cId="2337387687" sldId="682"/>
            <ac:spMk id="8" creationId="{DDCEA0CA-8F16-B1AA-6DDA-37D7FEFEC65B}"/>
          </ac:spMkLst>
        </pc:spChg>
        <pc:spChg chg="mod">
          <ac:chgData name="Eskandari, Marzieh" userId="6f7e8ab1-ced9-4cd8-8d9c-9e0f76df628a" providerId="ADAL" clId="{5F4653E6-588C-449F-882E-1257AC0BE145}" dt="2026-05-06T14:23:36.585" v="1368" actId="20577"/>
          <ac:spMkLst>
            <pc:docMk/>
            <pc:sldMk cId="2337387687" sldId="682"/>
            <ac:spMk id="9" creationId="{862F39AD-4167-9BB8-88F4-68BF4E34F4BD}"/>
          </ac:spMkLst>
        </pc:spChg>
        <pc:spChg chg="mod">
          <ac:chgData name="Eskandari, Marzieh" userId="6f7e8ab1-ced9-4cd8-8d9c-9e0f76df628a" providerId="ADAL" clId="{5F4653E6-588C-449F-882E-1257AC0BE145}" dt="2026-05-06T14:28:36.289" v="1627" actId="1036"/>
          <ac:spMkLst>
            <pc:docMk/>
            <pc:sldMk cId="2337387687" sldId="682"/>
            <ac:spMk id="10" creationId="{A99AEAC2-3C03-9683-6A1F-0613A8C3DC17}"/>
          </ac:spMkLst>
        </pc:spChg>
        <pc:spChg chg="mod">
          <ac:chgData name="Eskandari, Marzieh" userId="6f7e8ab1-ced9-4cd8-8d9c-9e0f76df628a" providerId="ADAL" clId="{5F4653E6-588C-449F-882E-1257AC0BE145}" dt="2026-05-06T14:28:36.289" v="1627" actId="1036"/>
          <ac:spMkLst>
            <pc:docMk/>
            <pc:sldMk cId="2337387687" sldId="682"/>
            <ac:spMk id="12" creationId="{0D180705-E248-E726-BBBE-7D3CBA8910D5}"/>
          </ac:spMkLst>
        </pc:spChg>
        <pc:graphicFrameChg chg="add mod">
          <ac:chgData name="Eskandari, Marzieh" userId="6f7e8ab1-ced9-4cd8-8d9c-9e0f76df628a" providerId="ADAL" clId="{5F4653E6-588C-449F-882E-1257AC0BE145}" dt="2026-05-06T14:33:17.982" v="1711"/>
          <ac:graphicFrameMkLst>
            <pc:docMk/>
            <pc:sldMk cId="2337387687" sldId="682"/>
            <ac:graphicFrameMk id="11" creationId="{54F228FC-727C-F5CC-ED5D-C0C066A9CB1B}"/>
          </ac:graphicFrameMkLst>
        </pc:graphicFrameChg>
        <pc:graphicFrameChg chg="modGraphic">
          <ac:chgData name="Eskandari, Marzieh" userId="6f7e8ab1-ced9-4cd8-8d9c-9e0f76df628a" providerId="ADAL" clId="{5F4653E6-588C-449F-882E-1257AC0BE145}" dt="2026-04-12T00:54:10.728" v="933" actId="207"/>
          <ac:graphicFrameMkLst>
            <pc:docMk/>
            <pc:sldMk cId="2337387687" sldId="682"/>
            <ac:graphicFrameMk id="60" creationId="{DE3ADEE1-1493-DAF4-F9B2-0DBBDA622E5B}"/>
          </ac:graphicFrameMkLst>
        </pc:graphicFrameChg>
      </pc:sldChg>
      <pc:sldChg chg="addSp delSp modSp add mod">
        <pc:chgData name="Eskandari, Marzieh" userId="6f7e8ab1-ced9-4cd8-8d9c-9e0f76df628a" providerId="ADAL" clId="{5F4653E6-588C-449F-882E-1257AC0BE145}" dt="2026-05-06T14:33:23.656" v="1713"/>
        <pc:sldMkLst>
          <pc:docMk/>
          <pc:sldMk cId="4119259368" sldId="683"/>
        </pc:sldMkLst>
        <pc:spChg chg="mod">
          <ac:chgData name="Eskandari, Marzieh" userId="6f7e8ab1-ced9-4cd8-8d9c-9e0f76df628a" providerId="ADAL" clId="{5F4653E6-588C-449F-882E-1257AC0BE145}" dt="2026-05-06T14:28:43.879" v="1644" actId="1035"/>
          <ac:spMkLst>
            <pc:docMk/>
            <pc:sldMk cId="4119259368" sldId="683"/>
            <ac:spMk id="3" creationId="{344D64DC-2F59-9943-C37E-17F59D9D132A}"/>
          </ac:spMkLst>
        </pc:spChg>
        <pc:spChg chg="mod">
          <ac:chgData name="Eskandari, Marzieh" userId="6f7e8ab1-ced9-4cd8-8d9c-9e0f76df628a" providerId="ADAL" clId="{5F4653E6-588C-449F-882E-1257AC0BE145}" dt="2026-05-06T14:28:43.879" v="1644" actId="1035"/>
          <ac:spMkLst>
            <pc:docMk/>
            <pc:sldMk cId="4119259368" sldId="683"/>
            <ac:spMk id="5" creationId="{460B0F2B-017D-CD7D-0EE1-00D64C1E448D}"/>
          </ac:spMkLst>
        </pc:spChg>
        <pc:spChg chg="mod">
          <ac:chgData name="Eskandari, Marzieh" userId="6f7e8ab1-ced9-4cd8-8d9c-9e0f76df628a" providerId="ADAL" clId="{5F4653E6-588C-449F-882E-1257AC0BE145}" dt="2026-05-06T14:28:43.879" v="1644" actId="1035"/>
          <ac:spMkLst>
            <pc:docMk/>
            <pc:sldMk cId="4119259368" sldId="683"/>
            <ac:spMk id="8" creationId="{BE190B4B-72C7-D857-C37C-99BD6B5F24A3}"/>
          </ac:spMkLst>
        </pc:spChg>
        <pc:spChg chg="mod">
          <ac:chgData name="Eskandari, Marzieh" userId="6f7e8ab1-ced9-4cd8-8d9c-9e0f76df628a" providerId="ADAL" clId="{5F4653E6-588C-449F-882E-1257AC0BE145}" dt="2026-05-06T14:23:41.038" v="1369" actId="20577"/>
          <ac:spMkLst>
            <pc:docMk/>
            <pc:sldMk cId="4119259368" sldId="683"/>
            <ac:spMk id="9" creationId="{3DD7082A-13F2-1408-7C28-D4186071867A}"/>
          </ac:spMkLst>
        </pc:spChg>
        <pc:spChg chg="mod">
          <ac:chgData name="Eskandari, Marzieh" userId="6f7e8ab1-ced9-4cd8-8d9c-9e0f76df628a" providerId="ADAL" clId="{5F4653E6-588C-449F-882E-1257AC0BE145}" dt="2026-05-06T14:28:43.879" v="1644" actId="1035"/>
          <ac:spMkLst>
            <pc:docMk/>
            <pc:sldMk cId="4119259368" sldId="683"/>
            <ac:spMk id="10" creationId="{10BB6C7B-79C2-309D-201A-193BDB287504}"/>
          </ac:spMkLst>
        </pc:spChg>
        <pc:spChg chg="mod">
          <ac:chgData name="Eskandari, Marzieh" userId="6f7e8ab1-ced9-4cd8-8d9c-9e0f76df628a" providerId="ADAL" clId="{5F4653E6-588C-449F-882E-1257AC0BE145}" dt="2026-05-06T14:28:43.879" v="1644" actId="1035"/>
          <ac:spMkLst>
            <pc:docMk/>
            <pc:sldMk cId="4119259368" sldId="683"/>
            <ac:spMk id="12" creationId="{A61AEB54-0A41-AB1C-DA95-98A18095AA9B}"/>
          </ac:spMkLst>
        </pc:spChg>
        <pc:graphicFrameChg chg="add mod">
          <ac:chgData name="Eskandari, Marzieh" userId="6f7e8ab1-ced9-4cd8-8d9c-9e0f76df628a" providerId="ADAL" clId="{5F4653E6-588C-449F-882E-1257AC0BE145}" dt="2026-05-06T14:33:23.656" v="1713"/>
          <ac:graphicFrameMkLst>
            <pc:docMk/>
            <pc:sldMk cId="4119259368" sldId="683"/>
            <ac:graphicFrameMk id="11" creationId="{5D6635C7-E580-FCAB-0CE0-4367717460D5}"/>
          </ac:graphicFrameMkLst>
        </pc:graphicFrameChg>
      </pc:sldChg>
      <pc:sldChg chg="addSp modSp add mod modAnim">
        <pc:chgData name="Eskandari, Marzieh" userId="6f7e8ab1-ced9-4cd8-8d9c-9e0f76df628a" providerId="ADAL" clId="{5F4653E6-588C-449F-882E-1257AC0BE145}" dt="2026-05-06T14:28:58.775" v="1663" actId="20577"/>
        <pc:sldMkLst>
          <pc:docMk/>
          <pc:sldMk cId="1930955540" sldId="684"/>
        </pc:sldMkLst>
        <pc:spChg chg="mod">
          <ac:chgData name="Eskandari, Marzieh" userId="6f7e8ab1-ced9-4cd8-8d9c-9e0f76df628a" providerId="ADAL" clId="{5F4653E6-588C-449F-882E-1257AC0BE145}" dt="2026-05-06T14:28:51.866" v="1662" actId="1036"/>
          <ac:spMkLst>
            <pc:docMk/>
            <pc:sldMk cId="1930955540" sldId="684"/>
            <ac:spMk id="3" creationId="{EC139B93-3C9B-B680-CFBA-D3D6F36CBF00}"/>
          </ac:spMkLst>
        </pc:spChg>
        <pc:spChg chg="mod">
          <ac:chgData name="Eskandari, Marzieh" userId="6f7e8ab1-ced9-4cd8-8d9c-9e0f76df628a" providerId="ADAL" clId="{5F4653E6-588C-449F-882E-1257AC0BE145}" dt="2026-05-06T14:28:51.866" v="1662" actId="1036"/>
          <ac:spMkLst>
            <pc:docMk/>
            <pc:sldMk cId="1930955540" sldId="684"/>
            <ac:spMk id="5" creationId="{EFC53370-C4AA-044D-38FF-F5A4C87ACF66}"/>
          </ac:spMkLst>
        </pc:spChg>
        <pc:spChg chg="mod">
          <ac:chgData name="Eskandari, Marzieh" userId="6f7e8ab1-ced9-4cd8-8d9c-9e0f76df628a" providerId="ADAL" clId="{5F4653E6-588C-449F-882E-1257AC0BE145}" dt="2026-05-06T14:28:51.866" v="1662" actId="1036"/>
          <ac:spMkLst>
            <pc:docMk/>
            <pc:sldMk cId="1930955540" sldId="684"/>
            <ac:spMk id="8" creationId="{C3E02F9E-5461-9DB2-6D4D-0A7C74096510}"/>
          </ac:spMkLst>
        </pc:spChg>
        <pc:spChg chg="mod">
          <ac:chgData name="Eskandari, Marzieh" userId="6f7e8ab1-ced9-4cd8-8d9c-9e0f76df628a" providerId="ADAL" clId="{5F4653E6-588C-449F-882E-1257AC0BE145}" dt="2026-05-06T14:23:45.371" v="1370" actId="20577"/>
          <ac:spMkLst>
            <pc:docMk/>
            <pc:sldMk cId="1930955540" sldId="684"/>
            <ac:spMk id="9" creationId="{D93D583A-4F7A-FFAD-4D46-AFDC1CE37796}"/>
          </ac:spMkLst>
        </pc:spChg>
        <pc:spChg chg="mod">
          <ac:chgData name="Eskandari, Marzieh" userId="6f7e8ab1-ced9-4cd8-8d9c-9e0f76df628a" providerId="ADAL" clId="{5F4653E6-588C-449F-882E-1257AC0BE145}" dt="2026-05-06T14:28:51.866" v="1662" actId="1036"/>
          <ac:spMkLst>
            <pc:docMk/>
            <pc:sldMk cId="1930955540" sldId="684"/>
            <ac:spMk id="10" creationId="{D7AB930B-F90B-83B6-1984-CC10A106BABB}"/>
          </ac:spMkLst>
        </pc:spChg>
        <pc:spChg chg="add mod">
          <ac:chgData name="Eskandari, Marzieh" userId="6f7e8ab1-ced9-4cd8-8d9c-9e0f76df628a" providerId="ADAL" clId="{5F4653E6-588C-449F-882E-1257AC0BE145}" dt="2026-05-06T14:28:51.866" v="1662" actId="1036"/>
          <ac:spMkLst>
            <pc:docMk/>
            <pc:sldMk cId="1930955540" sldId="684"/>
            <ac:spMk id="11" creationId="{80C06D39-2DA1-B827-33CB-1DA33A463A1B}"/>
          </ac:spMkLst>
        </pc:spChg>
        <pc:spChg chg="mod">
          <ac:chgData name="Eskandari, Marzieh" userId="6f7e8ab1-ced9-4cd8-8d9c-9e0f76df628a" providerId="ADAL" clId="{5F4653E6-588C-449F-882E-1257AC0BE145}" dt="2026-05-06T14:28:51.866" v="1662" actId="1036"/>
          <ac:spMkLst>
            <pc:docMk/>
            <pc:sldMk cId="1930955540" sldId="684"/>
            <ac:spMk id="12" creationId="{97444BAC-8419-0D58-1D80-43FD9408D61F}"/>
          </ac:spMkLst>
        </pc:spChg>
        <pc:spChg chg="add mod">
          <ac:chgData name="Eskandari, Marzieh" userId="6f7e8ab1-ced9-4cd8-8d9c-9e0f76df628a" providerId="ADAL" clId="{5F4653E6-588C-449F-882E-1257AC0BE145}" dt="2026-04-12T00:55:52.925" v="957" actId="1076"/>
          <ac:spMkLst>
            <pc:docMk/>
            <pc:sldMk cId="1930955540" sldId="684"/>
            <ac:spMk id="13" creationId="{75206C33-8809-13AB-D2DC-5D8E9251A46B}"/>
          </ac:spMkLst>
        </pc:spChg>
        <pc:graphicFrameChg chg="modGraphic">
          <ac:chgData name="Eskandari, Marzieh" userId="6f7e8ab1-ced9-4cd8-8d9c-9e0f76df628a" providerId="ADAL" clId="{5F4653E6-588C-449F-882E-1257AC0BE145}" dt="2026-05-06T14:28:58.775" v="1663" actId="20577"/>
          <ac:graphicFrameMkLst>
            <pc:docMk/>
            <pc:sldMk cId="1930955540" sldId="684"/>
            <ac:graphicFrameMk id="60" creationId="{412198FF-D746-A056-FBFA-0512A860CBB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703BD-F754-4911-8474-9BEA183D8AD2}"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7AFCE0-8595-4565-BBCA-3D2A04B3B495}" type="slidenum">
              <a:rPr lang="en-US" smtClean="0"/>
              <a:t>‹#›</a:t>
            </a:fld>
            <a:endParaRPr lang="en-US"/>
          </a:p>
        </p:txBody>
      </p:sp>
    </p:spTree>
    <p:extLst>
      <p:ext uri="{BB962C8B-B14F-4D97-AF65-F5344CB8AC3E}">
        <p14:creationId xmlns:p14="http://schemas.microsoft.com/office/powerpoint/2010/main" val="2412335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4105-C2DF-46E6-844C-3834CB5A11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9D7671-AAAE-40E8-B0AC-EA8C190109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9C9865-C267-429C-B8B8-46A889B8F76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3200B34-6535-4988-B6D9-9B8318B82C92}" type="datetime1">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5" name="Footer Placeholder 4">
            <a:extLst>
              <a:ext uri="{FF2B5EF4-FFF2-40B4-BE49-F238E27FC236}">
                <a16:creationId xmlns:a16="http://schemas.microsoft.com/office/drawing/2014/main" id="{F3176373-03E6-4F34-82E9-81D9DF7684F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6" name="Slide Number Placeholder 5">
            <a:extLst>
              <a:ext uri="{FF2B5EF4-FFF2-40B4-BE49-F238E27FC236}">
                <a16:creationId xmlns:a16="http://schemas.microsoft.com/office/drawing/2014/main" id="{E5497972-948F-43AC-8023-D235C8AB63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3183064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4F60-F2FF-4B4D-87EA-C86497FE47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A7312C-7A09-4563-BFF2-4231AA16238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848754-F303-4A2A-9F1C-0E5224B8A6E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EB340CB-823C-4AAA-9AC6-CD56B1FBFDFE}"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a:extLst>
              <a:ext uri="{FF2B5EF4-FFF2-40B4-BE49-F238E27FC236}">
                <a16:creationId xmlns:a16="http://schemas.microsoft.com/office/drawing/2014/main" id="{543A0E43-A550-4378-A4F7-5300567CEFB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a:extLst>
              <a:ext uri="{FF2B5EF4-FFF2-40B4-BE49-F238E27FC236}">
                <a16:creationId xmlns:a16="http://schemas.microsoft.com/office/drawing/2014/main" id="{011433C4-866C-4351-9BCB-AA9D1C19920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1329994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07682-BA05-4DC6-9125-093DB4CC1A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F9FD43-8F64-4932-AA07-6F6C7E9156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5907F48-0438-4E87-9B04-A1612D092B4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95166F1-B48E-43A9-A9E3-CD82DEA23DCA}" type="datetime1">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5" name="Footer Placeholder 4">
            <a:extLst>
              <a:ext uri="{FF2B5EF4-FFF2-40B4-BE49-F238E27FC236}">
                <a16:creationId xmlns:a16="http://schemas.microsoft.com/office/drawing/2014/main" id="{6FC3F066-AC05-464F-B3E6-178BF460AB44}"/>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
        <p:nvSpPr>
          <p:cNvPr id="6" name="Slide Number Placeholder 5">
            <a:extLst>
              <a:ext uri="{FF2B5EF4-FFF2-40B4-BE49-F238E27FC236}">
                <a16:creationId xmlns:a16="http://schemas.microsoft.com/office/drawing/2014/main" id="{F0EFDB1A-6741-4698-B30F-959D224FF9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3457840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56EE0-8017-441F-9B19-9A25D0E69C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8EDCE0-AE94-4938-9085-027D21F4641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8EDA36-0597-4453-BED5-B8A03131DE0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25AD2E-3E01-4B51-ABF1-FD57FB7C54E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8114C4-A967-4328-B288-32813BDEC983}"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a:extLst>
              <a:ext uri="{FF2B5EF4-FFF2-40B4-BE49-F238E27FC236}">
                <a16:creationId xmlns:a16="http://schemas.microsoft.com/office/drawing/2014/main" id="{E4C85D28-D8B9-448C-9291-E58821EFF04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Slide Number Placeholder 6">
            <a:extLst>
              <a:ext uri="{FF2B5EF4-FFF2-40B4-BE49-F238E27FC236}">
                <a16:creationId xmlns:a16="http://schemas.microsoft.com/office/drawing/2014/main" id="{2E2B420A-837A-4123-8897-CBE50C5C8C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3738094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226E-97EB-4C6E-9C5D-3E9686F1D3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A0E4F6-4C17-492B-975E-603BF0104A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90861C3-DC83-4B8E-B937-74E5A7D20B1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501CE3-B23D-41CC-A447-759DA73368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92380B9-E2F1-4ECA-81BE-148AE195615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30876-77DC-46BD-A574-621C1BDE64B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50CEE9-D4CC-4B54-A250-94CA54E4D756}"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8" name="Footer Placeholder 7">
            <a:extLst>
              <a:ext uri="{FF2B5EF4-FFF2-40B4-BE49-F238E27FC236}">
                <a16:creationId xmlns:a16="http://schemas.microsoft.com/office/drawing/2014/main" id="{E4C381D3-F62A-4A5F-A8B1-3A78BB9C495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9" name="Slide Number Placeholder 8">
            <a:extLst>
              <a:ext uri="{FF2B5EF4-FFF2-40B4-BE49-F238E27FC236}">
                <a16:creationId xmlns:a16="http://schemas.microsoft.com/office/drawing/2014/main" id="{BD382F3B-2141-4FD9-B370-E9F8091594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93703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B202-4D78-49C0-BE13-CEAD8394A6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48D9FB-12E4-47F8-B046-6E797470A13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6CE010-9ABA-46D0-8967-C7800BD238CA}"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4" name="Footer Placeholder 3">
            <a:extLst>
              <a:ext uri="{FF2B5EF4-FFF2-40B4-BE49-F238E27FC236}">
                <a16:creationId xmlns:a16="http://schemas.microsoft.com/office/drawing/2014/main" id="{050D666A-3F80-4070-ADC4-04D324E68872}"/>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Slide Number Placeholder 4">
            <a:extLst>
              <a:ext uri="{FF2B5EF4-FFF2-40B4-BE49-F238E27FC236}">
                <a16:creationId xmlns:a16="http://schemas.microsoft.com/office/drawing/2014/main" id="{A4F4708E-D617-402A-B8D4-A221203079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154471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A5123-B31F-49D4-A577-9FD7D58C9DB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8095DC9-AC5F-4800-ADA5-AFEDFB922A04}"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3" name="Footer Placeholder 2">
            <a:extLst>
              <a:ext uri="{FF2B5EF4-FFF2-40B4-BE49-F238E27FC236}">
                <a16:creationId xmlns:a16="http://schemas.microsoft.com/office/drawing/2014/main" id="{C2ED7049-595B-4413-8245-F1F59BB4A05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4" name="Slide Number Placeholder 3">
            <a:extLst>
              <a:ext uri="{FF2B5EF4-FFF2-40B4-BE49-F238E27FC236}">
                <a16:creationId xmlns:a16="http://schemas.microsoft.com/office/drawing/2014/main" id="{82A782FD-B027-4CA8-AB6A-2D6F47131BC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543181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2F72D-86FB-4ED2-AEB6-E98B4AE2F1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F734DB-2929-4661-8544-D49FA51838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16DE00-83E5-4FE9-A8C8-E23EBC6A67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CEDAC2-D174-48C8-8497-722D10F634C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8CF8562-19AF-407A-858C-BB195C287FBF}"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a:extLst>
              <a:ext uri="{FF2B5EF4-FFF2-40B4-BE49-F238E27FC236}">
                <a16:creationId xmlns:a16="http://schemas.microsoft.com/office/drawing/2014/main" id="{3F6144E8-D0CC-48BC-924E-EFD0CDFE7F16}"/>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7" name="Slide Number Placeholder 6">
            <a:extLst>
              <a:ext uri="{FF2B5EF4-FFF2-40B4-BE49-F238E27FC236}">
                <a16:creationId xmlns:a16="http://schemas.microsoft.com/office/drawing/2014/main" id="{305DF75C-6C59-49EF-8556-8DEA7CFF25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4132596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85DD-AAA9-4A40-8AB2-8475A9EAE0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D67654-2001-4C71-BA65-033BD2F587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0B9496-CC27-4FDB-9EFE-1EC3A9DC1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1D4B0F-6FA7-4AA4-BA39-EB74A7D46BA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C0624FA-0042-4F6B-9E6E-EAB3BB0EA633}"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Footer Placeholder 5">
            <a:extLst>
              <a:ext uri="{FF2B5EF4-FFF2-40B4-BE49-F238E27FC236}">
                <a16:creationId xmlns:a16="http://schemas.microsoft.com/office/drawing/2014/main" id="{EEABD2C0-3BF5-4421-B603-C52CD2430BC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hade val="50000"/>
                </a:prstClr>
              </a:solidFill>
              <a:effectLst/>
              <a:uLnTx/>
              <a:uFillTx/>
              <a:latin typeface="Corbel"/>
              <a:ea typeface="+mn-ea"/>
              <a:cs typeface="+mn-cs"/>
            </a:endParaRPr>
          </a:p>
        </p:txBody>
      </p:sp>
      <p:sp>
        <p:nvSpPr>
          <p:cNvPr id="7" name="Slide Number Placeholder 6">
            <a:extLst>
              <a:ext uri="{FF2B5EF4-FFF2-40B4-BE49-F238E27FC236}">
                <a16:creationId xmlns:a16="http://schemas.microsoft.com/office/drawing/2014/main" id="{B2B9F646-5EA9-4709-9B04-46667E2638D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061790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75E17-2005-40AA-A45E-80D3AC0324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C57DE4-EEA2-4241-B5AB-B0FE8E2FC96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4E58C-6EBE-4287-BD76-FC024D24449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EE6A12D-6F89-4058-8196-0B349EBEDBB7}"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a:extLst>
              <a:ext uri="{FF2B5EF4-FFF2-40B4-BE49-F238E27FC236}">
                <a16:creationId xmlns:a16="http://schemas.microsoft.com/office/drawing/2014/main" id="{A69A7F0D-0DEF-44E5-B52E-3F52330F2159}"/>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a:extLst>
              <a:ext uri="{FF2B5EF4-FFF2-40B4-BE49-F238E27FC236}">
                <a16:creationId xmlns:a16="http://schemas.microsoft.com/office/drawing/2014/main" id="{4A541A93-613E-4F20-933B-289BD91977F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4243918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483414-40DC-409E-82D5-C5DD8A1056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B53E5C-B912-4B88-876F-43F8B7C9E4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18A6AB-DA3F-49B9-87A6-95BA662B7CC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D5CA9AA-4C73-4BBC-A4C2-4A707850A089}"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a:extLst>
              <a:ext uri="{FF2B5EF4-FFF2-40B4-BE49-F238E27FC236}">
                <a16:creationId xmlns:a16="http://schemas.microsoft.com/office/drawing/2014/main" id="{86E809E1-542F-48E2-9DC5-678D2D3B5B6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a:extLst>
              <a:ext uri="{FF2B5EF4-FFF2-40B4-BE49-F238E27FC236}">
                <a16:creationId xmlns:a16="http://schemas.microsoft.com/office/drawing/2014/main" id="{76D0EA44-30C9-4B00-B91F-F8F89BECE61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3192266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946887-7154-4EB3-99BD-722BF0FD99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EC1FCE-A573-4FB8-BAED-BB81D76481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653B00-26D7-49DD-A82A-8C0E9FC47C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04FD96-06E1-49CA-9346-D0ABCD911DD2}" type="datetime1">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t>5/7/2026</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5" name="Footer Placeholder 4">
            <a:extLst>
              <a:ext uri="{FF2B5EF4-FFF2-40B4-BE49-F238E27FC236}">
                <a16:creationId xmlns:a16="http://schemas.microsoft.com/office/drawing/2014/main" id="{57315F38-EF12-4A58-BA3D-8E07DEAC46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
        <p:nvSpPr>
          <p:cNvPr id="6" name="Slide Number Placeholder 5">
            <a:extLst>
              <a:ext uri="{FF2B5EF4-FFF2-40B4-BE49-F238E27FC236}">
                <a16:creationId xmlns:a16="http://schemas.microsoft.com/office/drawing/2014/main" id="{D2A7E616-7091-4FD1-B72E-6D9286014E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black">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95000"/>
                </a:prstClr>
              </a:solidFill>
              <a:effectLst/>
              <a:uLnTx/>
              <a:uFillTx/>
              <a:latin typeface="Corbel"/>
              <a:ea typeface="+mn-ea"/>
              <a:cs typeface="+mn-cs"/>
            </a:endParaRPr>
          </a:p>
        </p:txBody>
      </p:sp>
    </p:spTree>
    <p:extLst>
      <p:ext uri="{BB962C8B-B14F-4D97-AF65-F5344CB8AC3E}">
        <p14:creationId xmlns:p14="http://schemas.microsoft.com/office/powerpoint/2010/main" val="296233954"/>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2.xml"/><Relationship Id="rId7" Type="http://schemas.openxmlformats.org/officeDocument/2006/relationships/image" Target="../media/image10.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2.xml"/><Relationship Id="rId7" Type="http://schemas.openxmlformats.org/officeDocument/2006/relationships/image" Target="../media/image10.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image" Target="../media/image21.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tags" Target="../tags/tag104.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tags" Target="../tags/tag106.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9.xml"/><Relationship Id="rId1" Type="http://schemas.openxmlformats.org/officeDocument/2006/relationships/tags" Target="../tags/tag1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BE4DC-B118-FC1F-91A7-ACF7BCB8BFA5}"/>
              </a:ext>
            </a:extLst>
          </p:cNvPr>
          <p:cNvSpPr>
            <a:spLocks noGrp="1"/>
          </p:cNvSpPr>
          <p:nvPr>
            <p:ph type="ctrTitle"/>
          </p:nvPr>
        </p:nvSpPr>
        <p:spPr/>
        <p:txBody>
          <a:bodyPr/>
          <a:lstStyle/>
          <a:p>
            <a:r>
              <a:rPr lang="en-US" dirty="0"/>
              <a:t>Greedy</a:t>
            </a:r>
          </a:p>
        </p:txBody>
      </p:sp>
      <p:sp>
        <p:nvSpPr>
          <p:cNvPr id="3" name="Subtitle 2">
            <a:extLst>
              <a:ext uri="{FF2B5EF4-FFF2-40B4-BE49-F238E27FC236}">
                <a16:creationId xmlns:a16="http://schemas.microsoft.com/office/drawing/2014/main" id="{337D097C-7209-1417-D964-3D01ECC252D9}"/>
              </a:ext>
            </a:extLst>
          </p:cNvPr>
          <p:cNvSpPr>
            <a:spLocks noGrp="1"/>
          </p:cNvSpPr>
          <p:nvPr>
            <p:ph type="subTitle" idx="1"/>
          </p:nvPr>
        </p:nvSpPr>
        <p:spPr/>
        <p:txBody>
          <a:bodyPr/>
          <a:lstStyle/>
          <a:p>
            <a:r>
              <a:rPr lang="en-US" dirty="0"/>
              <a:t>Practice problems</a:t>
            </a:r>
          </a:p>
        </p:txBody>
      </p:sp>
      <p:sp>
        <p:nvSpPr>
          <p:cNvPr id="4" name="Slide Number Placeholder 3">
            <a:extLst>
              <a:ext uri="{FF2B5EF4-FFF2-40B4-BE49-F238E27FC236}">
                <a16:creationId xmlns:a16="http://schemas.microsoft.com/office/drawing/2014/main" id="{9FBF48BB-CF87-DF0B-B4DD-281D9E3393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7DF407-17F1-42D7-87D5-7CFAC9688370}" type="slidenum">
              <a:rPr kumimoji="0" lang="en-US" sz="1200" b="0" i="0" u="none" strike="noStrike" kern="1200" cap="none" spc="0" normalizeH="0" baseline="0" noProof="0" smtClean="0">
                <a:ln>
                  <a:noFill/>
                </a:ln>
                <a:solidFill>
                  <a:prstClr val="white">
                    <a:tint val="95000"/>
                  </a:prstClr>
                </a:solidFill>
                <a:effectLst/>
                <a:uLnTx/>
                <a:uFillTx/>
                <a:latin typeface="Corbe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white">
                  <a:tint val="95000"/>
                </a:prstClr>
              </a:solidFill>
              <a:effectLst/>
              <a:uLnTx/>
              <a:uFillTx/>
              <a:latin typeface="Corbel"/>
              <a:ea typeface="+mn-ea"/>
              <a:cs typeface="+mn-cs"/>
            </a:endParaRPr>
          </a:p>
        </p:txBody>
      </p:sp>
    </p:spTree>
    <p:extLst>
      <p:ext uri="{BB962C8B-B14F-4D97-AF65-F5344CB8AC3E}">
        <p14:creationId xmlns:p14="http://schemas.microsoft.com/office/powerpoint/2010/main" val="2183261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Kruskal: Example</a:t>
            </a:r>
          </a:p>
        </p:txBody>
      </p:sp>
      <p:sp>
        <p:nvSpPr>
          <p:cNvPr id="4" name="Slide Number Placeholder 3">
            <a:extLst>
              <a:ext uri="{FF2B5EF4-FFF2-40B4-BE49-F238E27FC236}">
                <a16:creationId xmlns:a16="http://schemas.microsoft.com/office/drawing/2014/main" id="{17B2D85B-9404-4BA4-B8FE-FC61220E1C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109/183</a:t>
            </a:r>
          </a:p>
        </p:txBody>
      </p:sp>
      <p:sp>
        <p:nvSpPr>
          <p:cNvPr id="16" name="TextBox 15"/>
          <p:cNvSpPr txBox="1"/>
          <p:nvPr/>
        </p:nvSpPr>
        <p:spPr>
          <a:xfrm>
            <a:off x="7913477" y="5228825"/>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17" name="Table 16">
            <a:extLst>
              <a:ext uri="{FF2B5EF4-FFF2-40B4-BE49-F238E27FC236}">
                <a16:creationId xmlns:a16="http://schemas.microsoft.com/office/drawing/2014/main" id="{E0D924CF-E946-411E-84A7-071C0C858C95}"/>
              </a:ext>
            </a:extLst>
          </p:cNvPr>
          <p:cNvGraphicFramePr>
            <a:graphicFrameLocks noGrp="1"/>
          </p:cNvGraphicFramePr>
          <p:nvPr>
            <p:extLst>
              <p:ext uri="{D42A27DB-BD31-4B8C-83A1-F6EECF244321}">
                <p14:modId xmlns:p14="http://schemas.microsoft.com/office/powerpoint/2010/main" val="921069907"/>
              </p:ext>
            </p:extLst>
          </p:nvPr>
        </p:nvGraphicFramePr>
        <p:xfrm>
          <a:off x="6118788" y="1993851"/>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cxnSp>
        <p:nvCxnSpPr>
          <p:cNvPr id="32" name="Straight Connector 31">
            <a:extLst>
              <a:ext uri="{FF2B5EF4-FFF2-40B4-BE49-F238E27FC236}">
                <a16:creationId xmlns:a16="http://schemas.microsoft.com/office/drawing/2014/main" id="{3ECA1000-03B0-44C4-B8EF-E8CC38598916}"/>
              </a:ext>
            </a:extLst>
          </p:cNvPr>
          <p:cNvCxnSpPr>
            <a:cxnSpLocks/>
            <a:endCxn id="45" idx="7"/>
          </p:cNvCxnSpPr>
          <p:nvPr/>
        </p:nvCxnSpPr>
        <p:spPr>
          <a:xfrm flipH="1">
            <a:off x="1167927" y="3077522"/>
            <a:ext cx="952847" cy="296110"/>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DC6F305-817D-419B-9360-EAE6563BB468}"/>
              </a:ext>
            </a:extLst>
          </p:cNvPr>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298D47-0840-4BAC-BC52-59814D4BC1C4}"/>
              </a:ext>
            </a:extLst>
          </p:cNvPr>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Oval 16">
            <a:extLst>
              <a:ext uri="{FF2B5EF4-FFF2-40B4-BE49-F238E27FC236}">
                <a16:creationId xmlns:a16="http://schemas.microsoft.com/office/drawing/2014/main" id="{C8D52EE1-4929-4705-BD1B-A5EA70F77114}"/>
              </a:ext>
            </a:extLst>
          </p:cNvPr>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2" name="Straight Connector 41">
            <a:extLst>
              <a:ext uri="{FF2B5EF4-FFF2-40B4-BE49-F238E27FC236}">
                <a16:creationId xmlns:a16="http://schemas.microsoft.com/office/drawing/2014/main" id="{B9CEDDBA-23EE-4E70-B9E4-8B9B0C35923C}"/>
              </a:ext>
            </a:extLst>
          </p:cNvPr>
          <p:cNvCxnSpPr>
            <a:cxnSpLocks/>
            <a:stCxn id="46" idx="1"/>
            <a:endCxn id="41" idx="5"/>
          </p:cNvCxnSpPr>
          <p:nvPr/>
        </p:nvCxnSpPr>
        <p:spPr>
          <a:xfrm flipH="1" flipV="1">
            <a:off x="2328832" y="3162018"/>
            <a:ext cx="967125" cy="1205499"/>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30D65F-5B3C-4821-B719-3AB696A52BC4}"/>
              </a:ext>
            </a:extLst>
          </p:cNvPr>
          <p:cNvCxnSpPr>
            <a:cxnSpLocks/>
          </p:cNvCxnSpPr>
          <p:nvPr/>
        </p:nvCxnSpPr>
        <p:spPr>
          <a:xfrm>
            <a:off x="1167927" y="3635918"/>
            <a:ext cx="2219864" cy="771531"/>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Oval 16">
            <a:extLst>
              <a:ext uri="{FF2B5EF4-FFF2-40B4-BE49-F238E27FC236}">
                <a16:creationId xmlns:a16="http://schemas.microsoft.com/office/drawing/2014/main" id="{68E87AFE-D149-478D-A492-4E0124DCFA00}"/>
              </a:ext>
            </a:extLst>
          </p:cNvPr>
          <p:cNvSpPr>
            <a:spLocks noChangeArrowheads="1"/>
          </p:cNvSpPr>
          <p:nvPr/>
        </p:nvSpPr>
        <p:spPr bwMode="auto">
          <a:xfrm>
            <a:off x="1686531" y="4282018"/>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5" name="Oval 16">
            <a:extLst>
              <a:ext uri="{FF2B5EF4-FFF2-40B4-BE49-F238E27FC236}">
                <a16:creationId xmlns:a16="http://schemas.microsoft.com/office/drawing/2014/main" id="{4BCBF66E-6992-4421-8646-7B797030E995}"/>
              </a:ext>
            </a:extLst>
          </p:cNvPr>
          <p:cNvSpPr>
            <a:spLocks noChangeArrowheads="1"/>
          </p:cNvSpPr>
          <p:nvPr/>
        </p:nvSpPr>
        <p:spPr bwMode="auto">
          <a:xfrm>
            <a:off x="796178" y="3309850"/>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6" name="Oval 16">
            <a:extLst>
              <a:ext uri="{FF2B5EF4-FFF2-40B4-BE49-F238E27FC236}">
                <a16:creationId xmlns:a16="http://schemas.microsoft.com/office/drawing/2014/main" id="{5DACA791-A5C1-4EC9-8765-A343F66CA2F8}"/>
              </a:ext>
            </a:extLst>
          </p:cNvPr>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7" name="Straight Connector 46">
            <a:extLst>
              <a:ext uri="{FF2B5EF4-FFF2-40B4-BE49-F238E27FC236}">
                <a16:creationId xmlns:a16="http://schemas.microsoft.com/office/drawing/2014/main" id="{18814548-8353-429E-B7DE-13EE12A4A398}"/>
              </a:ext>
            </a:extLst>
          </p:cNvPr>
          <p:cNvCxnSpPr>
            <a:stCxn id="46"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Oval 16">
            <a:extLst>
              <a:ext uri="{FF2B5EF4-FFF2-40B4-BE49-F238E27FC236}">
                <a16:creationId xmlns:a16="http://schemas.microsoft.com/office/drawing/2014/main" id="{4D99FB4A-BE3A-445E-A68A-87124E61ED67}"/>
              </a:ext>
            </a:extLst>
          </p:cNvPr>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28C29E3-016E-4D50-8ED0-71C97864FE38}"/>
                  </a:ext>
                </a:extLst>
              </p:cNvPr>
              <p:cNvSpPr txBox="1"/>
              <p:nvPr/>
            </p:nvSpPr>
            <p:spPr>
              <a:xfrm>
                <a:off x="1967549" y="2800512"/>
                <a:ext cx="490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𝟏</m:t>
                          </m:r>
                        </m:sub>
                      </m:sSub>
                    </m:oMath>
                  </m:oMathPara>
                </a14:m>
                <a:endParaRPr lang="en-US" b="1" dirty="0">
                  <a:solidFill>
                    <a:prstClr val="black"/>
                  </a:solidFill>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C28C29E3-016E-4D50-8ED0-71C97864FE38}"/>
                  </a:ext>
                </a:extLst>
              </p:cNvPr>
              <p:cNvSpPr txBox="1">
                <a:spLocks noRot="1" noChangeAspect="1" noMove="1" noResize="1" noEditPoints="1" noAdjustHandles="1" noChangeArrowheads="1" noChangeShapeType="1" noTextEdit="1"/>
              </p:cNvSpPr>
              <p:nvPr/>
            </p:nvSpPr>
            <p:spPr>
              <a:xfrm>
                <a:off x="1967549" y="2800512"/>
                <a:ext cx="490775" cy="369332"/>
              </a:xfrm>
              <a:prstGeom prst="rect">
                <a:avLst/>
              </a:prstGeom>
              <a:blipFill>
                <a:blip r:embed="rId4"/>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1E3C71A-3540-4411-ADC2-7038195C428F}"/>
                  </a:ext>
                </a:extLst>
              </p:cNvPr>
              <p:cNvSpPr txBox="1"/>
              <p:nvPr/>
            </p:nvSpPr>
            <p:spPr>
              <a:xfrm>
                <a:off x="4039728" y="2917373"/>
                <a:ext cx="490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𝟑</m:t>
                          </m:r>
                        </m:sub>
                      </m:sSub>
                    </m:oMath>
                  </m:oMathPara>
                </a14:m>
                <a:endParaRPr lang="en-US" b="1" dirty="0">
                  <a:solidFill>
                    <a:prstClr val="black"/>
                  </a:solidFill>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B1E3C71A-3540-4411-ADC2-7038195C428F}"/>
                  </a:ext>
                </a:extLst>
              </p:cNvPr>
              <p:cNvSpPr txBox="1">
                <a:spLocks noRot="1" noChangeAspect="1" noMove="1" noResize="1" noEditPoints="1" noAdjustHandles="1" noChangeArrowheads="1" noChangeShapeType="1" noTextEdit="1"/>
              </p:cNvSpPr>
              <p:nvPr/>
            </p:nvSpPr>
            <p:spPr>
              <a:xfrm>
                <a:off x="4039728" y="2917373"/>
                <a:ext cx="490775" cy="369332"/>
              </a:xfrm>
              <a:prstGeom prst="rect">
                <a:avLst/>
              </a:prstGeom>
              <a:blipFill>
                <a:blip r:embed="rId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5CE73C61-36B1-4E30-9D96-95B479C74D35}"/>
                  </a:ext>
                </a:extLst>
              </p:cNvPr>
              <p:cNvSpPr/>
              <p:nvPr/>
            </p:nvSpPr>
            <p:spPr>
              <a:xfrm>
                <a:off x="793760" y="3328256"/>
                <a:ext cx="490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a:latin typeface="Cambria Math" panose="02040503050406030204" pitchFamily="18" charset="0"/>
                            </a:rPr>
                            <m:t>𝒗</m:t>
                          </m:r>
                        </m:e>
                        <m:sub>
                          <m:r>
                            <a:rPr lang="en-US" b="1" i="1" dirty="0" smtClean="0">
                              <a:latin typeface="Cambria Math" panose="02040503050406030204" pitchFamily="18" charset="0"/>
                            </a:rPr>
                            <m:t>𝟒</m:t>
                          </m:r>
                        </m:sub>
                      </m:sSub>
                    </m:oMath>
                  </m:oMathPara>
                </a14:m>
                <a:endParaRPr lang="en-US" b="1" dirty="0">
                  <a:solidFill>
                    <a:prstClr val="black"/>
                  </a:solidFill>
                  <a:latin typeface="Arial Rounded MT Bold" panose="020F0704030504030204" pitchFamily="34" charset="0"/>
                </a:endParaRPr>
              </a:p>
            </p:txBody>
          </p:sp>
        </mc:Choice>
        <mc:Fallback xmlns="">
          <p:sp>
            <p:nvSpPr>
              <p:cNvPr id="51" name="Rectangle 50">
                <a:extLst>
                  <a:ext uri="{FF2B5EF4-FFF2-40B4-BE49-F238E27FC236}">
                    <a16:creationId xmlns:a16="http://schemas.microsoft.com/office/drawing/2014/main" id="{5CE73C61-36B1-4E30-9D96-95B479C74D35}"/>
                  </a:ext>
                </a:extLst>
              </p:cNvPr>
              <p:cNvSpPr>
                <a:spLocks noRot="1" noChangeAspect="1" noMove="1" noResize="1" noEditPoints="1" noAdjustHandles="1" noChangeArrowheads="1" noChangeShapeType="1" noTextEdit="1"/>
              </p:cNvSpPr>
              <p:nvPr/>
            </p:nvSpPr>
            <p:spPr>
              <a:xfrm>
                <a:off x="793760" y="3328256"/>
                <a:ext cx="490775" cy="369332"/>
              </a:xfrm>
              <a:prstGeom prst="rect">
                <a:avLst/>
              </a:prstGeom>
              <a:blipFill>
                <a:blip r:embed="rId6"/>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F7A513AC-5B56-4F33-A71B-A42D4190785D}"/>
                  </a:ext>
                </a:extLst>
              </p:cNvPr>
              <p:cNvSpPr/>
              <p:nvPr/>
            </p:nvSpPr>
            <p:spPr>
              <a:xfrm>
                <a:off x="3224582" y="4319043"/>
                <a:ext cx="490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𝟓</m:t>
                          </m:r>
                        </m:sub>
                      </m:sSub>
                    </m:oMath>
                  </m:oMathPara>
                </a14:m>
                <a:endParaRPr lang="en-US" b="1" dirty="0">
                  <a:solidFill>
                    <a:prstClr val="black"/>
                  </a:solidFill>
                  <a:latin typeface="Arial Rounded MT Bold" panose="020F0704030504030204" pitchFamily="34" charset="0"/>
                </a:endParaRPr>
              </a:p>
            </p:txBody>
          </p:sp>
        </mc:Choice>
        <mc:Fallback xmlns="">
          <p:sp>
            <p:nvSpPr>
              <p:cNvPr id="52" name="Rectangle 51">
                <a:extLst>
                  <a:ext uri="{FF2B5EF4-FFF2-40B4-BE49-F238E27FC236}">
                    <a16:creationId xmlns:a16="http://schemas.microsoft.com/office/drawing/2014/main" id="{F7A513AC-5B56-4F33-A71B-A42D4190785D}"/>
                  </a:ext>
                </a:extLst>
              </p:cNvPr>
              <p:cNvSpPr>
                <a:spLocks noRot="1" noChangeAspect="1" noMove="1" noResize="1" noEditPoints="1" noAdjustHandles="1" noChangeArrowheads="1" noChangeShapeType="1" noTextEdit="1"/>
              </p:cNvSpPr>
              <p:nvPr/>
            </p:nvSpPr>
            <p:spPr>
              <a:xfrm>
                <a:off x="3224582" y="4319043"/>
                <a:ext cx="490775" cy="369332"/>
              </a:xfrm>
              <a:prstGeom prst="rect">
                <a:avLst/>
              </a:prstGeom>
              <a:blipFill>
                <a:blip r:embed="rId7"/>
                <a:stretch>
                  <a:fillRect b="-5000"/>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31EA1BDB-9D8A-45CA-AF98-35A6ED12D266}"/>
              </a:ext>
            </a:extLst>
          </p:cNvPr>
          <p:cNvSpPr/>
          <p:nvPr/>
        </p:nvSpPr>
        <p:spPr>
          <a:xfrm>
            <a:off x="3595705" y="3610699"/>
            <a:ext cx="322524" cy="369332"/>
          </a:xfrm>
          <a:prstGeom prst="rect">
            <a:avLst/>
          </a:prstGeom>
        </p:spPr>
        <p:txBody>
          <a:bodyPr wrap="none">
            <a:spAutoFit/>
          </a:bodyPr>
          <a:lstStyle/>
          <a:p>
            <a:r>
              <a:rPr lang="en-US" b="1" dirty="0">
                <a:latin typeface="Arial Rounded MT Bold" panose="020F0704030504030204" pitchFamily="34" charset="0"/>
              </a:rPr>
              <a:t>1</a:t>
            </a:r>
            <a:endParaRPr lang="en-US" dirty="0">
              <a:latin typeface="Arial Rounded MT Bold" panose="020F0704030504030204" pitchFamily="34" charset="0"/>
            </a:endParaRPr>
          </a:p>
        </p:txBody>
      </p:sp>
      <p:sp>
        <p:nvSpPr>
          <p:cNvPr id="55" name="Rectangle 54">
            <a:extLst>
              <a:ext uri="{FF2B5EF4-FFF2-40B4-BE49-F238E27FC236}">
                <a16:creationId xmlns:a16="http://schemas.microsoft.com/office/drawing/2014/main" id="{85DAC0F7-CF6A-47A2-8F37-FC90285E2183}"/>
              </a:ext>
            </a:extLst>
          </p:cNvPr>
          <p:cNvSpPr/>
          <p:nvPr/>
        </p:nvSpPr>
        <p:spPr>
          <a:xfrm>
            <a:off x="1957083" y="3439203"/>
            <a:ext cx="380232" cy="369332"/>
          </a:xfrm>
          <a:prstGeom prst="rect">
            <a:avLst/>
          </a:prstGeom>
        </p:spPr>
        <p:txBody>
          <a:bodyPr wrap="none">
            <a:spAutoFit/>
          </a:bodyPr>
          <a:lstStyle/>
          <a:p>
            <a:r>
              <a:rPr lang="en-US" b="1" dirty="0">
                <a:latin typeface="Arial Rounded MT Bold" panose="020F0704030504030204" pitchFamily="34" charset="0"/>
              </a:rPr>
              <a:t> 6</a:t>
            </a:r>
            <a:endParaRPr lang="en-US" dirty="0">
              <a:latin typeface="Arial Rounded MT Bold" panose="020F0704030504030204" pitchFamily="34" charset="0"/>
            </a:endParaRPr>
          </a:p>
        </p:txBody>
      </p:sp>
      <p:sp>
        <p:nvSpPr>
          <p:cNvPr id="56" name="Rectangle 55">
            <a:extLst>
              <a:ext uri="{FF2B5EF4-FFF2-40B4-BE49-F238E27FC236}">
                <a16:creationId xmlns:a16="http://schemas.microsoft.com/office/drawing/2014/main" id="{8944C058-3086-4913-955B-7DFF7EDBE5AE}"/>
              </a:ext>
            </a:extLst>
          </p:cNvPr>
          <p:cNvSpPr/>
          <p:nvPr/>
        </p:nvSpPr>
        <p:spPr>
          <a:xfrm>
            <a:off x="2744321" y="3495074"/>
            <a:ext cx="322524" cy="369332"/>
          </a:xfrm>
          <a:prstGeom prst="rect">
            <a:avLst/>
          </a:prstGeom>
        </p:spPr>
        <p:txBody>
          <a:bodyPr wrap="none">
            <a:spAutoFit/>
          </a:bodyPr>
          <a:lstStyle/>
          <a:p>
            <a:r>
              <a:rPr lang="en-US" b="1" dirty="0">
                <a:latin typeface="Arial Rounded MT Bold" panose="020F0704030504030204" pitchFamily="34" charset="0"/>
              </a:rPr>
              <a:t>5</a:t>
            </a:r>
            <a:endParaRPr lang="en-US" dirty="0">
              <a:latin typeface="Arial Rounded MT Bold" panose="020F0704030504030204" pitchFamily="34" charset="0"/>
            </a:endParaRPr>
          </a:p>
        </p:txBody>
      </p:sp>
      <p:sp>
        <p:nvSpPr>
          <p:cNvPr id="57" name="Rectangle 56">
            <a:extLst>
              <a:ext uri="{FF2B5EF4-FFF2-40B4-BE49-F238E27FC236}">
                <a16:creationId xmlns:a16="http://schemas.microsoft.com/office/drawing/2014/main" id="{CC799F0B-A5ED-4AB1-B31A-9E9DB61E1EF6}"/>
              </a:ext>
            </a:extLst>
          </p:cNvPr>
          <p:cNvSpPr/>
          <p:nvPr/>
        </p:nvSpPr>
        <p:spPr>
          <a:xfrm>
            <a:off x="3051348" y="2740358"/>
            <a:ext cx="322524" cy="369332"/>
          </a:xfrm>
          <a:prstGeom prst="rect">
            <a:avLst/>
          </a:prstGeom>
        </p:spPr>
        <p:txBody>
          <a:bodyPr wrap="none">
            <a:spAutoFit/>
          </a:bodyPr>
          <a:lstStyle/>
          <a:p>
            <a:r>
              <a:rPr lang="en-US" b="1" dirty="0">
                <a:latin typeface="Arial Rounded MT Bold" panose="020F0704030504030204" pitchFamily="34" charset="0"/>
              </a:rPr>
              <a:t>1</a:t>
            </a:r>
            <a:endParaRPr lang="en-US" dirty="0">
              <a:latin typeface="Arial Rounded MT Bold" panose="020F0704030504030204" pitchFamily="34" charset="0"/>
            </a:endParaRPr>
          </a:p>
        </p:txBody>
      </p:sp>
      <p:sp>
        <p:nvSpPr>
          <p:cNvPr id="58" name="Rectangle 57">
            <a:extLst>
              <a:ext uri="{FF2B5EF4-FFF2-40B4-BE49-F238E27FC236}">
                <a16:creationId xmlns:a16="http://schemas.microsoft.com/office/drawing/2014/main" id="{AEBE3B3C-B44C-4D31-BDAC-A691ECF44840}"/>
              </a:ext>
            </a:extLst>
          </p:cNvPr>
          <p:cNvSpPr/>
          <p:nvPr/>
        </p:nvSpPr>
        <p:spPr>
          <a:xfrm>
            <a:off x="1351465" y="2917373"/>
            <a:ext cx="322524" cy="369332"/>
          </a:xfrm>
          <a:prstGeom prst="rect">
            <a:avLst/>
          </a:prstGeom>
        </p:spPr>
        <p:txBody>
          <a:bodyPr wrap="none">
            <a:spAutoFit/>
          </a:bodyPr>
          <a:lstStyle/>
          <a:p>
            <a:r>
              <a:rPr lang="en-US" b="1" dirty="0">
                <a:latin typeface="Arial Rounded MT Bold" panose="020F0704030504030204" pitchFamily="34" charset="0"/>
              </a:rPr>
              <a:t>4</a:t>
            </a:r>
            <a:endParaRPr lang="en-US" dirty="0">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64264857-4A35-4850-93FD-21F3B73666D2}"/>
                  </a:ext>
                </a:extLst>
              </p:cNvPr>
              <p:cNvSpPr/>
              <p:nvPr/>
            </p:nvSpPr>
            <p:spPr>
              <a:xfrm>
                <a:off x="1668872" y="4299171"/>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𝟐</m:t>
                          </m:r>
                        </m:sub>
                      </m:sSub>
                    </m:oMath>
                  </m:oMathPara>
                </a14:m>
                <a:endParaRPr lang="en-US" dirty="0"/>
              </a:p>
            </p:txBody>
          </p:sp>
        </mc:Choice>
        <mc:Fallback xmlns="">
          <p:sp>
            <p:nvSpPr>
              <p:cNvPr id="59" name="Rectangle 58">
                <a:extLst>
                  <a:ext uri="{FF2B5EF4-FFF2-40B4-BE49-F238E27FC236}">
                    <a16:creationId xmlns:a16="http://schemas.microsoft.com/office/drawing/2014/main" id="{64264857-4A35-4850-93FD-21F3B73666D2}"/>
                  </a:ext>
                </a:extLst>
              </p:cNvPr>
              <p:cNvSpPr>
                <a:spLocks noRot="1" noChangeAspect="1" noMove="1" noResize="1" noEditPoints="1" noAdjustHandles="1" noChangeArrowheads="1" noChangeShapeType="1" noTextEdit="1"/>
              </p:cNvSpPr>
              <p:nvPr/>
            </p:nvSpPr>
            <p:spPr>
              <a:xfrm>
                <a:off x="1668872" y="4299171"/>
                <a:ext cx="497187" cy="369332"/>
              </a:xfrm>
              <a:prstGeom prst="rect">
                <a:avLst/>
              </a:prstGeom>
              <a:blipFill>
                <a:blip r:embed="rId8"/>
                <a:stretch>
                  <a:fillRect b="-1639"/>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3E01643F-8020-55AE-0285-60029A233454}"/>
              </a:ext>
            </a:extLst>
          </p:cNvPr>
          <p:cNvSpPr/>
          <p:nvPr/>
        </p:nvSpPr>
        <p:spPr>
          <a:xfrm>
            <a:off x="2249175" y="3736903"/>
            <a:ext cx="322524" cy="369332"/>
          </a:xfrm>
          <a:prstGeom prst="rect">
            <a:avLst/>
          </a:prstGeom>
        </p:spPr>
        <p:txBody>
          <a:bodyPr wrap="none">
            <a:spAutoFit/>
          </a:bodyPr>
          <a:lstStyle/>
          <a:p>
            <a:r>
              <a:rPr lang="en-US" b="1" dirty="0">
                <a:latin typeface="Arial Rounded MT Bold" panose="020F0704030504030204" pitchFamily="34" charset="0"/>
              </a:rPr>
              <a:t>2</a:t>
            </a:r>
            <a:endParaRPr lang="en-US" dirty="0">
              <a:latin typeface="Arial Rounded MT Bold" panose="020F0704030504030204" pitchFamily="34" charset="0"/>
            </a:endParaRPr>
          </a:p>
        </p:txBody>
      </p:sp>
    </p:spTree>
    <p:custDataLst>
      <p:tags r:id="rId1"/>
    </p:custDataLst>
    <p:extLst>
      <p:ext uri="{BB962C8B-B14F-4D97-AF65-F5344CB8AC3E}">
        <p14:creationId xmlns:p14="http://schemas.microsoft.com/office/powerpoint/2010/main" val="1465897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5BEBD-E06B-CD14-E751-048640FE4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E3D6E-11D9-4710-51F7-2D1F0E2E4D77}"/>
              </a:ext>
            </a:extLst>
          </p:cNvPr>
          <p:cNvSpPr>
            <a:spLocks noGrp="1"/>
          </p:cNvSpPr>
          <p:nvPr>
            <p:ph type="title"/>
          </p:nvPr>
        </p:nvSpPr>
        <p:spPr>
          <a:ln>
            <a:noFill/>
          </a:ln>
        </p:spPr>
        <p:txBody>
          <a:bodyPr/>
          <a:lstStyle/>
          <a:p>
            <a:r>
              <a:rPr lang="en-US" dirty="0"/>
              <a:t>Kruskal: Example</a:t>
            </a:r>
          </a:p>
        </p:txBody>
      </p:sp>
      <p:sp>
        <p:nvSpPr>
          <p:cNvPr id="4" name="Slide Number Placeholder 3">
            <a:extLst>
              <a:ext uri="{FF2B5EF4-FFF2-40B4-BE49-F238E27FC236}">
                <a16:creationId xmlns:a16="http://schemas.microsoft.com/office/drawing/2014/main" id="{4D66E682-74DF-ADD6-9A65-22D5839EDCF7}"/>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109/183</a:t>
            </a:r>
          </a:p>
        </p:txBody>
      </p:sp>
      <p:sp>
        <p:nvSpPr>
          <p:cNvPr id="3" name="Text Box 17">
            <a:extLst>
              <a:ext uri="{FF2B5EF4-FFF2-40B4-BE49-F238E27FC236}">
                <a16:creationId xmlns:a16="http://schemas.microsoft.com/office/drawing/2014/main" id="{A5FA9084-1F47-9915-CA35-E06F77447DF5}"/>
              </a:ext>
            </a:extLst>
          </p:cNvPr>
          <p:cNvSpPr txBox="1">
            <a:spLocks noChangeArrowheads="1"/>
          </p:cNvSpPr>
          <p:nvPr/>
        </p:nvSpPr>
        <p:spPr bwMode="auto">
          <a:xfrm>
            <a:off x="558112" y="1690688"/>
            <a:ext cx="6171461" cy="4401205"/>
          </a:xfrm>
          <a:prstGeom prst="rect">
            <a:avLst/>
          </a:prstGeom>
          <a:solidFill>
            <a:schemeClr val="accent5">
              <a:lumMod val="20000"/>
              <a:lumOff val="80000"/>
            </a:schemeClr>
          </a:solidFill>
          <a:ln w="9525">
            <a:solidFill>
              <a:schemeClr val="tx1"/>
            </a:solidFill>
            <a:miter lim="800000"/>
            <a:headEnd/>
            <a:tailEnd/>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sz="2000" dirty="0">
                <a:latin typeface="Consolas" panose="020B0609020204030204" pitchFamily="49" charset="0"/>
                <a:cs typeface="Courier New" panose="02070309020205020404" pitchFamily="49" charset="0"/>
              </a:rPr>
              <a:t>Kruskal(E)</a:t>
            </a:r>
          </a:p>
          <a:p>
            <a:pPr marL="0" indent="0"/>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E.sort</a:t>
            </a:r>
            <a:endParaRPr lang="en-US" altLang="en-US" sz="2000" dirty="0">
              <a:latin typeface="Consolas" panose="020B0609020204030204" pitchFamily="49" charset="0"/>
              <a:cs typeface="Courier New" panose="02070309020205020404" pitchFamily="49" charset="0"/>
            </a:endParaRPr>
          </a:p>
          <a:p>
            <a:pPr marL="0" indent="0"/>
            <a:r>
              <a:rPr lang="en-US" altLang="en-US" sz="2000" dirty="0">
                <a:latin typeface="Consolas" panose="020B0609020204030204" pitchFamily="49" charset="0"/>
                <a:cs typeface="Courier New" panose="02070309020205020404" pitchFamily="49" charset="0"/>
              </a:rPr>
              <a:t>  F=[]</a:t>
            </a:r>
          </a:p>
          <a:p>
            <a:pPr marL="0" indent="0"/>
            <a:r>
              <a:rPr lang="en-US" altLang="en-US" sz="2000" dirty="0">
                <a:latin typeface="Consolas" panose="020B0609020204030204" pitchFamily="49" charset="0"/>
                <a:cs typeface="Courier New" panose="02070309020205020404" pitchFamily="49" charset="0"/>
              </a:rPr>
              <a:t>  FOR k=1 to n DO   S[k]=k</a:t>
            </a:r>
          </a:p>
          <a:p>
            <a:pPr marL="0" indent="0"/>
            <a:r>
              <a:rPr lang="en-US" altLang="en-US" sz="2000" dirty="0">
                <a:latin typeface="Consolas" panose="020B0609020204030204" pitchFamily="49" charset="0"/>
                <a:cs typeface="Courier New" panose="02070309020205020404" pitchFamily="49" charset="0"/>
              </a:rPr>
              <a:t>  WHILE </a:t>
            </a:r>
            <a:r>
              <a:rPr lang="en-US" altLang="en-US" sz="2000" dirty="0" err="1">
                <a:latin typeface="Consolas" panose="020B0609020204030204" pitchFamily="49" charset="0"/>
                <a:cs typeface="Courier New" panose="02070309020205020404" pitchFamily="49" charset="0"/>
              </a:rPr>
              <a:t>len</a:t>
            </a:r>
            <a:r>
              <a:rPr lang="en-US" altLang="en-US" sz="2000" dirty="0">
                <a:latin typeface="Consolas" panose="020B0609020204030204" pitchFamily="49" charset="0"/>
                <a:cs typeface="Courier New" panose="02070309020205020404" pitchFamily="49" charset="0"/>
              </a:rPr>
              <a:t>(F)!=n-1 DO</a:t>
            </a:r>
          </a:p>
          <a:p>
            <a:pPr marL="0" indent="0"/>
            <a:r>
              <a:rPr lang="en-US" altLang="en-US" sz="2000" dirty="0">
                <a:latin typeface="Consolas" panose="020B0609020204030204" pitchFamily="49" charset="0"/>
                <a:cs typeface="Courier New" panose="02070309020205020404" pitchFamily="49" charset="0"/>
              </a:rPr>
              <a:t>	 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endParaRPr lang="en-US" altLang="en-US" sz="2000" dirty="0">
              <a:latin typeface="Consolas" panose="020B0609020204030204" pitchFamily="49" charset="0"/>
              <a:cs typeface="Courier New" panose="02070309020205020404" pitchFamily="49" charset="0"/>
            </a:endParaRPr>
          </a:p>
          <a:p>
            <a:pPr marL="0" indent="0"/>
            <a:r>
              <a:rPr lang="en-US" altLang="en-US" sz="2000" dirty="0">
                <a:latin typeface="Consolas" panose="020B0609020204030204" pitchFamily="49" charset="0"/>
                <a:cs typeface="Courier New" panose="02070309020205020404" pitchFamily="49" charset="0"/>
              </a:rPr>
              <a:t>    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p>
          <a:p>
            <a:pPr marL="914400" lvl="2" indent="0"/>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p>
          <a:p>
            <a:pPr marL="914400" lvl="2" indent="0"/>
            <a:r>
              <a:rPr lang="pl-PL" altLang="en-US" sz="2000" dirty="0">
                <a:latin typeface="Consolas" panose="020B0609020204030204" pitchFamily="49" charset="0"/>
                <a:cs typeface="Courier New" panose="02070309020205020404" pitchFamily="49" charset="0"/>
              </a:rPr>
              <a:t>Min=min(S[i],S[j])</a:t>
            </a:r>
            <a:endParaRPr lang="en-US" altLang="en-US" sz="2000" dirty="0">
              <a:latin typeface="Consolas" panose="020B0609020204030204" pitchFamily="49" charset="0"/>
              <a:cs typeface="Courier New" panose="02070309020205020404" pitchFamily="49" charset="0"/>
            </a:endParaRPr>
          </a:p>
          <a:p>
            <a:pPr marL="914400" lvl="2" indent="0"/>
            <a:r>
              <a:rPr lang="pl-PL" altLang="en-US" sz="2000" dirty="0">
                <a:latin typeface="Consolas" panose="020B0609020204030204" pitchFamily="49" charset="0"/>
                <a:cs typeface="Courier New" panose="02070309020205020404" pitchFamily="49" charset="0"/>
              </a:rPr>
              <a:t>Max=max(S[i],S[j])</a:t>
            </a:r>
          </a:p>
          <a:p>
            <a:pPr marL="914400" lvl="2" indent="0"/>
            <a:r>
              <a:rPr lang="en-US" altLang="en-US" sz="2000" dirty="0">
                <a:latin typeface="Consolas" panose="020B0609020204030204" pitchFamily="49" charset="0"/>
                <a:cs typeface="Courier New" panose="02070309020205020404" pitchFamily="49" charset="0"/>
              </a:rPr>
              <a:t>FOR k=1 to n DO</a:t>
            </a:r>
          </a:p>
          <a:p>
            <a:pPr marL="914400" lvl="2" indent="0"/>
            <a:r>
              <a:rPr lang="en-US" altLang="en-US" sz="2000" dirty="0">
                <a:latin typeface="Consolas" panose="020B0609020204030204" pitchFamily="49" charset="0"/>
                <a:cs typeface="Courier New" panose="02070309020205020404" pitchFamily="49" charset="0"/>
              </a:rPr>
              <a:t>   IF S[k]==Max THEN S[k]=Min</a:t>
            </a:r>
          </a:p>
          <a:p>
            <a:pPr marL="914400" lvl="2" indent="0"/>
            <a:r>
              <a:rPr lang="en-US" altLang="en-US" sz="2000" dirty="0" err="1">
                <a:latin typeface="Consolas" panose="020B0609020204030204" pitchFamily="49" charset="0"/>
                <a:cs typeface="Courier New" panose="02070309020205020404" pitchFamily="49" charset="0"/>
              </a:rPr>
              <a:t>E.del</a:t>
            </a:r>
            <a:r>
              <a:rPr lang="en-US" altLang="en-US" sz="2000" dirty="0">
                <a:latin typeface="Consolas" panose="020B0609020204030204" pitchFamily="49" charset="0"/>
                <a:cs typeface="Courier New" panose="02070309020205020404" pitchFamily="49" charset="0"/>
              </a:rPr>
              <a:t>(e)</a:t>
            </a:r>
          </a:p>
          <a:p>
            <a:pPr marL="0" indent="0"/>
            <a:r>
              <a:rPr lang="en-US" altLang="en-US" sz="2000" dirty="0">
                <a:latin typeface="Consolas" panose="020B0609020204030204" pitchFamily="49" charset="0"/>
                <a:cs typeface="Courier New" panose="02070309020205020404" pitchFamily="49" charset="0"/>
              </a:rPr>
              <a:t>  RETURN F</a:t>
            </a:r>
          </a:p>
        </p:txBody>
      </p:sp>
      <p:sp>
        <p:nvSpPr>
          <p:cNvPr id="9" name="TextBox 8">
            <a:extLst>
              <a:ext uri="{FF2B5EF4-FFF2-40B4-BE49-F238E27FC236}">
                <a16:creationId xmlns:a16="http://schemas.microsoft.com/office/drawing/2014/main" id="{15C2CC5F-AEC5-03EA-34BA-FBDAA77A60E5}"/>
              </a:ext>
            </a:extLst>
          </p:cNvPr>
          <p:cNvSpPr txBox="1"/>
          <p:nvPr/>
        </p:nvSpPr>
        <p:spPr>
          <a:xfrm>
            <a:off x="9208021" y="5120396"/>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10" name="Table 9">
            <a:extLst>
              <a:ext uri="{FF2B5EF4-FFF2-40B4-BE49-F238E27FC236}">
                <a16:creationId xmlns:a16="http://schemas.microsoft.com/office/drawing/2014/main" id="{1A0CA851-291E-3507-BAA3-ED81C57B0DF9}"/>
              </a:ext>
            </a:extLst>
          </p:cNvPr>
          <p:cNvGraphicFramePr>
            <a:graphicFrameLocks noGrp="1"/>
          </p:cNvGraphicFramePr>
          <p:nvPr>
            <p:extLst>
              <p:ext uri="{D42A27DB-BD31-4B8C-83A1-F6EECF244321}">
                <p14:modId xmlns:p14="http://schemas.microsoft.com/office/powerpoint/2010/main" val="1347849595"/>
              </p:ext>
            </p:extLst>
          </p:nvPr>
        </p:nvGraphicFramePr>
        <p:xfrm>
          <a:off x="7413332" y="1885422"/>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44420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C6B8C-EAE3-8A08-1883-761BC49BE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5EC2B-730C-ED5B-0F6A-E1911B7E63F8}"/>
              </a:ext>
            </a:extLst>
          </p:cNvPr>
          <p:cNvSpPr>
            <a:spLocks noGrp="1"/>
          </p:cNvSpPr>
          <p:nvPr>
            <p:ph type="title"/>
          </p:nvPr>
        </p:nvSpPr>
        <p:spPr>
          <a:ln>
            <a:noFill/>
          </a:ln>
        </p:spPr>
        <p:txBody>
          <a:bodyPr/>
          <a:lstStyle/>
          <a:p>
            <a:r>
              <a:rPr lang="en-US" sz="2800" dirty="0" err="1"/>
              <a:t>E.sort</a:t>
            </a:r>
            <a:r>
              <a:rPr lang="en-US" sz="2800" dirty="0"/>
              <a:t>()</a:t>
            </a:r>
            <a:br>
              <a:rPr lang="en-US" sz="2800" dirty="0"/>
            </a:br>
            <a:r>
              <a:rPr lang="en-US" sz="2800" dirty="0"/>
              <a:t>F=[]</a:t>
            </a:r>
            <a:endParaRPr lang="en-US" dirty="0"/>
          </a:p>
        </p:txBody>
      </p:sp>
      <p:sp>
        <p:nvSpPr>
          <p:cNvPr id="4" name="Slide Number Placeholder 3">
            <a:extLst>
              <a:ext uri="{FF2B5EF4-FFF2-40B4-BE49-F238E27FC236}">
                <a16:creationId xmlns:a16="http://schemas.microsoft.com/office/drawing/2014/main" id="{B18B8288-5B52-4D7F-FA26-599ED420741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sp>
        <p:nvSpPr>
          <p:cNvPr id="11" name="TextBox 10">
            <a:extLst>
              <a:ext uri="{FF2B5EF4-FFF2-40B4-BE49-F238E27FC236}">
                <a16:creationId xmlns:a16="http://schemas.microsoft.com/office/drawing/2014/main" id="{9889A090-0812-6A37-1D38-81CAFCDC5C89}"/>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4DAE989-1D79-F3A1-6380-963F647BEF79}"/>
                  </a:ext>
                </a:extLst>
              </p:cNvPr>
              <p:cNvSpPr txBox="1"/>
              <p:nvPr/>
            </p:nvSpPr>
            <p:spPr>
              <a:xfrm>
                <a:off x="4657618" y="5341841"/>
                <a:ext cx="6227218"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i="1" dirty="0" smtClean="0">
                              <a:latin typeface="Cambria Math" panose="02040503050406030204" pitchFamily="18" charset="0"/>
                            </a:rPr>
                          </m:ctrlPr>
                        </m:dPr>
                        <m:e>
                          <m:r>
                            <a:rPr lang="fa-IR" sz="2800" i="1" dirty="0" smtClean="0">
                              <a:latin typeface="Cambria Math" panose="02040503050406030204" pitchFamily="18" charset="0"/>
                            </a:rPr>
                            <m:t> </m:t>
                          </m:r>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latin typeface="Cambria Math" panose="02040503050406030204" pitchFamily="18" charset="0"/>
                            </a:rPr>
                          </m:ctrlPr>
                        </m:sSubPr>
                        <m:e>
                          <m:r>
                            <a:rPr lang="fa-IR" sz="2800" i="1" dirty="0" smtClean="0">
                              <a:latin typeface="Cambria Math" panose="02040503050406030204" pitchFamily="18" charset="0"/>
                            </a:rPr>
                            <m:t>𝑣</m:t>
                          </m:r>
                        </m:e>
                        <m:sub>
                          <m:r>
                            <a:rPr lang="fa-IR" sz="2800" i="1" dirty="0" smtClean="0">
                              <a:latin typeface="Cambria Math" panose="02040503050406030204" pitchFamily="18" charset="0"/>
                            </a:rPr>
                            <m:t>1</m:t>
                          </m:r>
                        </m:sub>
                      </m:sSub>
                      <m:sSub>
                        <m:sSubPr>
                          <m:ctrlPr>
                            <a:rPr lang="fa-IR" sz="2800" i="1" dirty="0" smtClean="0">
                              <a:latin typeface="Cambria Math" panose="02040503050406030204" pitchFamily="18" charset="0"/>
                            </a:rPr>
                          </m:ctrlPr>
                        </m:sSubPr>
                        <m:e>
                          <m:r>
                            <a:rPr lang="fa-IR" sz="2800" i="1" dirty="0" smtClean="0">
                              <a:latin typeface="Cambria Math" panose="02040503050406030204" pitchFamily="18" charset="0"/>
                            </a:rPr>
                            <m:t>𝑣</m:t>
                          </m:r>
                        </m:e>
                        <m:sub>
                          <m:r>
                            <a:rPr lang="fa-IR" sz="2800" i="1" dirty="0" smtClean="0">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4</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4</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b="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13" name="TextBox 12">
                <a:extLst>
                  <a:ext uri="{FF2B5EF4-FFF2-40B4-BE49-F238E27FC236}">
                    <a16:creationId xmlns:a16="http://schemas.microsoft.com/office/drawing/2014/main" id="{04DAE989-1D79-F3A1-6380-963F647BEF79}"/>
                  </a:ext>
                </a:extLst>
              </p:cNvPr>
              <p:cNvSpPr txBox="1">
                <a:spLocks noRot="1" noChangeAspect="1" noMove="1" noResize="1" noEditPoints="1" noAdjustHandles="1" noChangeArrowheads="1" noChangeShapeType="1" noTextEdit="1"/>
              </p:cNvSpPr>
              <p:nvPr/>
            </p:nvSpPr>
            <p:spPr>
              <a:xfrm>
                <a:off x="4657618" y="5341841"/>
                <a:ext cx="6227218" cy="1231106"/>
              </a:xfrm>
              <a:prstGeom prst="rect">
                <a:avLst/>
              </a:prstGeom>
              <a:blipFill>
                <a:blip r:embed="rId4"/>
                <a:stretch>
                  <a:fillRect/>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23B19315-2B5D-547D-510D-88990D1FE877}"/>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359279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A2B0F-3568-7554-E996-56B48F573A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9F6E65-EA8E-0DE8-9951-A99A816EA07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8B20547A-8398-D431-5906-FDFC31AD5DBC}"/>
              </a:ext>
            </a:extLst>
          </p:cNvPr>
          <p:cNvGraphicFramePr>
            <a:graphicFrameLocks noGrp="1"/>
          </p:cNvGraphicFramePr>
          <p:nvPr>
            <p:extLst>
              <p:ext uri="{D42A27DB-BD31-4B8C-83A1-F6EECF244321}">
                <p14:modId xmlns:p14="http://schemas.microsoft.com/office/powerpoint/2010/main" val="634089429"/>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3</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5</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B39CDE17-2E78-12B8-A301-E7F66A7C2F29}"/>
              </a:ext>
            </a:extLst>
          </p:cNvPr>
          <p:cNvSpPr>
            <a:spLocks noGrp="1"/>
          </p:cNvSpPr>
          <p:nvPr>
            <p:ph type="title"/>
          </p:nvPr>
        </p:nvSpPr>
        <p:spPr/>
        <p:txBody>
          <a:bodyPr>
            <a:normAutofit/>
          </a:bodyPr>
          <a:lstStyle/>
          <a:p>
            <a:r>
              <a:rPr lang="en-US" altLang="en-US" sz="2000" dirty="0">
                <a:latin typeface="Consolas" panose="020B0609020204030204" pitchFamily="49" charset="0"/>
                <a:cs typeface="Courier New" panose="02070309020205020404" pitchFamily="49" charset="0"/>
              </a:rPr>
              <a:t>FOR k=1 to n DO   S[k]=k</a:t>
            </a:r>
            <a:endParaRPr lang="en-US" sz="20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3F5533-790F-11D8-C61A-A3FEB73AAF70}"/>
                  </a:ext>
                </a:extLst>
              </p:cNvPr>
              <p:cNvSpPr txBox="1"/>
              <p:nvPr/>
            </p:nvSpPr>
            <p:spPr>
              <a:xfrm>
                <a:off x="4657618" y="5341841"/>
                <a:ext cx="6223178"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i="1" dirty="0" smtClean="0">
                              <a:latin typeface="Cambria Math" panose="02040503050406030204" pitchFamily="18" charset="0"/>
                            </a:rPr>
                          </m:ctrlPr>
                        </m:dPr>
                        <m:e>
                          <m:r>
                            <a:rPr lang="fa-IR" sz="2800" i="1" dirty="0" smtClean="0">
                              <a:latin typeface="Cambria Math" panose="02040503050406030204" pitchFamily="18" charset="0"/>
                            </a:rPr>
                            <m:t> </m:t>
                          </m:r>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3</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3</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8" name="TextBox 7">
                <a:extLst>
                  <a:ext uri="{FF2B5EF4-FFF2-40B4-BE49-F238E27FC236}">
                    <a16:creationId xmlns:a16="http://schemas.microsoft.com/office/drawing/2014/main" id="{773F5533-790F-11D8-C61A-A3FEB73AAF70}"/>
                  </a:ext>
                </a:extLst>
              </p:cNvPr>
              <p:cNvSpPr txBox="1">
                <a:spLocks noRot="1" noChangeAspect="1" noMove="1" noResize="1" noEditPoints="1" noAdjustHandles="1" noChangeArrowheads="1" noChangeShapeType="1" noTextEdit="1"/>
              </p:cNvSpPr>
              <p:nvPr/>
            </p:nvSpPr>
            <p:spPr>
              <a:xfrm>
                <a:off x="4657618" y="5341841"/>
                <a:ext cx="6223178" cy="1231106"/>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4E0F0DC-B16A-A270-C1FF-2706EE691FF3}"/>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2" name="Table 1">
            <a:extLst>
              <a:ext uri="{FF2B5EF4-FFF2-40B4-BE49-F238E27FC236}">
                <a16:creationId xmlns:a16="http://schemas.microsoft.com/office/drawing/2014/main" id="{21F1E895-3A20-139E-5647-4F86537D0C1A}"/>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504486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9FB10-3902-8C61-7CC7-04B14A9621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01D1FA-2BB1-DCBC-2949-CB199D13C61A}"/>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0786ED01-A329-E533-1851-730A53144F22}"/>
              </a:ext>
            </a:extLst>
          </p:cNvPr>
          <p:cNvGraphicFramePr>
            <a:graphicFrameLocks noGrp="1"/>
          </p:cNvGraphicFramePr>
          <p:nvPr>
            <p:extLst>
              <p:ext uri="{D42A27DB-BD31-4B8C-83A1-F6EECF244321}">
                <p14:modId xmlns:p14="http://schemas.microsoft.com/office/powerpoint/2010/main" val="2520217428"/>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3</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5</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5E4344F3-2E88-91C0-4970-978A506472D4}"/>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63A5718E-CB50-65DA-E279-A0FD3325A3A7}"/>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89CCA41-0870-64FC-F721-EE21D5ED070F}"/>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i="1" dirty="0" smtClean="0">
                              <a:latin typeface="Cambria Math" panose="02040503050406030204" pitchFamily="18" charset="0"/>
                            </a:rPr>
                          </m:ctrlPr>
                        </m:dPr>
                        <m:e>
                          <m:r>
                            <a:rPr lang="fa-IR" sz="2800" i="1" dirty="0" smtClean="0">
                              <a:latin typeface="Cambria Math" panose="02040503050406030204" pitchFamily="18" charset="0"/>
                            </a:rPr>
                            <m:t> </m:t>
                          </m:r>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smtClean="0">
                              <a:solidFill>
                                <a:srgbClr val="00B050"/>
                              </a:solidFill>
                              <a:latin typeface="Cambria Math" panose="02040503050406030204" pitchFamily="18" charset="0"/>
                            </a:rPr>
                            <m:t>𝑣</m:t>
                          </m:r>
                        </m:e>
                        <m:sub>
                          <m:r>
                            <a:rPr lang="fa-IR" sz="2800" i="1" dirty="0" smtClean="0">
                              <a:solidFill>
                                <a:srgbClr val="00B050"/>
                              </a:solidFill>
                              <a:latin typeface="Cambria Math" panose="02040503050406030204" pitchFamily="18" charset="0"/>
                            </a:rPr>
                            <m:t>1</m:t>
                          </m:r>
                        </m:sub>
                      </m:sSub>
                      <m:sSub>
                        <m:sSubPr>
                          <m:ctrlPr>
                            <a:rPr lang="fa-IR" sz="2800" i="1" dirty="0" smtClean="0">
                              <a:solidFill>
                                <a:srgbClr val="00B050"/>
                              </a:solidFill>
                              <a:latin typeface="Cambria Math" panose="02040503050406030204" pitchFamily="18" charset="0"/>
                            </a:rPr>
                          </m:ctrlPr>
                        </m:sSubPr>
                        <m:e>
                          <m:r>
                            <a:rPr lang="fa-IR" sz="2800" i="1" dirty="0" smtClean="0">
                              <a:solidFill>
                                <a:srgbClr val="00B050"/>
                              </a:solidFill>
                              <a:latin typeface="Cambria Math" panose="02040503050406030204" pitchFamily="18" charset="0"/>
                            </a:rPr>
                            <m:t>𝑣</m:t>
                          </m:r>
                        </m:e>
                        <m:sub>
                          <m:r>
                            <a:rPr lang="fa-IR" sz="2800" i="1" dirty="0" smtClean="0">
                              <a:solidFill>
                                <a:srgbClr val="00B050"/>
                              </a:solidFill>
                              <a:latin typeface="Cambria Math" panose="02040503050406030204" pitchFamily="18" charset="0"/>
                            </a:rPr>
                            <m:t>3</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3</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989CCA41-0870-64FC-F721-EE21D5ED070F}"/>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8534CA8D-9C9E-1D21-E29E-94B6D198013F}"/>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28608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36EB-6177-C139-AF21-924F965C715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BB52A4-A544-AAEA-4F36-A866C3A8E96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A55B1E46-F882-0D88-7725-B4AEEF762823}"/>
              </a:ext>
            </a:extLst>
          </p:cNvPr>
          <p:cNvGraphicFramePr>
            <a:graphicFrameLocks noGrp="1"/>
          </p:cNvGraphicFramePr>
          <p:nvPr>
            <p:extLst>
              <p:ext uri="{D42A27DB-BD31-4B8C-83A1-F6EECF244321}">
                <p14:modId xmlns:p14="http://schemas.microsoft.com/office/powerpoint/2010/main" val="1728840539"/>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5</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89FFA36C-F521-A43A-3273-73CA93430150}"/>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DF1E3944-9505-17EA-8929-B015E15E81C2}"/>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B434EEF-6396-5D1D-7E09-E7638244361F}"/>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i="1" dirty="0" smtClean="0">
                              <a:solidFill>
                                <a:srgbClr val="00B050"/>
                              </a:solidFill>
                              <a:latin typeface="Cambria Math" panose="02040503050406030204" pitchFamily="18" charset="0"/>
                            </a:rPr>
                          </m:ctrlPr>
                        </m:dPr>
                        <m:e>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3</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smtClean="0">
                              <a:solidFill>
                                <a:srgbClr val="00B050"/>
                              </a:solidFill>
                              <a:latin typeface="Cambria Math" panose="02040503050406030204" pitchFamily="18" charset="0"/>
                            </a:rPr>
                            <m:t>𝑣</m:t>
                          </m:r>
                        </m:e>
                        <m:sub>
                          <m:r>
                            <a:rPr lang="fa-IR" sz="2800" i="1" dirty="0" smtClean="0">
                              <a:solidFill>
                                <a:srgbClr val="00B050"/>
                              </a:solidFill>
                              <a:latin typeface="Cambria Math" panose="02040503050406030204" pitchFamily="18" charset="0"/>
                            </a:rPr>
                            <m:t>1</m:t>
                          </m:r>
                        </m:sub>
                      </m:sSub>
                      <m:sSub>
                        <m:sSubPr>
                          <m:ctrlPr>
                            <a:rPr lang="fa-IR" sz="2800" i="1" dirty="0" smtClean="0">
                              <a:solidFill>
                                <a:srgbClr val="00B050"/>
                              </a:solidFill>
                              <a:latin typeface="Cambria Math" panose="02040503050406030204" pitchFamily="18" charset="0"/>
                            </a:rPr>
                          </m:ctrlPr>
                        </m:sSubPr>
                        <m:e>
                          <m:r>
                            <a:rPr lang="fa-IR" sz="2800" i="1" dirty="0" smtClean="0">
                              <a:solidFill>
                                <a:srgbClr val="00B050"/>
                              </a:solidFill>
                              <a:latin typeface="Cambria Math" panose="02040503050406030204" pitchFamily="18" charset="0"/>
                            </a:rPr>
                            <m:t>𝑣</m:t>
                          </m:r>
                        </m:e>
                        <m:sub>
                          <m:r>
                            <a:rPr lang="fa-IR" sz="2800" i="1" dirty="0" smtClean="0">
                              <a:solidFill>
                                <a:srgbClr val="00B050"/>
                              </a:solidFill>
                              <a:latin typeface="Cambria Math" panose="02040503050406030204" pitchFamily="18" charset="0"/>
                            </a:rPr>
                            <m:t>3</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3</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7B434EEF-6396-5D1D-7E09-E7638244361F}"/>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B95E13A9-6C65-786A-71DD-943D2D1F4FE3}"/>
              </a:ext>
            </a:extLst>
          </p:cNvPr>
          <p:cNvSpPr/>
          <p:nvPr/>
        </p:nvSpPr>
        <p:spPr>
          <a:xfrm>
            <a:off x="5659348" y="5604988"/>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DC62287A-2DEF-265D-176B-93A2B108503C}"/>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359414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1FAA8-BCDC-0D60-F853-0CE99C2076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543E5-1000-7AEC-8C21-56D8105C27D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0A99211A-A4A0-829F-44FB-0675CE41DA59}"/>
              </a:ext>
            </a:extLst>
          </p:cNvPr>
          <p:cNvGraphicFramePr>
            <a:graphicFrameLocks noGrp="1"/>
          </p:cNvGraphicFramePr>
          <p:nvPr>
            <p:extLst>
              <p:ext uri="{D42A27DB-BD31-4B8C-83A1-F6EECF244321}">
                <p14:modId xmlns:p14="http://schemas.microsoft.com/office/powerpoint/2010/main" val="862902547"/>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5</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6E41589C-E0D9-4B3C-1771-9E6B32B83449}"/>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60623868-BB18-3833-BE3F-0B6A5DB4E544}"/>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99E870C-BD41-33C6-5582-EBEAA22AC566}"/>
                  </a:ext>
                </a:extLst>
              </p:cNvPr>
              <p:cNvSpPr txBox="1"/>
              <p:nvPr/>
            </p:nvSpPr>
            <p:spPr>
              <a:xfrm>
                <a:off x="4657618" y="5341841"/>
                <a:ext cx="6223178"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i="1" dirty="0" smtClean="0">
                              <a:solidFill>
                                <a:schemeClr val="tx1"/>
                              </a:solidFill>
                              <a:latin typeface="Cambria Math" panose="02040503050406030204" pitchFamily="18" charset="0"/>
                            </a:rPr>
                          </m:ctrlPr>
                        </m:dPr>
                        <m:e>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3</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3</m:t>
                          </m:r>
                        </m:sub>
                      </m:sSub>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r>
                        <a:rPr lang="fa-IR" sz="2800" i="1" dirty="0" smtClean="0">
                          <a:latin typeface="Cambria Math" panose="02040503050406030204" pitchFamily="18" charset="0"/>
                        </a:rPr>
                        <m:t>, </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3" name="TextBox 2">
                <a:extLst>
                  <a:ext uri="{FF2B5EF4-FFF2-40B4-BE49-F238E27FC236}">
                    <a16:creationId xmlns:a16="http://schemas.microsoft.com/office/drawing/2014/main" id="{F99E870C-BD41-33C6-5582-EBEAA22AC566}"/>
                  </a:ext>
                </a:extLst>
              </p:cNvPr>
              <p:cNvSpPr txBox="1">
                <a:spLocks noRot="1" noChangeAspect="1" noMove="1" noResize="1" noEditPoints="1" noAdjustHandles="1" noChangeArrowheads="1" noChangeShapeType="1" noTextEdit="1"/>
              </p:cNvSpPr>
              <p:nvPr/>
            </p:nvSpPr>
            <p:spPr>
              <a:xfrm>
                <a:off x="4657618" y="5341841"/>
                <a:ext cx="6223178" cy="1231106"/>
              </a:xfrm>
              <a:prstGeom prst="rect">
                <a:avLst/>
              </a:prstGeom>
              <a:blipFill>
                <a:blip r:embed="rId4"/>
                <a:stretch>
                  <a:fillRect/>
                </a:stretch>
              </a:blipFill>
            </p:spPr>
            <p:txBody>
              <a:bodyPr/>
              <a:lstStyle/>
              <a:p>
                <a:r>
                  <a:rPr lang="en-US">
                    <a:noFill/>
                  </a:rPr>
                  <a:t> </a:t>
                </a:r>
              </a:p>
            </p:txBody>
          </p:sp>
        </mc:Fallback>
      </mc:AlternateContent>
      <p:sp>
        <p:nvSpPr>
          <p:cNvPr id="5" name="Multiplication Sign 4">
            <a:extLst>
              <a:ext uri="{FF2B5EF4-FFF2-40B4-BE49-F238E27FC236}">
                <a16:creationId xmlns:a16="http://schemas.microsoft.com/office/drawing/2014/main" id="{555177C3-E26B-E9DD-B511-21D4DC54D096}"/>
              </a:ext>
            </a:extLst>
          </p:cNvPr>
          <p:cNvSpPr/>
          <p:nvPr/>
        </p:nvSpPr>
        <p:spPr>
          <a:xfrm>
            <a:off x="5659348" y="5594711"/>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779BE147-D20B-1124-37D7-DA8756EAC0DB}"/>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3890763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836EF-C323-3BE0-7313-52EA8935BD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29F1BC-566D-5084-A528-F7A3635A5BE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CCFA2913-E96C-4F2A-CFFA-F0B8981B94C4}"/>
              </a:ext>
            </a:extLst>
          </p:cNvPr>
          <p:cNvGraphicFramePr>
            <a:graphicFrameLocks noGrp="1"/>
          </p:cNvGraphicFramePr>
          <p:nvPr>
            <p:extLst>
              <p:ext uri="{D42A27DB-BD31-4B8C-83A1-F6EECF244321}">
                <p14:modId xmlns:p14="http://schemas.microsoft.com/office/powerpoint/2010/main" val="1504752756"/>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5</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1202BE6F-9AC3-A24C-2AD9-AB1FD0EA139B}"/>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9EA9875E-F706-DDB0-A925-54755218A389}"/>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45FB08-7398-4EE0-F73E-D1EBD1FBF471}"/>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i="1" dirty="0" smtClean="0">
                              <a:solidFill>
                                <a:schemeClr val="tx1"/>
                              </a:solidFill>
                              <a:latin typeface="Cambria Math" panose="02040503050406030204" pitchFamily="18" charset="0"/>
                            </a:rPr>
                          </m:ctrlPr>
                        </m:dPr>
                        <m:e>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3</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3</m:t>
                          </m:r>
                        </m:sub>
                      </m:sSub>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3" name="TextBox 2">
                <a:extLst>
                  <a:ext uri="{FF2B5EF4-FFF2-40B4-BE49-F238E27FC236}">
                    <a16:creationId xmlns:a16="http://schemas.microsoft.com/office/drawing/2014/main" id="{E845FB08-7398-4EE0-F73E-D1EBD1FBF471}"/>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5" name="Multiplication Sign 4">
            <a:extLst>
              <a:ext uri="{FF2B5EF4-FFF2-40B4-BE49-F238E27FC236}">
                <a16:creationId xmlns:a16="http://schemas.microsoft.com/office/drawing/2014/main" id="{57586290-C55E-9603-360A-8334596B8635}"/>
              </a:ext>
            </a:extLst>
          </p:cNvPr>
          <p:cNvSpPr/>
          <p:nvPr/>
        </p:nvSpPr>
        <p:spPr>
          <a:xfrm>
            <a:off x="5659348" y="557416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21085E46-0CE6-A49C-BC1E-7B83F7947AFE}"/>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83690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38A3B-D94A-CBF6-79E6-41F9B1C0FF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74D359-68D3-7922-C2CA-1290BE77D2E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BB8AE173-7901-A1D8-5D01-FC1147A993F1}"/>
              </a:ext>
            </a:extLst>
          </p:cNvPr>
          <p:cNvGraphicFramePr>
            <a:graphicFrameLocks noGrp="1"/>
          </p:cNvGraphicFramePr>
          <p:nvPr>
            <p:extLst>
              <p:ext uri="{D42A27DB-BD31-4B8C-83A1-F6EECF244321}">
                <p14:modId xmlns:p14="http://schemas.microsoft.com/office/powerpoint/2010/main" val="4093389470"/>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E95C209F-3627-E5A1-30BF-3CE385C450CE}"/>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39A847C8-6EDF-A454-667F-6D4D6329A557}"/>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189B54-D6DA-FA6B-1EBF-04DC8F7C21A5}"/>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3</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3</m:t>
                          </m:r>
                        </m:sub>
                      </m:sSub>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07189B54-D6DA-FA6B-1EBF-04DC8F7C21A5}"/>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9E783D1D-1E1A-A6CD-5BBA-9E8F75B91892}"/>
              </a:ext>
            </a:extLst>
          </p:cNvPr>
          <p:cNvSpPr/>
          <p:nvPr/>
        </p:nvSpPr>
        <p:spPr>
          <a:xfrm>
            <a:off x="6501829" y="5594714"/>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C6859F6C-C7E6-FC4E-E1E0-E2E1F003F858}"/>
              </a:ext>
            </a:extLst>
          </p:cNvPr>
          <p:cNvSpPr/>
          <p:nvPr/>
        </p:nvSpPr>
        <p:spPr>
          <a:xfrm>
            <a:off x="5659348" y="5594714"/>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2532FAA2-C70F-81FB-B1EB-FC63F305C64E}"/>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381721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AD5EA-DFA7-E0A2-B90A-AD42FAB2C0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11F5A0-81FB-0BA6-2CEF-629183CFF4FD}"/>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EA1D8A50-34E1-1E74-2ECC-92C251D824AA}"/>
              </a:ext>
            </a:extLst>
          </p:cNvPr>
          <p:cNvGraphicFramePr>
            <a:graphicFrameLocks noGrp="1"/>
          </p:cNvGraphicFramePr>
          <p:nvPr>
            <p:extLst>
              <p:ext uri="{D42A27DB-BD31-4B8C-83A1-F6EECF244321}">
                <p14:modId xmlns:p14="http://schemas.microsoft.com/office/powerpoint/2010/main" val="513475992"/>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C930713A-F042-06F9-307E-E63B7403EBA9}"/>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8AD5EE0A-90B0-152E-8EB7-08597E8A78F3}"/>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E586BE0-7C5E-C237-72CD-10007D4B7729}"/>
                  </a:ext>
                </a:extLst>
              </p:cNvPr>
              <p:cNvSpPr txBox="1"/>
              <p:nvPr/>
            </p:nvSpPr>
            <p:spPr>
              <a:xfrm>
                <a:off x="4657618" y="5341841"/>
                <a:ext cx="6223178"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4</m:t>
                          </m:r>
                        </m:sub>
                      </m:sSub>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r>
                        <a:rPr lang="fa-IR" sz="2800" i="1" dirty="0" smtClean="0">
                          <a:latin typeface="Cambria Math" panose="02040503050406030204" pitchFamily="18" charset="0"/>
                        </a:rPr>
                        <m:t>, </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EE586BE0-7C5E-C237-72CD-10007D4B7729}"/>
                  </a:ext>
                </a:extLst>
              </p:cNvPr>
              <p:cNvSpPr txBox="1">
                <a:spLocks noRot="1" noChangeAspect="1" noMove="1" noResize="1" noEditPoints="1" noAdjustHandles="1" noChangeArrowheads="1" noChangeShapeType="1" noTextEdit="1"/>
              </p:cNvSpPr>
              <p:nvPr/>
            </p:nvSpPr>
            <p:spPr>
              <a:xfrm>
                <a:off x="4657618" y="5341841"/>
                <a:ext cx="6223178"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75688795-B168-A0A9-3EF8-3E667DC22193}"/>
              </a:ext>
            </a:extLst>
          </p:cNvPr>
          <p:cNvSpPr/>
          <p:nvPr/>
        </p:nvSpPr>
        <p:spPr>
          <a:xfrm>
            <a:off x="6501829" y="556389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CAD4AB87-D175-0EE4-5649-C9E963704412}"/>
              </a:ext>
            </a:extLst>
          </p:cNvPr>
          <p:cNvSpPr/>
          <p:nvPr/>
        </p:nvSpPr>
        <p:spPr>
          <a:xfrm>
            <a:off x="5659348" y="556389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3777BE0B-6804-C284-8EB1-6E26AAB1F41D}"/>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835227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6A02-3F69-5C55-CACD-1B34AB870B3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62FAAD-FB0C-DBEF-20C2-1F6BF5C4BFA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4981D9D7-AA42-D09D-3DAC-7F0685E38497}"/>
              </a:ext>
            </a:extLst>
          </p:cNvPr>
          <p:cNvGraphicFramePr>
            <a:graphicFrameLocks noGrp="1"/>
          </p:cNvGraphicFramePr>
          <p:nvPr>
            <p:extLst>
              <p:ext uri="{D42A27DB-BD31-4B8C-83A1-F6EECF244321}">
                <p14:modId xmlns:p14="http://schemas.microsoft.com/office/powerpoint/2010/main" val="1339922114"/>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4</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B1FA6958-86B5-D07B-75D5-C60BB825AA0B}"/>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58EA29DC-F306-4550-84F5-F6098FBADCC8}"/>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6D4AD45-AE69-8FF7-7B07-D5D3C3012A96}"/>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4</m:t>
                          </m:r>
                        </m:sub>
                      </m:sSub>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A6D4AD45-AE69-8FF7-7B07-D5D3C3012A96}"/>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D173D231-723E-C3C6-61A1-D504EF131F29}"/>
              </a:ext>
            </a:extLst>
          </p:cNvPr>
          <p:cNvSpPr/>
          <p:nvPr/>
        </p:nvSpPr>
        <p:spPr>
          <a:xfrm>
            <a:off x="6501829" y="554334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BD843357-01A3-35B2-53EF-8E7D918584E5}"/>
              </a:ext>
            </a:extLst>
          </p:cNvPr>
          <p:cNvSpPr/>
          <p:nvPr/>
        </p:nvSpPr>
        <p:spPr>
          <a:xfrm>
            <a:off x="5659348" y="554334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0D22B592-DC4B-CA72-6D58-61842D3A9FE1}"/>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1745930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710D8-3986-18FE-123A-EE39509BAA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003086-6AE2-5D7E-447B-BDBD9EB0E89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44AC1429-6ED3-3659-1709-E9E0264E2E41}"/>
              </a:ext>
            </a:extLst>
          </p:cNvPr>
          <p:cNvGraphicFramePr>
            <a:graphicFrameLocks noGrp="1"/>
          </p:cNvGraphicFramePr>
          <p:nvPr>
            <p:extLst>
              <p:ext uri="{D42A27DB-BD31-4B8C-83A1-F6EECF244321}">
                <p14:modId xmlns:p14="http://schemas.microsoft.com/office/powerpoint/2010/main" val="2230239304"/>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CC7AD72B-C7F4-9943-1813-244379B5F1A4}"/>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1D2A4188-F796-F0A0-E67F-55A661540931}"/>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0721F3C-50B6-1EBB-F8D3-6544C5BC2806}"/>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4</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4</m:t>
                          </m:r>
                        </m:sub>
                      </m:sSub>
                      <m:sSub>
                        <m:sSubPr>
                          <m:ctrlPr>
                            <a:rPr lang="fa-IR" sz="2800" b="0" i="1" dirty="0" smtClean="0">
                              <a:solidFill>
                                <a:srgbClr val="00B050"/>
                              </a:solidFill>
                              <a:latin typeface="Cambria Math" panose="02040503050406030204" pitchFamily="18" charset="0"/>
                            </a:rPr>
                          </m:ctrlPr>
                        </m:sSubPr>
                        <m:e>
                          <m:r>
                            <a:rPr lang="fa-IR" sz="2800" b="0" i="1" dirty="0" smtClean="0">
                              <a:solidFill>
                                <a:srgbClr val="00B050"/>
                              </a:solidFill>
                              <a:latin typeface="Cambria Math" panose="02040503050406030204" pitchFamily="18" charset="0"/>
                            </a:rPr>
                            <m:t>𝑣</m:t>
                          </m:r>
                        </m:e>
                        <m:sub>
                          <m:r>
                            <a:rPr lang="fa-IR" sz="2800" b="0" i="1" dirty="0" smtClean="0">
                              <a:solidFill>
                                <a:srgbClr val="00B050"/>
                              </a:solidFill>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50721F3C-50B6-1EBB-F8D3-6544C5BC2806}"/>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BAED5CAD-D712-1086-D28C-9910D455BFD1}"/>
              </a:ext>
            </a:extLst>
          </p:cNvPr>
          <p:cNvSpPr/>
          <p:nvPr/>
        </p:nvSpPr>
        <p:spPr>
          <a:xfrm>
            <a:off x="6501829" y="558444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3C0FF30F-743B-8EEA-8071-58AE59AA217E}"/>
              </a:ext>
            </a:extLst>
          </p:cNvPr>
          <p:cNvSpPr/>
          <p:nvPr/>
        </p:nvSpPr>
        <p:spPr>
          <a:xfrm>
            <a:off x="5659348" y="558444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0D5472AA-11A9-DFE1-5F52-DBCE292F4292}"/>
              </a:ext>
            </a:extLst>
          </p:cNvPr>
          <p:cNvSpPr/>
          <p:nvPr/>
        </p:nvSpPr>
        <p:spPr>
          <a:xfrm>
            <a:off x="7337485" y="5524038"/>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5C0BE780-1902-CE7B-F588-B8A2C7E3272B}"/>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58893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6C86-F3A5-EE03-DE32-7744CD29E32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B5308C-554B-609B-9BD8-5E92C90002E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AF0294D1-7566-4102-3520-82543B30086A}"/>
              </a:ext>
            </a:extLst>
          </p:cNvPr>
          <p:cNvGraphicFramePr>
            <a:graphicFrameLocks noGrp="1"/>
          </p:cNvGraphicFramePr>
          <p:nvPr>
            <p:extLst>
              <p:ext uri="{D42A27DB-BD31-4B8C-83A1-F6EECF244321}">
                <p14:modId xmlns:p14="http://schemas.microsoft.com/office/powerpoint/2010/main" val="3092058902"/>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7CCF7D3C-20EF-63D0-7D48-A43C5C2C2165}"/>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743D10EA-63DA-E48F-EDAB-4C49126247F0}"/>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F6E3E6B-42AF-E352-9D11-AEE48E365F6F}"/>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5F6E3E6B-42AF-E352-9D11-AEE48E365F6F}"/>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D655E194-4B4F-DCD0-2051-E0E0CCD9C1BE}"/>
              </a:ext>
            </a:extLst>
          </p:cNvPr>
          <p:cNvSpPr/>
          <p:nvPr/>
        </p:nvSpPr>
        <p:spPr>
          <a:xfrm>
            <a:off x="6501829" y="5574165"/>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E2C53D33-3322-89F8-4091-56CE4AA22953}"/>
              </a:ext>
            </a:extLst>
          </p:cNvPr>
          <p:cNvSpPr/>
          <p:nvPr/>
        </p:nvSpPr>
        <p:spPr>
          <a:xfrm>
            <a:off x="5659348" y="5574165"/>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19BB42AB-7ABA-7D68-A61C-D2DA1585DCBF}"/>
              </a:ext>
            </a:extLst>
          </p:cNvPr>
          <p:cNvSpPr/>
          <p:nvPr/>
        </p:nvSpPr>
        <p:spPr>
          <a:xfrm>
            <a:off x="7337485" y="5513763"/>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F3C32077-7400-5044-9C49-C2FC49BE6F9B}"/>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1279598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DA28D-EE7C-BF44-0161-B6DD1DC8C6F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38107D-C6BD-6B1A-7721-6992E439439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EED492F7-C3DF-019A-9240-A03158630A11}"/>
              </a:ext>
            </a:extLst>
          </p:cNvPr>
          <p:cNvGraphicFramePr>
            <a:graphicFrameLocks noGrp="1"/>
          </p:cNvGraphicFramePr>
          <p:nvPr>
            <p:extLst>
              <p:ext uri="{D42A27DB-BD31-4B8C-83A1-F6EECF244321}">
                <p14:modId xmlns:p14="http://schemas.microsoft.com/office/powerpoint/2010/main" val="2294824944"/>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F88AE9A5-59C4-2203-3F36-03732F6E633D}"/>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4837287F-1A11-0E34-D011-674419C351B7}"/>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C7F3365-B01C-85C0-2E2E-1650B25652C0}"/>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4</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4C7F3365-B01C-85C0-2E2E-1650B25652C0}"/>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89ABC97E-6BD8-7E05-D044-70BB35D02B85}"/>
              </a:ext>
            </a:extLst>
          </p:cNvPr>
          <p:cNvSpPr/>
          <p:nvPr/>
        </p:nvSpPr>
        <p:spPr>
          <a:xfrm>
            <a:off x="6501829" y="5656358"/>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7F8CE760-8FB4-B200-6D9C-EB9B868E90A4}"/>
              </a:ext>
            </a:extLst>
          </p:cNvPr>
          <p:cNvSpPr/>
          <p:nvPr/>
        </p:nvSpPr>
        <p:spPr>
          <a:xfrm>
            <a:off x="5659348" y="5656358"/>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DBBC082D-D388-825C-8E09-ACC1C7E4F31C}"/>
              </a:ext>
            </a:extLst>
          </p:cNvPr>
          <p:cNvSpPr/>
          <p:nvPr/>
        </p:nvSpPr>
        <p:spPr>
          <a:xfrm>
            <a:off x="7337485" y="559595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8F7DD1D-DE1D-41EB-8B16-DC4B2E9750B6}"/>
              </a:ext>
            </a:extLst>
          </p:cNvPr>
          <p:cNvSpPr txBox="1"/>
          <p:nvPr/>
        </p:nvSpPr>
        <p:spPr>
          <a:xfrm>
            <a:off x="8210788" y="3621474"/>
            <a:ext cx="1028871" cy="461665"/>
          </a:xfrm>
          <a:prstGeom prst="rect">
            <a:avLst/>
          </a:prstGeom>
          <a:noFill/>
        </p:spPr>
        <p:txBody>
          <a:bodyPr wrap="none" rtlCol="0">
            <a:spAutoFit/>
          </a:bodyPr>
          <a:lstStyle/>
          <a:p>
            <a:r>
              <a:rPr lang="en-US" sz="2400" dirty="0">
                <a:solidFill>
                  <a:srgbClr val="FF0000"/>
                </a:solidFill>
              </a:rPr>
              <a:t>Reject </a:t>
            </a:r>
          </a:p>
        </p:txBody>
      </p:sp>
      <p:sp>
        <p:nvSpPr>
          <p:cNvPr id="11" name="Multiplication Sign 10">
            <a:extLst>
              <a:ext uri="{FF2B5EF4-FFF2-40B4-BE49-F238E27FC236}">
                <a16:creationId xmlns:a16="http://schemas.microsoft.com/office/drawing/2014/main" id="{F991481B-F049-972D-A10E-2B0686555151}"/>
              </a:ext>
            </a:extLst>
          </p:cNvPr>
          <p:cNvSpPr/>
          <p:nvPr/>
        </p:nvSpPr>
        <p:spPr>
          <a:xfrm>
            <a:off x="8137156" y="5614793"/>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C69B4C9D-155B-691E-02BC-D5FEB6E39977}"/>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414390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9B1CC-75E2-3B00-F17A-9AD44AA9CF7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A1BA44-9E13-3073-C403-F618C9BA288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DF8332B9-D0E6-74E7-0A4E-81DA76CB5059}"/>
              </a:ext>
            </a:extLst>
          </p:cNvPr>
          <p:cNvGraphicFramePr>
            <a:graphicFrameLocks noGrp="1"/>
          </p:cNvGraphicFramePr>
          <p:nvPr>
            <p:extLst>
              <p:ext uri="{D42A27DB-BD31-4B8C-83A1-F6EECF244321}">
                <p14:modId xmlns:p14="http://schemas.microsoft.com/office/powerpoint/2010/main" val="3579210607"/>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8A768B4D-2E22-A69D-F7A7-E0D046BAEC5C}"/>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98E9F162-B9C4-BB07-E1AC-BF1B364E823F}"/>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42AE876-9355-99D6-FD38-6281E18C277D}"/>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F42AE876-9355-99D6-FD38-6281E18C277D}"/>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F3BE7618-3B69-9587-C34E-D49EC832FC22}"/>
              </a:ext>
            </a:extLst>
          </p:cNvPr>
          <p:cNvSpPr/>
          <p:nvPr/>
        </p:nvSpPr>
        <p:spPr>
          <a:xfrm>
            <a:off x="6501829" y="555361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FCBA2490-6372-F881-0408-E82F2C96E51F}"/>
              </a:ext>
            </a:extLst>
          </p:cNvPr>
          <p:cNvSpPr/>
          <p:nvPr/>
        </p:nvSpPr>
        <p:spPr>
          <a:xfrm>
            <a:off x="5659348" y="555361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E9FFA800-53B6-8DF9-A02F-3ED94E940DB0}"/>
              </a:ext>
            </a:extLst>
          </p:cNvPr>
          <p:cNvSpPr/>
          <p:nvPr/>
        </p:nvSpPr>
        <p:spPr>
          <a:xfrm>
            <a:off x="7337485" y="5493214"/>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7C53C551-E9EE-D7BE-145B-3853C11B65CE}"/>
              </a:ext>
            </a:extLst>
          </p:cNvPr>
          <p:cNvSpPr/>
          <p:nvPr/>
        </p:nvSpPr>
        <p:spPr>
          <a:xfrm>
            <a:off x="8142319" y="5523415"/>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83E81962-16CC-9C8E-0192-D41AE9983E88}"/>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3267586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D4C2-E336-758B-5486-3BC94DF2CB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270246-BBB8-C053-DD89-1C94AC8E17B9}"/>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87079C4C-D416-814D-B840-CA87A6C409FC}"/>
              </a:ext>
            </a:extLst>
          </p:cNvPr>
          <p:cNvGraphicFramePr>
            <a:graphicFrameLocks noGrp="1"/>
          </p:cNvGraphicFramePr>
          <p:nvPr>
            <p:extLst>
              <p:ext uri="{D42A27DB-BD31-4B8C-83A1-F6EECF244321}">
                <p14:modId xmlns:p14="http://schemas.microsoft.com/office/powerpoint/2010/main" val="686489633"/>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788225B5-F4D6-D6CC-D75D-F5D0AD6AA767}"/>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A760C1A8-7724-DC06-263F-A1145A153102}"/>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BD78956-F2A0-41EC-AC0C-FBE053976361}"/>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5</m:t>
                          </m:r>
                        </m:sub>
                      </m:sSub>
                      <m:r>
                        <a:rPr lang="fa-IR" sz="2800" i="1" dirty="0">
                          <a:latin typeface="Cambria Math" panose="02040503050406030204" pitchFamily="18" charset="0"/>
                        </a:rPr>
                        <m:t>,</m:t>
                      </m:r>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4BD78956-F2A0-41EC-AC0C-FBE053976361}"/>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F259E983-AC83-126E-F715-70A7D21AC376}"/>
              </a:ext>
            </a:extLst>
          </p:cNvPr>
          <p:cNvSpPr/>
          <p:nvPr/>
        </p:nvSpPr>
        <p:spPr>
          <a:xfrm>
            <a:off x="6501829" y="559471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B9FC0ED3-F793-3149-D266-5991FFA99EA5}"/>
              </a:ext>
            </a:extLst>
          </p:cNvPr>
          <p:cNvSpPr/>
          <p:nvPr/>
        </p:nvSpPr>
        <p:spPr>
          <a:xfrm>
            <a:off x="5659348" y="559471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121E0602-4F53-AF88-BC35-5F1C41107345}"/>
              </a:ext>
            </a:extLst>
          </p:cNvPr>
          <p:cNvSpPr/>
          <p:nvPr/>
        </p:nvSpPr>
        <p:spPr>
          <a:xfrm>
            <a:off x="7337485" y="5534315"/>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990895EF-0910-705B-56B1-9936548BE96A}"/>
              </a:ext>
            </a:extLst>
          </p:cNvPr>
          <p:cNvSpPr/>
          <p:nvPr/>
        </p:nvSpPr>
        <p:spPr>
          <a:xfrm>
            <a:off x="8142319" y="556451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535FE4F-BE07-72D4-D2B4-F6705145FF15}"/>
              </a:ext>
            </a:extLst>
          </p:cNvPr>
          <p:cNvSpPr txBox="1"/>
          <p:nvPr/>
        </p:nvSpPr>
        <p:spPr>
          <a:xfrm>
            <a:off x="8397690" y="3529141"/>
            <a:ext cx="1028871" cy="461665"/>
          </a:xfrm>
          <a:prstGeom prst="rect">
            <a:avLst/>
          </a:prstGeom>
          <a:noFill/>
        </p:spPr>
        <p:txBody>
          <a:bodyPr wrap="none" rtlCol="0">
            <a:spAutoFit/>
          </a:bodyPr>
          <a:lstStyle/>
          <a:p>
            <a:r>
              <a:rPr lang="en-US" sz="2400" dirty="0">
                <a:solidFill>
                  <a:srgbClr val="FF0000"/>
                </a:solidFill>
              </a:rPr>
              <a:t>Reject </a:t>
            </a:r>
          </a:p>
        </p:txBody>
      </p:sp>
      <p:sp>
        <p:nvSpPr>
          <p:cNvPr id="12" name="Multiplication Sign 11">
            <a:extLst>
              <a:ext uri="{FF2B5EF4-FFF2-40B4-BE49-F238E27FC236}">
                <a16:creationId xmlns:a16="http://schemas.microsoft.com/office/drawing/2014/main" id="{4D9D511B-5F99-338F-C087-C23DE428EEF8}"/>
              </a:ext>
            </a:extLst>
          </p:cNvPr>
          <p:cNvSpPr/>
          <p:nvPr/>
        </p:nvSpPr>
        <p:spPr>
          <a:xfrm>
            <a:off x="8979636" y="555315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56FE397C-0D3C-56B0-D4FE-E995621C769B}"/>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1163452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34503-30D7-07AD-FF0E-C34FFA5F65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9A0782-282F-B033-D253-40199EC4A51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A9ABAB68-C304-519B-D952-62F4899184E2}"/>
              </a:ext>
            </a:extLst>
          </p:cNvPr>
          <p:cNvGraphicFramePr>
            <a:graphicFrameLocks noGrp="1"/>
          </p:cNvGraphicFramePr>
          <p:nvPr>
            <p:extLst>
              <p:ext uri="{D42A27DB-BD31-4B8C-83A1-F6EECF244321}">
                <p14:modId xmlns:p14="http://schemas.microsoft.com/office/powerpoint/2010/main" val="4134348312"/>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A9D91B12-427A-6558-AD78-3C25EF9B320E}"/>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90976E87-8B68-D34E-FBA8-25744B2F3F7A}"/>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E4B620-E677-ABF0-D46F-D3952C0137C8}"/>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latin typeface="Cambria Math" panose="02040503050406030204" pitchFamily="18" charset="0"/>
                            </a:rPr>
                          </m:ctrlPr>
                        </m:sSubPr>
                        <m:e>
                          <m:r>
                            <a:rPr lang="fa-IR" sz="2800" i="1" dirty="0">
                              <a:latin typeface="Cambria Math" panose="02040503050406030204" pitchFamily="18" charset="0"/>
                            </a:rPr>
                            <m:t>𝑣</m:t>
                          </m:r>
                        </m:e>
                        <m:sub>
                          <m:r>
                            <a:rPr lang="fa-IR" sz="2800" i="1" dirty="0">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D1E4B620-E677-ABF0-D46F-D3952C0137C8}"/>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D77CB234-4E32-3DF6-14DA-8BD3B2027ED4}"/>
              </a:ext>
            </a:extLst>
          </p:cNvPr>
          <p:cNvSpPr/>
          <p:nvPr/>
        </p:nvSpPr>
        <p:spPr>
          <a:xfrm>
            <a:off x="6501829" y="561526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BD06A607-FB5F-96BA-4074-4A4CCCBACC1E}"/>
              </a:ext>
            </a:extLst>
          </p:cNvPr>
          <p:cNvSpPr/>
          <p:nvPr/>
        </p:nvSpPr>
        <p:spPr>
          <a:xfrm>
            <a:off x="5659348" y="561526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DD5626A4-98D2-8693-CC40-3D0C58275F37}"/>
              </a:ext>
            </a:extLst>
          </p:cNvPr>
          <p:cNvSpPr/>
          <p:nvPr/>
        </p:nvSpPr>
        <p:spPr>
          <a:xfrm>
            <a:off x="7337485" y="555486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E63A4F10-1AC0-19C6-6ED0-CF59852C3965}"/>
              </a:ext>
            </a:extLst>
          </p:cNvPr>
          <p:cNvSpPr/>
          <p:nvPr/>
        </p:nvSpPr>
        <p:spPr>
          <a:xfrm>
            <a:off x="8142319" y="5585061"/>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B97FE0F2-8363-B435-C7F7-5E8B86A96FFF}"/>
              </a:ext>
            </a:extLst>
          </p:cNvPr>
          <p:cNvSpPr/>
          <p:nvPr/>
        </p:nvSpPr>
        <p:spPr>
          <a:xfrm>
            <a:off x="8979636" y="557369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C276AEB2-100B-64AB-4017-F39DF1470F0C}"/>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760970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A37DB-2929-B094-BFB5-8BD463595DC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BA3638-6387-AD6C-9D56-3FCFC4F0123D}"/>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3A6A4B1B-B60C-341E-0A50-85D1F31FDAEF}"/>
              </a:ext>
            </a:extLst>
          </p:cNvPr>
          <p:cNvGraphicFramePr>
            <a:graphicFrameLocks noGrp="1"/>
          </p:cNvGraphicFramePr>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525E3C65-ACD0-0291-8093-98487B48CE78}"/>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E8BEDCAC-DA6F-1361-3D6D-91E9A5ACBAEF}"/>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CD8651-CB37-27D1-D8B0-BEE915CF224A}"/>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FECD8651-CB37-27D1-D8B0-BEE915CF224A}"/>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81432538-37B9-0FF6-5214-A28459B2784C}"/>
              </a:ext>
            </a:extLst>
          </p:cNvPr>
          <p:cNvSpPr/>
          <p:nvPr/>
        </p:nvSpPr>
        <p:spPr>
          <a:xfrm>
            <a:off x="6501829" y="561526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FCCF522F-16D3-1CBC-2A69-70E2666D8D85}"/>
              </a:ext>
            </a:extLst>
          </p:cNvPr>
          <p:cNvSpPr/>
          <p:nvPr/>
        </p:nvSpPr>
        <p:spPr>
          <a:xfrm>
            <a:off x="5659348" y="561526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C9CCD1E4-9611-03ED-42E2-50CBDC1E0827}"/>
              </a:ext>
            </a:extLst>
          </p:cNvPr>
          <p:cNvSpPr/>
          <p:nvPr/>
        </p:nvSpPr>
        <p:spPr>
          <a:xfrm>
            <a:off x="7337485" y="555486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6D550104-CC15-5481-B2D3-F213649B2AAA}"/>
              </a:ext>
            </a:extLst>
          </p:cNvPr>
          <p:cNvSpPr/>
          <p:nvPr/>
        </p:nvSpPr>
        <p:spPr>
          <a:xfrm>
            <a:off x="8142319" y="5585061"/>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BDF4119C-897C-97E9-F82B-986E6645813C}"/>
              </a:ext>
            </a:extLst>
          </p:cNvPr>
          <p:cNvSpPr/>
          <p:nvPr/>
        </p:nvSpPr>
        <p:spPr>
          <a:xfrm>
            <a:off x="8979636" y="557369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9CF79CD9-0595-C89B-BC14-47F28A0C9140}"/>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622137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E85B9-E3CD-3996-9F5B-4C4D0463B6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396C24-69B8-B460-2A94-AD864796D644}"/>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DE3ADEE1-1493-DAF4-F9B2-0DBBDA622E5B}"/>
              </a:ext>
            </a:extLst>
          </p:cNvPr>
          <p:cNvGraphicFramePr>
            <a:graphicFrameLocks noGrp="1"/>
          </p:cNvGraphicFramePr>
          <p:nvPr>
            <p:extLst>
              <p:ext uri="{D42A27DB-BD31-4B8C-83A1-F6EECF244321}">
                <p14:modId xmlns:p14="http://schemas.microsoft.com/office/powerpoint/2010/main" val="1651403152"/>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BC1A6531-7ADC-4BC8-C549-6323DCB3FF27}"/>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DCA5BA95-8EB8-8640-EC01-E40EA1CBC9B2}"/>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2F39AD-4167-9BB8-88F4-68BF4E34F4BD}"/>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862F39AD-4167-9BB8-88F4-68BF4E34F4BD}"/>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DDCEA0CA-8F16-B1AA-6DDA-37D7FEFEC65B}"/>
              </a:ext>
            </a:extLst>
          </p:cNvPr>
          <p:cNvSpPr/>
          <p:nvPr/>
        </p:nvSpPr>
        <p:spPr>
          <a:xfrm>
            <a:off x="6501829" y="561526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D012A05D-9602-8DAA-AE5B-CBB650BFDB0C}"/>
              </a:ext>
            </a:extLst>
          </p:cNvPr>
          <p:cNvSpPr/>
          <p:nvPr/>
        </p:nvSpPr>
        <p:spPr>
          <a:xfrm>
            <a:off x="5659348" y="561526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93EE02F8-E0F1-3437-96F2-0493D9F008B5}"/>
              </a:ext>
            </a:extLst>
          </p:cNvPr>
          <p:cNvSpPr/>
          <p:nvPr/>
        </p:nvSpPr>
        <p:spPr>
          <a:xfrm>
            <a:off x="7337485" y="5554860"/>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A99AEAC2-3C03-9683-6A1F-0613A8C3DC17}"/>
              </a:ext>
            </a:extLst>
          </p:cNvPr>
          <p:cNvSpPr/>
          <p:nvPr/>
        </p:nvSpPr>
        <p:spPr>
          <a:xfrm>
            <a:off x="8142319" y="5585061"/>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0D180705-E248-E726-BBBE-7D3CBA8910D5}"/>
              </a:ext>
            </a:extLst>
          </p:cNvPr>
          <p:cNvSpPr/>
          <p:nvPr/>
        </p:nvSpPr>
        <p:spPr>
          <a:xfrm>
            <a:off x="8979636" y="557369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54F228FC-727C-F5CC-ED5D-C0C066A9CB1B}"/>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2337387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BE87-6FAC-A291-F296-1BA8B55AD0F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9A8085-F1F9-A013-F1F4-DCB24893968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EC579C69-8256-9883-FD24-5D30C7278CF8}"/>
              </a:ext>
            </a:extLst>
          </p:cNvPr>
          <p:cNvGraphicFramePr>
            <a:graphicFrameLocks noGrp="1"/>
          </p:cNvGraphicFramePr>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2</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F42C8AF6-4A1A-8B6A-15E1-CAE1919822E7}"/>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91DB30E8-D972-CBAF-2A80-9A102DAFAA11}"/>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DD7082A-13F2-1408-7C28-D4186071867A}"/>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2</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3DD7082A-13F2-1408-7C28-D4186071867A}"/>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BE190B4B-72C7-D857-C37C-99BD6B5F24A3}"/>
              </a:ext>
            </a:extLst>
          </p:cNvPr>
          <p:cNvSpPr/>
          <p:nvPr/>
        </p:nvSpPr>
        <p:spPr>
          <a:xfrm>
            <a:off x="6501829" y="5656359"/>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344D64DC-2F59-9943-C37E-17F59D9D132A}"/>
              </a:ext>
            </a:extLst>
          </p:cNvPr>
          <p:cNvSpPr/>
          <p:nvPr/>
        </p:nvSpPr>
        <p:spPr>
          <a:xfrm>
            <a:off x="5618252" y="5615263"/>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460B0F2B-017D-CD7D-0EE1-00D64C1E448D}"/>
              </a:ext>
            </a:extLst>
          </p:cNvPr>
          <p:cNvSpPr/>
          <p:nvPr/>
        </p:nvSpPr>
        <p:spPr>
          <a:xfrm>
            <a:off x="7337485" y="559595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10BB6C7B-79C2-309D-201A-193BDB287504}"/>
              </a:ext>
            </a:extLst>
          </p:cNvPr>
          <p:cNvSpPr/>
          <p:nvPr/>
        </p:nvSpPr>
        <p:spPr>
          <a:xfrm>
            <a:off x="8142319" y="5626158"/>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A61AEB54-0A41-AB1C-DA95-98A18095AA9B}"/>
              </a:ext>
            </a:extLst>
          </p:cNvPr>
          <p:cNvSpPr/>
          <p:nvPr/>
        </p:nvSpPr>
        <p:spPr>
          <a:xfrm>
            <a:off x="8979636" y="5614794"/>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5D6635C7-E580-FCAB-0CE0-4367717460D5}"/>
              </a:ext>
            </a:extLst>
          </p:cNvPr>
          <p:cNvGraphicFramePr>
            <a:graphicFrameLocks noGrp="1"/>
          </p:cNvGraphicFramePr>
          <p:nvPr>
            <p:extLst>
              <p:ext uri="{D42A27DB-BD31-4B8C-83A1-F6EECF244321}">
                <p14:modId xmlns:p14="http://schemas.microsoft.com/office/powerpoint/2010/main" val="2990354965"/>
              </p:ext>
            </p:extLst>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6</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5</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Tree>
    <p:custDataLst>
      <p:tags r:id="rId1"/>
    </p:custDataLst>
    <p:extLst>
      <p:ext uri="{BB962C8B-B14F-4D97-AF65-F5344CB8AC3E}">
        <p14:creationId xmlns:p14="http://schemas.microsoft.com/office/powerpoint/2010/main" val="411925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A707-E341-ECA1-F3EC-492FF466896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CFC749-F1EF-9527-7532-E2408F118053}"/>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graphicFrame>
        <p:nvGraphicFramePr>
          <p:cNvPr id="60" name="Table 59">
            <a:extLst>
              <a:ext uri="{FF2B5EF4-FFF2-40B4-BE49-F238E27FC236}">
                <a16:creationId xmlns:a16="http://schemas.microsoft.com/office/drawing/2014/main" id="{412198FF-D746-A056-FBFA-0512A860CBB5}"/>
              </a:ext>
            </a:extLst>
          </p:cNvPr>
          <p:cNvGraphicFramePr>
            <a:graphicFrameLocks noGrp="1"/>
          </p:cNvGraphicFramePr>
          <p:nvPr>
            <p:extLst>
              <p:ext uri="{D42A27DB-BD31-4B8C-83A1-F6EECF244321}">
                <p14:modId xmlns:p14="http://schemas.microsoft.com/office/powerpoint/2010/main" val="2454979165"/>
              </p:ext>
            </p:extLst>
          </p:nvPr>
        </p:nvGraphicFramePr>
        <p:xfrm>
          <a:off x="5552485" y="2337065"/>
          <a:ext cx="5031617" cy="1593339"/>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S</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1</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1</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bl>
          </a:graphicData>
        </a:graphic>
      </p:graphicFrame>
      <p:sp>
        <p:nvSpPr>
          <p:cNvPr id="7" name="Title 6">
            <a:extLst>
              <a:ext uri="{FF2B5EF4-FFF2-40B4-BE49-F238E27FC236}">
                <a16:creationId xmlns:a16="http://schemas.microsoft.com/office/drawing/2014/main" id="{1D4D4D09-B284-CC5E-F306-303C2BC6CC53}"/>
              </a:ext>
            </a:extLst>
          </p:cNvPr>
          <p:cNvSpPr>
            <a:spLocks noGrp="1"/>
          </p:cNvSpPr>
          <p:nvPr>
            <p:ph type="title"/>
          </p:nvPr>
        </p:nvSpPr>
        <p:spPr>
          <a:xfrm>
            <a:off x="838200" y="365125"/>
            <a:ext cx="10515600" cy="1473949"/>
          </a:xfrm>
        </p:spPr>
        <p:txBody>
          <a:bodyPr>
            <a:normAutofit fontScale="90000"/>
          </a:bodyPr>
          <a:lstStyle/>
          <a:p>
            <a:pPr marL="0" indent="0"/>
            <a:r>
              <a:rPr lang="en-US" altLang="en-US" sz="2000" dirty="0">
                <a:latin typeface="Consolas" panose="020B0609020204030204" pitchFamily="49" charset="0"/>
                <a:cs typeface="Courier New" panose="02070309020205020404" pitchFamily="49" charset="0"/>
              </a:rPr>
              <a:t>e=(</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i</a:t>
            </a:r>
            <a:r>
              <a:rPr lang="en-US" altLang="en-US" sz="2000" dirty="0" err="1">
                <a:latin typeface="Consolas" panose="020B0609020204030204" pitchFamily="49" charset="0"/>
                <a:cs typeface="Courier New" panose="02070309020205020404" pitchFamily="49" charset="0"/>
              </a:rPr>
              <a:t>,v</a:t>
            </a:r>
            <a:r>
              <a:rPr lang="en-US" altLang="en-US" sz="2000" baseline="-25000" dirty="0" err="1">
                <a:latin typeface="Consolas" panose="020B0609020204030204" pitchFamily="49" charset="0"/>
                <a:cs typeface="Courier New" panose="02070309020205020404" pitchFamily="49" charset="0"/>
              </a:rPr>
              <a:t>j</a:t>
            </a:r>
            <a:r>
              <a:rPr lang="en-US" altLang="en-US" sz="2000" dirty="0">
                <a:latin typeface="Consolas" panose="020B0609020204030204" pitchFamily="49" charset="0"/>
                <a:cs typeface="Courier New" panose="02070309020205020404" pitchFamily="49" charset="0"/>
              </a:rPr>
              <a:t>)=</a:t>
            </a:r>
            <a:r>
              <a:rPr lang="en-US" altLang="en-US" sz="2000" dirty="0" err="1">
                <a:latin typeface="Consolas" panose="020B0609020204030204" pitchFamily="49" charset="0"/>
                <a:cs typeface="Courier New" panose="02070309020205020404" pitchFamily="49" charset="0"/>
              </a:rPr>
              <a:t>min_length_edge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IF S[</a:t>
            </a:r>
            <a:r>
              <a:rPr lang="en-US" altLang="en-US" sz="2000" dirty="0" err="1">
                <a:latin typeface="Consolas" panose="020B0609020204030204" pitchFamily="49" charset="0"/>
                <a:cs typeface="Courier New" panose="02070309020205020404" pitchFamily="49" charset="0"/>
              </a:rPr>
              <a:t>i</a:t>
            </a:r>
            <a:r>
              <a:rPr lang="en-US" altLang="en-US" sz="2000" dirty="0">
                <a:latin typeface="Consolas" panose="020B0609020204030204" pitchFamily="49" charset="0"/>
                <a:cs typeface="Courier New" panose="02070309020205020404" pitchFamily="49" charset="0"/>
              </a:rPr>
              <a:t>]!=S[j] THEN</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dirty="0" err="1">
                <a:latin typeface="Consolas" panose="020B0609020204030204" pitchFamily="49" charset="0"/>
                <a:cs typeface="Courier New" panose="02070309020205020404" pitchFamily="49" charset="0"/>
              </a:rPr>
              <a:t>F.add</a:t>
            </a:r>
            <a:r>
              <a:rPr lang="en-US" altLang="en-US" sz="2000" dirty="0">
                <a:latin typeface="Consolas" panose="020B0609020204030204" pitchFamily="49" charset="0"/>
                <a:cs typeface="Courier New" panose="02070309020205020404" pitchFamily="49" charset="0"/>
              </a:rPr>
              <a:t>(e)</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Min</a:t>
            </a:r>
            <a:r>
              <a:rPr lang="en-US" altLang="en-US" sz="2000" dirty="0">
                <a:latin typeface="Consolas" panose="020B0609020204030204" pitchFamily="49" charset="0"/>
                <a:cs typeface="Courier New" panose="02070309020205020404" pitchFamily="49" charset="0"/>
              </a:rPr>
              <a:t>, Max</a:t>
            </a:r>
            <a:r>
              <a:rPr lang="pl-PL" altLang="en-US" sz="2000" dirty="0">
                <a:latin typeface="Consolas" panose="020B0609020204030204" pitchFamily="49" charset="0"/>
                <a:cs typeface="Courier New" panose="02070309020205020404" pitchFamily="49" charset="0"/>
              </a:rPr>
              <a:t>=min(S[i],S[j])</a:t>
            </a:r>
            <a:r>
              <a:rPr lang="en-US" altLang="en-US" sz="2000" dirty="0">
                <a:latin typeface="Consolas" panose="020B0609020204030204" pitchFamily="49" charset="0"/>
                <a:cs typeface="Courier New" panose="02070309020205020404" pitchFamily="49" charset="0"/>
              </a:rPr>
              <a:t>, </a:t>
            </a:r>
            <a:r>
              <a:rPr lang="pl-PL" altLang="en-US" sz="2000" dirty="0">
                <a:latin typeface="Consolas" panose="020B0609020204030204" pitchFamily="49" charset="0"/>
                <a:cs typeface="Courier New" panose="02070309020205020404" pitchFamily="49" charset="0"/>
              </a:rPr>
              <a:t>max(S[i],S[j])</a:t>
            </a:r>
            <a:br>
              <a:rPr lang="pl-PL"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FOR k=1 to n DO</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IF S[k]==Max THEN S[k]=Min</a:t>
            </a:r>
          </a:p>
        </p:txBody>
      </p:sp>
      <p:sp>
        <p:nvSpPr>
          <p:cNvPr id="2" name="TextBox 1">
            <a:extLst>
              <a:ext uri="{FF2B5EF4-FFF2-40B4-BE49-F238E27FC236}">
                <a16:creationId xmlns:a16="http://schemas.microsoft.com/office/drawing/2014/main" id="{311BFDD0-BBCB-221C-1A7D-990A5BE8B865}"/>
              </a:ext>
            </a:extLst>
          </p:cNvPr>
          <p:cNvSpPr txBox="1"/>
          <p:nvPr/>
        </p:nvSpPr>
        <p:spPr>
          <a:xfrm>
            <a:off x="2468173" y="5341841"/>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6" name="Table 5">
            <a:extLst>
              <a:ext uri="{FF2B5EF4-FFF2-40B4-BE49-F238E27FC236}">
                <a16:creationId xmlns:a16="http://schemas.microsoft.com/office/drawing/2014/main" id="{498C072F-72DD-0D39-86F0-83C23EDC29A0}"/>
              </a:ext>
            </a:extLst>
          </p:cNvPr>
          <p:cNvGraphicFramePr>
            <a:graphicFrameLocks noGrp="1"/>
          </p:cNvGraphicFramePr>
          <p:nvPr/>
        </p:nvGraphicFramePr>
        <p:xfrm>
          <a:off x="673484" y="2106867"/>
          <a:ext cx="3744378" cy="3087156"/>
        </p:xfrm>
        <a:graphic>
          <a:graphicData uri="http://schemas.openxmlformats.org/drawingml/2006/table">
            <a:tbl>
              <a:tblPr firstRow="1" bandRow="1">
                <a:tableStyleId>{BC89EF96-8CEA-46FF-86C4-4CE0E7609802}</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dirty="0">
                          <a:solidFill>
                            <a:schemeClr val="bg1"/>
                          </a:solidFill>
                        </a:rPr>
                        <a:t>v</a:t>
                      </a:r>
                      <a:r>
                        <a:rPr lang="en-US" baseline="-25000" dirty="0">
                          <a:solidFill>
                            <a:schemeClr val="bg1"/>
                          </a:solidFill>
                        </a:rPr>
                        <a:t>1</a:t>
                      </a:r>
                      <a:endParaRPr lang="en-US" dirty="0">
                        <a:solidFill>
                          <a:schemeClr val="bg1"/>
                        </a:solidFill>
                        <a:latin typeface="Arial Rounded MT Bold" panose="020F0704030504030204" pitchFamily="34" charset="0"/>
                      </a:endParaRPr>
                    </a:p>
                  </a:txBody>
                  <a:tcPr>
                    <a:lnL w="12700" cmpd="sng">
                      <a:noFill/>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2</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3</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4</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1"/>
                    </a:solidFill>
                  </a:tcPr>
                </a:tc>
                <a:tc>
                  <a:txBody>
                    <a:bodyPr/>
                    <a:lstStyle/>
                    <a:p>
                      <a:pPr algn="ctr"/>
                      <a:r>
                        <a:rPr lang="en-US" dirty="0">
                          <a:solidFill>
                            <a:schemeClr val="bg1"/>
                          </a:solidFill>
                        </a:rPr>
                        <a:t>v</a:t>
                      </a:r>
                      <a:r>
                        <a:rPr lang="en-US" baseline="-25000" dirty="0">
                          <a:solidFill>
                            <a:schemeClr val="bg1"/>
                          </a:solidFill>
                        </a:rPr>
                        <a:t>5</a:t>
                      </a:r>
                      <a:endParaRPr lang="en-US" dirty="0">
                        <a:solidFill>
                          <a:schemeClr val="bg1"/>
                        </a:solidFill>
                        <a:latin typeface="Arial Rounded MT Bold" panose="020F0704030504030204" pitchFamily="34" charset="0"/>
                      </a:endParaRPr>
                    </a:p>
                  </a:txBody>
                  <a:tcPr>
                    <a:lnL w="12700" cap="flat" cmpd="sng" algn="ctr">
                      <a:solidFill>
                        <a:schemeClr val="bg1"/>
                      </a:solidFill>
                      <a:prstDash val="solid"/>
                      <a:round/>
                      <a:headEnd type="none" w="med" len="med"/>
                      <a:tailEnd type="none" w="med" len="med"/>
                    </a:lnL>
                    <a:solidFill>
                      <a:schemeClr val="accent1"/>
                    </a:solidFill>
                  </a:tcPr>
                </a:tc>
                <a:extLst>
                  <a:ext uri="{0D108BD9-81ED-4DB2-BD59-A6C34878D82A}">
                    <a16:rowId xmlns:a16="http://schemas.microsoft.com/office/drawing/2014/main" val="182082897"/>
                  </a:ext>
                </a:extLst>
              </a:tr>
              <a:tr h="514526">
                <a:tc>
                  <a:txBody>
                    <a:bodyPr/>
                    <a:lstStyle/>
                    <a:p>
                      <a:pPr algn="ctr"/>
                      <a:r>
                        <a:rPr lang="en-US" b="1" dirty="0">
                          <a:solidFill>
                            <a:schemeClr val="bg1"/>
                          </a:solidFill>
                        </a:rPr>
                        <a:t>v</a:t>
                      </a:r>
                      <a:r>
                        <a:rPr lang="en-US" b="1" baseline="-25000" dirty="0">
                          <a:solidFill>
                            <a:schemeClr val="bg1"/>
                          </a:solidFill>
                        </a:rPr>
                        <a:t>1</a:t>
                      </a:r>
                      <a:endParaRPr lang="en-US" b="1" dirty="0">
                        <a:solidFill>
                          <a:schemeClr val="bg1"/>
                        </a:solidFill>
                        <a:latin typeface="Arial Rounded MT Bold" panose="020F0704030504030204" pitchFamily="34" charset="0"/>
                      </a:endParaRPr>
                    </a:p>
                  </a:txBody>
                  <a:tcPr>
                    <a:lnT w="25400" cmpd="sng">
                      <a:noFill/>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rPr>
                        <a:t>v</a:t>
                      </a:r>
                      <a:r>
                        <a:rPr lang="en-US" b="1" baseline="-25000" dirty="0">
                          <a:solidFill>
                            <a:schemeClr val="bg1"/>
                          </a:solidFill>
                        </a:rPr>
                        <a:t>2</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3</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rPr>
                        <a:t>v</a:t>
                      </a:r>
                      <a:r>
                        <a:rPr lang="en-US" b="1" baseline="-25000" dirty="0">
                          <a:solidFill>
                            <a:schemeClr val="bg1"/>
                          </a:solidFill>
                        </a:rPr>
                        <a:t>3</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dirty="0"/>
                        <a:t>1</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rPr>
                        <a:t>v</a:t>
                      </a:r>
                      <a:r>
                        <a:rPr lang="en-US" b="1" baseline="-25000" dirty="0">
                          <a:solidFill>
                            <a:schemeClr val="bg1"/>
                          </a:solidFill>
                        </a:rPr>
                        <a:t>4</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kumimoji="0" lang="en-US" sz="1800" u="none" strike="noStrike" kern="1200" cap="none" spc="0" normalizeH="0" baseline="0" noProof="0" dirty="0">
                          <a:ln>
                            <a:noFill/>
                          </a:ln>
                          <a:effectLst/>
                          <a:uLnTx/>
                          <a:uFillTx/>
                        </a:rPr>
                        <a:t>4</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rPr>
                        <a:t>v</a:t>
                      </a:r>
                      <a:r>
                        <a:rPr lang="en-US" b="1" baseline="-25000" dirty="0">
                          <a:solidFill>
                            <a:schemeClr val="bg1"/>
                          </a:solidFill>
                        </a:rPr>
                        <a:t>5</a:t>
                      </a:r>
                      <a:endParaRPr lang="en-US" b="1" dirty="0">
                        <a:solidFill>
                          <a:schemeClr val="bg1"/>
                        </a:solidFill>
                        <a:latin typeface="Arial Rounded MT Bold" panose="020F0704030504030204" pitchFamily="34" charset="0"/>
                      </a:endParaRPr>
                    </a:p>
                  </a:txBody>
                  <a:tcPr>
                    <a:lnT w="12700" cap="flat" cmpd="sng" algn="ctr">
                      <a:solidFill>
                        <a:schemeClr val="bg1"/>
                      </a:solidFill>
                      <a:prstDash val="solid"/>
                      <a:round/>
                      <a:headEnd type="none" w="med" len="med"/>
                      <a:tailEnd type="none" w="med" len="med"/>
                    </a:lnT>
                    <a:solidFill>
                      <a:schemeClr val="accent1"/>
                    </a:solidFill>
                  </a:tcPr>
                </a:tc>
                <a:tc>
                  <a:txBody>
                    <a:bodyPr/>
                    <a:lstStyle/>
                    <a:p>
                      <a:pPr algn="ctr"/>
                      <a:r>
                        <a:rPr kumimoji="0" lang="en-US" sz="1800" u="none" strike="noStrike" kern="1200" cap="none" spc="0" normalizeH="0" baseline="0" noProof="0" dirty="0">
                          <a:ln>
                            <a:noFill/>
                          </a:ln>
                          <a:effectLst/>
                          <a:uLnTx/>
                          <a:uFillTx/>
                        </a:rPr>
                        <a:t>∞</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93D583A-4F7A-FFAD-4D46-AFDC1CE37796}"/>
                  </a:ext>
                </a:extLst>
              </p:cNvPr>
              <p:cNvSpPr txBox="1"/>
              <p:nvPr/>
            </p:nvSpPr>
            <p:spPr>
              <a:xfrm>
                <a:off x="4657618" y="5341841"/>
                <a:ext cx="6290505" cy="12311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𝐹</m:t>
                      </m:r>
                      <m:r>
                        <a:rPr lang="fa-IR" sz="2800" i="1" dirty="0" smtClean="0">
                          <a:latin typeface="Cambria Math" panose="02040503050406030204" pitchFamily="18" charset="0"/>
                        </a:rPr>
                        <m:t>=</m:t>
                      </m:r>
                      <m:d>
                        <m:dPr>
                          <m:begChr m:val="["/>
                          <m:endChr m:val="]"/>
                          <m:ctrlPr>
                            <a:rPr lang="fa-IR" sz="2800" b="0" i="1" dirty="0" smtClean="0">
                              <a:latin typeface="Cambria Math" panose="02040503050406030204" pitchFamily="18" charset="0"/>
                            </a:rPr>
                          </m:ctrlPr>
                        </m:dPr>
                        <m:e>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1</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r>
                            <a:rPr lang="fa-IR" sz="2800" b="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3</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b="0" i="1" dirty="0" smtClean="0">
                              <a:solidFill>
                                <a:schemeClr val="tx1"/>
                              </a:solidFill>
                              <a:latin typeface="Cambria Math" panose="02040503050406030204" pitchFamily="18" charset="0"/>
                            </a:rPr>
                            <m:t>,</m:t>
                          </m:r>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2</m:t>
                              </m:r>
                            </m:sub>
                          </m:sSub>
                        </m:e>
                      </m:d>
                    </m:oMath>
                  </m:oMathPara>
                </a14:m>
                <a:endParaRPr lang="fa-IR"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a-IR" sz="2800" i="1" dirty="0" smtClean="0">
                          <a:latin typeface="Cambria Math" panose="02040503050406030204" pitchFamily="18" charset="0"/>
                        </a:rPr>
                        <m:t>𝐸</m:t>
                      </m:r>
                      <m:r>
                        <a:rPr lang="fa-IR" sz="2800" i="1" dirty="0" smtClean="0">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1</m:t>
                          </m:r>
                        </m:sub>
                      </m:sSub>
                      <m:sSub>
                        <m:sSubPr>
                          <m:ctrlPr>
                            <a:rPr lang="fa-IR" sz="2800" i="1" dirty="0" smtClean="0">
                              <a:solidFill>
                                <a:schemeClr val="tx1"/>
                              </a:solidFill>
                              <a:latin typeface="Cambria Math" panose="02040503050406030204" pitchFamily="18" charset="0"/>
                            </a:rPr>
                          </m:ctrlPr>
                        </m:sSubPr>
                        <m:e>
                          <m:r>
                            <a:rPr lang="fa-IR" sz="2800" i="1" dirty="0" smtClean="0">
                              <a:solidFill>
                                <a:schemeClr val="tx1"/>
                              </a:solidFill>
                              <a:latin typeface="Cambria Math" panose="02040503050406030204" pitchFamily="18" charset="0"/>
                            </a:rPr>
                            <m:t>𝑣</m:t>
                          </m:r>
                        </m:e>
                        <m:sub>
                          <m:r>
                            <a:rPr lang="fa-IR" sz="2800" i="1" dirty="0" smtClean="0">
                              <a:solidFill>
                                <a:schemeClr val="tx1"/>
                              </a:solidFill>
                              <a:latin typeface="Cambria Math" panose="02040503050406030204" pitchFamily="18" charset="0"/>
                            </a:rPr>
                            <m:t>3</m:t>
                          </m:r>
                        </m:sub>
                      </m:sSub>
                      <m:r>
                        <a:rPr lang="fa-IR" sz="2800" i="1" dirty="0" smtClean="0">
                          <a:latin typeface="Cambria Math" panose="02040503050406030204" pitchFamily="18" charset="0"/>
                        </a:rPr>
                        <m:t>,</m:t>
                      </m:r>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3</m:t>
                          </m:r>
                        </m:sub>
                      </m:sSub>
                      <m:sSub>
                        <m:sSubPr>
                          <m:ctrlPr>
                            <a:rPr lang="fa-IR" sz="2800" b="0" i="1" dirty="0" smtClean="0">
                              <a:latin typeface="Cambria Math" panose="02040503050406030204" pitchFamily="18" charset="0"/>
                            </a:rPr>
                          </m:ctrlPr>
                        </m:sSubPr>
                        <m:e>
                          <m:r>
                            <a:rPr lang="fa-IR" sz="2800" b="0" i="1" dirty="0" smtClean="0">
                              <a:latin typeface="Cambria Math" panose="02040503050406030204" pitchFamily="18" charset="0"/>
                            </a:rPr>
                            <m:t>𝑣</m:t>
                          </m:r>
                        </m:e>
                        <m:sub>
                          <m:r>
                            <a:rPr lang="fa-IR" sz="2800" b="0" i="1" dirty="0" smtClean="0">
                              <a:latin typeface="Cambria Math" panose="02040503050406030204" pitchFamily="18" charset="0"/>
                            </a:rPr>
                            <m:t>5</m:t>
                          </m:r>
                        </m:sub>
                      </m:sSub>
                      <m:r>
                        <a:rPr lang="fa-IR" sz="2800" i="1" dirty="0" smtClean="0">
                          <a:latin typeface="Cambria Math" panose="02040503050406030204" pitchFamily="18" charset="0"/>
                        </a:rPr>
                        <m:t>,</m:t>
                      </m:r>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4</m:t>
                          </m:r>
                        </m:sub>
                      </m:sSub>
                      <m:sSub>
                        <m:sSubPr>
                          <m:ctrlPr>
                            <a:rPr lang="fa-IR" sz="2800" b="0" i="1" dirty="0" smtClean="0">
                              <a:solidFill>
                                <a:schemeClr val="tx1"/>
                              </a:solidFill>
                              <a:latin typeface="Cambria Math" panose="02040503050406030204" pitchFamily="18" charset="0"/>
                            </a:rPr>
                          </m:ctrlPr>
                        </m:sSubPr>
                        <m:e>
                          <m:r>
                            <a:rPr lang="fa-IR" sz="2800" b="0" i="1" dirty="0" smtClean="0">
                              <a:solidFill>
                                <a:schemeClr val="tx1"/>
                              </a:solidFill>
                              <a:latin typeface="Cambria Math" panose="02040503050406030204" pitchFamily="18" charset="0"/>
                            </a:rPr>
                            <m:t>𝑣</m:t>
                          </m:r>
                        </m:e>
                        <m:sub>
                          <m:r>
                            <a:rPr lang="fa-IR" sz="2800" b="0" i="1" dirty="0" smtClean="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4</m:t>
                          </m:r>
                        </m:sub>
                      </m:sSub>
                      <m:r>
                        <a:rPr lang="fa-IR" sz="2800" i="1" dirty="0">
                          <a:solidFill>
                            <a:schemeClr val="tx1"/>
                          </a:solidFill>
                          <a:latin typeface="Cambria Math" panose="02040503050406030204" pitchFamily="18" charset="0"/>
                        </a:rPr>
                        <m:t>,</m:t>
                      </m:r>
                      <m:sSub>
                        <m:sSubPr>
                          <m:ctrlPr>
                            <a:rPr lang="fa-IR" sz="2800" i="1" dirty="0" smtClean="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1</m:t>
                          </m:r>
                        </m:sub>
                      </m:sSub>
                      <m:sSub>
                        <m:sSubPr>
                          <m:ctrlPr>
                            <a:rPr lang="fa-IR" sz="2800" i="1" dirty="0">
                              <a:solidFill>
                                <a:schemeClr val="tx1"/>
                              </a:solidFill>
                              <a:latin typeface="Cambria Math" panose="02040503050406030204" pitchFamily="18" charset="0"/>
                            </a:rPr>
                          </m:ctrlPr>
                        </m:sSubPr>
                        <m:e>
                          <m:r>
                            <a:rPr lang="fa-IR" sz="2800" i="1" dirty="0">
                              <a:solidFill>
                                <a:schemeClr val="tx1"/>
                              </a:solidFill>
                              <a:latin typeface="Cambria Math" panose="02040503050406030204" pitchFamily="18" charset="0"/>
                            </a:rPr>
                            <m:t>𝑣</m:t>
                          </m:r>
                        </m:e>
                        <m:sub>
                          <m:r>
                            <a:rPr lang="fa-IR" sz="2800" i="1" dirty="0">
                              <a:solidFill>
                                <a:schemeClr val="tx1"/>
                              </a:solidFill>
                              <a:latin typeface="Cambria Math" panose="02040503050406030204" pitchFamily="18" charset="0"/>
                            </a:rPr>
                            <m:t>5</m:t>
                          </m:r>
                        </m:sub>
                      </m:sSub>
                      <m:r>
                        <a:rPr lang="fa-IR" sz="2800" i="1" dirty="0">
                          <a:solidFill>
                            <a:schemeClr val="tx1"/>
                          </a:solidFill>
                          <a:latin typeface="Cambria Math" panose="02040503050406030204" pitchFamily="18" charset="0"/>
                        </a:rPr>
                        <m:t>,</m:t>
                      </m:r>
                      <m:sSub>
                        <m:sSubPr>
                          <m:ctrlPr>
                            <a:rPr lang="fa-IR" sz="2800" i="1" dirty="0" smtClean="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1</m:t>
                          </m:r>
                        </m:sub>
                      </m:sSub>
                      <m:sSub>
                        <m:sSubPr>
                          <m:ctrlPr>
                            <a:rPr lang="fa-IR" sz="2800" i="1" dirty="0">
                              <a:solidFill>
                                <a:srgbClr val="00B050"/>
                              </a:solidFill>
                              <a:latin typeface="Cambria Math" panose="02040503050406030204" pitchFamily="18" charset="0"/>
                            </a:rPr>
                          </m:ctrlPr>
                        </m:sSubPr>
                        <m:e>
                          <m:r>
                            <a:rPr lang="fa-IR" sz="2800" i="1" dirty="0">
                              <a:solidFill>
                                <a:srgbClr val="00B050"/>
                              </a:solidFill>
                              <a:latin typeface="Cambria Math" panose="02040503050406030204" pitchFamily="18" charset="0"/>
                            </a:rPr>
                            <m:t>𝑣</m:t>
                          </m:r>
                        </m:e>
                        <m:sub>
                          <m:r>
                            <a:rPr lang="fa-IR" sz="2800" i="1" dirty="0">
                              <a:solidFill>
                                <a:srgbClr val="00B050"/>
                              </a:solidFill>
                              <a:latin typeface="Cambria Math" panose="02040503050406030204" pitchFamily="18" charset="0"/>
                            </a:rPr>
                            <m:t>2</m:t>
                          </m:r>
                        </m:sub>
                      </m:sSub>
                      <m:r>
                        <a:rPr lang="fa-IR" sz="2800" i="1" dirty="0" smtClean="0">
                          <a:latin typeface="Cambria Math" panose="02040503050406030204" pitchFamily="18" charset="0"/>
                        </a:rPr>
                        <m:t>]</m:t>
                      </m:r>
                    </m:oMath>
                  </m:oMathPara>
                </a14:m>
                <a:endParaRPr lang="fa-IR" dirty="0"/>
              </a:p>
              <a:p>
                <a:endParaRPr dirty="0"/>
              </a:p>
            </p:txBody>
          </p:sp>
        </mc:Choice>
        <mc:Fallback xmlns="">
          <p:sp>
            <p:nvSpPr>
              <p:cNvPr id="9" name="TextBox 8">
                <a:extLst>
                  <a:ext uri="{FF2B5EF4-FFF2-40B4-BE49-F238E27FC236}">
                    <a16:creationId xmlns:a16="http://schemas.microsoft.com/office/drawing/2014/main" id="{D93D583A-4F7A-FFAD-4D46-AFDC1CE37796}"/>
                  </a:ext>
                </a:extLst>
              </p:cNvPr>
              <p:cNvSpPr txBox="1">
                <a:spLocks noRot="1" noChangeAspect="1" noMove="1" noResize="1" noEditPoints="1" noAdjustHandles="1" noChangeArrowheads="1" noChangeShapeType="1" noTextEdit="1"/>
              </p:cNvSpPr>
              <p:nvPr/>
            </p:nvSpPr>
            <p:spPr>
              <a:xfrm>
                <a:off x="4657618" y="5341841"/>
                <a:ext cx="6290505" cy="1231106"/>
              </a:xfrm>
              <a:prstGeom prst="rect">
                <a:avLst/>
              </a:prstGeom>
              <a:blipFill>
                <a:blip r:embed="rId4"/>
                <a:stretch>
                  <a:fillRect/>
                </a:stretch>
              </a:blipFill>
            </p:spPr>
            <p:txBody>
              <a:bodyPr/>
              <a:lstStyle/>
              <a:p>
                <a:r>
                  <a:rPr lang="en-US">
                    <a:noFill/>
                  </a:rPr>
                  <a:t> </a:t>
                </a:r>
              </a:p>
            </p:txBody>
          </p:sp>
        </mc:Fallback>
      </mc:AlternateContent>
      <p:sp>
        <p:nvSpPr>
          <p:cNvPr id="8" name="Multiplication Sign 7">
            <a:extLst>
              <a:ext uri="{FF2B5EF4-FFF2-40B4-BE49-F238E27FC236}">
                <a16:creationId xmlns:a16="http://schemas.microsoft.com/office/drawing/2014/main" id="{C3E02F9E-5461-9DB2-6D4D-0A7C74096510}"/>
              </a:ext>
            </a:extLst>
          </p:cNvPr>
          <p:cNvSpPr/>
          <p:nvPr/>
        </p:nvSpPr>
        <p:spPr>
          <a:xfrm>
            <a:off x="6501829" y="5604987"/>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ultiplication Sign 2">
            <a:extLst>
              <a:ext uri="{FF2B5EF4-FFF2-40B4-BE49-F238E27FC236}">
                <a16:creationId xmlns:a16="http://schemas.microsoft.com/office/drawing/2014/main" id="{EC139B93-3C9B-B680-CFBA-D3D6F36CBF00}"/>
              </a:ext>
            </a:extLst>
          </p:cNvPr>
          <p:cNvSpPr/>
          <p:nvPr/>
        </p:nvSpPr>
        <p:spPr>
          <a:xfrm>
            <a:off x="5618252" y="5563891"/>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ultiplication Sign 4">
            <a:extLst>
              <a:ext uri="{FF2B5EF4-FFF2-40B4-BE49-F238E27FC236}">
                <a16:creationId xmlns:a16="http://schemas.microsoft.com/office/drawing/2014/main" id="{EFC53370-C4AA-044D-38FF-F5A4C87ACF66}"/>
              </a:ext>
            </a:extLst>
          </p:cNvPr>
          <p:cNvSpPr/>
          <p:nvPr/>
        </p:nvSpPr>
        <p:spPr>
          <a:xfrm>
            <a:off x="7337485" y="5544585"/>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D7AB930B-F90B-83B6-1984-CC10A106BABB}"/>
              </a:ext>
            </a:extLst>
          </p:cNvPr>
          <p:cNvSpPr/>
          <p:nvPr/>
        </p:nvSpPr>
        <p:spPr>
          <a:xfrm>
            <a:off x="8142319" y="557478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Multiplication Sign 11">
            <a:extLst>
              <a:ext uri="{FF2B5EF4-FFF2-40B4-BE49-F238E27FC236}">
                <a16:creationId xmlns:a16="http://schemas.microsoft.com/office/drawing/2014/main" id="{97444BAC-8419-0D58-1D80-43FD9408D61F}"/>
              </a:ext>
            </a:extLst>
          </p:cNvPr>
          <p:cNvSpPr/>
          <p:nvPr/>
        </p:nvSpPr>
        <p:spPr>
          <a:xfrm>
            <a:off x="8979636" y="5563422"/>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ultiplication Sign 10">
            <a:extLst>
              <a:ext uri="{FF2B5EF4-FFF2-40B4-BE49-F238E27FC236}">
                <a16:creationId xmlns:a16="http://schemas.microsoft.com/office/drawing/2014/main" id="{80C06D39-2DA1-B827-33CB-1DA33A463A1B}"/>
              </a:ext>
            </a:extLst>
          </p:cNvPr>
          <p:cNvSpPr/>
          <p:nvPr/>
        </p:nvSpPr>
        <p:spPr>
          <a:xfrm>
            <a:off x="9782809" y="5574786"/>
            <a:ext cx="873303" cy="995639"/>
          </a:xfrm>
          <a:prstGeom prst="mathMultiply">
            <a:avLst>
              <a:gd name="adj1" fmla="val 4051"/>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5206C33-8809-13AB-D2DC-5D8E9251A46B}"/>
              </a:ext>
            </a:extLst>
          </p:cNvPr>
          <p:cNvSpPr txBox="1"/>
          <p:nvPr/>
        </p:nvSpPr>
        <p:spPr>
          <a:xfrm>
            <a:off x="8210788" y="3590789"/>
            <a:ext cx="1242648" cy="461665"/>
          </a:xfrm>
          <a:prstGeom prst="rect">
            <a:avLst/>
          </a:prstGeom>
          <a:noFill/>
        </p:spPr>
        <p:txBody>
          <a:bodyPr wrap="none" rtlCol="0">
            <a:spAutoFit/>
          </a:bodyPr>
          <a:lstStyle/>
          <a:p>
            <a:r>
              <a:rPr lang="en-US" sz="2400" dirty="0">
                <a:solidFill>
                  <a:srgbClr val="FF0000"/>
                </a:solidFill>
              </a:rPr>
              <a:t>|F|=n-1 </a:t>
            </a:r>
          </a:p>
        </p:txBody>
      </p:sp>
    </p:spTree>
    <p:custDataLst>
      <p:tags r:id="rId1"/>
    </p:custDataLst>
    <p:extLst>
      <p:ext uri="{BB962C8B-B14F-4D97-AF65-F5344CB8AC3E}">
        <p14:creationId xmlns:p14="http://schemas.microsoft.com/office/powerpoint/2010/main" val="193095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D0EA1-D6FC-2760-1FD0-0446C5631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D6D4B-8766-95FE-25FF-C7A52D875798}"/>
              </a:ext>
            </a:extLst>
          </p:cNvPr>
          <p:cNvSpPr>
            <a:spLocks noGrp="1"/>
          </p:cNvSpPr>
          <p:nvPr>
            <p:ph type="title"/>
          </p:nvPr>
        </p:nvSpPr>
        <p:spPr>
          <a:ln>
            <a:noFill/>
          </a:ln>
        </p:spPr>
        <p:txBody>
          <a:bodyPr/>
          <a:lstStyle/>
          <a:p>
            <a:r>
              <a:rPr lang="en-US" dirty="0"/>
              <a:t>Prim: Example</a:t>
            </a:r>
          </a:p>
        </p:txBody>
      </p:sp>
      <p:sp>
        <p:nvSpPr>
          <p:cNvPr id="4" name="Slide Number Placeholder 3">
            <a:extLst>
              <a:ext uri="{FF2B5EF4-FFF2-40B4-BE49-F238E27FC236}">
                <a16:creationId xmlns:a16="http://schemas.microsoft.com/office/drawing/2014/main" id="{A77B2507-0AB6-ED5C-6AD3-7A879DA5438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109/183</a:t>
            </a:r>
          </a:p>
        </p:txBody>
      </p:sp>
      <p:sp>
        <p:nvSpPr>
          <p:cNvPr id="16" name="TextBox 15">
            <a:extLst>
              <a:ext uri="{FF2B5EF4-FFF2-40B4-BE49-F238E27FC236}">
                <a16:creationId xmlns:a16="http://schemas.microsoft.com/office/drawing/2014/main" id="{07023D1E-10BC-62EC-8970-BB2CD41BA690}"/>
              </a:ext>
            </a:extLst>
          </p:cNvPr>
          <p:cNvSpPr txBox="1"/>
          <p:nvPr/>
        </p:nvSpPr>
        <p:spPr>
          <a:xfrm>
            <a:off x="7913477" y="5228825"/>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17" name="Table 16">
            <a:extLst>
              <a:ext uri="{FF2B5EF4-FFF2-40B4-BE49-F238E27FC236}">
                <a16:creationId xmlns:a16="http://schemas.microsoft.com/office/drawing/2014/main" id="{B3C8197C-6BFE-C10D-BEA7-C1A44FABE965}"/>
              </a:ext>
            </a:extLst>
          </p:cNvPr>
          <p:cNvGraphicFramePr>
            <a:graphicFrameLocks noGrp="1"/>
          </p:cNvGraphicFramePr>
          <p:nvPr/>
        </p:nvGraphicFramePr>
        <p:xfrm>
          <a:off x="6118788" y="1993851"/>
          <a:ext cx="3744378" cy="3087156"/>
        </p:xfrm>
        <a:graphic>
          <a:graphicData uri="http://schemas.openxmlformats.org/drawingml/2006/table">
            <a:tbl>
              <a:tblPr firstRow="1" bandRow="1">
                <a:tableStyleId>{93296810-A885-4BE3-A3E7-6D5BEEA58F35}</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1</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2</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3</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4</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5</a:t>
                      </a:r>
                      <a:endParaRPr lang="en-US" dirty="0">
                        <a:solidFill>
                          <a:schemeClr val="bg1"/>
                        </a:solidFill>
                        <a:latin typeface="Arial Rounded MT Bold" panose="020F0704030504030204" pitchFamily="34" charset="0"/>
                      </a:endParaRPr>
                    </a:p>
                  </a:txBody>
                  <a:tcPr/>
                </a:tc>
                <a:extLst>
                  <a:ext uri="{0D108BD9-81ED-4DB2-BD59-A6C34878D82A}">
                    <a16:rowId xmlns:a16="http://schemas.microsoft.com/office/drawing/2014/main" val="182082897"/>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1</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Arial Rounded MT Bold" panose="020F0704030504030204" pitchFamily="34" charset="0"/>
                        </a:rPr>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2</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10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3</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4</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kumimoji="0" lang="en-US" sz="1800" u="none" strike="noStrike" kern="1200" cap="none" spc="0" normalizeH="0" baseline="0" noProof="0" dirty="0">
                          <a:ln>
                            <a:noFill/>
                          </a:ln>
                          <a:effectLst/>
                          <a:uLnTx/>
                          <a:uFillTx/>
                          <a:latin typeface="Arial Rounded MT Bold" panose="020F0704030504030204" pitchFamily="34" charset="0"/>
                        </a:rPr>
                        <a:t>∞</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5</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8</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cxnSp>
        <p:nvCxnSpPr>
          <p:cNvPr id="31" name="Straight Connector 30">
            <a:extLst>
              <a:ext uri="{FF2B5EF4-FFF2-40B4-BE49-F238E27FC236}">
                <a16:creationId xmlns:a16="http://schemas.microsoft.com/office/drawing/2014/main" id="{DCC88584-8612-8330-35C1-ADCBCAC08158}"/>
              </a:ext>
            </a:extLst>
          </p:cNvPr>
          <p:cNvCxnSpPr>
            <a:stCxn id="46" idx="1"/>
          </p:cNvCxnSpPr>
          <p:nvPr/>
        </p:nvCxnSpPr>
        <p:spPr>
          <a:xfrm flipH="1" flipV="1">
            <a:off x="1097669" y="3434342"/>
            <a:ext cx="2198288" cy="93317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5CCCA43-F844-E8CC-6811-C20762779AB7}"/>
              </a:ext>
            </a:extLst>
          </p:cNvPr>
          <p:cNvCxnSpPr>
            <a:stCxn id="41" idx="5"/>
          </p:cNvCxnSpPr>
          <p:nvPr/>
        </p:nvCxnSpPr>
        <p:spPr>
          <a:xfrm>
            <a:off x="2328832" y="3162018"/>
            <a:ext cx="1158049" cy="13377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DA39CBD-136F-D934-23C2-36C400DD4FDF}"/>
              </a:ext>
            </a:extLst>
          </p:cNvPr>
          <p:cNvCxnSpPr/>
          <p:nvPr/>
        </p:nvCxnSpPr>
        <p:spPr>
          <a:xfrm flipH="1" flipV="1">
            <a:off x="2174848" y="3077522"/>
            <a:ext cx="1856048" cy="24517"/>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BAB6F8B-8228-D10B-8943-052BE54972F2}"/>
              </a:ext>
            </a:extLst>
          </p:cNvPr>
          <p:cNvCxnSpPr/>
          <p:nvPr/>
        </p:nvCxnSpPr>
        <p:spPr>
          <a:xfrm flipV="1">
            <a:off x="1948920" y="3181462"/>
            <a:ext cx="175670" cy="1109474"/>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Oval 16">
            <a:extLst>
              <a:ext uri="{FF2B5EF4-FFF2-40B4-BE49-F238E27FC236}">
                <a16:creationId xmlns:a16="http://schemas.microsoft.com/office/drawing/2014/main" id="{6D75285D-D395-4D0D-DC69-20F2E6B34BA5}"/>
              </a:ext>
            </a:extLst>
          </p:cNvPr>
          <p:cNvSpPr>
            <a:spLocks noChangeArrowheads="1"/>
          </p:cNvSpPr>
          <p:nvPr/>
        </p:nvSpPr>
        <p:spPr bwMode="auto">
          <a:xfrm>
            <a:off x="1957083" y="2790269"/>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2" name="Straight Connector 41">
            <a:extLst>
              <a:ext uri="{FF2B5EF4-FFF2-40B4-BE49-F238E27FC236}">
                <a16:creationId xmlns:a16="http://schemas.microsoft.com/office/drawing/2014/main" id="{EDD1EB98-4BCE-56C5-6471-7C9D477E7FD2}"/>
              </a:ext>
            </a:extLst>
          </p:cNvPr>
          <p:cNvCxnSpPr/>
          <p:nvPr/>
        </p:nvCxnSpPr>
        <p:spPr>
          <a:xfrm flipH="1">
            <a:off x="2120774" y="4499783"/>
            <a:ext cx="1119177" cy="6846"/>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3664DA7-2197-1720-16BE-2AE6D14D4FD9}"/>
              </a:ext>
            </a:extLst>
          </p:cNvPr>
          <p:cNvCxnSpPr>
            <a:cxnSpLocks/>
          </p:cNvCxnSpPr>
          <p:nvPr/>
        </p:nvCxnSpPr>
        <p:spPr>
          <a:xfrm>
            <a:off x="1167927" y="3635918"/>
            <a:ext cx="563889" cy="863865"/>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Oval 16">
            <a:extLst>
              <a:ext uri="{FF2B5EF4-FFF2-40B4-BE49-F238E27FC236}">
                <a16:creationId xmlns:a16="http://schemas.microsoft.com/office/drawing/2014/main" id="{B5AA216C-13D6-BC13-2106-FF10FA8A1744}"/>
              </a:ext>
            </a:extLst>
          </p:cNvPr>
          <p:cNvSpPr>
            <a:spLocks noChangeArrowheads="1"/>
          </p:cNvSpPr>
          <p:nvPr/>
        </p:nvSpPr>
        <p:spPr bwMode="auto">
          <a:xfrm>
            <a:off x="1686531" y="4282018"/>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5" name="Oval 16">
            <a:extLst>
              <a:ext uri="{FF2B5EF4-FFF2-40B4-BE49-F238E27FC236}">
                <a16:creationId xmlns:a16="http://schemas.microsoft.com/office/drawing/2014/main" id="{F3A97F49-F458-9E2C-78FD-456ECDA9C044}"/>
              </a:ext>
            </a:extLst>
          </p:cNvPr>
          <p:cNvSpPr>
            <a:spLocks noChangeArrowheads="1"/>
          </p:cNvSpPr>
          <p:nvPr/>
        </p:nvSpPr>
        <p:spPr bwMode="auto">
          <a:xfrm>
            <a:off x="796178" y="3309850"/>
            <a:ext cx="435531" cy="435531"/>
          </a:xfrm>
          <a:prstGeom prst="ellipse">
            <a:avLst/>
          </a:prstGeom>
          <a:solidFill>
            <a:srgbClr val="EBEBEB"/>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sp>
        <p:nvSpPr>
          <p:cNvPr id="46" name="Oval 16">
            <a:extLst>
              <a:ext uri="{FF2B5EF4-FFF2-40B4-BE49-F238E27FC236}">
                <a16:creationId xmlns:a16="http://schemas.microsoft.com/office/drawing/2014/main" id="{F51FFD4F-E0F6-A5D0-C48B-513D24591A7D}"/>
              </a:ext>
            </a:extLst>
          </p:cNvPr>
          <p:cNvSpPr>
            <a:spLocks noChangeArrowheads="1"/>
          </p:cNvSpPr>
          <p:nvPr/>
        </p:nvSpPr>
        <p:spPr bwMode="auto">
          <a:xfrm>
            <a:off x="3232175" y="430373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p:cxnSp>
        <p:nvCxnSpPr>
          <p:cNvPr id="47" name="Straight Connector 46">
            <a:extLst>
              <a:ext uri="{FF2B5EF4-FFF2-40B4-BE49-F238E27FC236}">
                <a16:creationId xmlns:a16="http://schemas.microsoft.com/office/drawing/2014/main" id="{7D655C2A-DC16-2E5C-1B23-7BE8C4FF1BB4}"/>
              </a:ext>
            </a:extLst>
          </p:cNvPr>
          <p:cNvCxnSpPr>
            <a:stCxn id="46" idx="7"/>
          </p:cNvCxnSpPr>
          <p:nvPr/>
        </p:nvCxnSpPr>
        <p:spPr>
          <a:xfrm flipV="1">
            <a:off x="3603924" y="3129039"/>
            <a:ext cx="650011" cy="1238478"/>
          </a:xfrm>
          <a:prstGeom prst="line">
            <a:avLst/>
          </a:prstGeom>
          <a:ln w="381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Oval 16">
            <a:extLst>
              <a:ext uri="{FF2B5EF4-FFF2-40B4-BE49-F238E27FC236}">
                <a16:creationId xmlns:a16="http://schemas.microsoft.com/office/drawing/2014/main" id="{BE6EB116-9CFC-1E87-A0C8-25C223402EB6}"/>
              </a:ext>
            </a:extLst>
          </p:cNvPr>
          <p:cNvSpPr>
            <a:spLocks noChangeArrowheads="1"/>
          </p:cNvSpPr>
          <p:nvPr/>
        </p:nvSpPr>
        <p:spPr bwMode="auto">
          <a:xfrm>
            <a:off x="4029021" y="2895425"/>
            <a:ext cx="435531" cy="435531"/>
          </a:xfrm>
          <a:prstGeom prst="ellipse">
            <a:avLst/>
          </a:prstGeom>
          <a:solidFill>
            <a:schemeClr val="bg2"/>
          </a:solidFill>
          <a:ln w="9525">
            <a:solidFill>
              <a:schemeClr val="tx1"/>
            </a:solidFill>
            <a:round/>
            <a:headEnd/>
            <a:tailEnd/>
          </a:ln>
        </p:spPr>
        <p:txBody>
          <a:bodyPr wrap="none" anchor="ctr"/>
          <a:lstStyle/>
          <a:p>
            <a:endParaRPr lang="en-US">
              <a:solidFill>
                <a:prstClr val="black"/>
              </a:solidFill>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7A621DA-CDA8-AAE6-375B-2301E48A23AC}"/>
                  </a:ext>
                </a:extLst>
              </p:cNvPr>
              <p:cNvSpPr txBox="1"/>
              <p:nvPr/>
            </p:nvSpPr>
            <p:spPr>
              <a:xfrm>
                <a:off x="1967549" y="2800512"/>
                <a:ext cx="490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𝟏</m:t>
                          </m:r>
                        </m:sub>
                      </m:sSub>
                    </m:oMath>
                  </m:oMathPara>
                </a14:m>
                <a:endParaRPr lang="en-US" b="1" dirty="0">
                  <a:solidFill>
                    <a:prstClr val="black"/>
                  </a:solidFill>
                  <a:latin typeface="Arial Rounded MT Bold" panose="020F0704030504030204" pitchFamily="34" charset="0"/>
                </a:endParaRPr>
              </a:p>
            </p:txBody>
          </p:sp>
        </mc:Choice>
        <mc:Fallback xmlns="">
          <p:sp>
            <p:nvSpPr>
              <p:cNvPr id="49" name="TextBox 48">
                <a:extLst>
                  <a:ext uri="{FF2B5EF4-FFF2-40B4-BE49-F238E27FC236}">
                    <a16:creationId xmlns:a16="http://schemas.microsoft.com/office/drawing/2014/main" id="{C28C29E3-016E-4D50-8ED0-71C97864FE38}"/>
                  </a:ext>
                </a:extLst>
              </p:cNvPr>
              <p:cNvSpPr txBox="1">
                <a:spLocks noRot="1" noChangeAspect="1" noMove="1" noResize="1" noEditPoints="1" noAdjustHandles="1" noChangeArrowheads="1" noChangeShapeType="1" noTextEdit="1"/>
              </p:cNvSpPr>
              <p:nvPr/>
            </p:nvSpPr>
            <p:spPr>
              <a:xfrm>
                <a:off x="1967549" y="2800512"/>
                <a:ext cx="490775" cy="369332"/>
              </a:xfrm>
              <a:prstGeom prst="rect">
                <a:avLst/>
              </a:prstGeom>
              <a:blipFill>
                <a:blip r:embed="rId4"/>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E78959F-B976-C3A8-983F-710F245CB29C}"/>
                  </a:ext>
                </a:extLst>
              </p:cNvPr>
              <p:cNvSpPr txBox="1"/>
              <p:nvPr/>
            </p:nvSpPr>
            <p:spPr>
              <a:xfrm>
                <a:off x="4039728" y="2917373"/>
                <a:ext cx="490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𝟑</m:t>
                          </m:r>
                        </m:sub>
                      </m:sSub>
                    </m:oMath>
                  </m:oMathPara>
                </a14:m>
                <a:endParaRPr lang="en-US" b="1" dirty="0">
                  <a:solidFill>
                    <a:prstClr val="black"/>
                  </a:solidFill>
                  <a:latin typeface="Arial Rounded MT Bold" panose="020F0704030504030204" pitchFamily="34" charset="0"/>
                </a:endParaRPr>
              </a:p>
            </p:txBody>
          </p:sp>
        </mc:Choice>
        <mc:Fallback xmlns="">
          <p:sp>
            <p:nvSpPr>
              <p:cNvPr id="50" name="TextBox 49">
                <a:extLst>
                  <a:ext uri="{FF2B5EF4-FFF2-40B4-BE49-F238E27FC236}">
                    <a16:creationId xmlns:a16="http://schemas.microsoft.com/office/drawing/2014/main" id="{B1E3C71A-3540-4411-ADC2-7038195C428F}"/>
                  </a:ext>
                </a:extLst>
              </p:cNvPr>
              <p:cNvSpPr txBox="1">
                <a:spLocks noRot="1" noChangeAspect="1" noMove="1" noResize="1" noEditPoints="1" noAdjustHandles="1" noChangeArrowheads="1" noChangeShapeType="1" noTextEdit="1"/>
              </p:cNvSpPr>
              <p:nvPr/>
            </p:nvSpPr>
            <p:spPr>
              <a:xfrm>
                <a:off x="4039728" y="2917373"/>
                <a:ext cx="490775" cy="369332"/>
              </a:xfrm>
              <a:prstGeom prst="rect">
                <a:avLst/>
              </a:prstGeom>
              <a:blipFill>
                <a:blip r:embed="rId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D5CE2D60-203E-E84F-8703-83510A9838FE}"/>
                  </a:ext>
                </a:extLst>
              </p:cNvPr>
              <p:cNvSpPr/>
              <p:nvPr/>
            </p:nvSpPr>
            <p:spPr>
              <a:xfrm>
                <a:off x="793760" y="3328256"/>
                <a:ext cx="490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en-US" b="1" i="1" dirty="0">
                              <a:latin typeface="Cambria Math" panose="02040503050406030204" pitchFamily="18" charset="0"/>
                            </a:rPr>
                            <m:t>𝒗</m:t>
                          </m:r>
                        </m:e>
                        <m:sub>
                          <m:r>
                            <a:rPr lang="en-US" b="1" i="1" dirty="0" smtClean="0">
                              <a:latin typeface="Cambria Math" panose="02040503050406030204" pitchFamily="18" charset="0"/>
                            </a:rPr>
                            <m:t>𝟒</m:t>
                          </m:r>
                        </m:sub>
                      </m:sSub>
                    </m:oMath>
                  </m:oMathPara>
                </a14:m>
                <a:endParaRPr lang="en-US" b="1" dirty="0">
                  <a:solidFill>
                    <a:prstClr val="black"/>
                  </a:solidFill>
                  <a:latin typeface="Arial Rounded MT Bold" panose="020F0704030504030204" pitchFamily="34" charset="0"/>
                </a:endParaRPr>
              </a:p>
            </p:txBody>
          </p:sp>
        </mc:Choice>
        <mc:Fallback xmlns="">
          <p:sp>
            <p:nvSpPr>
              <p:cNvPr id="51" name="Rectangle 50">
                <a:extLst>
                  <a:ext uri="{FF2B5EF4-FFF2-40B4-BE49-F238E27FC236}">
                    <a16:creationId xmlns:a16="http://schemas.microsoft.com/office/drawing/2014/main" id="{5CE73C61-36B1-4E30-9D96-95B479C74D35}"/>
                  </a:ext>
                </a:extLst>
              </p:cNvPr>
              <p:cNvSpPr>
                <a:spLocks noRot="1" noChangeAspect="1" noMove="1" noResize="1" noEditPoints="1" noAdjustHandles="1" noChangeArrowheads="1" noChangeShapeType="1" noTextEdit="1"/>
              </p:cNvSpPr>
              <p:nvPr/>
            </p:nvSpPr>
            <p:spPr>
              <a:xfrm>
                <a:off x="793760" y="3328256"/>
                <a:ext cx="490775" cy="369332"/>
              </a:xfrm>
              <a:prstGeom prst="rect">
                <a:avLst/>
              </a:prstGeom>
              <a:blipFill>
                <a:blip r:embed="rId6"/>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1762A067-504D-C993-D82B-E753533D32FC}"/>
                  </a:ext>
                </a:extLst>
              </p:cNvPr>
              <p:cNvSpPr/>
              <p:nvPr/>
            </p:nvSpPr>
            <p:spPr>
              <a:xfrm>
                <a:off x="3224582" y="4319043"/>
                <a:ext cx="490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𝟓</m:t>
                          </m:r>
                        </m:sub>
                      </m:sSub>
                    </m:oMath>
                  </m:oMathPara>
                </a14:m>
                <a:endParaRPr lang="en-US" b="1" dirty="0">
                  <a:solidFill>
                    <a:prstClr val="black"/>
                  </a:solidFill>
                  <a:latin typeface="Arial Rounded MT Bold" panose="020F0704030504030204" pitchFamily="34" charset="0"/>
                </a:endParaRPr>
              </a:p>
            </p:txBody>
          </p:sp>
        </mc:Choice>
        <mc:Fallback xmlns="">
          <p:sp>
            <p:nvSpPr>
              <p:cNvPr id="52" name="Rectangle 51">
                <a:extLst>
                  <a:ext uri="{FF2B5EF4-FFF2-40B4-BE49-F238E27FC236}">
                    <a16:creationId xmlns:a16="http://schemas.microsoft.com/office/drawing/2014/main" id="{F7A513AC-5B56-4F33-A71B-A42D4190785D}"/>
                  </a:ext>
                </a:extLst>
              </p:cNvPr>
              <p:cNvSpPr>
                <a:spLocks noRot="1" noChangeAspect="1" noMove="1" noResize="1" noEditPoints="1" noAdjustHandles="1" noChangeArrowheads="1" noChangeShapeType="1" noTextEdit="1"/>
              </p:cNvSpPr>
              <p:nvPr/>
            </p:nvSpPr>
            <p:spPr>
              <a:xfrm>
                <a:off x="3224582" y="4319043"/>
                <a:ext cx="490775" cy="369332"/>
              </a:xfrm>
              <a:prstGeom prst="rect">
                <a:avLst/>
              </a:prstGeom>
              <a:blipFill>
                <a:blip r:embed="rId7"/>
                <a:stretch>
                  <a:fillRect b="-5000"/>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4FB8FFCB-8EFC-0604-2D6F-0D6920E174EF}"/>
              </a:ext>
            </a:extLst>
          </p:cNvPr>
          <p:cNvSpPr/>
          <p:nvPr/>
        </p:nvSpPr>
        <p:spPr>
          <a:xfrm>
            <a:off x="3641898" y="3499707"/>
            <a:ext cx="322524" cy="369332"/>
          </a:xfrm>
          <a:prstGeom prst="rect">
            <a:avLst/>
          </a:prstGeom>
        </p:spPr>
        <p:txBody>
          <a:bodyPr wrap="none">
            <a:spAutoFit/>
          </a:bodyPr>
          <a:lstStyle/>
          <a:p>
            <a:r>
              <a:rPr lang="en-US" b="1" dirty="0">
                <a:latin typeface="Arial Rounded MT Bold" panose="020F0704030504030204" pitchFamily="34" charset="0"/>
              </a:rPr>
              <a:t>6</a:t>
            </a:r>
            <a:endParaRPr lang="en-US" dirty="0">
              <a:latin typeface="Arial Rounded MT Bold" panose="020F0704030504030204" pitchFamily="34" charset="0"/>
            </a:endParaRPr>
          </a:p>
        </p:txBody>
      </p:sp>
      <p:sp>
        <p:nvSpPr>
          <p:cNvPr id="54" name="Rectangle 53">
            <a:extLst>
              <a:ext uri="{FF2B5EF4-FFF2-40B4-BE49-F238E27FC236}">
                <a16:creationId xmlns:a16="http://schemas.microsoft.com/office/drawing/2014/main" id="{0FEDCB97-616A-9AB5-CFEC-95095FE0E04E}"/>
              </a:ext>
            </a:extLst>
          </p:cNvPr>
          <p:cNvSpPr/>
          <p:nvPr/>
        </p:nvSpPr>
        <p:spPr>
          <a:xfrm>
            <a:off x="2805996" y="3427496"/>
            <a:ext cx="322524" cy="369332"/>
          </a:xfrm>
          <a:prstGeom prst="rect">
            <a:avLst/>
          </a:prstGeom>
        </p:spPr>
        <p:txBody>
          <a:bodyPr wrap="none">
            <a:spAutoFit/>
          </a:bodyPr>
          <a:lstStyle/>
          <a:p>
            <a:r>
              <a:rPr lang="en-US" b="1" dirty="0">
                <a:latin typeface="Arial Rounded MT Bold" panose="020F0704030504030204" pitchFamily="34" charset="0"/>
              </a:rPr>
              <a:t>8</a:t>
            </a:r>
            <a:endParaRPr lang="en-US" dirty="0">
              <a:latin typeface="Arial Rounded MT Bold" panose="020F0704030504030204" pitchFamily="34" charset="0"/>
            </a:endParaRPr>
          </a:p>
        </p:txBody>
      </p:sp>
      <p:sp>
        <p:nvSpPr>
          <p:cNvPr id="55" name="Rectangle 54">
            <a:extLst>
              <a:ext uri="{FF2B5EF4-FFF2-40B4-BE49-F238E27FC236}">
                <a16:creationId xmlns:a16="http://schemas.microsoft.com/office/drawing/2014/main" id="{C13C4044-58A5-AED9-E464-90018CA7C77F}"/>
              </a:ext>
            </a:extLst>
          </p:cNvPr>
          <p:cNvSpPr/>
          <p:nvPr/>
        </p:nvSpPr>
        <p:spPr>
          <a:xfrm>
            <a:off x="2039448" y="3354919"/>
            <a:ext cx="460382" cy="369332"/>
          </a:xfrm>
          <a:prstGeom prst="rect">
            <a:avLst/>
          </a:prstGeom>
        </p:spPr>
        <p:txBody>
          <a:bodyPr wrap="none">
            <a:spAutoFit/>
          </a:bodyPr>
          <a:lstStyle/>
          <a:p>
            <a:r>
              <a:rPr lang="en-US" b="1" dirty="0">
                <a:latin typeface="Arial Rounded MT Bold" panose="020F0704030504030204" pitchFamily="34" charset="0"/>
              </a:rPr>
              <a:t>10</a:t>
            </a:r>
            <a:endParaRPr lang="en-US" dirty="0">
              <a:latin typeface="Arial Rounded MT Bold" panose="020F0704030504030204" pitchFamily="34" charset="0"/>
            </a:endParaRPr>
          </a:p>
        </p:txBody>
      </p:sp>
      <p:sp>
        <p:nvSpPr>
          <p:cNvPr id="56" name="Rectangle 55">
            <a:extLst>
              <a:ext uri="{FF2B5EF4-FFF2-40B4-BE49-F238E27FC236}">
                <a16:creationId xmlns:a16="http://schemas.microsoft.com/office/drawing/2014/main" id="{BCAFF293-7F41-1F6C-A3F7-EE81F304A804}"/>
              </a:ext>
            </a:extLst>
          </p:cNvPr>
          <p:cNvSpPr/>
          <p:nvPr/>
        </p:nvSpPr>
        <p:spPr>
          <a:xfrm>
            <a:off x="2459422" y="4518247"/>
            <a:ext cx="322524" cy="369332"/>
          </a:xfrm>
          <a:prstGeom prst="rect">
            <a:avLst/>
          </a:prstGeom>
        </p:spPr>
        <p:txBody>
          <a:bodyPr wrap="none">
            <a:spAutoFit/>
          </a:bodyPr>
          <a:lstStyle/>
          <a:p>
            <a:r>
              <a:rPr lang="en-US" b="1" dirty="0">
                <a:latin typeface="Arial Rounded MT Bold" panose="020F0704030504030204" pitchFamily="34" charset="0"/>
              </a:rPr>
              <a:t>5</a:t>
            </a:r>
            <a:endParaRPr lang="en-US" dirty="0">
              <a:latin typeface="Arial Rounded MT Bold" panose="020F0704030504030204" pitchFamily="34" charset="0"/>
            </a:endParaRPr>
          </a:p>
        </p:txBody>
      </p:sp>
      <p:sp>
        <p:nvSpPr>
          <p:cNvPr id="57" name="Rectangle 56">
            <a:extLst>
              <a:ext uri="{FF2B5EF4-FFF2-40B4-BE49-F238E27FC236}">
                <a16:creationId xmlns:a16="http://schemas.microsoft.com/office/drawing/2014/main" id="{CA1B36D5-D21D-2C5C-572C-FF1633998FD4}"/>
              </a:ext>
            </a:extLst>
          </p:cNvPr>
          <p:cNvSpPr/>
          <p:nvPr/>
        </p:nvSpPr>
        <p:spPr>
          <a:xfrm>
            <a:off x="1124997" y="4038118"/>
            <a:ext cx="460382" cy="369332"/>
          </a:xfrm>
          <a:prstGeom prst="rect">
            <a:avLst/>
          </a:prstGeom>
        </p:spPr>
        <p:txBody>
          <a:bodyPr wrap="none">
            <a:spAutoFit/>
          </a:bodyPr>
          <a:lstStyle/>
          <a:p>
            <a:r>
              <a:rPr lang="en-US" b="1" dirty="0">
                <a:latin typeface="Arial Rounded MT Bold" panose="020F0704030504030204" pitchFamily="34" charset="0"/>
              </a:rPr>
              <a:t>11</a:t>
            </a:r>
            <a:endParaRPr lang="en-US" dirty="0">
              <a:latin typeface="Arial Rounded MT Bold" panose="020F0704030504030204" pitchFamily="34" charset="0"/>
            </a:endParaRPr>
          </a:p>
        </p:txBody>
      </p:sp>
      <p:sp>
        <p:nvSpPr>
          <p:cNvPr id="58" name="Rectangle 57">
            <a:extLst>
              <a:ext uri="{FF2B5EF4-FFF2-40B4-BE49-F238E27FC236}">
                <a16:creationId xmlns:a16="http://schemas.microsoft.com/office/drawing/2014/main" id="{D9D1D0FA-71AA-F1C4-22F3-24EF0F4D1C5B}"/>
              </a:ext>
            </a:extLst>
          </p:cNvPr>
          <p:cNvSpPr/>
          <p:nvPr/>
        </p:nvSpPr>
        <p:spPr>
          <a:xfrm>
            <a:off x="2313899" y="4038117"/>
            <a:ext cx="460382" cy="369332"/>
          </a:xfrm>
          <a:prstGeom prst="rect">
            <a:avLst/>
          </a:prstGeom>
        </p:spPr>
        <p:txBody>
          <a:bodyPr wrap="none">
            <a:spAutoFit/>
          </a:bodyPr>
          <a:lstStyle/>
          <a:p>
            <a:r>
              <a:rPr lang="en-US" b="1" dirty="0">
                <a:latin typeface="Arial Rounded MT Bold" panose="020F0704030504030204" pitchFamily="34" charset="0"/>
              </a:rPr>
              <a:t>14</a:t>
            </a:r>
            <a:endParaRPr lang="en-US" dirty="0">
              <a:latin typeface="Arial Rounded MT Bold" panose="020F0704030504030204" pitchFamily="34" charset="0"/>
            </a:endParaRPr>
          </a:p>
        </p:txBody>
      </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0ED98814-3789-5DBF-477E-C543F239B9E7}"/>
                  </a:ext>
                </a:extLst>
              </p:cNvPr>
              <p:cNvSpPr/>
              <p:nvPr/>
            </p:nvSpPr>
            <p:spPr>
              <a:xfrm>
                <a:off x="1668872" y="4299171"/>
                <a:ext cx="4971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dirty="0">
                              <a:latin typeface="Cambria Math" panose="02040503050406030204" pitchFamily="18" charset="0"/>
                            </a:rPr>
                          </m:ctrlPr>
                        </m:sSubPr>
                        <m:e>
                          <m:r>
                            <a:rPr lang="en-US" b="1" i="1" dirty="0">
                              <a:latin typeface="Cambria Math" panose="02040503050406030204" pitchFamily="18" charset="0"/>
                            </a:rPr>
                            <m:t>𝒗</m:t>
                          </m:r>
                        </m:e>
                        <m:sub>
                          <m:r>
                            <a:rPr lang="en-US" b="1" i="1" dirty="0">
                              <a:latin typeface="Cambria Math" panose="02040503050406030204" pitchFamily="18" charset="0"/>
                            </a:rPr>
                            <m:t>𝟐</m:t>
                          </m:r>
                        </m:sub>
                      </m:sSub>
                    </m:oMath>
                  </m:oMathPara>
                </a14:m>
                <a:endParaRPr lang="en-US" dirty="0"/>
              </a:p>
            </p:txBody>
          </p:sp>
        </mc:Choice>
        <mc:Fallback xmlns="">
          <p:sp>
            <p:nvSpPr>
              <p:cNvPr id="59" name="Rectangle 58">
                <a:extLst>
                  <a:ext uri="{FF2B5EF4-FFF2-40B4-BE49-F238E27FC236}">
                    <a16:creationId xmlns:a16="http://schemas.microsoft.com/office/drawing/2014/main" id="{64264857-4A35-4850-93FD-21F3B73666D2}"/>
                  </a:ext>
                </a:extLst>
              </p:cNvPr>
              <p:cNvSpPr>
                <a:spLocks noRot="1" noChangeAspect="1" noMove="1" noResize="1" noEditPoints="1" noAdjustHandles="1" noChangeArrowheads="1" noChangeShapeType="1" noTextEdit="1"/>
              </p:cNvSpPr>
              <p:nvPr/>
            </p:nvSpPr>
            <p:spPr>
              <a:xfrm>
                <a:off x="1668872" y="4299171"/>
                <a:ext cx="497187" cy="369332"/>
              </a:xfrm>
              <a:prstGeom prst="rect">
                <a:avLst/>
              </a:prstGeom>
              <a:blipFill>
                <a:blip r:embed="rId8"/>
                <a:stretch>
                  <a:fillRect b="-1639"/>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232D3514-A986-D0A5-838D-1020F924AD6B}"/>
              </a:ext>
            </a:extLst>
          </p:cNvPr>
          <p:cNvSpPr/>
          <p:nvPr/>
        </p:nvSpPr>
        <p:spPr>
          <a:xfrm>
            <a:off x="3004721" y="2666695"/>
            <a:ext cx="322524" cy="369332"/>
          </a:xfrm>
          <a:prstGeom prst="rect">
            <a:avLst/>
          </a:prstGeom>
        </p:spPr>
        <p:txBody>
          <a:bodyPr wrap="none">
            <a:spAutoFit/>
          </a:bodyPr>
          <a:lstStyle/>
          <a:p>
            <a:r>
              <a:rPr lang="en-US" b="1" dirty="0">
                <a:latin typeface="Arial Rounded MT Bold" panose="020F0704030504030204" pitchFamily="34" charset="0"/>
              </a:rPr>
              <a:t>3</a:t>
            </a:r>
            <a:endParaRPr lang="en-US" dirty="0">
              <a:latin typeface="Arial Rounded MT Bold" panose="020F0704030504030204" pitchFamily="34" charset="0"/>
            </a:endParaRPr>
          </a:p>
        </p:txBody>
      </p:sp>
    </p:spTree>
    <p:custDataLst>
      <p:tags r:id="rId1"/>
    </p:custDataLst>
    <p:extLst>
      <p:ext uri="{BB962C8B-B14F-4D97-AF65-F5344CB8AC3E}">
        <p14:creationId xmlns:p14="http://schemas.microsoft.com/office/powerpoint/2010/main" val="2170008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513D5-12F5-B205-A294-BADF69389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6FBAA-5F4E-1DC2-D737-00587FCC2004}"/>
              </a:ext>
            </a:extLst>
          </p:cNvPr>
          <p:cNvSpPr>
            <a:spLocks noGrp="1"/>
          </p:cNvSpPr>
          <p:nvPr>
            <p:ph type="title"/>
          </p:nvPr>
        </p:nvSpPr>
        <p:spPr>
          <a:ln>
            <a:noFill/>
          </a:ln>
        </p:spPr>
        <p:txBody>
          <a:bodyPr/>
          <a:lstStyle/>
          <a:p>
            <a:r>
              <a:rPr lang="en-US" dirty="0"/>
              <a:t>Prim: Example</a:t>
            </a:r>
          </a:p>
        </p:txBody>
      </p:sp>
      <p:sp>
        <p:nvSpPr>
          <p:cNvPr id="4" name="Slide Number Placeholder 3">
            <a:extLst>
              <a:ext uri="{FF2B5EF4-FFF2-40B4-BE49-F238E27FC236}">
                <a16:creationId xmlns:a16="http://schemas.microsoft.com/office/drawing/2014/main" id="{ADC2320F-CC71-835B-E001-E770E3ACAE82}"/>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109/183</a:t>
            </a:r>
          </a:p>
        </p:txBody>
      </p:sp>
      <p:sp>
        <p:nvSpPr>
          <p:cNvPr id="16" name="TextBox 15">
            <a:extLst>
              <a:ext uri="{FF2B5EF4-FFF2-40B4-BE49-F238E27FC236}">
                <a16:creationId xmlns:a16="http://schemas.microsoft.com/office/drawing/2014/main" id="{D3D9E943-4AC2-08CA-D237-9312C1766499}"/>
              </a:ext>
            </a:extLst>
          </p:cNvPr>
          <p:cNvSpPr txBox="1"/>
          <p:nvPr/>
        </p:nvSpPr>
        <p:spPr>
          <a:xfrm>
            <a:off x="9721727" y="5228825"/>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17" name="Table 16">
            <a:extLst>
              <a:ext uri="{FF2B5EF4-FFF2-40B4-BE49-F238E27FC236}">
                <a16:creationId xmlns:a16="http://schemas.microsoft.com/office/drawing/2014/main" id="{8AFC626A-E390-6F73-6345-6756879FA8B1}"/>
              </a:ext>
            </a:extLst>
          </p:cNvPr>
          <p:cNvGraphicFramePr>
            <a:graphicFrameLocks noGrp="1"/>
          </p:cNvGraphicFramePr>
          <p:nvPr>
            <p:extLst>
              <p:ext uri="{D42A27DB-BD31-4B8C-83A1-F6EECF244321}">
                <p14:modId xmlns:p14="http://schemas.microsoft.com/office/powerpoint/2010/main" val="4157138991"/>
              </p:ext>
            </p:extLst>
          </p:nvPr>
        </p:nvGraphicFramePr>
        <p:xfrm>
          <a:off x="7927038" y="1993851"/>
          <a:ext cx="3744378" cy="3087156"/>
        </p:xfrm>
        <a:graphic>
          <a:graphicData uri="http://schemas.openxmlformats.org/drawingml/2006/table">
            <a:tbl>
              <a:tblPr firstRow="1" bandRow="1">
                <a:tableStyleId>{93296810-A885-4BE3-A3E7-6D5BEEA58F35}</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1</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2</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3</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4</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5</a:t>
                      </a:r>
                      <a:endParaRPr lang="en-US" dirty="0">
                        <a:solidFill>
                          <a:schemeClr val="bg1"/>
                        </a:solidFill>
                        <a:latin typeface="Arial Rounded MT Bold" panose="020F0704030504030204" pitchFamily="34" charset="0"/>
                      </a:endParaRPr>
                    </a:p>
                  </a:txBody>
                  <a:tcPr/>
                </a:tc>
                <a:extLst>
                  <a:ext uri="{0D108BD9-81ED-4DB2-BD59-A6C34878D82A}">
                    <a16:rowId xmlns:a16="http://schemas.microsoft.com/office/drawing/2014/main" val="182082897"/>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1</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Arial Rounded MT Bold" panose="020F0704030504030204" pitchFamily="34" charset="0"/>
                        </a:rPr>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2</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10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3</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4</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kumimoji="0" lang="en-US" sz="1800" u="none" strike="noStrike" kern="1200" cap="none" spc="0" normalizeH="0" baseline="0" noProof="0" dirty="0">
                          <a:ln>
                            <a:noFill/>
                          </a:ln>
                          <a:effectLst/>
                          <a:uLnTx/>
                          <a:uFillTx/>
                          <a:latin typeface="Arial Rounded MT Bold" panose="020F0704030504030204" pitchFamily="34" charset="0"/>
                        </a:rPr>
                        <a:t>∞</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5</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8</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sp>
        <p:nvSpPr>
          <p:cNvPr id="3" name="Text Box 17">
            <a:extLst>
              <a:ext uri="{FF2B5EF4-FFF2-40B4-BE49-F238E27FC236}">
                <a16:creationId xmlns:a16="http://schemas.microsoft.com/office/drawing/2014/main" id="{FD38F501-1E79-1B08-9ED0-B7C93463C1A3}"/>
              </a:ext>
            </a:extLst>
          </p:cNvPr>
          <p:cNvSpPr txBox="1">
            <a:spLocks noChangeArrowheads="1"/>
          </p:cNvSpPr>
          <p:nvPr/>
        </p:nvSpPr>
        <p:spPr bwMode="auto">
          <a:xfrm>
            <a:off x="558113" y="1690688"/>
            <a:ext cx="6017348" cy="4524315"/>
          </a:xfrm>
          <a:prstGeom prst="rect">
            <a:avLst/>
          </a:prstGeom>
          <a:solidFill>
            <a:srgbClr val="E3FEE2"/>
          </a:solidFill>
          <a:ln w="9525">
            <a:solidFill>
              <a:schemeClr val="tx1"/>
            </a:solidFill>
            <a:miter lim="800000"/>
            <a:headEnd/>
            <a:tailEnd/>
          </a:ln>
          <a:effectLst/>
        </p:spPr>
        <p:txBody>
          <a:bodyPr wrap="square">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marL="0" indent="0"/>
            <a:r>
              <a:rPr lang="en-US" sz="1800" dirty="0">
                <a:solidFill>
                  <a:srgbClr val="000000"/>
                </a:solidFill>
                <a:latin typeface="Consolas" panose="020B0609020204030204" pitchFamily="49" charset="0"/>
              </a:rPr>
              <a:t>Prim(W)</a:t>
            </a:r>
            <a:endParaRPr lang="en-US" altLang="en-US" sz="1800" dirty="0">
              <a:latin typeface="Consolas" panose="020B0609020204030204" pitchFamily="49" charset="0"/>
              <a:cs typeface="Courier New" panose="02070309020205020404" pitchFamily="49" charset="0"/>
            </a:endParaRPr>
          </a:p>
          <a:p>
            <a:pPr marL="0" indent="0"/>
            <a:r>
              <a:rPr lang="en-US" altLang="en-US" sz="1800" dirty="0">
                <a:latin typeface="Consolas" panose="020B0609020204030204" pitchFamily="49" charset="0"/>
                <a:cs typeface="Courier New" panose="02070309020205020404" pitchFamily="49" charset="0"/>
              </a:rPr>
              <a:t> F=Ø</a:t>
            </a:r>
          </a:p>
          <a:p>
            <a:pPr marL="0" indent="0"/>
            <a:r>
              <a:rPr lang="en-US" altLang="en-US" sz="1800" dirty="0">
                <a:latin typeface="Consolas" panose="020B0609020204030204" pitchFamily="49" charset="0"/>
                <a:cs typeface="Courier New" panose="02070309020205020404" pitchFamily="49" charset="0"/>
              </a:rPr>
              <a:t> FOR </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=2 TO n DO </a:t>
            </a:r>
            <a:r>
              <a:rPr lang="en-US" altLang="en-US" sz="1800" i="1" dirty="0">
                <a:solidFill>
                  <a:srgbClr val="00B050"/>
                </a:solidFill>
                <a:latin typeface="Consolas" panose="020B0609020204030204" pitchFamily="49" charset="0"/>
                <a:cs typeface="Courier New" panose="02070309020205020404" pitchFamily="49" charset="0"/>
              </a:rPr>
              <a:t> </a:t>
            </a:r>
            <a:endParaRPr lang="en-US" altLang="en-US" sz="1800" dirty="0">
              <a:latin typeface="Consolas" panose="020B0609020204030204" pitchFamily="49" charset="0"/>
              <a:cs typeface="Courier New" panose="02070309020205020404" pitchFamily="49" charset="0"/>
            </a:endParaRPr>
          </a:p>
          <a:p>
            <a:pPr marL="0" indent="0"/>
            <a:r>
              <a:rPr lang="en-US" altLang="en-US" sz="1800" dirty="0">
                <a:latin typeface="Consolas" panose="020B0609020204030204" pitchFamily="49" charset="0"/>
                <a:cs typeface="Courier New" panose="02070309020205020404" pitchFamily="49" charset="0"/>
              </a:rPr>
              <a:t>		</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]=1  </a:t>
            </a:r>
            <a:r>
              <a:rPr lang="en-US" altLang="en-US" sz="1800" i="1" dirty="0">
                <a:solidFill>
                  <a:srgbClr val="00B050"/>
                </a:solidFill>
                <a:latin typeface="Consolas" panose="020B0609020204030204" pitchFamily="49" charset="0"/>
                <a:cs typeface="Courier New" panose="02070309020205020404" pitchFamily="49" charset="0"/>
              </a:rPr>
              <a:t> </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a:latin typeface="Consolas" panose="020B0609020204030204" pitchFamily="49" charset="0"/>
                <a:cs typeface="Courier New" panose="02070309020205020404" pitchFamily="49" charset="0"/>
              </a:rPr>
              <a:t>distance</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a:t>
            </a:r>
            <a:r>
              <a:rPr lang="en-US" altLang="en-US" sz="1800" b="1" dirty="0">
                <a:latin typeface="Consolas" panose="020B0609020204030204" pitchFamily="49" charset="0"/>
                <a:cs typeface="Courier New" panose="02070309020205020404" pitchFamily="49" charset="0"/>
              </a:rPr>
              <a:t>W</a:t>
            </a:r>
            <a:r>
              <a:rPr lang="en-US" altLang="en-US" sz="1800" dirty="0">
                <a:latin typeface="Consolas" panose="020B0609020204030204" pitchFamily="49" charset="0"/>
                <a:cs typeface="Courier New" panose="02070309020205020404" pitchFamily="49" charset="0"/>
              </a:rPr>
              <a:t>[1][</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a:t>
            </a:r>
          </a:p>
          <a:p>
            <a:pPr marL="0" indent="0"/>
            <a:r>
              <a:rPr lang="en-US" altLang="en-US" sz="1800" dirty="0">
                <a:latin typeface="Consolas" panose="020B0609020204030204" pitchFamily="49" charset="0"/>
                <a:cs typeface="Courier New" panose="02070309020205020404" pitchFamily="49" charset="0"/>
              </a:rPr>
              <a:t> FOR j=1 TO n-1 DO</a:t>
            </a:r>
          </a:p>
          <a:p>
            <a:pPr marL="0" indent="0"/>
            <a:r>
              <a:rPr lang="en-US" altLang="en-US" sz="1800" dirty="0">
                <a:latin typeface="Consolas" panose="020B0609020204030204" pitchFamily="49" charset="0"/>
                <a:cs typeface="Courier New" panose="02070309020205020404" pitchFamily="49" charset="0"/>
              </a:rPr>
              <a:t>		 b=index of minimum element in </a:t>
            </a:r>
            <a:r>
              <a:rPr lang="en-US" altLang="en-US" sz="1800" b="1" dirty="0">
                <a:latin typeface="Consolas" panose="020B0609020204030204" pitchFamily="49" charset="0"/>
                <a:cs typeface="Courier New" panose="02070309020205020404" pitchFamily="49" charset="0"/>
              </a:rPr>
              <a:t>distance</a:t>
            </a:r>
          </a:p>
          <a:p>
            <a:pPr marL="0" indent="0"/>
            <a:r>
              <a:rPr lang="en-US" altLang="en-US" sz="1800" dirty="0">
                <a:latin typeface="Consolas" panose="020B0609020204030204" pitchFamily="49" charset="0"/>
                <a:cs typeface="Courier New" panose="02070309020205020404" pitchFamily="49" charset="0"/>
              </a:rPr>
              <a:t>		 a=</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[b]</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F</a:t>
            </a:r>
            <a:r>
              <a:rPr lang="en-US" altLang="en-US" sz="1800" dirty="0" err="1">
                <a:latin typeface="Consolas" panose="020B0609020204030204" pitchFamily="49" charset="0"/>
                <a:cs typeface="Courier New" panose="02070309020205020404" pitchFamily="49" charset="0"/>
              </a:rPr>
              <a:t>.add</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a,b</a:t>
            </a:r>
            <a:r>
              <a:rPr lang="en-US" altLang="en-US" sz="1800" dirty="0">
                <a:latin typeface="Consolas" panose="020B0609020204030204" pitchFamily="49" charset="0"/>
                <a:cs typeface="Courier New" panose="02070309020205020404" pitchFamily="49" charset="0"/>
              </a:rPr>
              <a:t>))</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distance</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nearest</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a:p>
            <a:pPr marL="0" indent="0"/>
            <a:r>
              <a:rPr lang="en-US" altLang="en-US" sz="1800" dirty="0">
                <a:latin typeface="Consolas" panose="020B0609020204030204" pitchFamily="49" charset="0"/>
                <a:cs typeface="Courier New" panose="02070309020205020404" pitchFamily="49" charset="0"/>
              </a:rPr>
              <a:t>	     FOR EACH </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 in distance DO</a:t>
            </a:r>
          </a:p>
          <a:p>
            <a:pPr marL="0" indent="0"/>
            <a:r>
              <a:rPr lang="en-US" altLang="en-US" sz="1800" dirty="0">
                <a:latin typeface="Consolas" panose="020B0609020204030204" pitchFamily="49" charset="0"/>
                <a:cs typeface="Courier New" panose="02070309020205020404" pitchFamily="49" charset="0"/>
              </a:rPr>
              <a:t>			 IF </a:t>
            </a:r>
            <a:r>
              <a:rPr lang="en-US" altLang="en-US" sz="1800" b="1" dirty="0">
                <a:latin typeface="Consolas" panose="020B0609020204030204" pitchFamily="49" charset="0"/>
                <a:cs typeface="Courier New" panose="02070309020205020404" pitchFamily="49" charset="0"/>
              </a:rPr>
              <a:t>W</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][b]&lt;</a:t>
            </a:r>
            <a:r>
              <a:rPr lang="en-US" altLang="en-US" sz="1800" b="1" dirty="0">
                <a:latin typeface="Consolas" panose="020B0609020204030204" pitchFamily="49" charset="0"/>
                <a:cs typeface="Courier New" panose="02070309020205020404" pitchFamily="49" charset="0"/>
              </a:rPr>
              <a:t>distance</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 THEN</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a:latin typeface="Consolas" panose="020B0609020204030204" pitchFamily="49" charset="0"/>
                <a:cs typeface="Courier New" panose="02070309020205020404" pitchFamily="49" charset="0"/>
              </a:rPr>
              <a:t>distance</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]=W[</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][b]</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]=b</a:t>
            </a:r>
          </a:p>
          <a:p>
            <a:pPr marL="0" indent="0"/>
            <a:r>
              <a:rPr lang="en-US" altLang="en-US" sz="1800" dirty="0">
                <a:latin typeface="Consolas" panose="020B0609020204030204" pitchFamily="49" charset="0"/>
                <a:cs typeface="Courier New" panose="02070309020205020404" pitchFamily="49" charset="0"/>
              </a:rPr>
              <a:t> RETURN </a:t>
            </a:r>
            <a:r>
              <a:rPr lang="en-US" altLang="en-US" sz="1800" b="1" dirty="0">
                <a:latin typeface="Consolas" panose="020B0609020204030204" pitchFamily="49" charset="0"/>
                <a:cs typeface="Courier New" panose="02070309020205020404" pitchFamily="49" charset="0"/>
              </a:rPr>
              <a:t>F</a:t>
            </a:r>
          </a:p>
        </p:txBody>
      </p:sp>
    </p:spTree>
    <p:custDataLst>
      <p:tags r:id="rId1"/>
    </p:custDataLst>
    <p:extLst>
      <p:ext uri="{BB962C8B-B14F-4D97-AF65-F5344CB8AC3E}">
        <p14:creationId xmlns:p14="http://schemas.microsoft.com/office/powerpoint/2010/main" val="800290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noFill/>
          </a:ln>
        </p:spPr>
        <p:txBody>
          <a:bodyPr/>
          <a:lstStyle/>
          <a:p>
            <a:r>
              <a:rPr lang="en-US" dirty="0"/>
              <a:t>Prim: Example</a:t>
            </a:r>
          </a:p>
        </p:txBody>
      </p:sp>
      <p:sp>
        <p:nvSpPr>
          <p:cNvPr id="4" name="Slide Number Placeholder 3">
            <a:extLst>
              <a:ext uri="{FF2B5EF4-FFF2-40B4-BE49-F238E27FC236}">
                <a16:creationId xmlns:a16="http://schemas.microsoft.com/office/drawing/2014/main" id="{17B2D85B-9404-4BA4-B8FE-FC61220E1C58}"/>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110/183</a:t>
            </a:r>
          </a:p>
        </p:txBody>
      </p:sp>
      <p:sp>
        <p:nvSpPr>
          <p:cNvPr id="16" name="TextBox 15"/>
          <p:cNvSpPr txBox="1"/>
          <p:nvPr/>
        </p:nvSpPr>
        <p:spPr>
          <a:xfrm>
            <a:off x="2517110" y="5586805"/>
            <a:ext cx="401072" cy="369332"/>
          </a:xfrm>
          <a:prstGeom prst="rect">
            <a:avLst/>
          </a:prstGeom>
          <a:noFill/>
        </p:spPr>
        <p:txBody>
          <a:bodyPr wrap="none" rtlCol="0">
            <a:spAutoFit/>
          </a:bodyPr>
          <a:lstStyle/>
          <a:p>
            <a:r>
              <a:rPr lang="en-US" b="1" dirty="0">
                <a:latin typeface="Arial Rounded MT Bold" panose="020F0704030504030204" pitchFamily="34" charset="0"/>
              </a:rPr>
              <a:t>W</a:t>
            </a:r>
          </a:p>
        </p:txBody>
      </p:sp>
      <p:graphicFrame>
        <p:nvGraphicFramePr>
          <p:cNvPr id="17" name="Table 16">
            <a:extLst>
              <a:ext uri="{FF2B5EF4-FFF2-40B4-BE49-F238E27FC236}">
                <a16:creationId xmlns:a16="http://schemas.microsoft.com/office/drawing/2014/main" id="{E0D924CF-E946-411E-84A7-071C0C858C95}"/>
              </a:ext>
            </a:extLst>
          </p:cNvPr>
          <p:cNvGraphicFramePr>
            <a:graphicFrameLocks noGrp="1"/>
          </p:cNvGraphicFramePr>
          <p:nvPr/>
        </p:nvGraphicFramePr>
        <p:xfrm>
          <a:off x="842251" y="2121270"/>
          <a:ext cx="3744378" cy="3087156"/>
        </p:xfrm>
        <a:graphic>
          <a:graphicData uri="http://schemas.openxmlformats.org/drawingml/2006/table">
            <a:tbl>
              <a:tblPr firstRow="1" bandRow="1">
                <a:tableStyleId>{93296810-A885-4BE3-A3E7-6D5BEEA58F35}</a:tableStyleId>
              </a:tblPr>
              <a:tblGrid>
                <a:gridCol w="624063">
                  <a:extLst>
                    <a:ext uri="{9D8B030D-6E8A-4147-A177-3AD203B41FA5}">
                      <a16:colId xmlns:a16="http://schemas.microsoft.com/office/drawing/2014/main" val="3733833656"/>
                    </a:ext>
                  </a:extLst>
                </a:gridCol>
                <a:gridCol w="624063">
                  <a:extLst>
                    <a:ext uri="{9D8B030D-6E8A-4147-A177-3AD203B41FA5}">
                      <a16:colId xmlns:a16="http://schemas.microsoft.com/office/drawing/2014/main" val="3093915974"/>
                    </a:ext>
                  </a:extLst>
                </a:gridCol>
                <a:gridCol w="624063">
                  <a:extLst>
                    <a:ext uri="{9D8B030D-6E8A-4147-A177-3AD203B41FA5}">
                      <a16:colId xmlns:a16="http://schemas.microsoft.com/office/drawing/2014/main" val="1927573031"/>
                    </a:ext>
                  </a:extLst>
                </a:gridCol>
                <a:gridCol w="624063">
                  <a:extLst>
                    <a:ext uri="{9D8B030D-6E8A-4147-A177-3AD203B41FA5}">
                      <a16:colId xmlns:a16="http://schemas.microsoft.com/office/drawing/2014/main" val="1127043335"/>
                    </a:ext>
                  </a:extLst>
                </a:gridCol>
                <a:gridCol w="624063">
                  <a:extLst>
                    <a:ext uri="{9D8B030D-6E8A-4147-A177-3AD203B41FA5}">
                      <a16:colId xmlns:a16="http://schemas.microsoft.com/office/drawing/2014/main" val="150316249"/>
                    </a:ext>
                  </a:extLst>
                </a:gridCol>
                <a:gridCol w="624063">
                  <a:extLst>
                    <a:ext uri="{9D8B030D-6E8A-4147-A177-3AD203B41FA5}">
                      <a16:colId xmlns:a16="http://schemas.microsoft.com/office/drawing/2014/main" val="737769205"/>
                    </a:ext>
                  </a:extLst>
                </a:gridCol>
              </a:tblGrid>
              <a:tr h="514526">
                <a:tc>
                  <a:txBody>
                    <a:bodyPr/>
                    <a:lstStyle/>
                    <a:p>
                      <a:pPr algn="ct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1</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2</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3</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4</a:t>
                      </a:r>
                      <a:endParaRPr lang="en-US" dirty="0">
                        <a:solidFill>
                          <a:schemeClr val="bg1"/>
                        </a:solidFill>
                        <a:latin typeface="Arial Rounded MT Bold" panose="020F0704030504030204" pitchFamily="34" charset="0"/>
                      </a:endParaRPr>
                    </a:p>
                  </a:txBody>
                  <a:tcPr/>
                </a:tc>
                <a:tc>
                  <a:txBody>
                    <a:bodyPr/>
                    <a:lstStyle/>
                    <a:p>
                      <a:pPr algn="ctr"/>
                      <a:r>
                        <a:rPr lang="en-US" dirty="0">
                          <a:latin typeface="Arial Rounded MT Bold" panose="020F0704030504030204" pitchFamily="34" charset="0"/>
                        </a:rPr>
                        <a:t>v</a:t>
                      </a:r>
                      <a:r>
                        <a:rPr lang="en-US" baseline="-25000" dirty="0">
                          <a:latin typeface="Arial Rounded MT Bold" panose="020F0704030504030204" pitchFamily="34" charset="0"/>
                        </a:rPr>
                        <a:t>5</a:t>
                      </a:r>
                      <a:endParaRPr lang="en-US" dirty="0">
                        <a:solidFill>
                          <a:schemeClr val="bg1"/>
                        </a:solidFill>
                        <a:latin typeface="Arial Rounded MT Bold" panose="020F0704030504030204" pitchFamily="34" charset="0"/>
                      </a:endParaRPr>
                    </a:p>
                  </a:txBody>
                  <a:tcPr/>
                </a:tc>
                <a:extLst>
                  <a:ext uri="{0D108BD9-81ED-4DB2-BD59-A6C34878D82A}">
                    <a16:rowId xmlns:a16="http://schemas.microsoft.com/office/drawing/2014/main" val="182082897"/>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1</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latin typeface="Arial Rounded MT Bold" panose="020F0704030504030204" pitchFamily="34" charset="0"/>
                        </a:rPr>
                        <a:t>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1786771372"/>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2</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10</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631307403"/>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3</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3</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844641343"/>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4</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kumimoji="0" lang="en-US" sz="1800" u="none" strike="noStrike" kern="1200" cap="none" spc="0" normalizeH="0" baseline="0" noProof="0" dirty="0">
                          <a:ln>
                            <a:noFill/>
                          </a:ln>
                          <a:effectLst/>
                          <a:uLnTx/>
                          <a:uFillTx/>
                          <a:latin typeface="Arial Rounded MT Bold" panose="020F0704030504030204" pitchFamily="34" charset="0"/>
                        </a:rPr>
                        <a:t>∞</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701039372"/>
                  </a:ext>
                </a:extLst>
              </a:tr>
              <a:tr h="514526">
                <a:tc>
                  <a:txBody>
                    <a:bodyPr/>
                    <a:lstStyle/>
                    <a:p>
                      <a:pPr algn="ctr"/>
                      <a:r>
                        <a:rPr lang="en-US" b="1" dirty="0">
                          <a:solidFill>
                            <a:schemeClr val="bg1"/>
                          </a:solidFill>
                          <a:latin typeface="Arial Rounded MT Bold" panose="020F0704030504030204" pitchFamily="34" charset="0"/>
                        </a:rPr>
                        <a:t>v</a:t>
                      </a:r>
                      <a:r>
                        <a:rPr lang="en-US" b="1" baseline="-25000" dirty="0">
                          <a:solidFill>
                            <a:schemeClr val="bg1"/>
                          </a:solidFill>
                          <a:latin typeface="Arial Rounded MT Bold" panose="020F0704030504030204" pitchFamily="34" charset="0"/>
                        </a:rPr>
                        <a:t>5</a:t>
                      </a:r>
                      <a:endParaRPr lang="en-US" b="1" dirty="0">
                        <a:solidFill>
                          <a:schemeClr val="bg1"/>
                        </a:solidFill>
                        <a:latin typeface="Arial Rounded MT Bold" panose="020F0704030504030204" pitchFamily="34" charset="0"/>
                      </a:endParaRPr>
                    </a:p>
                  </a:txBody>
                  <a:tcPr>
                    <a:solidFill>
                      <a:schemeClr val="accent6"/>
                    </a:solidFill>
                  </a:tcPr>
                </a:tc>
                <a:tc>
                  <a:txBody>
                    <a:bodyPr/>
                    <a:lstStyle/>
                    <a:p>
                      <a:pPr algn="ctr"/>
                      <a:r>
                        <a:rPr lang="en-US" dirty="0">
                          <a:latin typeface="Arial Rounded MT Bold" panose="020F0704030504030204" pitchFamily="34" charset="0"/>
                        </a:rPr>
                        <a:t>8</a:t>
                      </a:r>
                      <a:endParaRPr lang="en-US" b="1" dirty="0">
                        <a:latin typeface="Arial Rounded MT Bold" panose="020F070403050403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0</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tc>
                <a:extLst>
                  <a:ext uri="{0D108BD9-81ED-4DB2-BD59-A6C34878D82A}">
                    <a16:rowId xmlns:a16="http://schemas.microsoft.com/office/drawing/2014/main" val="3531972621"/>
                  </a:ext>
                </a:extLst>
              </a:tr>
            </a:tbl>
          </a:graphicData>
        </a:graphic>
      </p:graphicFrame>
      <p:graphicFrame>
        <p:nvGraphicFramePr>
          <p:cNvPr id="60" name="Table 59">
            <a:extLst>
              <a:ext uri="{FF2B5EF4-FFF2-40B4-BE49-F238E27FC236}">
                <a16:creationId xmlns:a16="http://schemas.microsoft.com/office/drawing/2014/main" id="{44D61FCD-7162-4670-B5CC-50FACBC1A09A}"/>
              </a:ext>
            </a:extLst>
          </p:cNvPr>
          <p:cNvGraphicFramePr>
            <a:graphicFrameLocks noGrp="1"/>
          </p:cNvGraphicFramePr>
          <p:nvPr/>
        </p:nvGraphicFramePr>
        <p:xfrm>
          <a:off x="5552485" y="2337065"/>
          <a:ext cx="5031617" cy="2655565"/>
        </p:xfrm>
        <a:graphic>
          <a:graphicData uri="http://schemas.openxmlformats.org/drawingml/2006/table">
            <a:tbl>
              <a:tblPr firstRow="1" bandRow="1">
                <a:tableStyleId>{5940675A-B579-460E-94D1-54222C63F5DA}</a:tableStyleId>
              </a:tblPr>
              <a:tblGrid>
                <a:gridCol w="1580727">
                  <a:extLst>
                    <a:ext uri="{9D8B030D-6E8A-4147-A177-3AD203B41FA5}">
                      <a16:colId xmlns:a16="http://schemas.microsoft.com/office/drawing/2014/main" val="2989644895"/>
                    </a:ext>
                  </a:extLst>
                </a:gridCol>
                <a:gridCol w="683967">
                  <a:extLst>
                    <a:ext uri="{9D8B030D-6E8A-4147-A177-3AD203B41FA5}">
                      <a16:colId xmlns:a16="http://schemas.microsoft.com/office/drawing/2014/main" val="4244960412"/>
                    </a:ext>
                  </a:extLst>
                </a:gridCol>
                <a:gridCol w="775167">
                  <a:extLst>
                    <a:ext uri="{9D8B030D-6E8A-4147-A177-3AD203B41FA5}">
                      <a16:colId xmlns:a16="http://schemas.microsoft.com/office/drawing/2014/main" val="2572560869"/>
                    </a:ext>
                  </a:extLst>
                </a:gridCol>
                <a:gridCol w="668769">
                  <a:extLst>
                    <a:ext uri="{9D8B030D-6E8A-4147-A177-3AD203B41FA5}">
                      <a16:colId xmlns:a16="http://schemas.microsoft.com/office/drawing/2014/main" val="1080161752"/>
                    </a:ext>
                  </a:extLst>
                </a:gridCol>
                <a:gridCol w="668769">
                  <a:extLst>
                    <a:ext uri="{9D8B030D-6E8A-4147-A177-3AD203B41FA5}">
                      <a16:colId xmlns:a16="http://schemas.microsoft.com/office/drawing/2014/main" val="3378961574"/>
                    </a:ext>
                  </a:extLst>
                </a:gridCol>
                <a:gridCol w="654218">
                  <a:extLst>
                    <a:ext uri="{9D8B030D-6E8A-4147-A177-3AD203B41FA5}">
                      <a16:colId xmlns:a16="http://schemas.microsoft.com/office/drawing/2014/main" val="1874499129"/>
                    </a:ext>
                  </a:extLst>
                </a:gridCol>
              </a:tblGrid>
              <a:tr h="531113">
                <a:tc>
                  <a:txBody>
                    <a:bodyPr/>
                    <a:lstStyle/>
                    <a:p>
                      <a:pPr algn="ctr"/>
                      <a:endParaRPr lang="en-US" sz="2000"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4115065"/>
                  </a:ext>
                </a:extLst>
              </a:tr>
              <a:tr h="531113">
                <a:tc>
                  <a:txBody>
                    <a:bodyPr/>
                    <a:lstStyle/>
                    <a:p>
                      <a:pPr algn="ctr"/>
                      <a:r>
                        <a:rPr lang="en-US" sz="2000" dirty="0">
                          <a:solidFill>
                            <a:srgbClr val="FF0000"/>
                          </a:solidFill>
                          <a:latin typeface="Arial Rounded MT Bold" panose="020F0704030504030204" pitchFamily="34" charset="0"/>
                        </a:rPr>
                        <a:t>nearest</a:t>
                      </a:r>
                      <a:endParaRPr lang="en-US" sz="2000" b="1" dirty="0">
                        <a:solidFill>
                          <a:srgbClr val="FF000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500189"/>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en-US" sz="1800" b="1" dirty="0">
                        <a:solidFill>
                          <a:schemeClr val="tx1"/>
                        </a:solidFill>
                        <a:latin typeface="Arial Rounded MT Bold" panose="020F0704030504030204" pitchFamily="34" charset="0"/>
                      </a:endParaRPr>
                    </a:p>
                  </a:txBody>
                  <a:tcPr anchor="b">
                    <a:lnL w="1905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94191252"/>
                  </a:ext>
                </a:extLst>
              </a:tr>
              <a:tr h="531113">
                <a:tc>
                  <a:txBody>
                    <a:bodyPr/>
                    <a:lstStyle/>
                    <a:p>
                      <a:pPr algn="ctr"/>
                      <a:endParaRPr lang="en-US" sz="2000" b="1" dirty="0">
                        <a:solidFill>
                          <a:srgbClr val="7030A0"/>
                        </a:solidFill>
                        <a:latin typeface="Arial Rounded MT Bold" panose="020F0704030504030204" pitchFamily="34" charset="0"/>
                      </a:endParaRPr>
                    </a:p>
                  </a:txBody>
                  <a:tcPr>
                    <a:lnL w="12700" cmpd="sng">
                      <a:noFill/>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800" b="1" dirty="0">
                          <a:solidFill>
                            <a:schemeClr val="tx1"/>
                          </a:solidFill>
                          <a:latin typeface="Arial Rounded MT Bold" panose="020F0704030504030204" pitchFamily="34" charset="0"/>
                        </a:rPr>
                        <a:t>1</a:t>
                      </a:r>
                    </a:p>
                  </a:txBody>
                  <a:tcPr anchor="b">
                    <a:lnL w="19050" cap="flat" cmpd="sng" algn="ctr">
                      <a:noFill/>
                      <a:prstDash val="solid"/>
                      <a:round/>
                      <a:headEnd type="none" w="med" len="med"/>
                      <a:tailEnd type="none" w="med" len="med"/>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nchor="b">
                    <a:lnL w="12700" cmpd="sng">
                      <a:noFill/>
                    </a:lnL>
                    <a:lnR w="12700" cmpd="sng">
                      <a:noFill/>
                    </a:lnR>
                    <a:lnT w="12700" cmpd="sng">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9240156"/>
                  </a:ext>
                </a:extLst>
              </a:tr>
              <a:tr h="531113">
                <a:tc>
                  <a:txBody>
                    <a:bodyPr/>
                    <a:lstStyle/>
                    <a:p>
                      <a:pPr algn="ctr"/>
                      <a:r>
                        <a:rPr lang="en-US" sz="2000" dirty="0">
                          <a:solidFill>
                            <a:srgbClr val="0070C0"/>
                          </a:solidFill>
                          <a:latin typeface="Arial Rounded MT Bold" panose="020F0704030504030204" pitchFamily="34" charset="0"/>
                        </a:rPr>
                        <a:t>distance</a:t>
                      </a:r>
                      <a:endParaRPr lang="en-US" sz="2000" b="1" dirty="0">
                        <a:solidFill>
                          <a:srgbClr val="0070C0"/>
                        </a:solidFill>
                        <a:latin typeface="Arial Rounded MT Bold" panose="020F0704030504030204" pitchFamily="34" charset="0"/>
                      </a:endParaRPr>
                    </a:p>
                  </a:txBody>
                  <a:tcPr>
                    <a:lnL w="12700" cmpd="sng">
                      <a:noFill/>
                    </a:lnL>
                    <a:lnR w="1905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000" b="1" dirty="0">
                          <a:solidFill>
                            <a:schemeClr val="tx1"/>
                          </a:solidFill>
                          <a:latin typeface="Arial Rounded MT Bold" panose="020F0704030504030204" pitchFamily="34" charset="0"/>
                        </a:rPr>
                        <a:t>-</a:t>
                      </a:r>
                    </a:p>
                  </a:txBody>
                  <a:tcP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p>
                  </a:txBody>
                  <a:tcP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622963382"/>
                  </a:ext>
                </a:extLst>
              </a:tr>
            </a:tbl>
          </a:graphicData>
        </a:graphic>
      </p:graphicFrame>
    </p:spTree>
    <p:custDataLst>
      <p:tags r:id="rId1"/>
    </p:custDataLst>
    <p:extLst>
      <p:ext uri="{BB962C8B-B14F-4D97-AF65-F5344CB8AC3E}">
        <p14:creationId xmlns:p14="http://schemas.microsoft.com/office/powerpoint/2010/main" val="27100646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111/183</a:t>
            </a:r>
          </a:p>
        </p:txBody>
      </p:sp>
      <p:graphicFrame>
        <p:nvGraphicFramePr>
          <p:cNvPr id="29" name="Table 28"/>
          <p:cNvGraphicFramePr>
            <a:graphicFrameLocks noGrp="1"/>
          </p:cNvGraphicFramePr>
          <p:nvPr>
            <p:extLst>
              <p:ext uri="{D42A27DB-BD31-4B8C-83A1-F6EECF244321}">
                <p14:modId xmlns:p14="http://schemas.microsoft.com/office/powerpoint/2010/main" val="1769811084"/>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5">
                        <a:lumMod val="20000"/>
                        <a:lumOff val="80000"/>
                      </a:schemeClr>
                    </a:solidFill>
                  </a:tcPr>
                </a:tc>
                <a:tc>
                  <a:txBody>
                    <a:bodyPr/>
                    <a:lstStyle/>
                    <a:p>
                      <a:pPr algn="ctr"/>
                      <a:r>
                        <a:rPr kumimoji="0" lang="en-US" sz="1800" b="1"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extLst>
                  <a:ext uri="{0D108BD9-81ED-4DB2-BD59-A6C34878D82A}">
                    <a16:rowId xmlns:a16="http://schemas.microsoft.com/office/drawing/2014/main" val="184389418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630918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7" name="TextBox 6">
            <a:extLst>
              <a:ext uri="{FF2B5EF4-FFF2-40B4-BE49-F238E27FC236}">
                <a16:creationId xmlns:a16="http://schemas.microsoft.com/office/drawing/2014/main" id="{0E467034-0591-BB6F-67A9-426AB816A72B}"/>
              </a:ext>
            </a:extLst>
          </p:cNvPr>
          <p:cNvSpPr txBox="1"/>
          <p:nvPr/>
        </p:nvSpPr>
        <p:spPr>
          <a:xfrm>
            <a:off x="439220" y="596574"/>
            <a:ext cx="3783459" cy="923330"/>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FOR </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=2 TO n DO </a:t>
            </a:r>
            <a:r>
              <a:rPr lang="en-US" altLang="en-US" sz="1800" i="1" dirty="0">
                <a:solidFill>
                  <a:srgbClr val="00B050"/>
                </a:solidFill>
                <a:latin typeface="Consolas" panose="020B0609020204030204" pitchFamily="49" charset="0"/>
                <a:cs typeface="Courier New" panose="02070309020205020404" pitchFamily="49" charset="0"/>
              </a:rPr>
              <a:t> </a:t>
            </a:r>
            <a:endParaRPr lang="en-US" altLang="en-US" sz="1800" dirty="0">
              <a:latin typeface="Consolas" panose="020B0609020204030204" pitchFamily="49" charset="0"/>
              <a:cs typeface="Courier New" panose="02070309020205020404" pitchFamily="49" charset="0"/>
            </a:endParaRPr>
          </a:p>
          <a:p>
            <a:pPr marL="0" indent="0"/>
            <a:r>
              <a:rPr lang="en-US" altLang="en-US" sz="1800" dirty="0">
                <a:latin typeface="Consolas" panose="020B0609020204030204" pitchFamily="49" charset="0"/>
                <a:cs typeface="Courier New" panose="02070309020205020404" pitchFamily="49" charset="0"/>
              </a:rPr>
              <a:t>		</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]=1  </a:t>
            </a:r>
            <a:r>
              <a:rPr lang="en-US" altLang="en-US" sz="1800" i="1" dirty="0">
                <a:solidFill>
                  <a:srgbClr val="00B050"/>
                </a:solidFill>
                <a:latin typeface="Consolas" panose="020B0609020204030204" pitchFamily="49" charset="0"/>
                <a:cs typeface="Courier New" panose="02070309020205020404" pitchFamily="49" charset="0"/>
              </a:rPr>
              <a:t> </a:t>
            </a:r>
          </a:p>
          <a:p>
            <a:pPr marL="0" indent="0"/>
            <a:r>
              <a:rPr lang="en-US" altLang="en-US" sz="1800" dirty="0">
                <a:latin typeface="Consolas" panose="020B0609020204030204" pitchFamily="49" charset="0"/>
                <a:cs typeface="Courier New" panose="02070309020205020404" pitchFamily="49" charset="0"/>
              </a:rPr>
              <a:t>		</a:t>
            </a:r>
            <a:r>
              <a:rPr lang="en-US" altLang="en-US" sz="1800" b="1" dirty="0">
                <a:latin typeface="Consolas" panose="020B0609020204030204" pitchFamily="49" charset="0"/>
                <a:cs typeface="Courier New" panose="02070309020205020404" pitchFamily="49" charset="0"/>
              </a:rPr>
              <a:t>distance</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a:t>
            </a:r>
            <a:r>
              <a:rPr lang="en-US" altLang="en-US" sz="1800" b="1" dirty="0">
                <a:latin typeface="Consolas" panose="020B0609020204030204" pitchFamily="49" charset="0"/>
                <a:cs typeface="Courier New" panose="02070309020205020404" pitchFamily="49" charset="0"/>
              </a:rPr>
              <a:t>W</a:t>
            </a:r>
            <a:r>
              <a:rPr lang="en-US" altLang="en-US" sz="1800" dirty="0">
                <a:latin typeface="Consolas" panose="020B0609020204030204" pitchFamily="49" charset="0"/>
                <a:cs typeface="Courier New" panose="02070309020205020404" pitchFamily="49" charset="0"/>
              </a:rPr>
              <a:t>[1][</a:t>
            </a:r>
            <a:r>
              <a:rPr lang="en-US" altLang="en-US" sz="1800" dirty="0" err="1">
                <a:latin typeface="Consolas" panose="020B0609020204030204" pitchFamily="49" charset="0"/>
                <a:cs typeface="Courier New" panose="02070309020205020404" pitchFamily="49" charset="0"/>
              </a:rPr>
              <a:t>i</a:t>
            </a:r>
            <a:r>
              <a:rPr lang="en-US" altLang="en-US" sz="1800" dirty="0">
                <a:latin typeface="Consolas" panose="020B06090202040302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3782550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112/183</a:t>
            </a:r>
          </a:p>
        </p:txBody>
      </p:sp>
      <p:graphicFrame>
        <p:nvGraphicFramePr>
          <p:cNvPr id="29" name="Table 28"/>
          <p:cNvGraphicFramePr>
            <a:graphicFrameLocks noGrp="1"/>
          </p:cNvGraphicFramePr>
          <p:nvPr>
            <p:extLst>
              <p:ext uri="{D42A27DB-BD31-4B8C-83A1-F6EECF244321}">
                <p14:modId xmlns:p14="http://schemas.microsoft.com/office/powerpoint/2010/main" val="1144826830"/>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rgbClr val="FF00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extLst>
                  <a:ext uri="{0D108BD9-81ED-4DB2-BD59-A6C34878D82A}">
                    <a16:rowId xmlns:a16="http://schemas.microsoft.com/office/drawing/2014/main" val="184389418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630918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4" name="Rectangle 3">
            <a:extLst>
              <a:ext uri="{FF2B5EF4-FFF2-40B4-BE49-F238E27FC236}">
                <a16:creationId xmlns:a16="http://schemas.microsoft.com/office/drawing/2014/main" id="{E6F19DB5-3C14-45B1-872F-61EA932843D9}"/>
              </a:ext>
            </a:extLst>
          </p:cNvPr>
          <p:cNvSpPr/>
          <p:nvPr/>
        </p:nvSpPr>
        <p:spPr>
          <a:xfrm>
            <a:off x="9342632" y="2505670"/>
            <a:ext cx="1324402" cy="923330"/>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b=3</a:t>
            </a:r>
          </a:p>
          <a:p>
            <a:r>
              <a:rPr lang="en-US" altLang="en-US" dirty="0">
                <a:latin typeface="Consolas" panose="020B0609020204030204" pitchFamily="49" charset="0"/>
                <a:cs typeface="Courier New" panose="02070309020205020404" pitchFamily="49" charset="0"/>
              </a:rPr>
              <a:t>a=1</a:t>
            </a:r>
          </a:p>
          <a:p>
            <a:r>
              <a:rPr lang="en-US" altLang="en-US" dirty="0">
                <a:latin typeface="Consolas" panose="020B0609020204030204" pitchFamily="49" charset="0"/>
                <a:cs typeface="Courier New" panose="02070309020205020404" pitchFamily="49" charset="0"/>
              </a:rPr>
              <a:t>F={(3,1)}</a:t>
            </a:r>
            <a:endParaRPr lang="en-US" dirty="0"/>
          </a:p>
        </p:txBody>
      </p:sp>
      <p:sp>
        <p:nvSpPr>
          <p:cNvPr id="6" name="Oval 5">
            <a:extLst>
              <a:ext uri="{FF2B5EF4-FFF2-40B4-BE49-F238E27FC236}">
                <a16:creationId xmlns:a16="http://schemas.microsoft.com/office/drawing/2014/main" id="{E7C74BC5-FB32-402B-AF1E-762A86D9778D}"/>
              </a:ext>
            </a:extLst>
          </p:cNvPr>
          <p:cNvSpPr/>
          <p:nvPr/>
        </p:nvSpPr>
        <p:spPr>
          <a:xfrm>
            <a:off x="6776500" y="2034525"/>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7" name="Straight Arrow Connector 6">
            <a:extLst>
              <a:ext uri="{FF2B5EF4-FFF2-40B4-BE49-F238E27FC236}">
                <a16:creationId xmlns:a16="http://schemas.microsoft.com/office/drawing/2014/main" id="{A8D79D55-4AB2-4DD0-940E-130D2F93C4C7}"/>
              </a:ext>
            </a:extLst>
          </p:cNvPr>
          <p:cNvCxnSpPr>
            <a:cxnSpLocks/>
            <a:stCxn id="6" idx="6"/>
          </p:cNvCxnSpPr>
          <p:nvPr/>
        </p:nvCxnSpPr>
        <p:spPr>
          <a:xfrm>
            <a:off x="7132225" y="2219759"/>
            <a:ext cx="2210407" cy="481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0288E63-4282-40AC-900C-33E00446E302}"/>
              </a:ext>
            </a:extLst>
          </p:cNvPr>
          <p:cNvSpPr/>
          <p:nvPr/>
        </p:nvSpPr>
        <p:spPr>
          <a:xfrm>
            <a:off x="6776500" y="2423055"/>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0" name="Straight Arrow Connector 9">
            <a:extLst>
              <a:ext uri="{FF2B5EF4-FFF2-40B4-BE49-F238E27FC236}">
                <a16:creationId xmlns:a16="http://schemas.microsoft.com/office/drawing/2014/main" id="{8E802910-02E2-44CB-B995-1CF103F0E3AC}"/>
              </a:ext>
            </a:extLst>
          </p:cNvPr>
          <p:cNvCxnSpPr>
            <a:stCxn id="9" idx="6"/>
          </p:cNvCxnSpPr>
          <p:nvPr/>
        </p:nvCxnSpPr>
        <p:spPr>
          <a:xfrm>
            <a:off x="7132225" y="2608289"/>
            <a:ext cx="2281598" cy="388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0F99F57-674B-D671-C768-6BD5A05B801D}"/>
              </a:ext>
            </a:extLst>
          </p:cNvPr>
          <p:cNvSpPr txBox="1"/>
          <p:nvPr/>
        </p:nvSpPr>
        <p:spPr>
          <a:xfrm>
            <a:off x="439220" y="744235"/>
            <a:ext cx="5057454" cy="923330"/>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b=index of minimum element in </a:t>
            </a:r>
            <a:r>
              <a:rPr lang="en-US" altLang="en-US" sz="1800" b="1" dirty="0">
                <a:latin typeface="Consolas" panose="020B0609020204030204" pitchFamily="49" charset="0"/>
                <a:cs typeface="Courier New" panose="02070309020205020404" pitchFamily="49" charset="0"/>
              </a:rPr>
              <a:t>distance</a:t>
            </a:r>
          </a:p>
          <a:p>
            <a:pPr marL="0" indent="0"/>
            <a:r>
              <a:rPr lang="en-US" altLang="en-US" sz="1800" dirty="0">
                <a:latin typeface="Consolas" panose="020B0609020204030204" pitchFamily="49" charset="0"/>
                <a:cs typeface="Courier New" panose="02070309020205020404" pitchFamily="49" charset="0"/>
              </a:rPr>
              <a:t>a=</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[b]</a:t>
            </a:r>
          </a:p>
          <a:p>
            <a:pPr marL="0" indent="0"/>
            <a:r>
              <a:rPr lang="en-US" altLang="en-US" sz="1800" b="1" dirty="0" err="1">
                <a:latin typeface="Consolas" panose="020B0609020204030204" pitchFamily="49" charset="0"/>
                <a:cs typeface="Courier New" panose="02070309020205020404" pitchFamily="49" charset="0"/>
              </a:rPr>
              <a:t>F</a:t>
            </a:r>
            <a:r>
              <a:rPr lang="en-US" altLang="en-US" sz="1800" dirty="0" err="1">
                <a:latin typeface="Consolas" panose="020B0609020204030204" pitchFamily="49" charset="0"/>
                <a:cs typeface="Courier New" panose="02070309020205020404" pitchFamily="49" charset="0"/>
              </a:rPr>
              <a:t>.add</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a,b</a:t>
            </a:r>
            <a:r>
              <a:rPr lang="en-US" altLang="en-US" sz="1800" dirty="0">
                <a:latin typeface="Consolas" panose="020B06090202040302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206405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113/183</a:t>
            </a:r>
          </a:p>
        </p:txBody>
      </p:sp>
      <p:graphicFrame>
        <p:nvGraphicFramePr>
          <p:cNvPr id="29" name="Table 28"/>
          <p:cNvGraphicFramePr>
            <a:graphicFrameLocks noGrp="1"/>
          </p:cNvGraphicFramePr>
          <p:nvPr>
            <p:extLst>
              <p:ext uri="{D42A27DB-BD31-4B8C-83A1-F6EECF244321}">
                <p14:modId xmlns:p14="http://schemas.microsoft.com/office/powerpoint/2010/main" val="2583682342"/>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5">
                        <a:lumMod val="20000"/>
                        <a:lumOff val="80000"/>
                      </a:schemeClr>
                    </a:solidFill>
                  </a:tcPr>
                </a:tc>
                <a:extLst>
                  <a:ext uri="{0D108BD9-81ED-4DB2-BD59-A6C34878D82A}">
                    <a16:rowId xmlns:a16="http://schemas.microsoft.com/office/drawing/2014/main" val="184389418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6630918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8" name="TextBox 7">
            <a:extLst>
              <a:ext uri="{FF2B5EF4-FFF2-40B4-BE49-F238E27FC236}">
                <a16:creationId xmlns:a16="http://schemas.microsoft.com/office/drawing/2014/main" id="{69006599-937B-963E-5AED-E2707685AC2B}"/>
              </a:ext>
            </a:extLst>
          </p:cNvPr>
          <p:cNvSpPr txBox="1"/>
          <p:nvPr/>
        </p:nvSpPr>
        <p:spPr>
          <a:xfrm>
            <a:off x="357027" y="735074"/>
            <a:ext cx="3557427" cy="646331"/>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distance</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a:p>
            <a:pPr marL="0" indent="0"/>
            <a:r>
              <a:rPr lang="en-US" altLang="en-US" b="1"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nearest</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p:txBody>
      </p:sp>
    </p:spTree>
    <p:custDataLst>
      <p:tags r:id="rId1"/>
    </p:custDataLst>
    <p:extLst>
      <p:ext uri="{BB962C8B-B14F-4D97-AF65-F5344CB8AC3E}">
        <p14:creationId xmlns:p14="http://schemas.microsoft.com/office/powerpoint/2010/main" val="16006689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114/183</a:t>
            </a:r>
          </a:p>
        </p:txBody>
      </p:sp>
      <p:graphicFrame>
        <p:nvGraphicFramePr>
          <p:cNvPr id="29" name="Table 28"/>
          <p:cNvGraphicFramePr>
            <a:graphicFrameLocks noGrp="1"/>
          </p:cNvGraphicFramePr>
          <p:nvPr>
            <p:extLst>
              <p:ext uri="{D42A27DB-BD31-4B8C-83A1-F6EECF244321}">
                <p14:modId xmlns:p14="http://schemas.microsoft.com/office/powerpoint/2010/main" val="80390261"/>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extLst>
                  <a:ext uri="{0D108BD9-81ED-4DB2-BD59-A6C34878D82A}">
                    <a16:rowId xmlns:a16="http://schemas.microsoft.com/office/drawing/2014/main" val="56630918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4" name="Rectangle 3">
            <a:extLst>
              <a:ext uri="{FF2B5EF4-FFF2-40B4-BE49-F238E27FC236}">
                <a16:creationId xmlns:a16="http://schemas.microsoft.com/office/drawing/2014/main" id="{5DF337A3-F84E-0203-6FD5-67B63441D14B}"/>
              </a:ext>
            </a:extLst>
          </p:cNvPr>
          <p:cNvSpPr/>
          <p:nvPr/>
        </p:nvSpPr>
        <p:spPr>
          <a:xfrm>
            <a:off x="404957" y="464864"/>
            <a:ext cx="3477234" cy="3139321"/>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if(W[2][3] &lt; distance[2]):</a:t>
            </a:r>
          </a:p>
          <a:p>
            <a:r>
              <a:rPr lang="en-US" altLang="en-US" dirty="0">
                <a:latin typeface="Consolas" panose="020B0609020204030204" pitchFamily="49" charset="0"/>
                <a:cs typeface="Courier New" panose="02070309020205020404" pitchFamily="49" charset="0"/>
              </a:rPr>
              <a:t>    distance[2] = W[2][3]</a:t>
            </a:r>
          </a:p>
          <a:p>
            <a:r>
              <a:rPr lang="en-US" altLang="en-US" dirty="0">
                <a:latin typeface="Consolas" panose="020B0609020204030204" pitchFamily="49" charset="0"/>
                <a:cs typeface="Courier New" panose="02070309020205020404" pitchFamily="49" charset="0"/>
              </a:rPr>
              <a:t>    nearest[2] = 3</a:t>
            </a:r>
          </a:p>
          <a:p>
            <a:endParaRPr lang="en-US" altLang="en-US" dirty="0">
              <a:latin typeface="Consolas" panose="020B0609020204030204" pitchFamily="49" charset="0"/>
              <a:cs typeface="Courier New" panose="02070309020205020404" pitchFamily="49" charset="0"/>
            </a:endParaRPr>
          </a:p>
          <a:p>
            <a:r>
              <a:rPr lang="en-US" altLang="en-US" dirty="0">
                <a:latin typeface="Consolas" panose="020B0609020204030204" pitchFamily="49" charset="0"/>
                <a:cs typeface="Courier New" panose="02070309020205020404" pitchFamily="49" charset="0"/>
              </a:rPr>
              <a:t>if(W[4][3] &lt; distance[4]):</a:t>
            </a:r>
          </a:p>
          <a:p>
            <a:r>
              <a:rPr lang="en-US" altLang="en-US" dirty="0">
                <a:latin typeface="Consolas" panose="020B0609020204030204" pitchFamily="49" charset="0"/>
                <a:cs typeface="Courier New" panose="02070309020205020404" pitchFamily="49" charset="0"/>
              </a:rPr>
              <a:t>    distance[4] = W[4][3]</a:t>
            </a:r>
          </a:p>
          <a:p>
            <a:r>
              <a:rPr lang="en-US" altLang="en-US" dirty="0">
                <a:latin typeface="Consolas" panose="020B0609020204030204" pitchFamily="49" charset="0"/>
                <a:cs typeface="Courier New" panose="02070309020205020404" pitchFamily="49" charset="0"/>
              </a:rPr>
              <a:t>    nearest[4] = 3</a:t>
            </a:r>
          </a:p>
          <a:p>
            <a:endParaRPr lang="en-US" altLang="en-US" dirty="0">
              <a:latin typeface="Consolas" panose="020B0609020204030204" pitchFamily="49" charset="0"/>
              <a:cs typeface="Courier New" panose="02070309020205020404" pitchFamily="49" charset="0"/>
            </a:endParaRPr>
          </a:p>
          <a:p>
            <a:r>
              <a:rPr lang="en-US" altLang="en-US" dirty="0">
                <a:latin typeface="Consolas" panose="020B0609020204030204" pitchFamily="49" charset="0"/>
                <a:cs typeface="Courier New" panose="02070309020205020404" pitchFamily="49" charset="0"/>
              </a:rPr>
              <a:t>if(W[5][3] &lt; distance[5]):</a:t>
            </a:r>
          </a:p>
          <a:p>
            <a:r>
              <a:rPr lang="en-US" altLang="en-US" dirty="0">
                <a:latin typeface="Consolas" panose="020B0609020204030204" pitchFamily="49" charset="0"/>
                <a:cs typeface="Courier New" panose="02070309020205020404" pitchFamily="49" charset="0"/>
              </a:rPr>
              <a:t>    distance[5] = W[5][3]</a:t>
            </a:r>
          </a:p>
          <a:p>
            <a:r>
              <a:rPr lang="en-US" altLang="en-US" dirty="0">
                <a:latin typeface="Consolas" panose="020B0609020204030204" pitchFamily="49" charset="0"/>
                <a:cs typeface="Courier New" panose="02070309020205020404" pitchFamily="49" charset="0"/>
              </a:rPr>
              <a:t>    nearest[5] = 3</a:t>
            </a:r>
          </a:p>
        </p:txBody>
      </p:sp>
    </p:spTree>
    <p:custDataLst>
      <p:tags r:id="rId1"/>
    </p:custDataLst>
    <p:extLst>
      <p:ext uri="{BB962C8B-B14F-4D97-AF65-F5344CB8AC3E}">
        <p14:creationId xmlns:p14="http://schemas.microsoft.com/office/powerpoint/2010/main" val="20779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115/183</a:t>
            </a:r>
          </a:p>
        </p:txBody>
      </p:sp>
      <p:graphicFrame>
        <p:nvGraphicFramePr>
          <p:cNvPr id="29" name="Table 28"/>
          <p:cNvGraphicFramePr>
            <a:graphicFrameLocks noGrp="1"/>
          </p:cNvGraphicFramePr>
          <p:nvPr>
            <p:extLst>
              <p:ext uri="{D42A27DB-BD31-4B8C-83A1-F6EECF244321}">
                <p14:modId xmlns:p14="http://schemas.microsoft.com/office/powerpoint/2010/main" val="3020199775"/>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8</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rPr>
                        <a:t>3</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Rounded MT Bold" panose="020F0704030504030204" pitchFamily="34" charset="0"/>
                          <a:ea typeface="+mn-ea"/>
                          <a:cs typeface="+mn-cs"/>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6</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rgbClr val="FF00FF"/>
                    </a:solidFill>
                  </a:tcPr>
                </a:tc>
                <a:extLst>
                  <a:ext uri="{0D108BD9-81ED-4DB2-BD59-A6C34878D82A}">
                    <a16:rowId xmlns:a16="http://schemas.microsoft.com/office/drawing/2014/main" val="56630918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5" name="Rectangle 4">
            <a:extLst>
              <a:ext uri="{FF2B5EF4-FFF2-40B4-BE49-F238E27FC236}">
                <a16:creationId xmlns:a16="http://schemas.microsoft.com/office/drawing/2014/main" id="{310E9B5B-6B0F-48BD-8339-91BB47BFC476}"/>
              </a:ext>
            </a:extLst>
          </p:cNvPr>
          <p:cNvSpPr/>
          <p:nvPr/>
        </p:nvSpPr>
        <p:spPr>
          <a:xfrm>
            <a:off x="9670148" y="2505670"/>
            <a:ext cx="2084225" cy="923330"/>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b=5</a:t>
            </a:r>
          </a:p>
          <a:p>
            <a:r>
              <a:rPr lang="en-US" altLang="en-US" dirty="0">
                <a:latin typeface="Consolas" panose="020B0609020204030204" pitchFamily="49" charset="0"/>
                <a:cs typeface="Courier New" panose="02070309020205020404" pitchFamily="49" charset="0"/>
              </a:rPr>
              <a:t>a=3</a:t>
            </a:r>
          </a:p>
          <a:p>
            <a:r>
              <a:rPr lang="en-US" altLang="en-US" dirty="0">
                <a:latin typeface="Consolas" panose="020B0609020204030204" pitchFamily="49" charset="0"/>
                <a:cs typeface="Courier New" panose="02070309020205020404" pitchFamily="49" charset="0"/>
              </a:rPr>
              <a:t>F={(3,1),(3,5)}</a:t>
            </a:r>
            <a:endParaRPr lang="en-US" dirty="0"/>
          </a:p>
        </p:txBody>
      </p:sp>
      <p:sp>
        <p:nvSpPr>
          <p:cNvPr id="6" name="Oval 5">
            <a:extLst>
              <a:ext uri="{FF2B5EF4-FFF2-40B4-BE49-F238E27FC236}">
                <a16:creationId xmlns:a16="http://schemas.microsoft.com/office/drawing/2014/main" id="{97127798-26BB-440A-B930-7C5905A5D901}"/>
              </a:ext>
            </a:extLst>
          </p:cNvPr>
          <p:cNvSpPr/>
          <p:nvPr/>
        </p:nvSpPr>
        <p:spPr>
          <a:xfrm>
            <a:off x="7920977" y="2034525"/>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7" name="Straight Arrow Connector 6">
            <a:extLst>
              <a:ext uri="{FF2B5EF4-FFF2-40B4-BE49-F238E27FC236}">
                <a16:creationId xmlns:a16="http://schemas.microsoft.com/office/drawing/2014/main" id="{82DCC669-9150-4F3E-B0B7-01671175FB6C}"/>
              </a:ext>
            </a:extLst>
          </p:cNvPr>
          <p:cNvCxnSpPr>
            <a:cxnSpLocks/>
            <a:stCxn id="6" idx="6"/>
          </p:cNvCxnSpPr>
          <p:nvPr/>
        </p:nvCxnSpPr>
        <p:spPr>
          <a:xfrm>
            <a:off x="8276702" y="2219759"/>
            <a:ext cx="1393446" cy="500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A6D59159-6DB1-4AA5-9EFE-B01362ED4078}"/>
              </a:ext>
            </a:extLst>
          </p:cNvPr>
          <p:cNvSpPr/>
          <p:nvPr/>
        </p:nvSpPr>
        <p:spPr>
          <a:xfrm>
            <a:off x="7920977" y="3150073"/>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9" name="Straight Arrow Connector 8">
            <a:extLst>
              <a:ext uri="{FF2B5EF4-FFF2-40B4-BE49-F238E27FC236}">
                <a16:creationId xmlns:a16="http://schemas.microsoft.com/office/drawing/2014/main" id="{43864C1E-FBD2-483F-A0FC-E585F2C45806}"/>
              </a:ext>
            </a:extLst>
          </p:cNvPr>
          <p:cNvCxnSpPr>
            <a:cxnSpLocks/>
            <a:stCxn id="8" idx="6"/>
            <a:endCxn id="5" idx="1"/>
          </p:cNvCxnSpPr>
          <p:nvPr/>
        </p:nvCxnSpPr>
        <p:spPr>
          <a:xfrm flipV="1">
            <a:off x="8276702" y="2967335"/>
            <a:ext cx="1393446" cy="367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AE6EF7A-B4A0-8046-04F2-E179B069DB23}"/>
              </a:ext>
            </a:extLst>
          </p:cNvPr>
          <p:cNvSpPr txBox="1"/>
          <p:nvPr/>
        </p:nvSpPr>
        <p:spPr>
          <a:xfrm>
            <a:off x="439220" y="744235"/>
            <a:ext cx="5057454" cy="923330"/>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b=index of minimum element in </a:t>
            </a:r>
            <a:r>
              <a:rPr lang="en-US" altLang="en-US" sz="1800" b="1" dirty="0">
                <a:latin typeface="Consolas" panose="020B0609020204030204" pitchFamily="49" charset="0"/>
                <a:cs typeface="Courier New" panose="02070309020205020404" pitchFamily="49" charset="0"/>
              </a:rPr>
              <a:t>distance</a:t>
            </a:r>
          </a:p>
          <a:p>
            <a:pPr marL="0" indent="0"/>
            <a:r>
              <a:rPr lang="en-US" altLang="en-US" sz="1800" dirty="0">
                <a:latin typeface="Consolas" panose="020B0609020204030204" pitchFamily="49" charset="0"/>
                <a:cs typeface="Courier New" panose="02070309020205020404" pitchFamily="49" charset="0"/>
              </a:rPr>
              <a:t>a=</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[b]</a:t>
            </a:r>
          </a:p>
          <a:p>
            <a:pPr marL="0" indent="0"/>
            <a:r>
              <a:rPr lang="en-US" altLang="en-US" sz="1800" b="1" dirty="0" err="1">
                <a:latin typeface="Consolas" panose="020B0609020204030204" pitchFamily="49" charset="0"/>
                <a:cs typeface="Courier New" panose="02070309020205020404" pitchFamily="49" charset="0"/>
              </a:rPr>
              <a:t>F</a:t>
            </a:r>
            <a:r>
              <a:rPr lang="en-US" altLang="en-US" sz="1800" dirty="0" err="1">
                <a:latin typeface="Consolas" panose="020B0609020204030204" pitchFamily="49" charset="0"/>
                <a:cs typeface="Courier New" panose="02070309020205020404" pitchFamily="49" charset="0"/>
              </a:rPr>
              <a:t>.add</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a,b</a:t>
            </a:r>
            <a:r>
              <a:rPr lang="en-US" altLang="en-US" sz="1800" dirty="0">
                <a:latin typeface="Consolas" panose="020B06090202040302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383123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116/183</a:t>
            </a:r>
          </a:p>
        </p:txBody>
      </p:sp>
      <p:graphicFrame>
        <p:nvGraphicFramePr>
          <p:cNvPr id="29" name="Table 28"/>
          <p:cNvGraphicFramePr>
            <a:graphicFrameLocks noGrp="1"/>
          </p:cNvGraphicFramePr>
          <p:nvPr>
            <p:extLst>
              <p:ext uri="{D42A27DB-BD31-4B8C-83A1-F6EECF244321}">
                <p14:modId xmlns:p14="http://schemas.microsoft.com/office/powerpoint/2010/main" val="3408112135"/>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6" name="TextBox 5">
            <a:extLst>
              <a:ext uri="{FF2B5EF4-FFF2-40B4-BE49-F238E27FC236}">
                <a16:creationId xmlns:a16="http://schemas.microsoft.com/office/drawing/2014/main" id="{246E08EA-E045-D7D9-92E2-A469EF41C69D}"/>
              </a:ext>
            </a:extLst>
          </p:cNvPr>
          <p:cNvSpPr txBox="1"/>
          <p:nvPr/>
        </p:nvSpPr>
        <p:spPr>
          <a:xfrm>
            <a:off x="357027" y="735074"/>
            <a:ext cx="3557427" cy="646331"/>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distance</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a:p>
            <a:pPr marL="0" indent="0"/>
            <a:r>
              <a:rPr lang="en-US" altLang="en-US" b="1"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nearest</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p:txBody>
      </p:sp>
    </p:spTree>
    <p:custDataLst>
      <p:tags r:id="rId1"/>
    </p:custDataLst>
    <p:extLst>
      <p:ext uri="{BB962C8B-B14F-4D97-AF65-F5344CB8AC3E}">
        <p14:creationId xmlns:p14="http://schemas.microsoft.com/office/powerpoint/2010/main" val="3173855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117/183</a:t>
            </a:r>
          </a:p>
        </p:txBody>
      </p:sp>
      <p:graphicFrame>
        <p:nvGraphicFramePr>
          <p:cNvPr id="29" name="Table 28"/>
          <p:cNvGraphicFramePr>
            <a:graphicFrameLocks noGrp="1"/>
          </p:cNvGraphicFramePr>
          <p:nvPr>
            <p:extLst>
              <p:ext uri="{D42A27DB-BD31-4B8C-83A1-F6EECF244321}">
                <p14:modId xmlns:p14="http://schemas.microsoft.com/office/powerpoint/2010/main" val="2913298120"/>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5</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5</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rgbClr val="C2D1EE"/>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6" name="Rectangle 5">
            <a:extLst>
              <a:ext uri="{FF2B5EF4-FFF2-40B4-BE49-F238E27FC236}">
                <a16:creationId xmlns:a16="http://schemas.microsoft.com/office/drawing/2014/main" id="{7CCA0A23-92CE-E934-BE86-7CEBD0BDFC18}"/>
              </a:ext>
            </a:extLst>
          </p:cNvPr>
          <p:cNvSpPr/>
          <p:nvPr/>
        </p:nvSpPr>
        <p:spPr>
          <a:xfrm>
            <a:off x="271394" y="896165"/>
            <a:ext cx="3477234" cy="2031325"/>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if(W[2][5] &lt; distance[2]):</a:t>
            </a:r>
          </a:p>
          <a:p>
            <a:r>
              <a:rPr lang="en-US" altLang="en-US" dirty="0">
                <a:latin typeface="Consolas" panose="020B0609020204030204" pitchFamily="49" charset="0"/>
                <a:cs typeface="Courier New" panose="02070309020205020404" pitchFamily="49" charset="0"/>
              </a:rPr>
              <a:t>    distance[2] = W[2][5]</a:t>
            </a:r>
          </a:p>
          <a:p>
            <a:r>
              <a:rPr lang="en-US" altLang="en-US" dirty="0">
                <a:latin typeface="Consolas" panose="020B0609020204030204" pitchFamily="49" charset="0"/>
                <a:cs typeface="Courier New" panose="02070309020205020404" pitchFamily="49" charset="0"/>
              </a:rPr>
              <a:t>    nearest[2] = 5</a:t>
            </a:r>
          </a:p>
          <a:p>
            <a:endParaRPr lang="en-US" altLang="en-US" dirty="0">
              <a:latin typeface="Consolas" panose="020B0609020204030204" pitchFamily="49" charset="0"/>
              <a:cs typeface="Courier New" panose="02070309020205020404" pitchFamily="49" charset="0"/>
            </a:endParaRPr>
          </a:p>
          <a:p>
            <a:r>
              <a:rPr lang="en-US" altLang="en-US" dirty="0">
                <a:latin typeface="Consolas" panose="020B0609020204030204" pitchFamily="49" charset="0"/>
                <a:cs typeface="Courier New" panose="02070309020205020404" pitchFamily="49" charset="0"/>
              </a:rPr>
              <a:t>if(W[4][5] &lt; distance[4]):</a:t>
            </a:r>
          </a:p>
          <a:p>
            <a:r>
              <a:rPr lang="en-US" altLang="en-US" dirty="0">
                <a:latin typeface="Consolas" panose="020B0609020204030204" pitchFamily="49" charset="0"/>
                <a:cs typeface="Courier New" panose="02070309020205020404" pitchFamily="49" charset="0"/>
              </a:rPr>
              <a:t>    distance[4] = W[4][5]</a:t>
            </a:r>
          </a:p>
          <a:p>
            <a:r>
              <a:rPr lang="en-US" altLang="en-US" dirty="0">
                <a:latin typeface="Consolas" panose="020B0609020204030204" pitchFamily="49" charset="0"/>
                <a:cs typeface="Courier New" panose="02070309020205020404" pitchFamily="49" charset="0"/>
              </a:rPr>
              <a:t>    nearest[4] = 5</a:t>
            </a:r>
          </a:p>
        </p:txBody>
      </p:sp>
    </p:spTree>
    <p:custDataLst>
      <p:tags r:id="rId1"/>
    </p:custDataLst>
    <p:extLst>
      <p:ext uri="{BB962C8B-B14F-4D97-AF65-F5344CB8AC3E}">
        <p14:creationId xmlns:p14="http://schemas.microsoft.com/office/powerpoint/2010/main" val="3968559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118/183</a:t>
            </a:r>
          </a:p>
        </p:txBody>
      </p:sp>
      <p:graphicFrame>
        <p:nvGraphicFramePr>
          <p:cNvPr id="29" name="Table 28"/>
          <p:cNvGraphicFramePr>
            <a:graphicFrameLocks noGrp="1"/>
          </p:cNvGraphicFramePr>
          <p:nvPr>
            <p:extLst>
              <p:ext uri="{D42A27DB-BD31-4B8C-83A1-F6EECF244321}">
                <p14:modId xmlns:p14="http://schemas.microsoft.com/office/powerpoint/2010/main" val="2124552218"/>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10</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5</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5</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rgbClr val="FF00FF"/>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11" name="Rectangle 10">
            <a:extLst>
              <a:ext uri="{FF2B5EF4-FFF2-40B4-BE49-F238E27FC236}">
                <a16:creationId xmlns:a16="http://schemas.microsoft.com/office/drawing/2014/main" id="{A9A13369-F932-48CC-9454-C989A056C74D}"/>
              </a:ext>
            </a:extLst>
          </p:cNvPr>
          <p:cNvSpPr/>
          <p:nvPr/>
        </p:nvSpPr>
        <p:spPr>
          <a:xfrm>
            <a:off x="8748250" y="2531908"/>
            <a:ext cx="2844048" cy="923330"/>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b=2</a:t>
            </a:r>
          </a:p>
          <a:p>
            <a:r>
              <a:rPr lang="en-US" altLang="en-US" dirty="0">
                <a:latin typeface="Consolas" panose="020B0609020204030204" pitchFamily="49" charset="0"/>
                <a:cs typeface="Courier New" panose="02070309020205020404" pitchFamily="49" charset="0"/>
              </a:rPr>
              <a:t>a=5</a:t>
            </a:r>
          </a:p>
          <a:p>
            <a:r>
              <a:rPr lang="en-US" altLang="en-US" dirty="0">
                <a:latin typeface="Consolas" panose="020B0609020204030204" pitchFamily="49" charset="0"/>
                <a:cs typeface="Courier New" panose="02070309020205020404" pitchFamily="49" charset="0"/>
              </a:rPr>
              <a:t>F={(3,1),(3,5),(2,5)}</a:t>
            </a:r>
            <a:endParaRPr lang="en-US" dirty="0"/>
          </a:p>
        </p:txBody>
      </p:sp>
      <p:sp>
        <p:nvSpPr>
          <p:cNvPr id="12" name="Oval 11">
            <a:extLst>
              <a:ext uri="{FF2B5EF4-FFF2-40B4-BE49-F238E27FC236}">
                <a16:creationId xmlns:a16="http://schemas.microsoft.com/office/drawing/2014/main" id="{ACC7B3EE-D1A2-4DC5-9835-EBF95DC08939}"/>
              </a:ext>
            </a:extLst>
          </p:cNvPr>
          <p:cNvSpPr/>
          <p:nvPr/>
        </p:nvSpPr>
        <p:spPr>
          <a:xfrm>
            <a:off x="6182118" y="2060763"/>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Straight Arrow Connector 12">
            <a:extLst>
              <a:ext uri="{FF2B5EF4-FFF2-40B4-BE49-F238E27FC236}">
                <a16:creationId xmlns:a16="http://schemas.microsoft.com/office/drawing/2014/main" id="{655D6006-B425-473C-93DB-139F28F1468C}"/>
              </a:ext>
            </a:extLst>
          </p:cNvPr>
          <p:cNvCxnSpPr>
            <a:cxnSpLocks/>
            <a:stCxn id="12" idx="6"/>
          </p:cNvCxnSpPr>
          <p:nvPr/>
        </p:nvCxnSpPr>
        <p:spPr>
          <a:xfrm>
            <a:off x="6537843" y="2245997"/>
            <a:ext cx="2210407" cy="481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BAE38C4-3711-414C-87EE-4F4FE09A5A57}"/>
              </a:ext>
            </a:extLst>
          </p:cNvPr>
          <p:cNvSpPr/>
          <p:nvPr/>
        </p:nvSpPr>
        <p:spPr>
          <a:xfrm>
            <a:off x="6182118" y="3895835"/>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5" name="Straight Arrow Connector 14">
            <a:extLst>
              <a:ext uri="{FF2B5EF4-FFF2-40B4-BE49-F238E27FC236}">
                <a16:creationId xmlns:a16="http://schemas.microsoft.com/office/drawing/2014/main" id="{53F96BC1-1146-4B4C-807A-723AB3ECBD2D}"/>
              </a:ext>
            </a:extLst>
          </p:cNvPr>
          <p:cNvCxnSpPr>
            <a:cxnSpLocks/>
            <a:stCxn id="14" idx="6"/>
            <a:endCxn id="11" idx="1"/>
          </p:cNvCxnSpPr>
          <p:nvPr/>
        </p:nvCxnSpPr>
        <p:spPr>
          <a:xfrm flipV="1">
            <a:off x="6537843" y="2993573"/>
            <a:ext cx="2210407" cy="1087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36BA3F4-263F-B823-0E43-1D2743AC1AD8}"/>
              </a:ext>
            </a:extLst>
          </p:cNvPr>
          <p:cNvSpPr txBox="1"/>
          <p:nvPr/>
        </p:nvSpPr>
        <p:spPr>
          <a:xfrm>
            <a:off x="439220" y="764783"/>
            <a:ext cx="5057454" cy="923330"/>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b=index of minimum element in </a:t>
            </a:r>
            <a:r>
              <a:rPr lang="en-US" altLang="en-US" sz="1800" b="1" dirty="0">
                <a:latin typeface="Consolas" panose="020B0609020204030204" pitchFamily="49" charset="0"/>
                <a:cs typeface="Courier New" panose="02070309020205020404" pitchFamily="49" charset="0"/>
              </a:rPr>
              <a:t>distance</a:t>
            </a:r>
          </a:p>
          <a:p>
            <a:pPr marL="0" indent="0"/>
            <a:r>
              <a:rPr lang="en-US" altLang="en-US" sz="1800" dirty="0">
                <a:latin typeface="Consolas" panose="020B0609020204030204" pitchFamily="49" charset="0"/>
                <a:cs typeface="Courier New" panose="02070309020205020404" pitchFamily="49" charset="0"/>
              </a:rPr>
              <a:t>a=</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[b]</a:t>
            </a:r>
          </a:p>
          <a:p>
            <a:pPr marL="0" indent="0"/>
            <a:r>
              <a:rPr lang="en-US" altLang="en-US" sz="1800" b="1" dirty="0" err="1">
                <a:latin typeface="Consolas" panose="020B0609020204030204" pitchFamily="49" charset="0"/>
                <a:cs typeface="Courier New" panose="02070309020205020404" pitchFamily="49" charset="0"/>
              </a:rPr>
              <a:t>F</a:t>
            </a:r>
            <a:r>
              <a:rPr lang="en-US" altLang="en-US" sz="1800" dirty="0" err="1">
                <a:latin typeface="Consolas" panose="020B0609020204030204" pitchFamily="49" charset="0"/>
                <a:cs typeface="Courier New" panose="02070309020205020404" pitchFamily="49" charset="0"/>
              </a:rPr>
              <a:t>.add</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a,b</a:t>
            </a:r>
            <a:r>
              <a:rPr lang="en-US" altLang="en-US" sz="1800" dirty="0">
                <a:latin typeface="Consolas" panose="020B06090202040302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381142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119/183</a:t>
            </a:r>
          </a:p>
        </p:txBody>
      </p:sp>
      <p:graphicFrame>
        <p:nvGraphicFramePr>
          <p:cNvPr id="29" name="Table 28"/>
          <p:cNvGraphicFramePr>
            <a:graphicFrameLocks noGrp="1"/>
          </p:cNvGraphicFramePr>
          <p:nvPr>
            <p:extLst>
              <p:ext uri="{D42A27DB-BD31-4B8C-83A1-F6EECF244321}">
                <p14:modId xmlns:p14="http://schemas.microsoft.com/office/powerpoint/2010/main" val="2942647431"/>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5</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extLst>
                  <a:ext uri="{0D108BD9-81ED-4DB2-BD59-A6C34878D82A}">
                    <a16:rowId xmlns:a16="http://schemas.microsoft.com/office/drawing/2014/main" val="1334869818"/>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6" name="TextBox 5">
            <a:extLst>
              <a:ext uri="{FF2B5EF4-FFF2-40B4-BE49-F238E27FC236}">
                <a16:creationId xmlns:a16="http://schemas.microsoft.com/office/drawing/2014/main" id="{B641B842-1568-AEBF-6BC2-437C1FE18F6C}"/>
              </a:ext>
            </a:extLst>
          </p:cNvPr>
          <p:cNvSpPr txBox="1"/>
          <p:nvPr/>
        </p:nvSpPr>
        <p:spPr>
          <a:xfrm>
            <a:off x="357027" y="735074"/>
            <a:ext cx="3557427" cy="646331"/>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distance</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a:p>
            <a:pPr marL="0" indent="0"/>
            <a:r>
              <a:rPr lang="en-US" altLang="en-US" b="1"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nearest</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p:txBody>
      </p:sp>
    </p:spTree>
    <p:custDataLst>
      <p:tags r:id="rId1"/>
    </p:custDataLst>
    <p:extLst>
      <p:ext uri="{BB962C8B-B14F-4D97-AF65-F5344CB8AC3E}">
        <p14:creationId xmlns:p14="http://schemas.microsoft.com/office/powerpoint/2010/main" val="1078195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120/183</a:t>
            </a:r>
          </a:p>
        </p:txBody>
      </p:sp>
      <p:graphicFrame>
        <p:nvGraphicFramePr>
          <p:cNvPr id="29" name="Table 28"/>
          <p:cNvGraphicFramePr>
            <a:graphicFrameLocks noGrp="1"/>
          </p:cNvGraphicFramePr>
          <p:nvPr>
            <p:extLst>
              <p:ext uri="{D42A27DB-BD31-4B8C-83A1-F6EECF244321}">
                <p14:modId xmlns:p14="http://schemas.microsoft.com/office/powerpoint/2010/main" val="559363193"/>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5</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334869818"/>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2">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2</a:t>
                      </a:r>
                      <a:endParaRPr lang="en-US" b="1" dirty="0">
                        <a:solidFill>
                          <a:schemeClr val="tx1"/>
                        </a:solidFill>
                        <a:latin typeface="Arial Rounded MT Bold" panose="020F0704030504030204" pitchFamily="34" charset="0"/>
                      </a:endParaRPr>
                    </a:p>
                  </a:txBody>
                  <a:tcPr>
                    <a:solidFill>
                      <a:schemeClr val="accent2">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2">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chemeClr val="accent2">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10" name="Rectangle 9">
            <a:extLst>
              <a:ext uri="{FF2B5EF4-FFF2-40B4-BE49-F238E27FC236}">
                <a16:creationId xmlns:a16="http://schemas.microsoft.com/office/drawing/2014/main" id="{D7EA332D-AACB-4765-8FA4-2F2D0D4219CB}"/>
              </a:ext>
            </a:extLst>
          </p:cNvPr>
          <p:cNvSpPr/>
          <p:nvPr/>
        </p:nvSpPr>
        <p:spPr>
          <a:xfrm>
            <a:off x="-160289" y="762853"/>
            <a:ext cx="3938899" cy="923330"/>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	  if(W[4][2]&lt;distance[4]) </a:t>
            </a:r>
          </a:p>
          <a:p>
            <a:r>
              <a:rPr lang="en-US" altLang="en-US" dirty="0">
                <a:latin typeface="Consolas" panose="020B0609020204030204" pitchFamily="49" charset="0"/>
                <a:cs typeface="Courier New" panose="02070309020205020404" pitchFamily="49" charset="0"/>
              </a:rPr>
              <a:t>	     distance[4]=W[4][2] </a:t>
            </a:r>
          </a:p>
          <a:p>
            <a:r>
              <a:rPr lang="en-US" altLang="en-US" dirty="0">
                <a:latin typeface="Consolas" panose="020B0609020204030204" pitchFamily="49" charset="0"/>
                <a:cs typeface="Courier New" panose="02070309020205020404" pitchFamily="49" charset="0"/>
              </a:rPr>
              <a:t>	     nearest[4]=2</a:t>
            </a:r>
          </a:p>
        </p:txBody>
      </p:sp>
    </p:spTree>
    <p:custDataLst>
      <p:tags r:id="rId1"/>
    </p:custDataLst>
    <p:extLst>
      <p:ext uri="{BB962C8B-B14F-4D97-AF65-F5344CB8AC3E}">
        <p14:creationId xmlns:p14="http://schemas.microsoft.com/office/powerpoint/2010/main" val="168846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121/183</a:t>
            </a:r>
          </a:p>
        </p:txBody>
      </p:sp>
      <p:graphicFrame>
        <p:nvGraphicFramePr>
          <p:cNvPr id="29" name="Table 28"/>
          <p:cNvGraphicFramePr>
            <a:graphicFrameLocks noGrp="1"/>
          </p:cNvGraphicFramePr>
          <p:nvPr>
            <p:extLst>
              <p:ext uri="{D42A27DB-BD31-4B8C-83A1-F6EECF244321}">
                <p14:modId xmlns:p14="http://schemas.microsoft.com/office/powerpoint/2010/main" val="113592589"/>
              </p:ext>
            </p:extLst>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a:t>
                      </a:r>
                      <a:endParaRPr lang="en-US" b="1" dirty="0">
                        <a:solidFill>
                          <a:schemeClr val="tx1"/>
                        </a:solidFill>
                        <a:latin typeface="Arial Rounded MT Bold" panose="020F0704030504030204" pitchFamily="34" charset="0"/>
                      </a:endParaRP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4</a:t>
                      </a:r>
                      <a:endParaRPr lang="en-US" b="1" dirty="0">
                        <a:solidFill>
                          <a:schemeClr val="tx1"/>
                        </a:solidFill>
                        <a:latin typeface="Arial Rounded MT Bold" panose="020F0704030504030204" pitchFamily="34" charset="0"/>
                      </a:endParaRP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14</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334869818"/>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2">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2</a:t>
                      </a:r>
                      <a:endParaRPr lang="en-US" b="1" dirty="0">
                        <a:solidFill>
                          <a:schemeClr val="tx1"/>
                        </a:solidFill>
                        <a:latin typeface="Arial Rounded MT Bold" panose="020F0704030504030204" pitchFamily="34" charset="0"/>
                      </a:endParaRPr>
                    </a:p>
                  </a:txBody>
                  <a:tcPr>
                    <a:solidFill>
                      <a:schemeClr val="accent2">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lnB w="12700" cmpd="sng">
                      <a:noFill/>
                    </a:lnB>
                    <a:solidFill>
                      <a:schemeClr val="accent2">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schemeClr val="tx1"/>
                          </a:solidFill>
                          <a:effectLst/>
                          <a:uLnTx/>
                          <a:uFillTx/>
                          <a:latin typeface="Arial Rounded MT Bold" panose="020F0704030504030204" pitchFamily="34" charset="0"/>
                        </a:rPr>
                        <a:t>11</a:t>
                      </a: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B w="12700" cmpd="sng">
                      <a:noFill/>
                    </a:lnB>
                    <a:solidFill>
                      <a:srgbClr val="FF00FF"/>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lnB w="12700" cmpd="sng">
                      <a:noFill/>
                    </a:lnB>
                    <a:solidFill>
                      <a:schemeClr val="tx1">
                        <a:lumMod val="50000"/>
                        <a:lumOff val="50000"/>
                      </a:schemeClr>
                    </a:solidFill>
                  </a:tcPr>
                </a:tc>
                <a:extLst>
                  <a:ext uri="{0D108BD9-81ED-4DB2-BD59-A6C34878D82A}">
                    <a16:rowId xmlns:a16="http://schemas.microsoft.com/office/drawing/2014/main" val="33216276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b="1" dirty="0">
                        <a:solidFill>
                          <a:schemeClr val="tx1"/>
                        </a:solidFill>
                        <a:latin typeface="Arial Rounded MT Bold" panose="020F07040305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chemeClr val="tx1"/>
                        </a:solidFill>
                        <a:effectLst/>
                        <a:uLnTx/>
                        <a:uFillTx/>
                        <a:latin typeface="Arial Rounded MT Bold" panose="020F070403050403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5337516"/>
                  </a:ext>
                </a:extLst>
              </a:tr>
            </a:tbl>
          </a:graphicData>
        </a:graphic>
      </p:graphicFrame>
      <p:sp>
        <p:nvSpPr>
          <p:cNvPr id="6" name="Rectangle 5">
            <a:extLst>
              <a:ext uri="{FF2B5EF4-FFF2-40B4-BE49-F238E27FC236}">
                <a16:creationId xmlns:a16="http://schemas.microsoft.com/office/drawing/2014/main" id="{B399DDBC-96DA-4BDB-A1FD-83014792F051}"/>
              </a:ext>
            </a:extLst>
          </p:cNvPr>
          <p:cNvSpPr/>
          <p:nvPr/>
        </p:nvSpPr>
        <p:spPr>
          <a:xfrm>
            <a:off x="8635836" y="2505670"/>
            <a:ext cx="3603872" cy="923330"/>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b=4</a:t>
            </a:r>
          </a:p>
          <a:p>
            <a:r>
              <a:rPr lang="en-US" altLang="en-US" dirty="0">
                <a:latin typeface="Consolas" panose="020B0609020204030204" pitchFamily="49" charset="0"/>
                <a:cs typeface="Courier New" panose="02070309020205020404" pitchFamily="49" charset="0"/>
              </a:rPr>
              <a:t>a=2</a:t>
            </a:r>
          </a:p>
          <a:p>
            <a:r>
              <a:rPr lang="en-US" altLang="en-US" dirty="0">
                <a:latin typeface="Consolas" panose="020B0609020204030204" pitchFamily="49" charset="0"/>
                <a:cs typeface="Courier New" panose="02070309020205020404" pitchFamily="49" charset="0"/>
              </a:rPr>
              <a:t>F={(3,1),(3,5),(2,5),(2,4)}</a:t>
            </a:r>
            <a:endParaRPr lang="en-US" dirty="0"/>
          </a:p>
        </p:txBody>
      </p:sp>
      <p:sp>
        <p:nvSpPr>
          <p:cNvPr id="7" name="Oval 6">
            <a:extLst>
              <a:ext uri="{FF2B5EF4-FFF2-40B4-BE49-F238E27FC236}">
                <a16:creationId xmlns:a16="http://schemas.microsoft.com/office/drawing/2014/main" id="{44047A4B-8AEF-4DB7-98CA-A5BAC95A2299}"/>
              </a:ext>
            </a:extLst>
          </p:cNvPr>
          <p:cNvSpPr/>
          <p:nvPr/>
        </p:nvSpPr>
        <p:spPr>
          <a:xfrm>
            <a:off x="7343862" y="2034525"/>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 name="Straight Arrow Connector 7">
            <a:extLst>
              <a:ext uri="{FF2B5EF4-FFF2-40B4-BE49-F238E27FC236}">
                <a16:creationId xmlns:a16="http://schemas.microsoft.com/office/drawing/2014/main" id="{AD1D78D7-126D-4E66-B467-C220DFECB7BB}"/>
              </a:ext>
            </a:extLst>
          </p:cNvPr>
          <p:cNvCxnSpPr>
            <a:cxnSpLocks/>
            <a:stCxn id="7" idx="6"/>
          </p:cNvCxnSpPr>
          <p:nvPr/>
        </p:nvCxnSpPr>
        <p:spPr>
          <a:xfrm>
            <a:off x="7699587" y="2219759"/>
            <a:ext cx="1007026" cy="503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76FADDF-C7C3-477D-BA62-6B0D874ECA21}"/>
              </a:ext>
            </a:extLst>
          </p:cNvPr>
          <p:cNvSpPr/>
          <p:nvPr/>
        </p:nvSpPr>
        <p:spPr>
          <a:xfrm>
            <a:off x="7343862" y="4649086"/>
            <a:ext cx="355725" cy="370467"/>
          </a:xfrm>
          <a:prstGeom prst="ellipse">
            <a:avLst/>
          </a:prstGeom>
          <a:noFill/>
          <a:ln w="28575" cmpd="sng">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1" name="Straight Arrow Connector 10">
            <a:extLst>
              <a:ext uri="{FF2B5EF4-FFF2-40B4-BE49-F238E27FC236}">
                <a16:creationId xmlns:a16="http://schemas.microsoft.com/office/drawing/2014/main" id="{055304C1-AF11-4C2B-8AF9-A10CED6A48F0}"/>
              </a:ext>
            </a:extLst>
          </p:cNvPr>
          <p:cNvCxnSpPr>
            <a:cxnSpLocks/>
            <a:stCxn id="9" idx="6"/>
            <a:endCxn id="6" idx="1"/>
          </p:cNvCxnSpPr>
          <p:nvPr/>
        </p:nvCxnSpPr>
        <p:spPr>
          <a:xfrm flipV="1">
            <a:off x="7699587" y="2967335"/>
            <a:ext cx="936249" cy="18669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DC9EADF-FB49-3C70-5149-3AF4A7C88BC6}"/>
              </a:ext>
            </a:extLst>
          </p:cNvPr>
          <p:cNvSpPr txBox="1"/>
          <p:nvPr/>
        </p:nvSpPr>
        <p:spPr>
          <a:xfrm>
            <a:off x="439220" y="744235"/>
            <a:ext cx="5057454" cy="923330"/>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b=index of minimum element in </a:t>
            </a:r>
            <a:r>
              <a:rPr lang="en-US" altLang="en-US" sz="1800" b="1" dirty="0">
                <a:latin typeface="Consolas" panose="020B0609020204030204" pitchFamily="49" charset="0"/>
                <a:cs typeface="Courier New" panose="02070309020205020404" pitchFamily="49" charset="0"/>
              </a:rPr>
              <a:t>distance</a:t>
            </a:r>
          </a:p>
          <a:p>
            <a:pPr marL="0" indent="0"/>
            <a:r>
              <a:rPr lang="en-US" altLang="en-US" sz="1800" dirty="0">
                <a:latin typeface="Consolas" panose="020B0609020204030204" pitchFamily="49" charset="0"/>
                <a:cs typeface="Courier New" panose="02070309020205020404" pitchFamily="49" charset="0"/>
              </a:rPr>
              <a:t>a=</a:t>
            </a:r>
            <a:r>
              <a:rPr lang="en-US" altLang="en-US" sz="1800" b="1" dirty="0">
                <a:latin typeface="Consolas" panose="020B0609020204030204" pitchFamily="49" charset="0"/>
                <a:cs typeface="Courier New" panose="02070309020205020404" pitchFamily="49" charset="0"/>
              </a:rPr>
              <a:t>nearest</a:t>
            </a:r>
            <a:r>
              <a:rPr lang="en-US" altLang="en-US" sz="1800" dirty="0">
                <a:latin typeface="Consolas" panose="020B0609020204030204" pitchFamily="49" charset="0"/>
                <a:cs typeface="Courier New" panose="02070309020205020404" pitchFamily="49" charset="0"/>
              </a:rPr>
              <a:t>[b]</a:t>
            </a:r>
          </a:p>
          <a:p>
            <a:pPr marL="0" indent="0"/>
            <a:r>
              <a:rPr lang="en-US" altLang="en-US" sz="1800" b="1" dirty="0" err="1">
                <a:latin typeface="Consolas" panose="020B0609020204030204" pitchFamily="49" charset="0"/>
                <a:cs typeface="Courier New" panose="02070309020205020404" pitchFamily="49" charset="0"/>
              </a:rPr>
              <a:t>F</a:t>
            </a:r>
            <a:r>
              <a:rPr lang="en-US" altLang="en-US" sz="1800" dirty="0" err="1">
                <a:latin typeface="Consolas" panose="020B0609020204030204" pitchFamily="49" charset="0"/>
                <a:cs typeface="Courier New" panose="02070309020205020404" pitchFamily="49" charset="0"/>
              </a:rPr>
              <a:t>.add</a:t>
            </a:r>
            <a:r>
              <a:rPr lang="en-US" altLang="en-US" sz="1800" dirty="0">
                <a:latin typeface="Consolas" panose="020B0609020204030204" pitchFamily="49" charset="0"/>
                <a:cs typeface="Courier New" panose="02070309020205020404" pitchFamily="49" charset="0"/>
              </a:rPr>
              <a:t>((</a:t>
            </a:r>
            <a:r>
              <a:rPr lang="en-US" altLang="en-US" sz="1800" dirty="0" err="1">
                <a:latin typeface="Consolas" panose="020B0609020204030204" pitchFamily="49" charset="0"/>
                <a:cs typeface="Courier New" panose="02070309020205020404" pitchFamily="49" charset="0"/>
              </a:rPr>
              <a:t>a,b</a:t>
            </a:r>
            <a:r>
              <a:rPr lang="en-US" altLang="en-US" sz="1800" dirty="0">
                <a:latin typeface="Consolas" panose="020B06090202040302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362238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C273BC-BE95-4912-BC78-96A9C6DB5B5E}"/>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122/183</a:t>
            </a:r>
          </a:p>
        </p:txBody>
      </p:sp>
      <p:graphicFrame>
        <p:nvGraphicFramePr>
          <p:cNvPr id="29" name="Table 28"/>
          <p:cNvGraphicFramePr>
            <a:graphicFrameLocks noGrp="1"/>
          </p:cNvGraphicFramePr>
          <p:nvPr/>
        </p:nvGraphicFramePr>
        <p:xfrm>
          <a:off x="4094054" y="2034525"/>
          <a:ext cx="4266292" cy="4079240"/>
        </p:xfrm>
        <a:graphic>
          <a:graphicData uri="http://schemas.openxmlformats.org/drawingml/2006/table">
            <a:tbl>
              <a:tblPr firstRow="1" bandRow="1">
                <a:tableStyleId>{BDBED569-4797-4DF1-A0F4-6AAB3CD982D8}</a:tableStyleId>
              </a:tblPr>
              <a:tblGrid>
                <a:gridCol w="1340293">
                  <a:extLst>
                    <a:ext uri="{9D8B030D-6E8A-4147-A177-3AD203B41FA5}">
                      <a16:colId xmlns:a16="http://schemas.microsoft.com/office/drawing/2014/main" val="2989644895"/>
                    </a:ext>
                  </a:extLst>
                </a:gridCol>
                <a:gridCol w="579935">
                  <a:extLst>
                    <a:ext uri="{9D8B030D-6E8A-4147-A177-3AD203B41FA5}">
                      <a16:colId xmlns:a16="http://schemas.microsoft.com/office/drawing/2014/main" val="4244960412"/>
                    </a:ext>
                  </a:extLst>
                </a:gridCol>
                <a:gridCol w="657260">
                  <a:extLst>
                    <a:ext uri="{9D8B030D-6E8A-4147-A177-3AD203B41FA5}">
                      <a16:colId xmlns:a16="http://schemas.microsoft.com/office/drawing/2014/main" val="2572560869"/>
                    </a:ext>
                  </a:extLst>
                </a:gridCol>
                <a:gridCol w="567047">
                  <a:extLst>
                    <a:ext uri="{9D8B030D-6E8A-4147-A177-3AD203B41FA5}">
                      <a16:colId xmlns:a16="http://schemas.microsoft.com/office/drawing/2014/main" val="1080161752"/>
                    </a:ext>
                  </a:extLst>
                </a:gridCol>
                <a:gridCol w="567047">
                  <a:extLst>
                    <a:ext uri="{9D8B030D-6E8A-4147-A177-3AD203B41FA5}">
                      <a16:colId xmlns:a16="http://schemas.microsoft.com/office/drawing/2014/main" val="3378961574"/>
                    </a:ext>
                  </a:extLst>
                </a:gridCol>
                <a:gridCol w="554710">
                  <a:extLst>
                    <a:ext uri="{9D8B030D-6E8A-4147-A177-3AD203B41FA5}">
                      <a16:colId xmlns:a16="http://schemas.microsoft.com/office/drawing/2014/main" val="1874499129"/>
                    </a:ext>
                  </a:extLst>
                </a:gridCol>
              </a:tblGrid>
              <a:tr h="370840">
                <a:tc>
                  <a:txBody>
                    <a:bodyPr/>
                    <a:lstStyle/>
                    <a:p>
                      <a:pPr algn="ctr"/>
                      <a:r>
                        <a:rPr lang="en-US" b="1" dirty="0">
                          <a:latin typeface="Arial Rounded MT Bold" panose="020F0704030504030204" pitchFamily="34" charset="0"/>
                        </a:rPr>
                        <a:t>vertices</a:t>
                      </a:r>
                      <a:endParaRPr lang="en-US" b="1" dirty="0">
                        <a:solidFill>
                          <a:schemeClr val="bg1"/>
                        </a:solidFill>
                        <a:latin typeface="Arial Rounded MT Bold" panose="020F0704030504030204" pitchFamily="34" charset="0"/>
                      </a:endParaRPr>
                    </a:p>
                  </a:txBody>
                  <a:tcPr>
                    <a:solidFill>
                      <a:srgbClr val="FFFF00"/>
                    </a:solidFill>
                  </a:tcPr>
                </a:tc>
                <a:tc>
                  <a:txBody>
                    <a:bodyPr/>
                    <a:lstStyle/>
                    <a:p>
                      <a:pPr algn="ctr"/>
                      <a:r>
                        <a:rPr lang="en-US" dirty="0">
                          <a:latin typeface="Arial Rounded MT Bold" panose="020F0704030504030204" pitchFamily="34" charset="0"/>
                        </a:rPr>
                        <a:t>1</a:t>
                      </a:r>
                      <a:endParaRPr lang="en-US" b="1" dirty="0">
                        <a:latin typeface="Arial Rounded MT Bold" panose="020F0704030504030204" pitchFamily="34" charset="0"/>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2</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3</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4</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latin typeface="Arial Rounded MT Bold" panose="020F0704030504030204" pitchFamily="34" charset="0"/>
                        </a:rPr>
                        <a:t>5</a:t>
                      </a:r>
                      <a:endParaRPr kumimoji="0" lang="en-US" sz="1800" b="1" i="0" u="none" strike="noStrike" kern="1200" cap="none" spc="0" normalizeH="0" baseline="0" noProof="0" dirty="0">
                        <a:ln>
                          <a:noFill/>
                        </a:ln>
                        <a:solidFill>
                          <a:srgbClr val="FF0000"/>
                        </a:solidFill>
                        <a:effectLst/>
                        <a:uLnTx/>
                        <a:uFillTx/>
                        <a:latin typeface="Arial Rounded MT Bold" panose="020F0704030504030204" pitchFamily="34" charset="0"/>
                        <a:ea typeface="+mn-ea"/>
                        <a:cs typeface="+mn-cs"/>
                      </a:endParaRPr>
                    </a:p>
                  </a:txBody>
                  <a:tcPr>
                    <a:solidFill>
                      <a:schemeClr val="tx1">
                        <a:lumMod val="50000"/>
                        <a:lumOff val="50000"/>
                      </a:schemeClr>
                    </a:solidFill>
                  </a:tcPr>
                </a:tc>
                <a:extLst>
                  <a:ext uri="{0D108BD9-81ED-4DB2-BD59-A6C34878D82A}">
                    <a16:rowId xmlns:a16="http://schemas.microsoft.com/office/drawing/2014/main" val="108411506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5">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20850018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5">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843894185"/>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4">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409461162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4">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566309184"/>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1">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47692229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1">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1334869818"/>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chemeClr val="accent2">
                        <a:lumMod val="20000"/>
                        <a:lumOff val="8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284370716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chemeClr val="accent2">
                        <a:lumMod val="20000"/>
                        <a:lumOff val="8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321627689"/>
                  </a:ext>
                </a:extLst>
              </a:tr>
              <a:tr h="370840">
                <a:tc>
                  <a:txBody>
                    <a:bodyPr/>
                    <a:lstStyle/>
                    <a:p>
                      <a:pPr algn="ctr"/>
                      <a:r>
                        <a:rPr lang="en-US" b="1" dirty="0">
                          <a:solidFill>
                            <a:schemeClr val="tx1"/>
                          </a:solidFill>
                          <a:latin typeface="Arial Rounded MT Bold" panose="020F0704030504030204" pitchFamily="34" charset="0"/>
                        </a:rPr>
                        <a:t>nearest</a:t>
                      </a:r>
                    </a:p>
                  </a:txBody>
                  <a:tcPr>
                    <a:solidFill>
                      <a:srgbClr val="FEFEA0"/>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lang="en-US" b="0" dirty="0">
                          <a:solidFill>
                            <a:schemeClr val="tx1"/>
                          </a:solidFill>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3976377509"/>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a:solidFill>
                            <a:schemeClr val="tx1"/>
                          </a:solidFill>
                          <a:latin typeface="Arial Rounded MT Bold" panose="020F0704030504030204" pitchFamily="34" charset="0"/>
                        </a:rPr>
                        <a:t>distance</a:t>
                      </a:r>
                    </a:p>
                  </a:txBody>
                  <a:tcPr>
                    <a:solidFill>
                      <a:srgbClr val="FEFEA0"/>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tc>
                  <a:txBody>
                    <a:bodyPr/>
                    <a:lstStyle/>
                    <a:p>
                      <a:pPr algn="ctr"/>
                      <a:r>
                        <a:rPr kumimoji="0" lang="en-US" sz="1800" u="none" strike="noStrike" kern="1200" cap="none" spc="0" normalizeH="0" baseline="0" noProof="0" dirty="0">
                          <a:ln>
                            <a:noFill/>
                          </a:ln>
                          <a:solidFill>
                            <a:schemeClr val="tx1"/>
                          </a:solidFill>
                          <a:effectLst/>
                          <a:uLnTx/>
                          <a:uFillTx/>
                          <a:latin typeface="Arial Rounded MT Bold" panose="020F0704030504030204" pitchFamily="34" charset="0"/>
                        </a:rPr>
                        <a:t>-</a:t>
                      </a:r>
                      <a:endParaRPr lang="en-US" b="1" dirty="0">
                        <a:solidFill>
                          <a:schemeClr val="tx1"/>
                        </a:solidFill>
                        <a:latin typeface="Arial Rounded MT Bold" panose="020F0704030504030204" pitchFamily="34" charset="0"/>
                      </a:endParaRPr>
                    </a:p>
                  </a:txBody>
                  <a:tcPr>
                    <a:solidFill>
                      <a:schemeClr val="tx1">
                        <a:lumMod val="50000"/>
                        <a:lumOff val="50000"/>
                      </a:schemeClr>
                    </a:solidFill>
                  </a:tcPr>
                </a:tc>
                <a:extLst>
                  <a:ext uri="{0D108BD9-81ED-4DB2-BD59-A6C34878D82A}">
                    <a16:rowId xmlns:a16="http://schemas.microsoft.com/office/drawing/2014/main" val="845337516"/>
                  </a:ext>
                </a:extLst>
              </a:tr>
            </a:tbl>
          </a:graphicData>
        </a:graphic>
      </p:graphicFrame>
      <p:sp>
        <p:nvSpPr>
          <p:cNvPr id="4" name="Rectangle 3">
            <a:extLst>
              <a:ext uri="{FF2B5EF4-FFF2-40B4-BE49-F238E27FC236}">
                <a16:creationId xmlns:a16="http://schemas.microsoft.com/office/drawing/2014/main" id="{9926CF1F-4D86-45F5-A4C7-4C67A88D69D0}"/>
              </a:ext>
            </a:extLst>
          </p:cNvPr>
          <p:cNvSpPr/>
          <p:nvPr/>
        </p:nvSpPr>
        <p:spPr>
          <a:xfrm>
            <a:off x="8491310" y="2884570"/>
            <a:ext cx="3603872" cy="369332"/>
          </a:xfrm>
          <a:prstGeom prst="rect">
            <a:avLst/>
          </a:prstGeom>
        </p:spPr>
        <p:txBody>
          <a:bodyPr wrap="none">
            <a:spAutoFit/>
          </a:bodyPr>
          <a:lstStyle/>
          <a:p>
            <a:r>
              <a:rPr lang="en-US" altLang="en-US" dirty="0">
                <a:latin typeface="Consolas" panose="020B0609020204030204" pitchFamily="49" charset="0"/>
                <a:cs typeface="Courier New" panose="02070309020205020404" pitchFamily="49" charset="0"/>
              </a:rPr>
              <a:t>F={(3,1),(3,5),(2,5),(2,4)}</a:t>
            </a:r>
            <a:endParaRPr lang="en-US" dirty="0"/>
          </a:p>
        </p:txBody>
      </p:sp>
      <p:sp>
        <p:nvSpPr>
          <p:cNvPr id="7" name="TextBox 6">
            <a:extLst>
              <a:ext uri="{FF2B5EF4-FFF2-40B4-BE49-F238E27FC236}">
                <a16:creationId xmlns:a16="http://schemas.microsoft.com/office/drawing/2014/main" id="{C7EF155F-9139-CC5F-A94E-0AB1FEDF23C0}"/>
              </a:ext>
            </a:extLst>
          </p:cNvPr>
          <p:cNvSpPr txBox="1"/>
          <p:nvPr/>
        </p:nvSpPr>
        <p:spPr>
          <a:xfrm>
            <a:off x="357027" y="735074"/>
            <a:ext cx="3557427" cy="646331"/>
          </a:xfrm>
          <a:prstGeom prst="rect">
            <a:avLst/>
          </a:prstGeom>
          <a:noFill/>
        </p:spPr>
        <p:txBody>
          <a:bodyPr wrap="square">
            <a:spAutoFit/>
          </a:bodyPr>
          <a:lstStyle/>
          <a:p>
            <a:pPr marL="0" indent="0"/>
            <a:r>
              <a:rPr lang="en-US" altLang="en-US" sz="1800"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distance</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a:p>
            <a:pPr marL="0" indent="0"/>
            <a:r>
              <a:rPr lang="en-US" altLang="en-US" b="1" dirty="0">
                <a:latin typeface="Consolas" panose="020B0609020204030204" pitchFamily="49" charset="0"/>
                <a:cs typeface="Courier New" panose="02070309020205020404" pitchFamily="49" charset="0"/>
              </a:rPr>
              <a:t> </a:t>
            </a:r>
            <a:r>
              <a:rPr lang="en-US" altLang="en-US" sz="1800" b="1" dirty="0" err="1">
                <a:latin typeface="Consolas" panose="020B0609020204030204" pitchFamily="49" charset="0"/>
                <a:cs typeface="Courier New" panose="02070309020205020404" pitchFamily="49" charset="0"/>
              </a:rPr>
              <a:t>nearest</a:t>
            </a:r>
            <a:r>
              <a:rPr lang="en-US" altLang="en-US" sz="1800" dirty="0" err="1">
                <a:latin typeface="Consolas" panose="020B0609020204030204" pitchFamily="49" charset="0"/>
                <a:cs typeface="Courier New" panose="02070309020205020404" pitchFamily="49" charset="0"/>
              </a:rPr>
              <a:t>.delete</a:t>
            </a:r>
            <a:r>
              <a:rPr lang="en-US" altLang="en-US" sz="1800" dirty="0">
                <a:latin typeface="Consolas" panose="020B0609020204030204" pitchFamily="49" charset="0"/>
                <a:cs typeface="Courier New" panose="02070309020205020404" pitchFamily="49" charset="0"/>
              </a:rPr>
              <a:t>(b)</a:t>
            </a:r>
          </a:p>
        </p:txBody>
      </p:sp>
    </p:spTree>
    <p:custDataLst>
      <p:tags r:id="rId1"/>
    </p:custDataLst>
    <p:extLst>
      <p:ext uri="{BB962C8B-B14F-4D97-AF65-F5344CB8AC3E}">
        <p14:creationId xmlns:p14="http://schemas.microsoft.com/office/powerpoint/2010/main" val="1288739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E542B3B-8955-4821-9EFF-0C9E9C357DA8}"/>
                  </a:ext>
                </a:extLst>
              </p:cNvPr>
              <p:cNvSpPr>
                <a:spLocks noGrp="1"/>
              </p:cNvSpPr>
              <p:nvPr>
                <p:ph type="title"/>
              </p:nvPr>
            </p:nvSpPr>
            <p:spPr>
              <a:xfrm>
                <a:off x="838200" y="365125"/>
                <a:ext cx="10515600" cy="2334944"/>
              </a:xfrm>
            </p:spPr>
            <p:txBody>
              <a:bodyPr>
                <a:noAutofit/>
              </a:body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CE542B3B-8955-4821-9EFF-0C9E9C357DA8}"/>
                  </a:ext>
                </a:extLst>
              </p:cNvPr>
              <p:cNvSpPr>
                <a:spLocks noGrp="1" noRot="1" noChangeAspect="1" noMove="1" noResize="1" noEditPoints="1" noAdjustHandles="1" noChangeArrowheads="1" noChangeShapeType="1" noTextEdit="1"/>
              </p:cNvSpPr>
              <p:nvPr>
                <p:ph type="title"/>
              </p:nvPr>
            </p:nvSpPr>
            <p:spPr>
              <a:xfrm>
                <a:off x="838200" y="365125"/>
                <a:ext cx="10515600" cy="2334944"/>
              </a:xfrm>
              <a:blipFill>
                <a:blip r:embed="rId4"/>
                <a:stretch>
                  <a:fillRect l="-928" r="-46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13/65</a:t>
            </a:r>
          </a:p>
        </p:txBody>
      </p:sp>
      <p:sp>
        <p:nvSpPr>
          <p:cNvPr id="4" name="Rectangle 3">
            <a:extLst>
              <a:ext uri="{FF2B5EF4-FFF2-40B4-BE49-F238E27FC236}">
                <a16:creationId xmlns:a16="http://schemas.microsoft.com/office/drawing/2014/main" id="{FD80A8A3-E67D-4009-B90C-FF08B3942C5B}"/>
              </a:ext>
            </a:extLst>
          </p:cNvPr>
          <p:cNvSpPr/>
          <p:nvPr/>
        </p:nvSpPr>
        <p:spPr>
          <a:xfrm>
            <a:off x="917275" y="2734575"/>
            <a:ext cx="9770853" cy="3816429"/>
          </a:xfrm>
          <a:prstGeom prst="rect">
            <a:avLst/>
          </a:prstGeom>
        </p:spPr>
        <p:txBody>
          <a:bodyPr wrap="square">
            <a:spAutoFit/>
          </a:bodyPr>
          <a:lstStyle/>
          <a:p>
            <a:r>
              <a:rPr lang="en-US" sz="2400" dirty="0">
                <a:solidFill>
                  <a:srgbClr val="FF0000"/>
                </a:solidFill>
              </a:rPr>
              <a:t>Input: n=8, </a:t>
            </a:r>
          </a:p>
          <a:p>
            <a:r>
              <a:rPr lang="en-US" sz="2400" dirty="0">
                <a:solidFill>
                  <a:srgbClr val="FF0000"/>
                </a:solidFill>
              </a:rPr>
              <a:t>Output: return 3 and 1,2,5 </a:t>
            </a:r>
          </a:p>
          <a:p>
            <a:r>
              <a:rPr lang="en-US" sz="2400" dirty="0">
                <a:solidFill>
                  <a:srgbClr val="FF0000"/>
                </a:solidFill>
              </a:rPr>
              <a:t>8=1+2+5</a:t>
            </a:r>
          </a:p>
          <a:p>
            <a:endParaRPr lang="en-US" sz="1000" dirty="0">
              <a:solidFill>
                <a:srgbClr val="FF0000"/>
              </a:solidFill>
            </a:endParaRPr>
          </a:p>
          <a:p>
            <a:r>
              <a:rPr lang="en-US" sz="2400" dirty="0">
                <a:solidFill>
                  <a:srgbClr val="00B050"/>
                </a:solidFill>
              </a:rPr>
              <a:t>Input:  n=17</a:t>
            </a:r>
          </a:p>
          <a:p>
            <a:r>
              <a:rPr lang="en-US" sz="2400" dirty="0">
                <a:solidFill>
                  <a:srgbClr val="00B050"/>
                </a:solidFill>
              </a:rPr>
              <a:t>Output: return 5 and 1,2,3,4,7 </a:t>
            </a:r>
          </a:p>
          <a:p>
            <a:r>
              <a:rPr lang="en-US" sz="2400" dirty="0">
                <a:solidFill>
                  <a:srgbClr val="00B050"/>
                </a:solidFill>
              </a:rPr>
              <a:t>17=1+2+3+4+7</a:t>
            </a:r>
          </a:p>
          <a:p>
            <a:endParaRPr lang="en-US" sz="1100" dirty="0">
              <a:solidFill>
                <a:srgbClr val="00B050"/>
              </a:solidFill>
            </a:endParaRPr>
          </a:p>
          <a:p>
            <a:r>
              <a:rPr lang="en-US" sz="2400" dirty="0">
                <a:solidFill>
                  <a:srgbClr val="00B0F0"/>
                </a:solidFill>
              </a:rPr>
              <a:t>Input: n=27</a:t>
            </a:r>
          </a:p>
          <a:p>
            <a:r>
              <a:rPr lang="en-US" sz="2400" dirty="0">
                <a:solidFill>
                  <a:srgbClr val="00B0F0"/>
                </a:solidFill>
              </a:rPr>
              <a:t>Output: 6 and 1,2,3,4,5,12</a:t>
            </a:r>
          </a:p>
          <a:p>
            <a:r>
              <a:rPr lang="en-US" sz="2400" dirty="0">
                <a:solidFill>
                  <a:srgbClr val="00B0F0"/>
                </a:solidFill>
              </a:rPr>
              <a:t>27=1+2+3+4+5+12</a:t>
            </a:r>
          </a:p>
        </p:txBody>
      </p:sp>
      <p:sp>
        <p:nvSpPr>
          <p:cNvPr id="6" name="Rectangle 5">
            <a:extLst>
              <a:ext uri="{FF2B5EF4-FFF2-40B4-BE49-F238E27FC236}">
                <a16:creationId xmlns:a16="http://schemas.microsoft.com/office/drawing/2014/main" id="{5C2B25DA-486E-492B-956E-DE5C233118EB}"/>
              </a:ext>
            </a:extLst>
          </p:cNvPr>
          <p:cNvSpPr/>
          <p:nvPr/>
        </p:nvSpPr>
        <p:spPr>
          <a:xfrm>
            <a:off x="5580922" y="3537632"/>
            <a:ext cx="5693803" cy="369332"/>
          </a:xfrm>
          <a:prstGeom prst="rect">
            <a:avLst/>
          </a:prstGeom>
          <a:ln>
            <a:solidFill>
              <a:srgbClr val="FF0000"/>
            </a:solidFill>
          </a:ln>
        </p:spPr>
        <p:txBody>
          <a:bodyPr wrap="none">
            <a:spAutoFit/>
          </a:bodyPr>
          <a:lstStyle/>
          <a:p>
            <a:r>
              <a:rPr lang="en-US" dirty="0"/>
              <a:t>Pick the </a:t>
            </a:r>
            <a:r>
              <a:rPr lang="en-US" b="1" dirty="0"/>
              <a:t>smallest unused positive integer</a:t>
            </a:r>
            <a:r>
              <a:rPr lang="en-US" dirty="0"/>
              <a:t> (starting from 1),</a:t>
            </a:r>
          </a:p>
        </p:txBody>
      </p:sp>
    </p:spTree>
    <p:custDataLst>
      <p:tags r:id="rId1"/>
    </p:custDataLst>
    <p:extLst>
      <p:ext uri="{BB962C8B-B14F-4D97-AF65-F5344CB8AC3E}">
        <p14:creationId xmlns:p14="http://schemas.microsoft.com/office/powerpoint/2010/main" val="354277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14/65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extLst>
              <p:ext uri="{D42A27DB-BD31-4B8C-83A1-F6EECF244321}">
                <p14:modId xmlns:p14="http://schemas.microsoft.com/office/powerpoint/2010/main" val="3111655074"/>
              </p:ext>
            </p:extLst>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n=10</a:t>
            </a:r>
          </a:p>
          <a:p>
            <a:r>
              <a:rPr lang="en-US" sz="2400" dirty="0"/>
              <a:t>sum=0</a:t>
            </a:r>
          </a:p>
        </p:txBody>
      </p:sp>
      <p:sp>
        <p:nvSpPr>
          <p:cNvPr id="4" name="TextBox 3">
            <a:extLst>
              <a:ext uri="{FF2B5EF4-FFF2-40B4-BE49-F238E27FC236}">
                <a16:creationId xmlns:a16="http://schemas.microsoft.com/office/drawing/2014/main" id="{68BFA714-CA05-2B25-EFC1-038D0356E938}"/>
              </a:ext>
            </a:extLst>
          </p:cNvPr>
          <p:cNvSpPr txBox="1"/>
          <p:nvPr/>
        </p:nvSpPr>
        <p:spPr>
          <a:xfrm>
            <a:off x="914401" y="2928036"/>
            <a:ext cx="2019335" cy="461665"/>
          </a:xfrm>
          <a:prstGeom prst="rect">
            <a:avLst/>
          </a:prstGeom>
          <a:noFill/>
        </p:spPr>
        <p:txBody>
          <a:bodyPr wrap="none" rtlCol="0">
            <a:spAutoFit/>
          </a:bodyPr>
          <a:lstStyle/>
          <a:p>
            <a:r>
              <a:rPr lang="en-US" sz="2400" dirty="0">
                <a:solidFill>
                  <a:srgbClr val="FF0000"/>
                </a:solidFill>
              </a:rPr>
              <a:t>Example: n=10</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48A3999A-98FE-84F4-6388-5E44750492F9}"/>
                  </a:ext>
                </a:extLst>
              </p:cNvPr>
              <p:cNvSpPr>
                <a:spLocks noGrp="1"/>
              </p:cNvSpPr>
              <p:nvPr>
                <p:ph type="title"/>
              </p:nvPr>
            </p:nvSpPr>
            <p:spPr>
              <a:xfrm>
                <a:off x="838200" y="365125"/>
                <a:ext cx="10515600" cy="2334944"/>
              </a:xfrm>
            </p:spPr>
            <p:txBody>
              <a:bodyPr>
                <a:noAutofit/>
              </a:body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48A3999A-98FE-84F4-6388-5E44750492F9}"/>
                  </a:ext>
                </a:extLst>
              </p:cNvPr>
              <p:cNvSpPr>
                <a:spLocks noGrp="1" noRot="1" noChangeAspect="1" noMove="1" noResize="1" noEditPoints="1" noAdjustHandles="1" noChangeArrowheads="1" noChangeShapeType="1" noTextEdit="1"/>
              </p:cNvSpPr>
              <p:nvPr>
                <p:ph type="title"/>
              </p:nvPr>
            </p:nvSpPr>
            <p:spPr>
              <a:xfrm>
                <a:off x="838200" y="365125"/>
                <a:ext cx="10515600" cy="2334944"/>
              </a:xfr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008841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15/65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extLst>
              <p:ext uri="{D42A27DB-BD31-4B8C-83A1-F6EECF244321}">
                <p14:modId xmlns:p14="http://schemas.microsoft.com/office/powerpoint/2010/main" val="4083992286"/>
              </p:ext>
            </p:extLst>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n=10</a:t>
            </a:r>
          </a:p>
          <a:p>
            <a:r>
              <a:rPr lang="en-US" sz="2400" dirty="0"/>
              <a:t>sum=1</a:t>
            </a:r>
          </a:p>
        </p:txBody>
      </p:sp>
      <p:sp>
        <p:nvSpPr>
          <p:cNvPr id="3" name="TextBox 2">
            <a:extLst>
              <a:ext uri="{FF2B5EF4-FFF2-40B4-BE49-F238E27FC236}">
                <a16:creationId xmlns:a16="http://schemas.microsoft.com/office/drawing/2014/main" id="{363BE835-5B5C-1406-28F6-1F6A13D243CA}"/>
              </a:ext>
            </a:extLst>
          </p:cNvPr>
          <p:cNvSpPr txBox="1"/>
          <p:nvPr/>
        </p:nvSpPr>
        <p:spPr>
          <a:xfrm>
            <a:off x="914401" y="2928036"/>
            <a:ext cx="2019335" cy="461665"/>
          </a:xfrm>
          <a:prstGeom prst="rect">
            <a:avLst/>
          </a:prstGeom>
          <a:noFill/>
        </p:spPr>
        <p:txBody>
          <a:bodyPr wrap="none" rtlCol="0">
            <a:spAutoFit/>
          </a:bodyPr>
          <a:lstStyle/>
          <a:p>
            <a:r>
              <a:rPr lang="en-US" sz="2400" dirty="0">
                <a:solidFill>
                  <a:srgbClr val="FF0000"/>
                </a:solidFill>
              </a:rPr>
              <a:t>Example: n=10</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E55B7AD3-E5D2-6340-2B33-2C6CE6F3389F}"/>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E55B7AD3-E5D2-6340-2B33-2C6CE6F3389F}"/>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672643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16/65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extLst>
              <p:ext uri="{D42A27DB-BD31-4B8C-83A1-F6EECF244321}">
                <p14:modId xmlns:p14="http://schemas.microsoft.com/office/powerpoint/2010/main" val="3144784048"/>
              </p:ext>
            </p:extLst>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n=10</a:t>
            </a:r>
          </a:p>
          <a:p>
            <a:r>
              <a:rPr lang="en-US" sz="2400" dirty="0"/>
              <a:t>sum=3</a:t>
            </a:r>
          </a:p>
        </p:txBody>
      </p:sp>
      <p:sp>
        <p:nvSpPr>
          <p:cNvPr id="3" name="TextBox 2">
            <a:extLst>
              <a:ext uri="{FF2B5EF4-FFF2-40B4-BE49-F238E27FC236}">
                <a16:creationId xmlns:a16="http://schemas.microsoft.com/office/drawing/2014/main" id="{CC37F88F-A739-397D-1CE1-D09AF1118E59}"/>
              </a:ext>
            </a:extLst>
          </p:cNvPr>
          <p:cNvSpPr txBox="1"/>
          <p:nvPr/>
        </p:nvSpPr>
        <p:spPr>
          <a:xfrm>
            <a:off x="914401" y="2928036"/>
            <a:ext cx="2019335" cy="461665"/>
          </a:xfrm>
          <a:prstGeom prst="rect">
            <a:avLst/>
          </a:prstGeom>
          <a:noFill/>
        </p:spPr>
        <p:txBody>
          <a:bodyPr wrap="none" rtlCol="0">
            <a:spAutoFit/>
          </a:bodyPr>
          <a:lstStyle/>
          <a:p>
            <a:r>
              <a:rPr lang="en-US" sz="2400" dirty="0">
                <a:solidFill>
                  <a:srgbClr val="FF0000"/>
                </a:solidFill>
              </a:rPr>
              <a:t>Example: n=10</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A103BBC0-A733-2D18-5A44-C3A1568A8F71}"/>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A103BBC0-A733-2D18-5A44-C3A1568A8F71}"/>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1745462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17/65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extLst>
              <p:ext uri="{D42A27DB-BD31-4B8C-83A1-F6EECF244321}">
                <p14:modId xmlns:p14="http://schemas.microsoft.com/office/powerpoint/2010/main" val="1668098573"/>
              </p:ext>
            </p:extLst>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3</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n=10</a:t>
            </a:r>
          </a:p>
          <a:p>
            <a:r>
              <a:rPr lang="en-US" sz="2400" dirty="0"/>
              <a:t>sum=6</a:t>
            </a:r>
          </a:p>
        </p:txBody>
      </p:sp>
      <p:sp>
        <p:nvSpPr>
          <p:cNvPr id="3" name="TextBox 2">
            <a:extLst>
              <a:ext uri="{FF2B5EF4-FFF2-40B4-BE49-F238E27FC236}">
                <a16:creationId xmlns:a16="http://schemas.microsoft.com/office/drawing/2014/main" id="{A4B70858-C8BF-5A32-1B85-656DEF4BA64D}"/>
              </a:ext>
            </a:extLst>
          </p:cNvPr>
          <p:cNvSpPr txBox="1"/>
          <p:nvPr/>
        </p:nvSpPr>
        <p:spPr>
          <a:xfrm>
            <a:off x="914401" y="2928036"/>
            <a:ext cx="2019335" cy="461665"/>
          </a:xfrm>
          <a:prstGeom prst="rect">
            <a:avLst/>
          </a:prstGeom>
          <a:noFill/>
        </p:spPr>
        <p:txBody>
          <a:bodyPr wrap="none" rtlCol="0">
            <a:spAutoFit/>
          </a:bodyPr>
          <a:lstStyle/>
          <a:p>
            <a:r>
              <a:rPr lang="en-US" sz="2400" dirty="0">
                <a:solidFill>
                  <a:srgbClr val="FF0000"/>
                </a:solidFill>
              </a:rPr>
              <a:t>Example: n=10</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9CB06638-845D-D817-67F1-FF6D68E9B033}"/>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9CB06638-845D-D817-67F1-FF6D68E9B033}"/>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645913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18/65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extLst>
              <p:ext uri="{D42A27DB-BD31-4B8C-83A1-F6EECF244321}">
                <p14:modId xmlns:p14="http://schemas.microsoft.com/office/powerpoint/2010/main" val="1854966614"/>
              </p:ext>
            </p:extLst>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3</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4</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176925" cy="830997"/>
          </a:xfrm>
          <a:prstGeom prst="rect">
            <a:avLst/>
          </a:prstGeom>
          <a:noFill/>
        </p:spPr>
        <p:txBody>
          <a:bodyPr wrap="none" rtlCol="0">
            <a:spAutoFit/>
          </a:bodyPr>
          <a:lstStyle/>
          <a:p>
            <a:r>
              <a:rPr lang="en-US" sz="2400" dirty="0"/>
              <a:t>n=10</a:t>
            </a:r>
          </a:p>
          <a:p>
            <a:r>
              <a:rPr lang="en-US" sz="2400" dirty="0"/>
              <a:t>sum=10</a:t>
            </a:r>
          </a:p>
        </p:txBody>
      </p:sp>
      <p:sp>
        <p:nvSpPr>
          <p:cNvPr id="3" name="TextBox 2">
            <a:extLst>
              <a:ext uri="{FF2B5EF4-FFF2-40B4-BE49-F238E27FC236}">
                <a16:creationId xmlns:a16="http://schemas.microsoft.com/office/drawing/2014/main" id="{3FF654C9-F546-B45B-1B1F-FA3E4D152228}"/>
              </a:ext>
            </a:extLst>
          </p:cNvPr>
          <p:cNvSpPr txBox="1"/>
          <p:nvPr/>
        </p:nvSpPr>
        <p:spPr>
          <a:xfrm>
            <a:off x="914401" y="2928036"/>
            <a:ext cx="2019335" cy="461665"/>
          </a:xfrm>
          <a:prstGeom prst="rect">
            <a:avLst/>
          </a:prstGeom>
          <a:noFill/>
        </p:spPr>
        <p:txBody>
          <a:bodyPr wrap="none" rtlCol="0">
            <a:spAutoFit/>
          </a:bodyPr>
          <a:lstStyle/>
          <a:p>
            <a:r>
              <a:rPr lang="en-US" sz="2400" dirty="0">
                <a:solidFill>
                  <a:srgbClr val="FF0000"/>
                </a:solidFill>
              </a:rPr>
              <a:t>Example: n=10</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9980E476-B8D8-9B9C-463D-C770DF408C15}"/>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9980E476-B8D8-9B9C-463D-C770DF408C15}"/>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40082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19/65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n=8</a:t>
            </a:r>
          </a:p>
          <a:p>
            <a:r>
              <a:rPr lang="en-US" sz="2400" dirty="0"/>
              <a:t>sum=0</a:t>
            </a:r>
          </a:p>
        </p:txBody>
      </p:sp>
      <p:sp>
        <p:nvSpPr>
          <p:cNvPr id="3" name="TextBox 2">
            <a:extLst>
              <a:ext uri="{FF2B5EF4-FFF2-40B4-BE49-F238E27FC236}">
                <a16:creationId xmlns:a16="http://schemas.microsoft.com/office/drawing/2014/main" id="{271F9609-5B5A-C83B-ACAE-2D7F9BF1152D}"/>
              </a:ext>
            </a:extLst>
          </p:cNvPr>
          <p:cNvSpPr txBox="1"/>
          <p:nvPr/>
        </p:nvSpPr>
        <p:spPr>
          <a:xfrm>
            <a:off x="914401" y="2928036"/>
            <a:ext cx="1863844" cy="461665"/>
          </a:xfrm>
          <a:prstGeom prst="rect">
            <a:avLst/>
          </a:prstGeom>
          <a:noFill/>
        </p:spPr>
        <p:txBody>
          <a:bodyPr wrap="none" rtlCol="0">
            <a:spAutoFit/>
          </a:bodyPr>
          <a:lstStyle/>
          <a:p>
            <a:r>
              <a:rPr lang="en-US" sz="2400" dirty="0">
                <a:solidFill>
                  <a:srgbClr val="FF0000"/>
                </a:solidFill>
              </a:rPr>
              <a:t>Example: n=8</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1ABFCCF6-ABDC-474E-ADFF-81C32E489DE6}"/>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1ABFCCF6-ABDC-474E-ADFF-81C32E489DE6}"/>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0390425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20/65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n=8</a:t>
            </a:r>
          </a:p>
          <a:p>
            <a:r>
              <a:rPr lang="en-US" sz="2400" dirty="0"/>
              <a:t>sum=1</a:t>
            </a:r>
          </a:p>
        </p:txBody>
      </p:sp>
      <p:sp>
        <p:nvSpPr>
          <p:cNvPr id="3" name="TextBox 2">
            <a:extLst>
              <a:ext uri="{FF2B5EF4-FFF2-40B4-BE49-F238E27FC236}">
                <a16:creationId xmlns:a16="http://schemas.microsoft.com/office/drawing/2014/main" id="{FE27D77D-6BD2-6C57-2A04-2B0C2E214D37}"/>
              </a:ext>
            </a:extLst>
          </p:cNvPr>
          <p:cNvSpPr txBox="1"/>
          <p:nvPr/>
        </p:nvSpPr>
        <p:spPr>
          <a:xfrm>
            <a:off x="914401" y="2928036"/>
            <a:ext cx="1863844" cy="461665"/>
          </a:xfrm>
          <a:prstGeom prst="rect">
            <a:avLst/>
          </a:prstGeom>
          <a:noFill/>
        </p:spPr>
        <p:txBody>
          <a:bodyPr wrap="none" rtlCol="0">
            <a:spAutoFit/>
          </a:bodyPr>
          <a:lstStyle/>
          <a:p>
            <a:r>
              <a:rPr lang="en-US" sz="2400" dirty="0">
                <a:solidFill>
                  <a:srgbClr val="FF0000"/>
                </a:solidFill>
              </a:rPr>
              <a:t>Example: n=8</a:t>
            </a:r>
          </a:p>
        </p:txBody>
      </p:sp>
      <p:sp>
        <p:nvSpPr>
          <p:cNvPr id="6" name="Title 5">
            <a:extLst>
              <a:ext uri="{FF2B5EF4-FFF2-40B4-BE49-F238E27FC236}">
                <a16:creationId xmlns:a16="http://schemas.microsoft.com/office/drawing/2014/main" id="{1AC3C06C-A06C-A5FD-05C2-C6EA9EEA365A}"/>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0E773456-BF9B-F1F3-F36F-C879072A1489}"/>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0E773456-BF9B-F1F3-F36F-C879072A1489}"/>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822612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21/65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n=8</a:t>
            </a:r>
          </a:p>
          <a:p>
            <a:r>
              <a:rPr lang="en-US" sz="2400" dirty="0"/>
              <a:t>sum=3</a:t>
            </a:r>
          </a:p>
        </p:txBody>
      </p:sp>
      <p:sp>
        <p:nvSpPr>
          <p:cNvPr id="3" name="TextBox 2">
            <a:extLst>
              <a:ext uri="{FF2B5EF4-FFF2-40B4-BE49-F238E27FC236}">
                <a16:creationId xmlns:a16="http://schemas.microsoft.com/office/drawing/2014/main" id="{101F4B87-FBAE-52F2-22C2-140D52E43094}"/>
              </a:ext>
            </a:extLst>
          </p:cNvPr>
          <p:cNvSpPr txBox="1"/>
          <p:nvPr/>
        </p:nvSpPr>
        <p:spPr>
          <a:xfrm>
            <a:off x="914401" y="2928036"/>
            <a:ext cx="1863844" cy="461665"/>
          </a:xfrm>
          <a:prstGeom prst="rect">
            <a:avLst/>
          </a:prstGeom>
          <a:noFill/>
        </p:spPr>
        <p:txBody>
          <a:bodyPr wrap="none" rtlCol="0">
            <a:spAutoFit/>
          </a:bodyPr>
          <a:lstStyle/>
          <a:p>
            <a:r>
              <a:rPr lang="en-US" sz="2400" dirty="0">
                <a:solidFill>
                  <a:srgbClr val="FF0000"/>
                </a:solidFill>
              </a:rPr>
              <a:t>Example: n=8</a:t>
            </a:r>
          </a:p>
        </p:txBody>
      </p:sp>
      <p:sp>
        <p:nvSpPr>
          <p:cNvPr id="6" name="Title 5">
            <a:extLst>
              <a:ext uri="{FF2B5EF4-FFF2-40B4-BE49-F238E27FC236}">
                <a16:creationId xmlns:a16="http://schemas.microsoft.com/office/drawing/2014/main" id="{711784B6-1511-5FF5-9AFB-B9953FFA0B3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62FB222F-FC68-923A-A33D-37361D0A99C8}"/>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62FB222F-FC68-923A-A33D-37361D0A99C8}"/>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5777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22/65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3</a:t>
                      </a:r>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n=8</a:t>
            </a:r>
          </a:p>
          <a:p>
            <a:r>
              <a:rPr lang="en-US" sz="2400" dirty="0"/>
              <a:t>sum=6</a:t>
            </a:r>
          </a:p>
        </p:txBody>
      </p:sp>
      <p:sp>
        <p:nvSpPr>
          <p:cNvPr id="3" name="TextBox 2">
            <a:extLst>
              <a:ext uri="{FF2B5EF4-FFF2-40B4-BE49-F238E27FC236}">
                <a16:creationId xmlns:a16="http://schemas.microsoft.com/office/drawing/2014/main" id="{E87E8F10-AFB4-F516-6CAD-F91A62D0639A}"/>
              </a:ext>
            </a:extLst>
          </p:cNvPr>
          <p:cNvSpPr txBox="1"/>
          <p:nvPr/>
        </p:nvSpPr>
        <p:spPr>
          <a:xfrm>
            <a:off x="914401" y="2928036"/>
            <a:ext cx="1863844" cy="461665"/>
          </a:xfrm>
          <a:prstGeom prst="rect">
            <a:avLst/>
          </a:prstGeom>
          <a:noFill/>
        </p:spPr>
        <p:txBody>
          <a:bodyPr wrap="none" rtlCol="0">
            <a:spAutoFit/>
          </a:bodyPr>
          <a:lstStyle/>
          <a:p>
            <a:r>
              <a:rPr lang="en-US" sz="2400" dirty="0">
                <a:solidFill>
                  <a:srgbClr val="FF0000"/>
                </a:solidFill>
              </a:rPr>
              <a:t>Example: n=8</a:t>
            </a:r>
          </a:p>
        </p:txBody>
      </p:sp>
      <p:sp>
        <p:nvSpPr>
          <p:cNvPr id="6" name="Title 5">
            <a:extLst>
              <a:ext uri="{FF2B5EF4-FFF2-40B4-BE49-F238E27FC236}">
                <a16:creationId xmlns:a16="http://schemas.microsoft.com/office/drawing/2014/main" id="{519996BC-8384-BC03-5596-E7BBC837A41E}"/>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FAFC6FCE-5208-F7F7-90DA-D2F3B50666AA}"/>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FAFC6FCE-5208-F7F7-90DA-D2F3B50666AA}"/>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3992044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23/65</a:t>
            </a:r>
          </a:p>
        </p:txBody>
      </p:sp>
      <p:graphicFrame>
        <p:nvGraphicFramePr>
          <p:cNvPr id="8" name="Table 7">
            <a:extLst>
              <a:ext uri="{FF2B5EF4-FFF2-40B4-BE49-F238E27FC236}">
                <a16:creationId xmlns:a16="http://schemas.microsoft.com/office/drawing/2014/main" id="{0D23251C-77CD-45FE-9687-3DB47B0305E9}"/>
              </a:ext>
            </a:extLst>
          </p:cNvPr>
          <p:cNvGraphicFramePr>
            <a:graphicFrameLocks noGrp="1"/>
          </p:cNvGraphicFramePr>
          <p:nvPr>
            <p:extLst>
              <p:ext uri="{D42A27DB-BD31-4B8C-83A1-F6EECF244321}">
                <p14:modId xmlns:p14="http://schemas.microsoft.com/office/powerpoint/2010/main" val="1947981358"/>
              </p:ext>
            </p:extLst>
          </p:nvPr>
        </p:nvGraphicFramePr>
        <p:xfrm>
          <a:off x="2938508" y="4812269"/>
          <a:ext cx="4953739" cy="1064748"/>
        </p:xfrm>
        <a:graphic>
          <a:graphicData uri="http://schemas.openxmlformats.org/drawingml/2006/table">
            <a:tbl>
              <a:tblPr firstRow="1" bandRow="1">
                <a:tableStyleId>{5940675A-B579-460E-94D1-54222C63F5DA}</a:tableStyleId>
              </a:tblPr>
              <a:tblGrid>
                <a:gridCol w="707677">
                  <a:extLst>
                    <a:ext uri="{9D8B030D-6E8A-4147-A177-3AD203B41FA5}">
                      <a16:colId xmlns:a16="http://schemas.microsoft.com/office/drawing/2014/main" val="2013848116"/>
                    </a:ext>
                  </a:extLst>
                </a:gridCol>
                <a:gridCol w="707677">
                  <a:extLst>
                    <a:ext uri="{9D8B030D-6E8A-4147-A177-3AD203B41FA5}">
                      <a16:colId xmlns:a16="http://schemas.microsoft.com/office/drawing/2014/main" val="3217144600"/>
                    </a:ext>
                  </a:extLst>
                </a:gridCol>
                <a:gridCol w="707677">
                  <a:extLst>
                    <a:ext uri="{9D8B030D-6E8A-4147-A177-3AD203B41FA5}">
                      <a16:colId xmlns:a16="http://schemas.microsoft.com/office/drawing/2014/main" val="576068055"/>
                    </a:ext>
                  </a:extLst>
                </a:gridCol>
                <a:gridCol w="707677">
                  <a:extLst>
                    <a:ext uri="{9D8B030D-6E8A-4147-A177-3AD203B41FA5}">
                      <a16:colId xmlns:a16="http://schemas.microsoft.com/office/drawing/2014/main" val="2925492730"/>
                    </a:ext>
                  </a:extLst>
                </a:gridCol>
                <a:gridCol w="707677">
                  <a:extLst>
                    <a:ext uri="{9D8B030D-6E8A-4147-A177-3AD203B41FA5}">
                      <a16:colId xmlns:a16="http://schemas.microsoft.com/office/drawing/2014/main" val="2497034592"/>
                    </a:ext>
                  </a:extLst>
                </a:gridCol>
                <a:gridCol w="707677">
                  <a:extLst>
                    <a:ext uri="{9D8B030D-6E8A-4147-A177-3AD203B41FA5}">
                      <a16:colId xmlns:a16="http://schemas.microsoft.com/office/drawing/2014/main" val="3245046888"/>
                    </a:ext>
                  </a:extLst>
                </a:gridCol>
                <a:gridCol w="707677">
                  <a:extLst>
                    <a:ext uri="{9D8B030D-6E8A-4147-A177-3AD203B41FA5}">
                      <a16:colId xmlns:a16="http://schemas.microsoft.com/office/drawing/2014/main" val="3937629720"/>
                    </a:ext>
                  </a:extLst>
                </a:gridCol>
              </a:tblGrid>
              <a:tr h="532374">
                <a:tc>
                  <a:txBody>
                    <a:bodyPr/>
                    <a:lstStyle/>
                    <a:p>
                      <a:pPr algn="ctr"/>
                      <a:r>
                        <a:rPr lang="en-US" dirty="0">
                          <a:solidFill>
                            <a:srgbClr val="E38C17"/>
                          </a:solidFill>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E38C17"/>
                          </a:solidFill>
                        </a:rPr>
                        <a:t>6</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9345740"/>
                  </a:ext>
                </a:extLst>
              </a:tr>
              <a:tr h="532374">
                <a:tc>
                  <a:txBody>
                    <a:bodyPr/>
                    <a:lstStyle/>
                    <a:p>
                      <a:pPr algn="ctr"/>
                      <a:r>
                        <a:rPr lang="en-US" dirty="0"/>
                        <a:t>1</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2</a:t>
                      </a:r>
                    </a:p>
                  </a:txBody>
                  <a:tcPr anchor="ctr">
                    <a:lnT w="12700" cap="flat" cmpd="sng" algn="ctr">
                      <a:solidFill>
                        <a:schemeClr val="tx1"/>
                      </a:solidFill>
                      <a:prstDash val="solid"/>
                      <a:round/>
                      <a:headEnd type="none" w="med" len="med"/>
                      <a:tailEnd type="none" w="med" len="med"/>
                    </a:lnT>
                  </a:tcPr>
                </a:tc>
                <a:tc>
                  <a:txBody>
                    <a:bodyPr/>
                    <a:lstStyle/>
                    <a:p>
                      <a:pPr algn="ctr"/>
                      <a:r>
                        <a:rPr lang="en-US" dirty="0"/>
                        <a:t>3+2</a:t>
                      </a:r>
                    </a:p>
                  </a:txBody>
                  <a:tcPr anchor="ctr">
                    <a:lnT w="12700" cap="flat" cmpd="sng" algn="ctr">
                      <a:solidFill>
                        <a:schemeClr val="tx1"/>
                      </a:solidFill>
                      <a:prstDash val="solid"/>
                      <a:round/>
                      <a:headEnd type="none" w="med" len="med"/>
                      <a:tailEnd type="none" w="med" len="med"/>
                    </a:lnT>
                    <a:solidFill>
                      <a:srgbClr val="D012C2"/>
                    </a:solidFill>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a:p>
                  </a:txBody>
                  <a:tcPr anchor="ctr">
                    <a:lnT w="12700" cap="flat" cmpd="sng" algn="ctr">
                      <a:solidFill>
                        <a:schemeClr val="tx1"/>
                      </a:solidFill>
                      <a:prstDash val="solid"/>
                      <a:round/>
                      <a:headEnd type="none" w="med" len="med"/>
                      <a:tailEnd type="none" w="med" len="med"/>
                    </a:lnT>
                  </a:tcPr>
                </a:tc>
                <a:tc>
                  <a:txBody>
                    <a:bodyPr/>
                    <a:lstStyle/>
                    <a:p>
                      <a:pPr algn="ctr"/>
                      <a:endParaRPr lang="en-US" dirty="0"/>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33000271"/>
                  </a:ext>
                </a:extLst>
              </a:tr>
            </a:tbl>
          </a:graphicData>
        </a:graphic>
      </p:graphicFrame>
      <p:sp>
        <p:nvSpPr>
          <p:cNvPr id="9" name="TextBox 8">
            <a:extLst>
              <a:ext uri="{FF2B5EF4-FFF2-40B4-BE49-F238E27FC236}">
                <a16:creationId xmlns:a16="http://schemas.microsoft.com/office/drawing/2014/main" id="{57AB8A9D-36AB-45C6-B775-2401469E3AFF}"/>
              </a:ext>
            </a:extLst>
          </p:cNvPr>
          <p:cNvSpPr txBox="1"/>
          <p:nvPr/>
        </p:nvSpPr>
        <p:spPr>
          <a:xfrm>
            <a:off x="4953740" y="3525336"/>
            <a:ext cx="1021433" cy="830997"/>
          </a:xfrm>
          <a:prstGeom prst="rect">
            <a:avLst/>
          </a:prstGeom>
          <a:noFill/>
        </p:spPr>
        <p:txBody>
          <a:bodyPr wrap="none" rtlCol="0">
            <a:spAutoFit/>
          </a:bodyPr>
          <a:lstStyle/>
          <a:p>
            <a:r>
              <a:rPr lang="en-US" sz="2400" dirty="0"/>
              <a:t>n=8</a:t>
            </a:r>
          </a:p>
          <a:p>
            <a:r>
              <a:rPr lang="en-US" sz="2400" dirty="0"/>
              <a:t>sum=6</a:t>
            </a:r>
          </a:p>
        </p:txBody>
      </p:sp>
      <p:sp>
        <p:nvSpPr>
          <p:cNvPr id="3" name="TextBox 2">
            <a:extLst>
              <a:ext uri="{FF2B5EF4-FFF2-40B4-BE49-F238E27FC236}">
                <a16:creationId xmlns:a16="http://schemas.microsoft.com/office/drawing/2014/main" id="{4D81E7E0-2ABB-6CF8-B299-5E2E66948D64}"/>
              </a:ext>
            </a:extLst>
          </p:cNvPr>
          <p:cNvSpPr txBox="1"/>
          <p:nvPr/>
        </p:nvSpPr>
        <p:spPr>
          <a:xfrm>
            <a:off x="914401" y="2928036"/>
            <a:ext cx="1863844" cy="461665"/>
          </a:xfrm>
          <a:prstGeom prst="rect">
            <a:avLst/>
          </a:prstGeom>
          <a:noFill/>
        </p:spPr>
        <p:txBody>
          <a:bodyPr wrap="none" rtlCol="0">
            <a:spAutoFit/>
          </a:bodyPr>
          <a:lstStyle/>
          <a:p>
            <a:r>
              <a:rPr lang="en-US" sz="2400" dirty="0">
                <a:solidFill>
                  <a:srgbClr val="FF0000"/>
                </a:solidFill>
              </a:rPr>
              <a:t>Example: n=8</a:t>
            </a:r>
          </a:p>
        </p:txBody>
      </p:sp>
      <mc:AlternateContent xmlns:mc="http://schemas.openxmlformats.org/markup-compatibility/2006" xmlns:a14="http://schemas.microsoft.com/office/drawing/2010/main">
        <mc:Choice Requires="a14">
          <p:sp>
            <p:nvSpPr>
              <p:cNvPr id="10" name="Title 1">
                <a:extLst>
                  <a:ext uri="{FF2B5EF4-FFF2-40B4-BE49-F238E27FC236}">
                    <a16:creationId xmlns:a16="http://schemas.microsoft.com/office/drawing/2014/main" id="{0F33148E-A0E7-AD42-9FC4-7AC644B2A909}"/>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10" name="Title 1">
                <a:extLst>
                  <a:ext uri="{FF2B5EF4-FFF2-40B4-BE49-F238E27FC236}">
                    <a16:creationId xmlns:a16="http://schemas.microsoft.com/office/drawing/2014/main" id="{0F33148E-A0E7-AD42-9FC4-7AC644B2A909}"/>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33649377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51B9CF-69BE-4153-9ACC-B777CF599CCF}"/>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24/65</a:t>
            </a:r>
          </a:p>
        </p:txBody>
      </p:sp>
      <p:sp>
        <p:nvSpPr>
          <p:cNvPr id="4" name="Rectangle 3">
            <a:extLst>
              <a:ext uri="{FF2B5EF4-FFF2-40B4-BE49-F238E27FC236}">
                <a16:creationId xmlns:a16="http://schemas.microsoft.com/office/drawing/2014/main" id="{FD80A8A3-E67D-4009-B90C-FF08B3942C5B}"/>
              </a:ext>
            </a:extLst>
          </p:cNvPr>
          <p:cNvSpPr/>
          <p:nvPr/>
        </p:nvSpPr>
        <p:spPr>
          <a:xfrm>
            <a:off x="2677064" y="2682817"/>
            <a:ext cx="6446388" cy="3785652"/>
          </a:xfrm>
          <a:prstGeom prst="rect">
            <a:avLst/>
          </a:prstGeom>
          <a:ln>
            <a:solidFill>
              <a:srgbClr val="FF0000"/>
            </a:solidFill>
          </a:ln>
        </p:spPr>
        <p:txBody>
          <a:bodyPr wrap="square">
            <a:spAutoFit/>
          </a:bodyPr>
          <a:lstStyle/>
          <a:p>
            <a:r>
              <a:rPr lang="en-US" sz="2400" dirty="0">
                <a:latin typeface="Consolas" panose="020B0609020204030204" pitchFamily="49" charset="0"/>
              </a:rPr>
              <a:t>def </a:t>
            </a:r>
            <a:r>
              <a:rPr lang="en-US" sz="2400" dirty="0" err="1">
                <a:latin typeface="Consolas" panose="020B0609020204030204" pitchFamily="49" charset="0"/>
              </a:rPr>
              <a:t>MaxDistinctSum</a:t>
            </a:r>
            <a:r>
              <a:rPr lang="en-US" sz="2400" dirty="0">
                <a:latin typeface="Consolas" panose="020B0609020204030204" pitchFamily="49" charset="0"/>
              </a:rPr>
              <a:t>(n):</a:t>
            </a:r>
          </a:p>
          <a:p>
            <a:r>
              <a:rPr lang="en-US" sz="2400" dirty="0">
                <a:latin typeface="Consolas" panose="020B0609020204030204" pitchFamily="49" charset="0"/>
              </a:rPr>
              <a:t>    </a:t>
            </a:r>
            <a:r>
              <a:rPr lang="en-US" sz="2400" dirty="0">
                <a:solidFill>
                  <a:srgbClr val="FF0000"/>
                </a:solidFill>
                <a:latin typeface="Consolas" panose="020B0609020204030204" pitchFamily="49" charset="0"/>
              </a:rPr>
              <a:t>sum=0</a:t>
            </a:r>
          </a:p>
          <a:p>
            <a:r>
              <a:rPr lang="en-US" sz="2400" dirty="0">
                <a:solidFill>
                  <a:srgbClr val="FF0000"/>
                </a:solidFill>
                <a:latin typeface="Consolas" panose="020B0609020204030204" pitchFamily="49" charset="0"/>
              </a:rPr>
              <a:t>    k=1</a:t>
            </a:r>
          </a:p>
          <a:p>
            <a:r>
              <a:rPr lang="en-US" sz="2400" dirty="0">
                <a:solidFill>
                  <a:srgbClr val="FF0000"/>
                </a:solidFill>
                <a:latin typeface="Consolas" panose="020B0609020204030204" pitchFamily="49" charset="0"/>
              </a:rPr>
              <a:t>    result=[]</a:t>
            </a:r>
          </a:p>
          <a:p>
            <a:r>
              <a:rPr lang="en-US" sz="2400" dirty="0">
                <a:latin typeface="Consolas" panose="020B0609020204030204" pitchFamily="49" charset="0"/>
              </a:rPr>
              <a:t>    </a:t>
            </a:r>
            <a:r>
              <a:rPr lang="en-US" sz="2400" dirty="0">
                <a:solidFill>
                  <a:srgbClr val="00B050"/>
                </a:solidFill>
                <a:latin typeface="Consolas" panose="020B0609020204030204" pitchFamily="49" charset="0"/>
              </a:rPr>
              <a:t>while sum + k  &lt;= n:</a:t>
            </a:r>
          </a:p>
          <a:p>
            <a:r>
              <a:rPr lang="en-US" sz="2400" dirty="0">
                <a:solidFill>
                  <a:srgbClr val="00B050"/>
                </a:solidFill>
                <a:latin typeface="Consolas" panose="020B0609020204030204" pitchFamily="49" charset="0"/>
              </a:rPr>
              <a:t>        </a:t>
            </a:r>
            <a:r>
              <a:rPr lang="en-US" sz="2400" dirty="0" err="1">
                <a:solidFill>
                  <a:srgbClr val="00B050"/>
                </a:solidFill>
                <a:latin typeface="Consolas" panose="020B0609020204030204" pitchFamily="49" charset="0"/>
              </a:rPr>
              <a:t>result.append</a:t>
            </a:r>
            <a:r>
              <a:rPr lang="en-US" sz="2400" dirty="0">
                <a:solidFill>
                  <a:srgbClr val="00B050"/>
                </a:solidFill>
                <a:latin typeface="Consolas" panose="020B0609020204030204" pitchFamily="49" charset="0"/>
              </a:rPr>
              <a:t>(k)</a:t>
            </a:r>
          </a:p>
          <a:p>
            <a:r>
              <a:rPr lang="en-US" sz="2400" dirty="0">
                <a:solidFill>
                  <a:srgbClr val="00B050"/>
                </a:solidFill>
                <a:latin typeface="Consolas" panose="020B0609020204030204" pitchFamily="49" charset="0"/>
              </a:rPr>
              <a:t>        sum= sum + k</a:t>
            </a:r>
          </a:p>
          <a:p>
            <a:r>
              <a:rPr lang="en-US" sz="2400" dirty="0">
                <a:solidFill>
                  <a:srgbClr val="00B050"/>
                </a:solidFill>
                <a:latin typeface="Consolas" panose="020B0609020204030204" pitchFamily="49" charset="0"/>
              </a:rPr>
              <a:t>        k=k+1</a:t>
            </a:r>
          </a:p>
          <a:p>
            <a:r>
              <a:rPr lang="en-US" sz="2400" dirty="0">
                <a:latin typeface="Consolas" panose="020B0609020204030204" pitchFamily="49" charset="0"/>
              </a:rPr>
              <a:t>    </a:t>
            </a:r>
            <a:r>
              <a:rPr lang="en-US" sz="2400" dirty="0">
                <a:solidFill>
                  <a:srgbClr val="D012C2"/>
                </a:solidFill>
                <a:latin typeface="Consolas" panose="020B0609020204030204" pitchFamily="49" charset="0"/>
              </a:rPr>
              <a:t>result[-1]+= n - sum</a:t>
            </a:r>
          </a:p>
          <a:p>
            <a:r>
              <a:rPr lang="en-US" sz="2400" dirty="0">
                <a:latin typeface="Consolas" panose="020B0609020204030204" pitchFamily="49" charset="0"/>
              </a:rPr>
              <a:t>    return </a:t>
            </a:r>
            <a:r>
              <a:rPr lang="en-US" sz="2400" dirty="0" err="1">
                <a:latin typeface="Consolas" panose="020B0609020204030204" pitchFamily="49" charset="0"/>
              </a:rPr>
              <a:t>len</a:t>
            </a:r>
            <a:r>
              <a:rPr lang="en-US" sz="2400" dirty="0">
                <a:latin typeface="Consolas" panose="020B0609020204030204" pitchFamily="49" charset="0"/>
              </a:rPr>
              <a:t>(result),result</a:t>
            </a:r>
          </a:p>
        </p:txBody>
      </p:sp>
      <mc:AlternateContent xmlns:mc="http://schemas.openxmlformats.org/markup-compatibility/2006" xmlns:a14="http://schemas.microsoft.com/office/drawing/2010/main">
        <mc:Choice Requires="a14">
          <p:sp>
            <p:nvSpPr>
              <p:cNvPr id="7" name="Title 1">
                <a:extLst>
                  <a:ext uri="{FF2B5EF4-FFF2-40B4-BE49-F238E27FC236}">
                    <a16:creationId xmlns:a16="http://schemas.microsoft.com/office/drawing/2014/main" id="{EFB695F2-F895-3003-2B7D-21ABAEF5DD78}"/>
                  </a:ext>
                </a:extLst>
              </p:cNvPr>
              <p:cNvSpPr txBox="1">
                <a:spLocks/>
              </p:cNvSpPr>
              <p:nvPr/>
            </p:nvSpPr>
            <p:spPr>
              <a:xfrm>
                <a:off x="838200" y="365125"/>
                <a:ext cx="10515600" cy="23349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Times New Roman" panose="02020603050405020304" pitchFamily="18" charset="0"/>
                    <a:cs typeface="Times New Roman" panose="02020603050405020304" pitchFamily="18" charset="0"/>
                  </a:rPr>
                  <a:t>1. Let n be a positive integer. Write pseudocode to represent n as the sum of the maximum number of pairwise distinct positive integers. (Time </a:t>
                </a:r>
                <a:r>
                  <a:rPr lang="en-US" sz="2400" dirty="0" err="1">
                    <a:latin typeface="Times New Roman" panose="02020603050405020304" pitchFamily="18" charset="0"/>
                    <a:cs typeface="Times New Roman" panose="02020603050405020304" pitchFamily="18" charset="0"/>
                  </a:rPr>
                  <a:t>complexity:O</a:t>
                </a:r>
                <a:r>
                  <a:rPr lang="en-US" sz="2400" dirty="0">
                    <a:latin typeface="Times New Roman" panose="02020603050405020304" pitchFamily="18" charset="0"/>
                    <a:cs typeface="Times New Roman" panose="02020603050405020304" pitchFamily="18" charset="0"/>
                  </a:rPr>
                  <a:t>(n))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Input. </a:t>
                </a:r>
                <a:r>
                  <a:rPr lang="en-US" sz="2400" dirty="0">
                    <a:latin typeface="Times New Roman" panose="02020603050405020304" pitchFamily="18" charset="0"/>
                    <a:cs typeface="Times New Roman" panose="02020603050405020304" pitchFamily="18" charset="0"/>
                  </a:rPr>
                  <a:t>A positive integer n.</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Output. </a:t>
                </a:r>
                <a:r>
                  <a:rPr lang="en-US" sz="2400" dirty="0">
                    <a:latin typeface="Times New Roman" panose="02020603050405020304" pitchFamily="18" charset="0"/>
                    <a:cs typeface="Times New Roman" panose="02020603050405020304" pitchFamily="18" charset="0"/>
                  </a:rPr>
                  <a:t>The maximum k such that n can be represented as the sum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of k distinct positive integers. Also you need to output all integers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oMath>
                </a14:m>
                <a:r>
                  <a:rPr lang="en-US" sz="24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mc:Choice>
        <mc:Fallback xmlns="">
          <p:sp>
            <p:nvSpPr>
              <p:cNvPr id="7" name="Title 1">
                <a:extLst>
                  <a:ext uri="{FF2B5EF4-FFF2-40B4-BE49-F238E27FC236}">
                    <a16:creationId xmlns:a16="http://schemas.microsoft.com/office/drawing/2014/main" id="{EFB695F2-F895-3003-2B7D-21ABAEF5DD78}"/>
                  </a:ext>
                </a:extLst>
              </p:cNvPr>
              <p:cNvSpPr txBox="1">
                <a:spLocks noRot="1" noChangeAspect="1" noMove="1" noResize="1" noEditPoints="1" noAdjustHandles="1" noChangeArrowheads="1" noChangeShapeType="1" noTextEdit="1"/>
              </p:cNvSpPr>
              <p:nvPr/>
            </p:nvSpPr>
            <p:spPr>
              <a:xfrm>
                <a:off x="838200" y="365125"/>
                <a:ext cx="10515600" cy="2334944"/>
              </a:xfrm>
              <a:prstGeom prst="rect">
                <a:avLst/>
              </a:prstGeom>
              <a:blipFill>
                <a:blip r:embed="rId4"/>
                <a:stretch>
                  <a:fillRect l="-928" r="-464"/>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651577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3767E56-E49F-4909-9EB6-1B7E34EE4F40}"/>
                  </a:ext>
                </a:extLst>
              </p:cNvPr>
              <p:cNvSpPr>
                <a:spLocks noGrp="1"/>
              </p:cNvSpPr>
              <p:nvPr>
                <p:ph type="title"/>
              </p:nvPr>
            </p:nvSpPr>
            <p:spPr>
              <a:xfrm>
                <a:off x="204107" y="422275"/>
                <a:ext cx="11568793" cy="2222950"/>
              </a:xfrm>
            </p:spPr>
            <p:txBody>
              <a:bodyPr>
                <a:normAutofit fontScale="90000"/>
              </a:bodyPr>
              <a:lstStyle/>
              <a:p>
                <a:pPr lvl="0">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Arial" panose="020B0604020202020204" pitchFamily="34" charset="0"/>
                  </a:rPr>
                  <a:t>2. Covering </a:t>
                </a:r>
                <a:r>
                  <a:rPr lang="en-US" sz="2400" dirty="0">
                    <a:latin typeface="Times New Roman" panose="02020603050405020304" pitchFamily="18" charset="0"/>
                    <a:ea typeface="Calibri" panose="020F0502020204030204" pitchFamily="34" charset="0"/>
                    <a:cs typeface="Arial" panose="020B0604020202020204" pitchFamily="34" charset="0"/>
                  </a:rPr>
                  <a:t>Segments by Points Problem: We are given a sequence of n intervals </a:t>
                </a:r>
                <a14:m>
                  <m:oMath xmlns:m="http://schemas.openxmlformats.org/officeDocument/2006/math">
                    <m:r>
                      <a:rPr lang="en-US"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𝑙</m:t>
                        </m:r>
                      </m:e>
                      <m:sub>
                        <m:r>
                          <a:rPr lang="en-US" sz="2400" i="1">
                            <a:latin typeface="Cambria Math" panose="02040503050406030204" pitchFamily="18" charset="0"/>
                            <a:ea typeface="Calibri" panose="020F0502020204030204" pitchFamily="34" charset="0"/>
                            <a:cs typeface="Times New Roman" panose="02020603050405020304" pitchFamily="18" charset="0"/>
                          </a:rPr>
                          <m:t>1</m:t>
                        </m:r>
                      </m:sub>
                    </m:sSub>
                    <m:r>
                      <a:rPr lang="en-US"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𝑟</m:t>
                        </m:r>
                      </m:e>
                      <m:sub>
                        <m:r>
                          <a:rPr lang="en-US" sz="2400" i="1">
                            <a:latin typeface="Cambria Math" panose="02040503050406030204" pitchFamily="18" charset="0"/>
                            <a:ea typeface="Calibri" panose="020F0502020204030204" pitchFamily="34" charset="0"/>
                            <a:cs typeface="Times New Roman" panose="02020603050405020304" pitchFamily="18" charset="0"/>
                          </a:rPr>
                          <m:t>1</m:t>
                        </m:r>
                      </m:sub>
                    </m:sSub>
                    <m:r>
                      <a:rPr lang="en-US"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𝑙</m:t>
                        </m:r>
                      </m:e>
                      <m:sub>
                        <m:r>
                          <a:rPr lang="en-US" sz="2400" i="1">
                            <a:latin typeface="Cambria Math" panose="02040503050406030204" pitchFamily="18" charset="0"/>
                            <a:ea typeface="Calibri" panose="020F0502020204030204" pitchFamily="34" charset="0"/>
                            <a:cs typeface="Times New Roman" panose="02020603050405020304" pitchFamily="18" charset="0"/>
                          </a:rPr>
                          <m:t>𝑛</m:t>
                        </m:r>
                      </m:sub>
                    </m:sSub>
                    <m:r>
                      <a:rPr lang="en-US"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𝑟</m:t>
                        </m:r>
                      </m:e>
                      <m:sub>
                        <m:r>
                          <a:rPr lang="en-US" sz="2400" i="1">
                            <a:latin typeface="Cambria Math" panose="02040503050406030204" pitchFamily="18" charset="0"/>
                            <a:ea typeface="Calibri" panose="020F0502020204030204" pitchFamily="34" charset="0"/>
                            <a:cs typeface="Times New Roman" panose="02020603050405020304" pitchFamily="18" charset="0"/>
                          </a:rPr>
                          <m:t>𝑛</m:t>
                        </m:r>
                      </m:sub>
                    </m:sSub>
                    <m:r>
                      <a:rPr lang="en-US" sz="2400" i="1">
                        <a:latin typeface="Cambria Math" panose="02040503050406030204" pitchFamily="18" charset="0"/>
                        <a:ea typeface="Calibri" panose="020F0502020204030204" pitchFamily="34" charset="0"/>
                        <a:cs typeface="Times New Roman" panose="02020603050405020304" pitchFamily="18" charset="0"/>
                      </a:rPr>
                      <m:t>]</m:t>
                    </m:r>
                  </m:oMath>
                </a14:m>
                <a:r>
                  <a:rPr lang="en-US" sz="2400" dirty="0">
                    <a:latin typeface="Times New Roman" panose="02020603050405020304" pitchFamily="18" charset="0"/>
                    <a:ea typeface="Calibri" panose="020F0502020204030204" pitchFamily="34" charset="0"/>
                    <a:cs typeface="Arial" panose="020B0604020202020204" pitchFamily="34" charset="0"/>
                  </a:rPr>
                  <a:t> on x-axis.  Find a set of points of minimum size such that each segment </a:t>
                </a:r>
                <a14:m>
                  <m:oMath xmlns:m="http://schemas.openxmlformats.org/officeDocument/2006/math">
                    <m:r>
                      <a:rPr lang="en-US"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𝑙</m:t>
                        </m:r>
                      </m:e>
                      <m:sub>
                        <m:r>
                          <a:rPr lang="en-US" sz="2400" i="1">
                            <a:latin typeface="Cambria Math" panose="02040503050406030204" pitchFamily="18" charset="0"/>
                            <a:ea typeface="Calibri" panose="020F0502020204030204" pitchFamily="34" charset="0"/>
                            <a:cs typeface="Times New Roman" panose="02020603050405020304" pitchFamily="18" charset="0"/>
                          </a:rPr>
                          <m:t>𝑖</m:t>
                        </m:r>
                      </m:sub>
                    </m:sSub>
                    <m:r>
                      <a:rPr lang="en-US"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𝑟</m:t>
                        </m:r>
                      </m:e>
                      <m:sub>
                        <m:r>
                          <a:rPr lang="en-US" sz="2400" i="1">
                            <a:latin typeface="Cambria Math" panose="02040503050406030204" pitchFamily="18" charset="0"/>
                            <a:ea typeface="Calibri" panose="020F0502020204030204" pitchFamily="34" charset="0"/>
                            <a:cs typeface="Times New Roman" panose="02020603050405020304" pitchFamily="18" charset="0"/>
                          </a:rPr>
                          <m:t>𝑖</m:t>
                        </m:r>
                      </m:sub>
                    </m:sSub>
                    <m:r>
                      <a:rPr lang="en-US" sz="2400" i="1">
                        <a:latin typeface="Cambria Math" panose="02040503050406030204" pitchFamily="18" charset="0"/>
                        <a:ea typeface="Calibri" panose="020F0502020204030204" pitchFamily="34" charset="0"/>
                        <a:cs typeface="Times New Roman" panose="02020603050405020304" pitchFamily="18" charset="0"/>
                      </a:rPr>
                      <m:t>]</m:t>
                    </m:r>
                  </m:oMath>
                </a14:m>
                <a:r>
                  <a:rPr lang="en-US" sz="2400" dirty="0">
                    <a:latin typeface="Times New Roman" panose="02020603050405020304" pitchFamily="18" charset="0"/>
                    <a:ea typeface="Calibri" panose="020F0502020204030204" pitchFamily="34" charset="0"/>
                    <a:cs typeface="Arial" panose="020B0604020202020204" pitchFamily="34" charset="0"/>
                  </a:rPr>
                  <a:t> contains a point, i.e., there exists a point x from this set such that</a:t>
                </a:r>
                <a14:m>
                  <m:oMath xmlns:m="http://schemas.openxmlformats.org/officeDocument/2006/math">
                    <m:r>
                      <a:rPr lang="en-US" sz="2400" i="1">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𝑙</m:t>
                        </m:r>
                      </m:e>
                      <m:sub>
                        <m:r>
                          <a:rPr lang="en-US" sz="2400" i="1">
                            <a:latin typeface="Cambria Math" panose="02040503050406030204" pitchFamily="18" charset="0"/>
                            <a:ea typeface="Calibri" panose="020F0502020204030204" pitchFamily="34" charset="0"/>
                            <a:cs typeface="Times New Roman" panose="02020603050405020304" pitchFamily="18" charset="0"/>
                          </a:rPr>
                          <m:t>𝑖</m:t>
                        </m:r>
                      </m:sub>
                    </m:sSub>
                    <m:r>
                      <a:rPr lang="en-US" sz="2400" i="1">
                        <a:latin typeface="Cambria Math" panose="02040503050406030204" pitchFamily="18" charset="0"/>
                        <a:ea typeface="Calibri" panose="020F0502020204030204" pitchFamily="34" charset="0"/>
                        <a:cs typeface="Times New Roman" panose="02020603050405020304" pitchFamily="18" charset="0"/>
                      </a:rPr>
                      <m:t> ≤ </m:t>
                    </m:r>
                    <m:r>
                      <a:rPr lang="en-US" sz="2400" i="1">
                        <a:latin typeface="Cambria Math" panose="02040503050406030204" pitchFamily="18" charset="0"/>
                        <a:ea typeface="Calibri" panose="020F0502020204030204" pitchFamily="34" charset="0"/>
                        <a:cs typeface="Times New Roman" panose="02020603050405020304" pitchFamily="18" charset="0"/>
                      </a:rPr>
                      <m:t>𝑥</m:t>
                    </m:r>
                    <m:r>
                      <a:rPr lang="en-US" sz="2400" i="1">
                        <a:latin typeface="Cambria Math" panose="02040503050406030204" pitchFamily="18" charset="0"/>
                        <a:ea typeface="Calibri" panose="020F0502020204030204" pitchFamily="34" charset="0"/>
                        <a:cs typeface="Times New Roman" panose="02020603050405020304" pitchFamily="18" charset="0"/>
                      </a:rPr>
                      <m:t> ≤ </m:t>
                    </m:r>
                    <m:sSub>
                      <m:sSubPr>
                        <m:ctrlPr>
                          <a:rPr lang="en-US" sz="2400" i="1">
                            <a:latin typeface="Cambria Math" panose="02040503050406030204" pitchFamily="18" charset="0"/>
                            <a:ea typeface="Calibri" panose="020F0502020204030204" pitchFamily="34" charset="0"/>
                            <a:cs typeface="Times New Roman" panose="02020603050405020304" pitchFamily="18" charset="0"/>
                          </a:rPr>
                        </m:ctrlPr>
                      </m:sSubPr>
                      <m:e>
                        <m:r>
                          <a:rPr lang="en-US" sz="2400" i="1">
                            <a:latin typeface="Cambria Math" panose="02040503050406030204" pitchFamily="18" charset="0"/>
                            <a:ea typeface="Calibri" panose="020F0502020204030204" pitchFamily="34" charset="0"/>
                            <a:cs typeface="Times New Roman" panose="02020603050405020304" pitchFamily="18" charset="0"/>
                          </a:rPr>
                          <m:t>𝑟</m:t>
                        </m:r>
                      </m:e>
                      <m:sub>
                        <m:r>
                          <a:rPr lang="en-US" sz="2400" i="1">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2400" dirty="0">
                    <a:latin typeface="Times New Roman" panose="02020603050405020304" pitchFamily="18" charset="0"/>
                    <a:ea typeface="Times New Roman" panose="02020603050405020304" pitchFamily="18" charset="0"/>
                    <a:cs typeface="Arial" panose="020B0604020202020204" pitchFamily="34" charset="0"/>
                  </a:rPr>
                  <a:t>, for all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1≤ </m:t>
                    </m:r>
                    <m:r>
                      <a:rPr lang="en-US" sz="2400" i="1">
                        <a:latin typeface="Cambria Math" panose="02040503050406030204" pitchFamily="18" charset="0"/>
                        <a:ea typeface="Times New Roman" panose="02020603050405020304" pitchFamily="18" charset="0"/>
                        <a:cs typeface="Times New Roman" panose="02020603050405020304" pitchFamily="18" charset="0"/>
                      </a:rPr>
                      <m:t>𝑖</m:t>
                    </m:r>
                    <m:r>
                      <a:rPr lang="en-US" sz="2400" i="1">
                        <a:latin typeface="Cambria Math" panose="02040503050406030204" pitchFamily="18" charset="0"/>
                        <a:ea typeface="Times New Roman" panose="02020603050405020304" pitchFamily="18" charset="0"/>
                        <a:cs typeface="Times New Roman" panose="02020603050405020304" pitchFamily="18" charset="0"/>
                      </a:rPr>
                      <m:t>≤ </m:t>
                    </m:r>
                    <m:r>
                      <a:rPr lang="en-US" sz="2400" i="1">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2400" dirty="0">
                    <a:latin typeface="Times New Roman" panose="02020603050405020304" pitchFamily="18" charset="0"/>
                    <a:ea typeface="Times New Roman" panose="02020603050405020304" pitchFamily="18" charset="0"/>
                    <a:cs typeface="Arial" panose="020B0604020202020204" pitchFamily="34" charset="0"/>
                  </a:rPr>
                  <a:t>. In other words, </a:t>
                </a:r>
                <a:r>
                  <a:rPr lang="en-US" sz="2400" dirty="0">
                    <a:latin typeface="Times New Roman" panose="02020603050405020304" pitchFamily="18" charset="0"/>
                    <a:ea typeface="Calibri" panose="020F0502020204030204" pitchFamily="34" charset="0"/>
                    <a:cs typeface="Arial" panose="020B0604020202020204" pitchFamily="34" charset="0"/>
                  </a:rPr>
                  <a:t>find the minimum number of points on x-axis needed to cover all given intervals.</a:t>
                </a:r>
                <a:br>
                  <a:rPr lang="en-US" sz="1800" dirty="0">
                    <a:latin typeface="Calibri" panose="020F0502020204030204" pitchFamily="34" charset="0"/>
                    <a:ea typeface="Calibri" panose="020F0502020204030204" pitchFamily="34" charset="0"/>
                    <a:cs typeface="Arial" panose="020B0604020202020204" pitchFamily="34" charset="0"/>
                  </a:rPr>
                </a:br>
                <a:endParaRPr lang="en-US" sz="2400" dirty="0"/>
              </a:p>
            </p:txBody>
          </p:sp>
        </mc:Choice>
        <mc:Fallback xmlns="">
          <p:sp>
            <p:nvSpPr>
              <p:cNvPr id="2" name="Title 1">
                <a:extLst>
                  <a:ext uri="{FF2B5EF4-FFF2-40B4-BE49-F238E27FC236}">
                    <a16:creationId xmlns:a16="http://schemas.microsoft.com/office/drawing/2014/main" id="{E3767E56-E49F-4909-9EB6-1B7E34EE4F40}"/>
                  </a:ext>
                </a:extLst>
              </p:cNvPr>
              <p:cNvSpPr>
                <a:spLocks noGrp="1" noRot="1" noChangeAspect="1" noMove="1" noResize="1" noEditPoints="1" noAdjustHandles="1" noChangeArrowheads="1" noChangeShapeType="1" noTextEdit="1"/>
              </p:cNvSpPr>
              <p:nvPr>
                <p:ph type="title"/>
              </p:nvPr>
            </p:nvSpPr>
            <p:spPr>
              <a:xfrm>
                <a:off x="204107" y="422275"/>
                <a:ext cx="11568793" cy="2222950"/>
              </a:xfrm>
              <a:blipFill>
                <a:blip r:embed="rId4"/>
                <a:stretch>
                  <a:fillRect l="-685" r="-89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5B54B89F-ACA1-4374-9358-F7281839653D}"/>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4/14</a:t>
            </a:r>
          </a:p>
        </p:txBody>
      </p:sp>
      <p:cxnSp>
        <p:nvCxnSpPr>
          <p:cNvPr id="19" name="Straight Connector 18">
            <a:extLst>
              <a:ext uri="{FF2B5EF4-FFF2-40B4-BE49-F238E27FC236}">
                <a16:creationId xmlns:a16="http://schemas.microsoft.com/office/drawing/2014/main" id="{05064FC8-FA4B-48F3-A571-E5B1B5CFBBBF}"/>
              </a:ext>
            </a:extLst>
          </p:cNvPr>
          <p:cNvCxnSpPr/>
          <p:nvPr/>
        </p:nvCxnSpPr>
        <p:spPr>
          <a:xfrm>
            <a:off x="4188974" y="4093895"/>
            <a:ext cx="109158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08A0DFB-F536-4522-ACA9-570C7A981225}"/>
              </a:ext>
            </a:extLst>
          </p:cNvPr>
          <p:cNvCxnSpPr>
            <a:cxnSpLocks/>
          </p:cNvCxnSpPr>
          <p:nvPr/>
        </p:nvCxnSpPr>
        <p:spPr>
          <a:xfrm>
            <a:off x="3829223" y="4601690"/>
            <a:ext cx="205571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412C9E-6634-4776-AD05-B164E15A383C}"/>
              </a:ext>
            </a:extLst>
          </p:cNvPr>
          <p:cNvCxnSpPr>
            <a:cxnSpLocks/>
          </p:cNvCxnSpPr>
          <p:nvPr/>
        </p:nvCxnSpPr>
        <p:spPr>
          <a:xfrm>
            <a:off x="4678235" y="4327747"/>
            <a:ext cx="82434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A63EF07-3655-4BC8-BDF8-BA3A183BFB5B}"/>
              </a:ext>
            </a:extLst>
          </p:cNvPr>
          <p:cNvCxnSpPr/>
          <p:nvPr/>
        </p:nvCxnSpPr>
        <p:spPr>
          <a:xfrm>
            <a:off x="5662925" y="4962491"/>
            <a:ext cx="109158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9034638-927A-4F3A-B977-2ED128D97F8C}"/>
              </a:ext>
            </a:extLst>
          </p:cNvPr>
          <p:cNvCxnSpPr/>
          <p:nvPr/>
        </p:nvCxnSpPr>
        <p:spPr>
          <a:xfrm>
            <a:off x="6407095" y="4574963"/>
            <a:ext cx="109158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DD0C2B6-DAC7-446B-B480-7010E20AC98A}"/>
              </a:ext>
            </a:extLst>
          </p:cNvPr>
          <p:cNvCxnSpPr/>
          <p:nvPr/>
        </p:nvCxnSpPr>
        <p:spPr>
          <a:xfrm>
            <a:off x="5763655" y="4254250"/>
            <a:ext cx="109158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53E3E58-A1C2-44A7-B48D-40C61FABC57E}"/>
              </a:ext>
            </a:extLst>
          </p:cNvPr>
          <p:cNvCxnSpPr>
            <a:cxnSpLocks/>
          </p:cNvCxnSpPr>
          <p:nvPr/>
        </p:nvCxnSpPr>
        <p:spPr>
          <a:xfrm>
            <a:off x="6208718" y="3890108"/>
            <a:ext cx="154898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E9DFD64-3275-46FD-A4C9-86947E191052}"/>
              </a:ext>
            </a:extLst>
          </p:cNvPr>
          <p:cNvCxnSpPr>
            <a:cxnSpLocks/>
          </p:cNvCxnSpPr>
          <p:nvPr/>
        </p:nvCxnSpPr>
        <p:spPr>
          <a:xfrm>
            <a:off x="2826725" y="5323292"/>
            <a:ext cx="6538549"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40426D7F-6530-4D09-B6DA-B75A2D7B30F7}"/>
              </a:ext>
            </a:extLst>
          </p:cNvPr>
          <p:cNvCxnSpPr/>
          <p:nvPr/>
        </p:nvCxnSpPr>
        <p:spPr>
          <a:xfrm>
            <a:off x="5280562" y="3347359"/>
            <a:ext cx="0" cy="2716033"/>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DE8CF94-A22E-4DEC-BE0D-54150C04E6A0}"/>
              </a:ext>
            </a:extLst>
          </p:cNvPr>
          <p:cNvCxnSpPr/>
          <p:nvPr/>
        </p:nvCxnSpPr>
        <p:spPr>
          <a:xfrm>
            <a:off x="6731710" y="3347361"/>
            <a:ext cx="0" cy="271603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9F6BBCFC-54A4-8C5F-39E4-F89905D71437}"/>
              </a:ext>
            </a:extLst>
          </p:cNvPr>
          <p:cNvSpPr/>
          <p:nvPr/>
        </p:nvSpPr>
        <p:spPr>
          <a:xfrm>
            <a:off x="5182958" y="3962728"/>
            <a:ext cx="195205" cy="22804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C983D94-F199-C67D-4652-282E3436C6AA}"/>
              </a:ext>
            </a:extLst>
          </p:cNvPr>
          <p:cNvSpPr/>
          <p:nvPr/>
        </p:nvSpPr>
        <p:spPr>
          <a:xfrm>
            <a:off x="6634107" y="4821740"/>
            <a:ext cx="195205" cy="22804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2148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BD226A-F5F7-4A34-AD75-2C4BFFFBADF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5/14</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B169D4A-BC83-4B35-9FC2-855AA201995F}"/>
                  </a:ext>
                </a:extLst>
              </p:cNvPr>
              <p:cNvSpPr/>
              <p:nvPr/>
            </p:nvSpPr>
            <p:spPr>
              <a:xfrm>
                <a:off x="228599" y="224035"/>
                <a:ext cx="11740244" cy="1888850"/>
              </a:xfrm>
              <a:prstGeom prst="rect">
                <a:avLst/>
              </a:prstGeom>
            </p:spPr>
            <p:txBody>
              <a:bodyPr wrap="square">
                <a:spAutoFit/>
              </a:bodyPr>
              <a:lstStyle/>
              <a:p>
                <a:pPr marL="228600" marR="0">
                  <a:lnSpc>
                    <a:spcPct val="107000"/>
                  </a:lnSpc>
                  <a:spcBef>
                    <a:spcPts val="0"/>
                  </a:spcBef>
                  <a:spcAft>
                    <a:spcPts val="0"/>
                  </a:spcAft>
                </a:pPr>
                <a:r>
                  <a:rPr lang="en-US" b="1" dirty="0">
                    <a:solidFill>
                      <a:srgbClr val="0070C0"/>
                    </a:solidFill>
                    <a:latin typeface="Times New Roman" panose="02020603050405020304" pitchFamily="18" charset="0"/>
                    <a:ea typeface="Calibri" panose="020F0502020204030204" pitchFamily="34" charset="0"/>
                    <a:cs typeface="Arial" panose="020B0604020202020204" pitchFamily="34" charset="0"/>
                  </a:rPr>
                  <a:t>Solution: </a:t>
                </a:r>
                <a:endParaRPr lang="en-US" sz="1400" dirty="0">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spcBef>
                    <a:spcPts val="0"/>
                  </a:spcBef>
                  <a:spcAft>
                    <a:spcPts val="0"/>
                  </a:spcAft>
                </a:pPr>
                <a:r>
                  <a:rPr lang="en-US" dirty="0">
                    <a:solidFill>
                      <a:srgbClr val="0070C0"/>
                    </a:solidFill>
                    <a:latin typeface="Times New Roman" panose="02020603050405020304" pitchFamily="18" charset="0"/>
                    <a:ea typeface="Calibri" panose="020F0502020204030204" pitchFamily="34" charset="0"/>
                    <a:cs typeface="Arial" panose="020B0604020202020204" pitchFamily="34" charset="0"/>
                  </a:rPr>
                  <a:t>First, we sort the intervals based on their right endpoint (</a:t>
                </a:r>
                <a14:m>
                  <m:oMath xmlns:m="http://schemas.openxmlformats.org/officeDocument/2006/math">
                    <m:sSub>
                      <m:sSubPr>
                        <m:ctrlP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dirty="0">
                    <a:solidFill>
                      <a:srgbClr val="0070C0"/>
                    </a:solidFill>
                    <a:latin typeface="Times New Roman" panose="02020603050405020304" pitchFamily="18" charset="0"/>
                    <a:ea typeface="Calibri" panose="020F0502020204030204" pitchFamily="34" charset="0"/>
                    <a:cs typeface="Arial" panose="020B0604020202020204" pitchFamily="34" charset="0"/>
                  </a:rPr>
                  <a:t>) in ascending order.</a:t>
                </a:r>
                <a:endParaRPr lang="en-US" sz="1400" dirty="0">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spcBef>
                    <a:spcPts val="0"/>
                  </a:spcBef>
                  <a:spcAft>
                    <a:spcPts val="800"/>
                  </a:spcAft>
                </a:pPr>
                <a:r>
                  <a:rPr lang="en-US" dirty="0">
                    <a:solidFill>
                      <a:srgbClr val="0070C0"/>
                    </a:solidFill>
                    <a:latin typeface="Times New Roman" panose="02020603050405020304" pitchFamily="18" charset="0"/>
                    <a:ea typeface="Calibri" panose="020F0502020204030204" pitchFamily="34" charset="0"/>
                    <a:cs typeface="Arial" panose="020B0604020202020204" pitchFamily="34" charset="0"/>
                  </a:rPr>
                  <a:t>We follow a greedy strategy by choosing the rightmost endpoint that has not been covered by previously chosen points. To check if the last chosen point, say p, covers interval </a:t>
                </a:r>
                <a14:m>
                  <m:oMath xmlns:m="http://schemas.openxmlformats.org/officeDocument/2006/math">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𝑙</m:t>
                        </m:r>
                      </m:e>
                      <m:sub>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 </a:t>
                </a:r>
                <a:r>
                  <a:rPr lang="en-US" dirty="0">
                    <a:solidFill>
                      <a:srgbClr val="0070C0"/>
                    </a:solidFill>
                    <a:latin typeface="Times New Roman" panose="02020603050405020304" pitchFamily="18" charset="0"/>
                    <a:ea typeface="Calibri" panose="020F0502020204030204" pitchFamily="34" charset="0"/>
                    <a:cs typeface="Arial" panose="020B0604020202020204" pitchFamily="34" charset="0"/>
                  </a:rPr>
                  <a:t>or not, we need to see if </a:t>
                </a:r>
                <a:r>
                  <a:rPr lang="en-US" sz="2000" dirty="0">
                    <a:solidFill>
                      <a:srgbClr val="0070C0"/>
                    </a:solidFill>
                    <a:latin typeface="Times New Roman" panose="02020603050405020304" pitchFamily="18" charset="0"/>
                    <a:ea typeface="Calibri" panose="020F0502020204030204" pitchFamily="34" charset="0"/>
                    <a:cs typeface="Arial" panose="020B0604020202020204" pitchFamily="34" charset="0"/>
                  </a:rPr>
                  <a:t> </a:t>
                </a:r>
                <a14:m>
                  <m:oMath xmlns:m="http://schemas.openxmlformats.org/officeDocument/2006/math">
                    <m:sSub>
                      <m:sSubPr>
                        <m:ctrlP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𝑝</m:t>
                        </m:r>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&lt;</m:t>
                        </m:r>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𝑙</m:t>
                        </m:r>
                      </m:e>
                      <m:sub>
                        <m:r>
                          <a:rPr lang="en-US"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dirty="0">
                    <a:solidFill>
                      <a:srgbClr val="0070C0"/>
                    </a:solidFill>
                    <a:latin typeface="Times New Roman" panose="02020603050405020304" pitchFamily="18" charset="0"/>
                    <a:ea typeface="Calibri" panose="020F0502020204030204" pitchFamily="34" charset="0"/>
                    <a:cs typeface="Arial" panose="020B0604020202020204" pitchFamily="34" charset="0"/>
                  </a:rPr>
                  <a:t>. Sorting the intervals based on right endpoints ensures that we make the greedy choice at each step, resulting in the minimum number of points needed to cover all intervals.</a:t>
                </a:r>
                <a:endParaRPr lang="en-US" sz="1400" dirty="0">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6" name="Rectangle 5">
                <a:extLst>
                  <a:ext uri="{FF2B5EF4-FFF2-40B4-BE49-F238E27FC236}">
                    <a16:creationId xmlns:a16="http://schemas.microsoft.com/office/drawing/2014/main" id="{7B169D4A-BC83-4B35-9FC2-855AA201995F}"/>
                  </a:ext>
                </a:extLst>
              </p:cNvPr>
              <p:cNvSpPr>
                <a:spLocks noRot="1" noChangeAspect="1" noMove="1" noResize="1" noEditPoints="1" noAdjustHandles="1" noChangeArrowheads="1" noChangeShapeType="1" noTextEdit="1"/>
              </p:cNvSpPr>
              <p:nvPr/>
            </p:nvSpPr>
            <p:spPr>
              <a:xfrm>
                <a:off x="228599" y="224035"/>
                <a:ext cx="11740244" cy="1888850"/>
              </a:xfrm>
              <a:prstGeom prst="rect">
                <a:avLst/>
              </a:prstGeom>
              <a:blipFill>
                <a:blip r:embed="rId4"/>
                <a:stretch>
                  <a:fillRect t="-1935" b="-3871"/>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C1AD62B6-DC9D-43EC-861A-6E75DC51920E}"/>
              </a:ext>
            </a:extLst>
          </p:cNvPr>
          <p:cNvSpPr/>
          <p:nvPr/>
        </p:nvSpPr>
        <p:spPr>
          <a:xfrm>
            <a:off x="1306287" y="2491547"/>
            <a:ext cx="9650184" cy="3635226"/>
          </a:xfrm>
          <a:prstGeom prst="rect">
            <a:avLst/>
          </a:prstGeom>
        </p:spPr>
        <p:txBody>
          <a:bodyPr wrap="square">
            <a:spAutoFit/>
          </a:bodyPr>
          <a:lstStyle/>
          <a:p>
            <a:pPr marL="228600" marR="0">
              <a:lnSpc>
                <a:spcPct val="107000"/>
              </a:lnSpc>
              <a:spcBef>
                <a:spcPts val="0"/>
              </a:spcBef>
              <a:spcAft>
                <a:spcPts val="0"/>
              </a:spcAft>
            </a:pP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minimum_cover</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(intervals):</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sort intervals by right endpoint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r_i</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in increasing order</a:t>
            </a:r>
          </a:p>
          <a:p>
            <a:pPr marL="228600" marR="0">
              <a:lnSpc>
                <a:spcPct val="107000"/>
              </a:lnSpc>
              <a:spcBef>
                <a:spcPts val="0"/>
              </a:spcBef>
              <a:spcAft>
                <a:spcPts val="0"/>
              </a:spcAft>
            </a:pPr>
            <a:endPar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endParaRP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S = empty set #output</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p = -∞</a:t>
            </a:r>
          </a:p>
          <a:p>
            <a:pPr marL="228600" marR="0">
              <a:lnSpc>
                <a:spcPct val="107000"/>
              </a:lnSpc>
              <a:spcBef>
                <a:spcPts val="0"/>
              </a:spcBef>
              <a:spcAft>
                <a:spcPts val="0"/>
              </a:spcAft>
            </a:pPr>
            <a:endPar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endParaRP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for each interval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l_i</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r_i</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if p &lt;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l_i</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p =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r_i</a:t>
            </a:r>
            <a:endPar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endParaRP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add p to S</a:t>
            </a:r>
          </a:p>
          <a:p>
            <a:pPr marL="228600" marR="0">
              <a:lnSpc>
                <a:spcPct val="107000"/>
              </a:lnSpc>
              <a:spcBef>
                <a:spcPts val="0"/>
              </a:spcBef>
              <a:spcAft>
                <a:spcPts val="0"/>
              </a:spcAft>
            </a:pPr>
            <a:endPar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endParaRP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return S</a:t>
            </a:r>
            <a:endParaRPr lang="en-US" sz="1600" dirty="0">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7320035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67E56-E49F-4909-9EB6-1B7E34EE4F40}"/>
              </a:ext>
            </a:extLst>
          </p:cNvPr>
          <p:cNvSpPr>
            <a:spLocks noGrp="1"/>
          </p:cNvSpPr>
          <p:nvPr>
            <p:ph type="title"/>
          </p:nvPr>
        </p:nvSpPr>
        <p:spPr>
          <a:xfrm>
            <a:off x="204107" y="422275"/>
            <a:ext cx="11568793" cy="2222950"/>
          </a:xfrm>
        </p:spPr>
        <p:txBody>
          <a:bodyPr>
            <a:normAutofit fontScale="90000"/>
          </a:bodyPr>
          <a:lstStyle/>
          <a:p>
            <a:pPr lvl="0">
              <a:lnSpc>
                <a:spcPct val="107000"/>
              </a:lnSpc>
              <a:spcBef>
                <a:spcPts val="0"/>
              </a:spcBef>
            </a:pPr>
            <a:r>
              <a:rPr lang="en-US" sz="2000" b="1" dirty="0">
                <a:latin typeface="Times New Roman" panose="02020603050405020304" pitchFamily="18" charset="0"/>
                <a:ea typeface="Calibri" panose="020F0502020204030204" pitchFamily="34" charset="0"/>
                <a:cs typeface="Arial" panose="020B0604020202020204" pitchFamily="34" charset="0"/>
              </a:rPr>
              <a:t>3.  </a:t>
            </a:r>
            <a:r>
              <a:rPr lang="en-US" sz="2000" dirty="0">
                <a:latin typeface="Times New Roman" panose="02020603050405020304" pitchFamily="18" charset="0"/>
                <a:ea typeface="Calibri" panose="020F0502020204030204" pitchFamily="34" charset="0"/>
                <a:cs typeface="Arial" panose="020B0604020202020204" pitchFamily="34" charset="0"/>
              </a:rPr>
              <a:t>Given positions of n friends in the first row of a theater, find the minimal number of moves to sit all friends together. In each move, a friend moves to a seat to the left or a seat to the right.  </a:t>
            </a:r>
            <a:br>
              <a:rPr lang="en-US" sz="1800" dirty="0">
                <a:latin typeface="Calibri" panose="020F0502020204030204" pitchFamily="34" charset="0"/>
                <a:ea typeface="Calibri" panose="020F0502020204030204" pitchFamily="34" charset="0"/>
                <a:cs typeface="Arial" panose="020B0604020202020204" pitchFamily="34" charset="0"/>
              </a:rPr>
            </a:br>
            <a:r>
              <a:rPr lang="en-US" sz="2000" dirty="0">
                <a:latin typeface="Times New Roman" panose="02020603050405020304" pitchFamily="18" charset="0"/>
                <a:ea typeface="Calibri" panose="020F0502020204030204" pitchFamily="34" charset="0"/>
                <a:cs typeface="Arial" panose="020B0604020202020204" pitchFamily="34" charset="0"/>
              </a:rPr>
              <a:t>Input: A set of n distinct positive integers in the interval from 1 to N. This set represents positions of n friends that have bought individual (not necessarily adjacent) seats in the first row of a theater. Since all other seats in the first row turned out to be empty, the friends want to start moving to the neighboring seats (to the left or to the right) and continue until they all sit together in n consecutive chairs. </a:t>
            </a:r>
            <a:br>
              <a:rPr lang="en-US" sz="1800" dirty="0">
                <a:latin typeface="Calibri" panose="020F0502020204030204" pitchFamily="34" charset="0"/>
                <a:ea typeface="Calibri" panose="020F0502020204030204" pitchFamily="34" charset="0"/>
                <a:cs typeface="Arial" panose="020B0604020202020204" pitchFamily="34" charset="0"/>
              </a:rPr>
            </a:br>
            <a:r>
              <a:rPr lang="en-US" sz="2000" dirty="0">
                <a:latin typeface="Times New Roman" panose="02020603050405020304" pitchFamily="18" charset="0"/>
                <a:ea typeface="Calibri" panose="020F0502020204030204" pitchFamily="34" charset="0"/>
                <a:cs typeface="Arial" panose="020B0604020202020204" pitchFamily="34" charset="0"/>
              </a:rPr>
              <a:t>Output: Find the minimal number of moves to sit all friends together.</a:t>
            </a:r>
            <a:br>
              <a:rPr lang="en-US" sz="1800" dirty="0">
                <a:latin typeface="Calibri" panose="020F0502020204030204" pitchFamily="34" charset="0"/>
                <a:ea typeface="Calibri" panose="020F0502020204030204" pitchFamily="34" charset="0"/>
                <a:cs typeface="Arial" panose="020B0604020202020204" pitchFamily="34" charset="0"/>
              </a:rPr>
            </a:br>
            <a:endParaRPr lang="en-US" sz="1400" dirty="0">
              <a:latin typeface="Calibri" panose="020F0502020204030204" pitchFamily="34" charset="0"/>
              <a:ea typeface="Calibri" panose="020F050202020403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5B54B89F-ACA1-4374-9358-F7281839653D}"/>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11/14</a:t>
            </a:r>
          </a:p>
        </p:txBody>
      </p:sp>
      <p:pic>
        <p:nvPicPr>
          <p:cNvPr id="29" name="Picture 28">
            <a:extLst>
              <a:ext uri="{FF2B5EF4-FFF2-40B4-BE49-F238E27FC236}">
                <a16:creationId xmlns:a16="http://schemas.microsoft.com/office/drawing/2014/main" id="{AFC77314-EED9-4EC0-AF9E-0E0A85F37013}"/>
              </a:ext>
            </a:extLst>
          </p:cNvPr>
          <p:cNvPicPr/>
          <p:nvPr/>
        </p:nvPicPr>
        <p:blipFill>
          <a:blip r:embed="rId4">
            <a:extLst>
              <a:ext uri="{28A0092B-C50C-407E-A947-70E740481C1C}">
                <a14:useLocalDpi xmlns:a14="http://schemas.microsoft.com/office/drawing/2010/main" val="0"/>
              </a:ext>
            </a:extLst>
          </a:blip>
          <a:stretch>
            <a:fillRect/>
          </a:stretch>
        </p:blipFill>
        <p:spPr>
          <a:xfrm>
            <a:off x="3763735" y="2698704"/>
            <a:ext cx="3998959" cy="3657646"/>
          </a:xfrm>
          <a:prstGeom prst="rect">
            <a:avLst/>
          </a:prstGeom>
        </p:spPr>
      </p:pic>
    </p:spTree>
    <p:custDataLst>
      <p:tags r:id="rId1"/>
    </p:custDataLst>
    <p:extLst>
      <p:ext uri="{BB962C8B-B14F-4D97-AF65-F5344CB8AC3E}">
        <p14:creationId xmlns:p14="http://schemas.microsoft.com/office/powerpoint/2010/main" val="41528609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BD226A-F5F7-4A34-AD75-2C4BFFFBADF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12/14</a:t>
            </a:r>
          </a:p>
        </p:txBody>
      </p:sp>
      <p:sp>
        <p:nvSpPr>
          <p:cNvPr id="6" name="Rectangle 5">
            <a:extLst>
              <a:ext uri="{FF2B5EF4-FFF2-40B4-BE49-F238E27FC236}">
                <a16:creationId xmlns:a16="http://schemas.microsoft.com/office/drawing/2014/main" id="{7B169D4A-BC83-4B35-9FC2-855AA201995F}"/>
              </a:ext>
            </a:extLst>
          </p:cNvPr>
          <p:cNvSpPr/>
          <p:nvPr/>
        </p:nvSpPr>
        <p:spPr>
          <a:xfrm>
            <a:off x="228599" y="224035"/>
            <a:ext cx="11740244" cy="4033348"/>
          </a:xfrm>
          <a:prstGeom prst="rect">
            <a:avLst/>
          </a:prstGeom>
        </p:spPr>
        <p:txBody>
          <a:bodyPr wrap="square">
            <a:spAutoFit/>
          </a:bodyPr>
          <a:lstStyle/>
          <a:p>
            <a:pPr marL="228600" marR="0">
              <a:lnSpc>
                <a:spcPct val="107000"/>
              </a:lnSpc>
              <a:spcBef>
                <a:spcPts val="0"/>
              </a:spcBef>
              <a:spcAft>
                <a:spcPts val="0"/>
              </a:spcAft>
            </a:pPr>
            <a:r>
              <a:rPr lang="en-US" sz="2000" b="1" dirty="0">
                <a:solidFill>
                  <a:srgbClr val="0070C0"/>
                </a:solidFill>
                <a:latin typeface="Times New Roman" panose="02020603050405020304" pitchFamily="18" charset="0"/>
                <a:ea typeface="Calibri" panose="020F0502020204030204" pitchFamily="34" charset="0"/>
                <a:cs typeface="Arial" panose="020B0604020202020204" pitchFamily="34" charset="0"/>
              </a:rPr>
              <a:t>Solution: </a:t>
            </a:r>
            <a:r>
              <a:rPr lang="en-US" sz="2000" dirty="0">
                <a:solidFill>
                  <a:srgbClr val="0070C0"/>
                </a:solidFill>
                <a:latin typeface="Times New Roman" panose="02020603050405020304" pitchFamily="18" charset="0"/>
                <a:ea typeface="Calibri" panose="020F0502020204030204" pitchFamily="34" charset="0"/>
                <a:cs typeface="Arial" panose="020B0604020202020204" pitchFamily="34" charset="0"/>
              </a:rPr>
              <a:t>To design an optimal greedy algorithm, we sort the positions of friends in increasing order. To minimize the number of moves, we need to move all friends next to the person at the middle position. let P be an array of positions of friends. P[</a:t>
            </a:r>
            <a:r>
              <a:rPr lang="en-US" sz="2000" dirty="0" err="1">
                <a:solidFill>
                  <a:srgbClr val="0070C0"/>
                </a:solidFill>
                <a:latin typeface="Times New Roman" panose="02020603050405020304" pitchFamily="18" charset="0"/>
                <a:ea typeface="Calibri" panose="020F0502020204030204" pitchFamily="34" charset="0"/>
                <a:cs typeface="Arial" panose="020B0604020202020204" pitchFamily="34" charset="0"/>
              </a:rPr>
              <a:t>i</a:t>
            </a:r>
            <a:r>
              <a:rPr lang="en-US" sz="2000" dirty="0">
                <a:solidFill>
                  <a:srgbClr val="0070C0"/>
                </a:solidFill>
                <a:latin typeface="Times New Roman" panose="02020603050405020304" pitchFamily="18" charset="0"/>
                <a:ea typeface="Calibri" panose="020F0502020204030204" pitchFamily="34" charset="0"/>
                <a:cs typeface="Arial" panose="020B0604020202020204" pitchFamily="34" charset="0"/>
              </a:rPr>
              <a:t>]= seat number of person i+1.  See the following example:</a:t>
            </a:r>
          </a:p>
          <a:p>
            <a:pPr marL="228600" marR="0">
              <a:lnSpc>
                <a:spcPct val="107000"/>
              </a:lnSpc>
              <a:spcBef>
                <a:spcPts val="0"/>
              </a:spcBef>
              <a:spcAft>
                <a:spcPts val="0"/>
              </a:spcAft>
            </a:pPr>
            <a:r>
              <a:rPr lang="en-US" sz="2000" dirty="0">
                <a:solidFill>
                  <a:srgbClr val="0070C0"/>
                </a:solidFill>
                <a:latin typeface="Times New Roman" panose="02020603050405020304" pitchFamily="18" charset="0"/>
                <a:ea typeface="Calibri" panose="020F0502020204030204" pitchFamily="34" charset="0"/>
                <a:cs typeface="Arial" panose="020B0604020202020204" pitchFamily="34" charset="0"/>
              </a:rPr>
              <a:t>They should move next to person at position 9. These are the moves: </a:t>
            </a:r>
            <a:endParaRPr lang="en-US" sz="20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rPr>
              <a:t>For the left side:</a:t>
            </a:r>
            <a:br>
              <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rPr>
            </a:br>
            <a:r>
              <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rPr>
              <a:t>5 to 8: 3 moves: =9-5-1</a:t>
            </a:r>
            <a:endParaRPr lang="en-US" sz="2000"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rPr>
              <a:t>     2 to 7: 5 moves=9-2-2</a:t>
            </a:r>
            <a:endParaRPr lang="en-US" sz="2000"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000" dirty="0">
                <a:solidFill>
                  <a:srgbClr val="00B050"/>
                </a:solidFill>
                <a:latin typeface="Times New Roman" panose="02020603050405020304" pitchFamily="18" charset="0"/>
                <a:ea typeface="Calibri" panose="020F0502020204030204" pitchFamily="34" charset="0"/>
                <a:cs typeface="Arial" panose="020B0604020202020204" pitchFamily="34" charset="0"/>
              </a:rPr>
              <a:t>For the right side:</a:t>
            </a:r>
            <a:endParaRPr lang="en-US" sz="20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sz="2000" dirty="0">
                <a:solidFill>
                  <a:srgbClr val="00B050"/>
                </a:solidFill>
                <a:latin typeface="Times New Roman" panose="02020603050405020304" pitchFamily="18" charset="0"/>
                <a:ea typeface="Calibri" panose="020F0502020204030204" pitchFamily="34" charset="0"/>
                <a:cs typeface="Arial" panose="020B0604020202020204" pitchFamily="34" charset="0"/>
              </a:rPr>
              <a:t>     11 to 10: 1 move=11-9-1</a:t>
            </a:r>
            <a:endParaRPr lang="en-US" sz="20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800"/>
              </a:spcAft>
            </a:pPr>
            <a:r>
              <a:rPr lang="en-US" sz="2000" dirty="0">
                <a:solidFill>
                  <a:srgbClr val="00B050"/>
                </a:solidFill>
                <a:latin typeface="Times New Roman" panose="02020603050405020304" pitchFamily="18" charset="0"/>
                <a:ea typeface="Calibri" panose="020F0502020204030204" pitchFamily="34" charset="0"/>
                <a:cs typeface="Arial" panose="020B0604020202020204" pitchFamily="34" charset="0"/>
              </a:rPr>
              <a:t>    14 to 11: 3 moves=14-9-2</a:t>
            </a:r>
            <a:endParaRPr lang="en-US" sz="2000" dirty="0">
              <a:solidFill>
                <a:srgbClr val="00B050"/>
              </a:solidFill>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spcBef>
                <a:spcPts val="0"/>
              </a:spcBef>
              <a:spcAft>
                <a:spcPts val="0"/>
              </a:spcAft>
            </a:pPr>
            <a:endParaRPr lang="en-US" sz="1600" dirty="0">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spcBef>
                <a:spcPts val="0"/>
              </a:spcBef>
              <a:spcAft>
                <a:spcPts val="0"/>
              </a:spcAft>
            </a:pPr>
            <a:r>
              <a:rPr lang="en-US" b="1" dirty="0">
                <a:solidFill>
                  <a:srgbClr val="0070C0"/>
                </a:solidFill>
                <a:latin typeface="Times New Roman" panose="02020603050405020304" pitchFamily="18" charset="0"/>
                <a:ea typeface="Calibri" panose="020F0502020204030204" pitchFamily="34" charset="0"/>
                <a:cs typeface="Arial" panose="020B0604020202020204" pitchFamily="34" charset="0"/>
              </a:rPr>
              <a:t> </a:t>
            </a:r>
            <a:endParaRPr lang="en-US" sz="14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90DB387-422C-4AF8-83C3-4FACD5BE6183}"/>
              </a:ext>
            </a:extLst>
          </p:cNvPr>
          <p:cNvGraphicFramePr>
            <a:graphicFrameLocks noGrp="1"/>
          </p:cNvGraphicFramePr>
          <p:nvPr>
            <p:extLst>
              <p:ext uri="{D42A27DB-BD31-4B8C-83A1-F6EECF244321}">
                <p14:modId xmlns:p14="http://schemas.microsoft.com/office/powerpoint/2010/main" val="3031797332"/>
              </p:ext>
            </p:extLst>
          </p:nvPr>
        </p:nvGraphicFramePr>
        <p:xfrm>
          <a:off x="2095502" y="4138337"/>
          <a:ext cx="8637810" cy="977827"/>
        </p:xfrm>
        <a:graphic>
          <a:graphicData uri="http://schemas.openxmlformats.org/drawingml/2006/table">
            <a:tbl>
              <a:tblPr firstRow="1" firstCol="1" bandRow="1"/>
              <a:tblGrid>
                <a:gridCol w="575854">
                  <a:extLst>
                    <a:ext uri="{9D8B030D-6E8A-4147-A177-3AD203B41FA5}">
                      <a16:colId xmlns:a16="http://schemas.microsoft.com/office/drawing/2014/main" val="1610151234"/>
                    </a:ext>
                  </a:extLst>
                </a:gridCol>
                <a:gridCol w="575854">
                  <a:extLst>
                    <a:ext uri="{9D8B030D-6E8A-4147-A177-3AD203B41FA5}">
                      <a16:colId xmlns:a16="http://schemas.microsoft.com/office/drawing/2014/main" val="3551488686"/>
                    </a:ext>
                  </a:extLst>
                </a:gridCol>
                <a:gridCol w="575854">
                  <a:extLst>
                    <a:ext uri="{9D8B030D-6E8A-4147-A177-3AD203B41FA5}">
                      <a16:colId xmlns:a16="http://schemas.microsoft.com/office/drawing/2014/main" val="3819101014"/>
                    </a:ext>
                  </a:extLst>
                </a:gridCol>
                <a:gridCol w="575854">
                  <a:extLst>
                    <a:ext uri="{9D8B030D-6E8A-4147-A177-3AD203B41FA5}">
                      <a16:colId xmlns:a16="http://schemas.microsoft.com/office/drawing/2014/main" val="2505295393"/>
                    </a:ext>
                  </a:extLst>
                </a:gridCol>
                <a:gridCol w="575854">
                  <a:extLst>
                    <a:ext uri="{9D8B030D-6E8A-4147-A177-3AD203B41FA5}">
                      <a16:colId xmlns:a16="http://schemas.microsoft.com/office/drawing/2014/main" val="3572977938"/>
                    </a:ext>
                  </a:extLst>
                </a:gridCol>
                <a:gridCol w="575854">
                  <a:extLst>
                    <a:ext uri="{9D8B030D-6E8A-4147-A177-3AD203B41FA5}">
                      <a16:colId xmlns:a16="http://schemas.microsoft.com/office/drawing/2014/main" val="3880032363"/>
                    </a:ext>
                  </a:extLst>
                </a:gridCol>
                <a:gridCol w="575854">
                  <a:extLst>
                    <a:ext uri="{9D8B030D-6E8A-4147-A177-3AD203B41FA5}">
                      <a16:colId xmlns:a16="http://schemas.microsoft.com/office/drawing/2014/main" val="2256765494"/>
                    </a:ext>
                  </a:extLst>
                </a:gridCol>
                <a:gridCol w="575854">
                  <a:extLst>
                    <a:ext uri="{9D8B030D-6E8A-4147-A177-3AD203B41FA5}">
                      <a16:colId xmlns:a16="http://schemas.microsoft.com/office/drawing/2014/main" val="50047018"/>
                    </a:ext>
                  </a:extLst>
                </a:gridCol>
                <a:gridCol w="575854">
                  <a:extLst>
                    <a:ext uri="{9D8B030D-6E8A-4147-A177-3AD203B41FA5}">
                      <a16:colId xmlns:a16="http://schemas.microsoft.com/office/drawing/2014/main" val="473757434"/>
                    </a:ext>
                  </a:extLst>
                </a:gridCol>
                <a:gridCol w="575854">
                  <a:extLst>
                    <a:ext uri="{9D8B030D-6E8A-4147-A177-3AD203B41FA5}">
                      <a16:colId xmlns:a16="http://schemas.microsoft.com/office/drawing/2014/main" val="2567844916"/>
                    </a:ext>
                  </a:extLst>
                </a:gridCol>
                <a:gridCol w="575854">
                  <a:extLst>
                    <a:ext uri="{9D8B030D-6E8A-4147-A177-3AD203B41FA5}">
                      <a16:colId xmlns:a16="http://schemas.microsoft.com/office/drawing/2014/main" val="4204105963"/>
                    </a:ext>
                  </a:extLst>
                </a:gridCol>
                <a:gridCol w="575854">
                  <a:extLst>
                    <a:ext uri="{9D8B030D-6E8A-4147-A177-3AD203B41FA5}">
                      <a16:colId xmlns:a16="http://schemas.microsoft.com/office/drawing/2014/main" val="1027403082"/>
                    </a:ext>
                  </a:extLst>
                </a:gridCol>
                <a:gridCol w="575854">
                  <a:extLst>
                    <a:ext uri="{9D8B030D-6E8A-4147-A177-3AD203B41FA5}">
                      <a16:colId xmlns:a16="http://schemas.microsoft.com/office/drawing/2014/main" val="1690054072"/>
                    </a:ext>
                  </a:extLst>
                </a:gridCol>
                <a:gridCol w="575854">
                  <a:extLst>
                    <a:ext uri="{9D8B030D-6E8A-4147-A177-3AD203B41FA5}">
                      <a16:colId xmlns:a16="http://schemas.microsoft.com/office/drawing/2014/main" val="1966452138"/>
                    </a:ext>
                  </a:extLst>
                </a:gridCol>
                <a:gridCol w="575854">
                  <a:extLst>
                    <a:ext uri="{9D8B030D-6E8A-4147-A177-3AD203B41FA5}">
                      <a16:colId xmlns:a16="http://schemas.microsoft.com/office/drawing/2014/main" val="2381355000"/>
                    </a:ext>
                  </a:extLst>
                </a:gridCol>
              </a:tblGrid>
              <a:tr h="329131">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2</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3</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4</a:t>
                      </a:r>
                      <a:endParaRPr lang="en-US" sz="20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5</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6</a:t>
                      </a:r>
                      <a:endParaRPr lang="en-US" sz="20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7</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8</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9</a:t>
                      </a:r>
                      <a:endParaRPr lang="en-US" sz="20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10</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11</a:t>
                      </a:r>
                      <a:endParaRPr lang="en-US" sz="20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12</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13</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14</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15</a:t>
                      </a:r>
                      <a:endParaRPr lang="en-US" sz="20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4652876"/>
                  </a:ext>
                </a:extLst>
              </a:tr>
              <a:tr h="648696">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38C17"/>
                    </a:solidFill>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algn="l">
                        <a:lnSpc>
                          <a:spcPct val="107000"/>
                        </a:lnSpc>
                        <a:spcBef>
                          <a:spcPts val="0"/>
                        </a:spcBef>
                        <a:spcAft>
                          <a:spcPts val="0"/>
                        </a:spcAft>
                      </a:pPr>
                      <a:r>
                        <a:rPr lang="en-US" sz="1400" dirty="0">
                          <a:solidFill>
                            <a:srgbClr val="0070C0"/>
                          </a:solidFill>
                          <a:effectLst/>
                          <a:latin typeface="Consolas" panose="020B0609020204030204" pitchFamily="49"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7727374"/>
                  </a:ext>
                </a:extLst>
              </a:tr>
            </a:tbl>
          </a:graphicData>
        </a:graphic>
      </p:graphicFrame>
      <p:graphicFrame>
        <p:nvGraphicFramePr>
          <p:cNvPr id="8" name="Table 7">
            <a:extLst>
              <a:ext uri="{FF2B5EF4-FFF2-40B4-BE49-F238E27FC236}">
                <a16:creationId xmlns:a16="http://schemas.microsoft.com/office/drawing/2014/main" id="{662CE0DC-47A8-4102-96EA-1CD9ECD59DEC}"/>
              </a:ext>
            </a:extLst>
          </p:cNvPr>
          <p:cNvGraphicFramePr>
            <a:graphicFrameLocks noGrp="1"/>
          </p:cNvGraphicFramePr>
          <p:nvPr>
            <p:extLst>
              <p:ext uri="{D42A27DB-BD31-4B8C-83A1-F6EECF244321}">
                <p14:modId xmlns:p14="http://schemas.microsoft.com/office/powerpoint/2010/main" val="1083589624"/>
              </p:ext>
            </p:extLst>
          </p:nvPr>
        </p:nvGraphicFramePr>
        <p:xfrm>
          <a:off x="4163788" y="5953084"/>
          <a:ext cx="3224890" cy="523762"/>
        </p:xfrm>
        <a:graphic>
          <a:graphicData uri="http://schemas.openxmlformats.org/drawingml/2006/table">
            <a:tbl>
              <a:tblPr firstRow="1" firstCol="1" bandRow="1"/>
              <a:tblGrid>
                <a:gridCol w="644978">
                  <a:extLst>
                    <a:ext uri="{9D8B030D-6E8A-4147-A177-3AD203B41FA5}">
                      <a16:colId xmlns:a16="http://schemas.microsoft.com/office/drawing/2014/main" val="1353805999"/>
                    </a:ext>
                  </a:extLst>
                </a:gridCol>
                <a:gridCol w="644978">
                  <a:extLst>
                    <a:ext uri="{9D8B030D-6E8A-4147-A177-3AD203B41FA5}">
                      <a16:colId xmlns:a16="http://schemas.microsoft.com/office/drawing/2014/main" val="3970074417"/>
                    </a:ext>
                  </a:extLst>
                </a:gridCol>
                <a:gridCol w="644978">
                  <a:extLst>
                    <a:ext uri="{9D8B030D-6E8A-4147-A177-3AD203B41FA5}">
                      <a16:colId xmlns:a16="http://schemas.microsoft.com/office/drawing/2014/main" val="2890447820"/>
                    </a:ext>
                  </a:extLst>
                </a:gridCol>
                <a:gridCol w="644978">
                  <a:extLst>
                    <a:ext uri="{9D8B030D-6E8A-4147-A177-3AD203B41FA5}">
                      <a16:colId xmlns:a16="http://schemas.microsoft.com/office/drawing/2014/main" val="2367898725"/>
                    </a:ext>
                  </a:extLst>
                </a:gridCol>
                <a:gridCol w="644978">
                  <a:extLst>
                    <a:ext uri="{9D8B030D-6E8A-4147-A177-3AD203B41FA5}">
                      <a16:colId xmlns:a16="http://schemas.microsoft.com/office/drawing/2014/main" val="3720765405"/>
                    </a:ext>
                  </a:extLst>
                </a:gridCol>
              </a:tblGrid>
              <a:tr h="523762">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2</a:t>
                      </a:r>
                      <a:endParaRPr lang="en-US" sz="18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5</a:t>
                      </a:r>
                      <a:endParaRPr lang="en-US" sz="18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9</a:t>
                      </a:r>
                      <a:endParaRPr lang="en-US" sz="18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11</a:t>
                      </a:r>
                      <a:endParaRPr lang="en-US" sz="18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14</a:t>
                      </a:r>
                      <a:endParaRPr lang="en-US" sz="1800" dirty="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2060501"/>
                  </a:ext>
                </a:extLst>
              </a:tr>
            </a:tbl>
          </a:graphicData>
        </a:graphic>
      </p:graphicFrame>
      <p:sp>
        <p:nvSpPr>
          <p:cNvPr id="4" name="TextBox 3">
            <a:extLst>
              <a:ext uri="{FF2B5EF4-FFF2-40B4-BE49-F238E27FC236}">
                <a16:creationId xmlns:a16="http://schemas.microsoft.com/office/drawing/2014/main" id="{FD3ED5FB-40BE-410A-BD62-FD6AA6DEDF49}"/>
              </a:ext>
            </a:extLst>
          </p:cNvPr>
          <p:cNvSpPr txBox="1"/>
          <p:nvPr/>
        </p:nvSpPr>
        <p:spPr>
          <a:xfrm>
            <a:off x="3464189" y="6030299"/>
            <a:ext cx="303288" cy="369332"/>
          </a:xfrm>
          <a:prstGeom prst="rect">
            <a:avLst/>
          </a:prstGeom>
          <a:noFill/>
        </p:spPr>
        <p:txBody>
          <a:bodyPr wrap="none" rtlCol="0">
            <a:spAutoFit/>
          </a:bodyPr>
          <a:lstStyle/>
          <a:p>
            <a:r>
              <a:rPr lang="en-US" dirty="0"/>
              <a:t>P</a:t>
            </a:r>
          </a:p>
        </p:txBody>
      </p:sp>
      <p:sp>
        <p:nvSpPr>
          <p:cNvPr id="2" name="Arc 1">
            <a:extLst>
              <a:ext uri="{FF2B5EF4-FFF2-40B4-BE49-F238E27FC236}">
                <a16:creationId xmlns:a16="http://schemas.microsoft.com/office/drawing/2014/main" id="{DB6543FE-DEB0-54E7-995E-BD638132CD49}"/>
              </a:ext>
            </a:extLst>
          </p:cNvPr>
          <p:cNvSpPr/>
          <p:nvPr/>
        </p:nvSpPr>
        <p:spPr>
          <a:xfrm>
            <a:off x="4690505" y="3590578"/>
            <a:ext cx="1723902" cy="1167852"/>
          </a:xfrm>
          <a:prstGeom prst="arc">
            <a:avLst>
              <a:gd name="adj1" fmla="val 11086206"/>
              <a:gd name="adj2" fmla="val 0"/>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1F982F34-3A29-B336-C7A7-7056D387BAC1}"/>
              </a:ext>
            </a:extLst>
          </p:cNvPr>
          <p:cNvSpPr/>
          <p:nvPr/>
        </p:nvSpPr>
        <p:spPr>
          <a:xfrm>
            <a:off x="2952996" y="3554411"/>
            <a:ext cx="2893000" cy="1167852"/>
          </a:xfrm>
          <a:prstGeom prst="arc">
            <a:avLst>
              <a:gd name="adj1" fmla="val 11086206"/>
              <a:gd name="adj2" fmla="val 0"/>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1DFD8022-358A-1802-4D32-43F223963232}"/>
              </a:ext>
            </a:extLst>
          </p:cNvPr>
          <p:cNvSpPr/>
          <p:nvPr/>
        </p:nvSpPr>
        <p:spPr>
          <a:xfrm>
            <a:off x="8124702" y="3512869"/>
            <a:ext cx="1723902" cy="1167852"/>
          </a:xfrm>
          <a:prstGeom prst="arc">
            <a:avLst>
              <a:gd name="adj1" fmla="val 11086206"/>
              <a:gd name="adj2" fmla="val 0"/>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C7C0F4EC-E2FE-3FC6-94C5-822ADE284700}"/>
              </a:ext>
            </a:extLst>
          </p:cNvPr>
          <p:cNvSpPr/>
          <p:nvPr/>
        </p:nvSpPr>
        <p:spPr>
          <a:xfrm>
            <a:off x="7460919" y="3677121"/>
            <a:ext cx="663783" cy="874329"/>
          </a:xfrm>
          <a:prstGeom prst="arc">
            <a:avLst>
              <a:gd name="adj1" fmla="val 11086206"/>
              <a:gd name="adj2" fmla="val 20537037"/>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63288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9" grpId="0" animBg="1"/>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BD226A-F5F7-4A34-AD75-2C4BFFFBADF5}"/>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95000"/>
                  </a:prstClr>
                </a:solidFill>
                <a:effectLst/>
                <a:uLnTx/>
                <a:uFillTx/>
                <a:latin typeface="Corbel"/>
                <a:ea typeface="+mn-ea"/>
                <a:cs typeface="+mn-cs"/>
              </a:rPr>
              <a:t>13/14</a:t>
            </a:r>
          </a:p>
        </p:txBody>
      </p:sp>
      <p:sp>
        <p:nvSpPr>
          <p:cNvPr id="7" name="Rectangle 6">
            <a:extLst>
              <a:ext uri="{FF2B5EF4-FFF2-40B4-BE49-F238E27FC236}">
                <a16:creationId xmlns:a16="http://schemas.microsoft.com/office/drawing/2014/main" id="{C1AD62B6-DC9D-43EC-861A-6E75DC51920E}"/>
              </a:ext>
            </a:extLst>
          </p:cNvPr>
          <p:cNvSpPr/>
          <p:nvPr/>
        </p:nvSpPr>
        <p:spPr>
          <a:xfrm>
            <a:off x="1270908" y="916001"/>
            <a:ext cx="9650184" cy="5117042"/>
          </a:xfrm>
          <a:prstGeom prst="rect">
            <a:avLst/>
          </a:prstGeom>
        </p:spPr>
        <p:txBody>
          <a:bodyPr wrap="square">
            <a:spAutoFit/>
          </a:bodyPr>
          <a:lstStyle/>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def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min_moves</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(P):</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P.sort</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n = </a:t>
            </a:r>
            <a:r>
              <a:rPr lang="en-US" dirty="0" err="1">
                <a:solidFill>
                  <a:srgbClr val="0070C0"/>
                </a:solidFill>
                <a:latin typeface="Consolas" panose="020B0609020204030204" pitchFamily="49" charset="0"/>
                <a:ea typeface="Calibri" panose="020F0502020204030204" pitchFamily="34" charset="0"/>
                <a:cs typeface="Times New Roman" panose="02020603050405020304" pitchFamily="18" charset="0"/>
              </a:rPr>
              <a:t>len</a:t>
            </a: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(P)</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a:t>
            </a:r>
            <a:r>
              <a:rPr lang="en-US" dirty="0">
                <a:solidFill>
                  <a:srgbClr val="ED7D31"/>
                </a:solidFill>
                <a:latin typeface="Consolas" panose="020B0609020204030204" pitchFamily="49" charset="0"/>
                <a:ea typeface="Calibri" panose="020F0502020204030204" pitchFamily="34" charset="0"/>
                <a:cs typeface="Times New Roman" panose="02020603050405020304" pitchFamily="18" charset="0"/>
              </a:rPr>
              <a:t>m = n // 2   # median index</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moves = 0</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 left side</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a:t>
            </a:r>
            <a:r>
              <a:rPr lang="en-US" dirty="0">
                <a:solidFill>
                  <a:srgbClr val="FF0000"/>
                </a:solidFill>
                <a:latin typeface="Consolas" panose="020B0609020204030204" pitchFamily="49" charset="0"/>
                <a:ea typeface="Calibri" panose="020F0502020204030204" pitchFamily="34" charset="0"/>
                <a:cs typeface="Times New Roman" panose="02020603050405020304" pitchFamily="18" charset="0"/>
              </a:rPr>
              <a:t>gap = 1</a:t>
            </a:r>
          </a:p>
          <a:p>
            <a:pPr marL="228600" marR="0">
              <a:lnSpc>
                <a:spcPct val="107000"/>
              </a:lnSpc>
              <a:spcBef>
                <a:spcPts val="0"/>
              </a:spcBef>
              <a:spcAft>
                <a:spcPts val="0"/>
              </a:spcAft>
            </a:pPr>
            <a:r>
              <a:rPr lang="en-US" dirty="0">
                <a:solidFill>
                  <a:srgbClr val="FF0000"/>
                </a:solidFill>
                <a:latin typeface="Consolas" panose="020B0609020204030204" pitchFamily="49" charset="0"/>
                <a:ea typeface="Calibri" panose="020F0502020204030204" pitchFamily="34" charset="0"/>
                <a:cs typeface="Times New Roman" panose="02020603050405020304" pitchFamily="18" charset="0"/>
              </a:rPr>
              <a:t>    for </a:t>
            </a:r>
            <a:r>
              <a:rPr lang="en-US" dirty="0" err="1">
                <a:solidFill>
                  <a:srgbClr val="FF0000"/>
                </a:solidFill>
                <a:latin typeface="Consolas" panose="020B0609020204030204" pitchFamily="49" charset="0"/>
                <a:ea typeface="Calibri" panose="020F0502020204030204" pitchFamily="34" charset="0"/>
                <a:cs typeface="Times New Roman" panose="02020603050405020304" pitchFamily="18" charset="0"/>
              </a:rPr>
              <a:t>i</a:t>
            </a:r>
            <a:r>
              <a:rPr lang="en-US" dirty="0">
                <a:solidFill>
                  <a:srgbClr val="FF0000"/>
                </a:solidFill>
                <a:latin typeface="Consolas" panose="020B0609020204030204" pitchFamily="49" charset="0"/>
                <a:ea typeface="Calibri" panose="020F0502020204030204" pitchFamily="34" charset="0"/>
                <a:cs typeface="Times New Roman" panose="02020603050405020304" pitchFamily="18" charset="0"/>
              </a:rPr>
              <a:t> in range(m - 1, -1, -1):</a:t>
            </a:r>
          </a:p>
          <a:p>
            <a:pPr marL="228600" marR="0">
              <a:lnSpc>
                <a:spcPct val="107000"/>
              </a:lnSpc>
              <a:spcBef>
                <a:spcPts val="0"/>
              </a:spcBef>
              <a:spcAft>
                <a:spcPts val="0"/>
              </a:spcAft>
            </a:pPr>
            <a:r>
              <a:rPr lang="en-US" dirty="0">
                <a:solidFill>
                  <a:srgbClr val="FF0000"/>
                </a:solidFill>
                <a:latin typeface="Consolas" panose="020B0609020204030204" pitchFamily="49" charset="0"/>
                <a:ea typeface="Calibri" panose="020F0502020204030204" pitchFamily="34" charset="0"/>
                <a:cs typeface="Times New Roman" panose="02020603050405020304" pitchFamily="18" charset="0"/>
              </a:rPr>
              <a:t>        moves += P[m] - P[</a:t>
            </a:r>
            <a:r>
              <a:rPr lang="en-US" dirty="0" err="1">
                <a:solidFill>
                  <a:srgbClr val="FF0000"/>
                </a:solidFill>
                <a:latin typeface="Consolas" panose="020B0609020204030204" pitchFamily="49" charset="0"/>
                <a:ea typeface="Calibri" panose="020F0502020204030204" pitchFamily="34" charset="0"/>
                <a:cs typeface="Times New Roman" panose="02020603050405020304" pitchFamily="18" charset="0"/>
              </a:rPr>
              <a:t>i</a:t>
            </a:r>
            <a:r>
              <a:rPr lang="en-US" dirty="0">
                <a:solidFill>
                  <a:srgbClr val="FF0000"/>
                </a:solidFill>
                <a:latin typeface="Consolas" panose="020B0609020204030204" pitchFamily="49" charset="0"/>
                <a:ea typeface="Calibri" panose="020F0502020204030204" pitchFamily="34" charset="0"/>
                <a:cs typeface="Times New Roman" panose="02020603050405020304" pitchFamily="18" charset="0"/>
              </a:rPr>
              <a:t>] - gap</a:t>
            </a:r>
          </a:p>
          <a:p>
            <a:pPr marL="228600" marR="0">
              <a:lnSpc>
                <a:spcPct val="107000"/>
              </a:lnSpc>
              <a:spcBef>
                <a:spcPts val="0"/>
              </a:spcBef>
              <a:spcAft>
                <a:spcPts val="0"/>
              </a:spcAft>
            </a:pPr>
            <a:r>
              <a:rPr lang="en-US" dirty="0">
                <a:solidFill>
                  <a:srgbClr val="FF0000"/>
                </a:solidFill>
                <a:latin typeface="Consolas" panose="020B0609020204030204" pitchFamily="49" charset="0"/>
                <a:ea typeface="Calibri" panose="020F0502020204030204" pitchFamily="34" charset="0"/>
                <a:cs typeface="Times New Roman" panose="02020603050405020304" pitchFamily="18" charset="0"/>
              </a:rPr>
              <a:t>        gap += 1</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 right side</a:t>
            </a: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a:t>
            </a:r>
            <a:r>
              <a:rPr lang="en-US" dirty="0">
                <a:solidFill>
                  <a:srgbClr val="00B050"/>
                </a:solidFill>
                <a:latin typeface="Consolas" panose="020B0609020204030204" pitchFamily="49" charset="0"/>
                <a:ea typeface="Calibri" panose="020F0502020204030204" pitchFamily="34" charset="0"/>
                <a:cs typeface="Times New Roman" panose="02020603050405020304" pitchFamily="18" charset="0"/>
              </a:rPr>
              <a:t>gap = 1</a:t>
            </a:r>
          </a:p>
          <a:p>
            <a:pPr marL="228600" marR="0">
              <a:lnSpc>
                <a:spcPct val="107000"/>
              </a:lnSpc>
              <a:spcBef>
                <a:spcPts val="0"/>
              </a:spcBef>
              <a:spcAft>
                <a:spcPts val="0"/>
              </a:spcAft>
            </a:pPr>
            <a:r>
              <a:rPr lang="en-US" dirty="0">
                <a:solidFill>
                  <a:srgbClr val="00B050"/>
                </a:solidFill>
                <a:latin typeface="Consolas" panose="020B0609020204030204" pitchFamily="49" charset="0"/>
                <a:ea typeface="Calibri" panose="020F0502020204030204" pitchFamily="34" charset="0"/>
                <a:cs typeface="Times New Roman" panose="02020603050405020304" pitchFamily="18" charset="0"/>
              </a:rPr>
              <a:t>    for </a:t>
            </a:r>
            <a:r>
              <a:rPr lang="en-US" dirty="0" err="1">
                <a:solidFill>
                  <a:srgbClr val="00B050"/>
                </a:solidFill>
                <a:latin typeface="Consolas" panose="020B0609020204030204" pitchFamily="49" charset="0"/>
                <a:ea typeface="Calibri" panose="020F0502020204030204" pitchFamily="34" charset="0"/>
                <a:cs typeface="Times New Roman" panose="02020603050405020304" pitchFamily="18" charset="0"/>
              </a:rPr>
              <a:t>i</a:t>
            </a:r>
            <a:r>
              <a:rPr lang="en-US" dirty="0">
                <a:solidFill>
                  <a:srgbClr val="00B050"/>
                </a:solidFill>
                <a:latin typeface="Consolas" panose="020B0609020204030204" pitchFamily="49" charset="0"/>
                <a:ea typeface="Calibri" panose="020F0502020204030204" pitchFamily="34" charset="0"/>
                <a:cs typeface="Times New Roman" panose="02020603050405020304" pitchFamily="18" charset="0"/>
              </a:rPr>
              <a:t> in range(m + 1, n):</a:t>
            </a:r>
          </a:p>
          <a:p>
            <a:pPr marL="228600" marR="0">
              <a:lnSpc>
                <a:spcPct val="107000"/>
              </a:lnSpc>
              <a:spcBef>
                <a:spcPts val="0"/>
              </a:spcBef>
              <a:spcAft>
                <a:spcPts val="0"/>
              </a:spcAft>
            </a:pPr>
            <a:r>
              <a:rPr lang="en-US" dirty="0">
                <a:solidFill>
                  <a:srgbClr val="00B050"/>
                </a:solidFill>
                <a:latin typeface="Consolas" panose="020B0609020204030204" pitchFamily="49" charset="0"/>
                <a:ea typeface="Calibri" panose="020F0502020204030204" pitchFamily="34" charset="0"/>
                <a:cs typeface="Times New Roman" panose="02020603050405020304" pitchFamily="18" charset="0"/>
              </a:rPr>
              <a:t>        moves += P[</a:t>
            </a:r>
            <a:r>
              <a:rPr lang="en-US" dirty="0" err="1">
                <a:solidFill>
                  <a:srgbClr val="00B050"/>
                </a:solidFill>
                <a:latin typeface="Consolas" panose="020B0609020204030204" pitchFamily="49" charset="0"/>
                <a:ea typeface="Calibri" panose="020F0502020204030204" pitchFamily="34" charset="0"/>
                <a:cs typeface="Times New Roman" panose="02020603050405020304" pitchFamily="18" charset="0"/>
              </a:rPr>
              <a:t>i</a:t>
            </a:r>
            <a:r>
              <a:rPr lang="en-US" dirty="0">
                <a:solidFill>
                  <a:srgbClr val="00B050"/>
                </a:solidFill>
                <a:latin typeface="Consolas" panose="020B0609020204030204" pitchFamily="49" charset="0"/>
                <a:ea typeface="Calibri" panose="020F0502020204030204" pitchFamily="34" charset="0"/>
                <a:cs typeface="Times New Roman" panose="02020603050405020304" pitchFamily="18" charset="0"/>
              </a:rPr>
              <a:t>] - P[m] - gap</a:t>
            </a:r>
          </a:p>
          <a:p>
            <a:pPr marL="228600" marR="0">
              <a:lnSpc>
                <a:spcPct val="107000"/>
              </a:lnSpc>
              <a:spcBef>
                <a:spcPts val="0"/>
              </a:spcBef>
              <a:spcAft>
                <a:spcPts val="0"/>
              </a:spcAft>
            </a:pPr>
            <a:r>
              <a:rPr lang="en-US" dirty="0">
                <a:solidFill>
                  <a:srgbClr val="00B050"/>
                </a:solidFill>
                <a:latin typeface="Consolas" panose="020B0609020204030204" pitchFamily="49" charset="0"/>
                <a:ea typeface="Calibri" panose="020F0502020204030204" pitchFamily="34" charset="0"/>
                <a:cs typeface="Times New Roman" panose="02020603050405020304" pitchFamily="18" charset="0"/>
              </a:rPr>
              <a:t>        gap += 1</a:t>
            </a:r>
          </a:p>
          <a:p>
            <a:pPr marL="228600" marR="0">
              <a:lnSpc>
                <a:spcPct val="107000"/>
              </a:lnSpc>
              <a:spcBef>
                <a:spcPts val="0"/>
              </a:spcBef>
              <a:spcAft>
                <a:spcPts val="0"/>
              </a:spcAft>
            </a:pPr>
            <a:endPar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endParaRPr>
          </a:p>
          <a:p>
            <a:pPr marL="228600" marR="0">
              <a:lnSpc>
                <a:spcPct val="107000"/>
              </a:lnSpc>
              <a:spcBef>
                <a:spcPts val="0"/>
              </a:spcBef>
              <a:spcAft>
                <a:spcPts val="0"/>
              </a:spcAft>
            </a:pPr>
            <a:r>
              <a:rPr lang="en-US" dirty="0">
                <a:solidFill>
                  <a:srgbClr val="0070C0"/>
                </a:solidFill>
                <a:latin typeface="Consolas" panose="020B0609020204030204" pitchFamily="49" charset="0"/>
                <a:ea typeface="Calibri" panose="020F0502020204030204" pitchFamily="34" charset="0"/>
                <a:cs typeface="Times New Roman" panose="02020603050405020304" pitchFamily="18" charset="0"/>
              </a:rPr>
              <a:t>    return moves</a:t>
            </a:r>
            <a:endParaRPr lang="en-US" sz="1600" dirty="0">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13F0286A-BCB0-443F-BB22-696326A0A77A}"/>
              </a:ext>
            </a:extLst>
          </p:cNvPr>
          <p:cNvGraphicFramePr>
            <a:graphicFrameLocks noGrp="1"/>
          </p:cNvGraphicFramePr>
          <p:nvPr>
            <p:extLst>
              <p:ext uri="{D42A27DB-BD31-4B8C-83A1-F6EECF244321}">
                <p14:modId xmlns:p14="http://schemas.microsoft.com/office/powerpoint/2010/main" val="2484616004"/>
              </p:ext>
            </p:extLst>
          </p:nvPr>
        </p:nvGraphicFramePr>
        <p:xfrm>
          <a:off x="8128910" y="3429000"/>
          <a:ext cx="3224890" cy="523762"/>
        </p:xfrm>
        <a:graphic>
          <a:graphicData uri="http://schemas.openxmlformats.org/drawingml/2006/table">
            <a:tbl>
              <a:tblPr firstRow="1" firstCol="1" bandRow="1"/>
              <a:tblGrid>
                <a:gridCol w="644978">
                  <a:extLst>
                    <a:ext uri="{9D8B030D-6E8A-4147-A177-3AD203B41FA5}">
                      <a16:colId xmlns:a16="http://schemas.microsoft.com/office/drawing/2014/main" val="1353805999"/>
                    </a:ext>
                  </a:extLst>
                </a:gridCol>
                <a:gridCol w="644978">
                  <a:extLst>
                    <a:ext uri="{9D8B030D-6E8A-4147-A177-3AD203B41FA5}">
                      <a16:colId xmlns:a16="http://schemas.microsoft.com/office/drawing/2014/main" val="3970074417"/>
                    </a:ext>
                  </a:extLst>
                </a:gridCol>
                <a:gridCol w="644978">
                  <a:extLst>
                    <a:ext uri="{9D8B030D-6E8A-4147-A177-3AD203B41FA5}">
                      <a16:colId xmlns:a16="http://schemas.microsoft.com/office/drawing/2014/main" val="2890447820"/>
                    </a:ext>
                  </a:extLst>
                </a:gridCol>
                <a:gridCol w="644978">
                  <a:extLst>
                    <a:ext uri="{9D8B030D-6E8A-4147-A177-3AD203B41FA5}">
                      <a16:colId xmlns:a16="http://schemas.microsoft.com/office/drawing/2014/main" val="2367898725"/>
                    </a:ext>
                  </a:extLst>
                </a:gridCol>
                <a:gridCol w="644978">
                  <a:extLst>
                    <a:ext uri="{9D8B030D-6E8A-4147-A177-3AD203B41FA5}">
                      <a16:colId xmlns:a16="http://schemas.microsoft.com/office/drawing/2014/main" val="3720765405"/>
                    </a:ext>
                  </a:extLst>
                </a:gridCol>
              </a:tblGrid>
              <a:tr h="523762">
                <a:tc>
                  <a:txBody>
                    <a:bodyPr/>
                    <a:lstStyle/>
                    <a:p>
                      <a:pPr marL="0" marR="0" algn="ctr">
                        <a:lnSpc>
                          <a:spcPct val="107000"/>
                        </a:lnSpc>
                        <a:spcBef>
                          <a:spcPts val="0"/>
                        </a:spcBef>
                        <a:spcAft>
                          <a:spcPts val="0"/>
                        </a:spcAft>
                      </a:pPr>
                      <a:r>
                        <a:rPr lang="en-US" sz="200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2</a:t>
                      </a:r>
                      <a:endParaRPr lang="en-US" sz="180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solidFill>
                            <a:srgbClr val="FF0000"/>
                          </a:solidFill>
                          <a:effectLst/>
                          <a:latin typeface="Consolas" panose="020B0609020204030204" pitchFamily="49" charset="0"/>
                          <a:ea typeface="Calibri" panose="020F0502020204030204" pitchFamily="34" charset="0"/>
                          <a:cs typeface="Times New Roman" panose="02020603050405020304" pitchFamily="18" charset="0"/>
                        </a:rPr>
                        <a:t>5</a:t>
                      </a:r>
                      <a:endParaRPr lang="en-US" sz="18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solidFill>
                            <a:srgbClr val="D012C2"/>
                          </a:solidFill>
                          <a:effectLst/>
                          <a:latin typeface="Consolas" panose="020B0609020204030204" pitchFamily="49" charset="0"/>
                          <a:ea typeface="Calibri" panose="020F0502020204030204" pitchFamily="34" charset="0"/>
                          <a:cs typeface="Times New Roman" panose="02020603050405020304" pitchFamily="18" charset="0"/>
                        </a:rPr>
                        <a:t>9</a:t>
                      </a:r>
                      <a:endParaRPr lang="en-US" sz="1800">
                        <a:solidFill>
                          <a:srgbClr val="D012C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D7D31"/>
                    </a:solidFill>
                  </a:tcPr>
                </a:tc>
                <a:tc>
                  <a:txBody>
                    <a:bodyPr/>
                    <a:lstStyle/>
                    <a:p>
                      <a:pPr marL="0" marR="0" algn="ctr">
                        <a:lnSpc>
                          <a:spcPct val="107000"/>
                        </a:lnSpc>
                        <a:spcBef>
                          <a:spcPts val="0"/>
                        </a:spcBef>
                        <a:spcAft>
                          <a:spcPts val="0"/>
                        </a:spcAft>
                      </a:pPr>
                      <a:r>
                        <a:rPr lang="en-US" sz="2000" dirty="0">
                          <a:solidFill>
                            <a:srgbClr val="00B050"/>
                          </a:solidFill>
                          <a:effectLst/>
                          <a:latin typeface="Consolas" panose="020B0609020204030204" pitchFamily="49" charset="0"/>
                          <a:ea typeface="Calibri" panose="020F0502020204030204" pitchFamily="34" charset="0"/>
                          <a:cs typeface="Times New Roman" panose="02020603050405020304" pitchFamily="18" charset="0"/>
                        </a:rPr>
                        <a:t>11</a:t>
                      </a:r>
                      <a:endParaRPr lang="en-US" sz="1800" dirty="0">
                        <a:solidFill>
                          <a:srgbClr val="00B05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solidFill>
                            <a:srgbClr val="00B050"/>
                          </a:solidFill>
                          <a:effectLst/>
                          <a:latin typeface="Consolas" panose="020B0609020204030204" pitchFamily="49" charset="0"/>
                          <a:ea typeface="Calibri" panose="020F0502020204030204" pitchFamily="34" charset="0"/>
                          <a:cs typeface="Times New Roman" panose="02020603050405020304" pitchFamily="18" charset="0"/>
                        </a:rPr>
                        <a:t>14</a:t>
                      </a:r>
                      <a:endParaRPr lang="en-US" sz="1800" dirty="0">
                        <a:solidFill>
                          <a:srgbClr val="00B05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2060501"/>
                  </a:ext>
                </a:extLst>
              </a:tr>
            </a:tbl>
          </a:graphicData>
        </a:graphic>
      </p:graphicFrame>
    </p:spTree>
    <p:custDataLst>
      <p:tags r:id="rId1"/>
    </p:custDataLst>
    <p:extLst>
      <p:ext uri="{BB962C8B-B14F-4D97-AF65-F5344CB8AC3E}">
        <p14:creationId xmlns:p14="http://schemas.microsoft.com/office/powerpoint/2010/main" val="2753633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effectLst>
            <a:glow rad="228600">
              <a:schemeClr val="accent1">
                <a:satMod val="175000"/>
                <a:alpha val="40000"/>
              </a:schemeClr>
            </a:glow>
          </a:effectLst>
        </p:spPr>
        <p:txBody>
          <a:bodyPr>
            <a:normAutofit/>
          </a:bodyPr>
          <a:lstStyle/>
          <a:p>
            <a:r>
              <a:rPr lang="en-US" dirty="0"/>
              <a:t>Any Question??</a:t>
            </a:r>
          </a:p>
        </p:txBody>
      </p:sp>
      <p:sp>
        <p:nvSpPr>
          <p:cNvPr id="3" name="Subtitle 2"/>
          <p:cNvSpPr>
            <a:spLocks noGrp="1"/>
          </p:cNvSpPr>
          <p:nvPr>
            <p:ph type="subTitle" idx="1"/>
          </p:nvPr>
        </p:nvSpPr>
        <p:spPr>
          <a:xfrm>
            <a:off x="1524000" y="5257800"/>
            <a:ext cx="9144000" cy="533400"/>
          </a:xfrm>
        </p:spPr>
        <p:txBody>
          <a:bodyPr>
            <a:noAutofit/>
          </a:bodyPr>
          <a:lstStyle/>
          <a:p>
            <a:pPr algn="ctr"/>
            <a:r>
              <a:rPr lang="en-US" sz="3600" dirty="0">
                <a:effectLst>
                  <a:outerShdw blurRad="38100" dist="38100" dir="2700000" algn="tl">
                    <a:srgbClr val="000000">
                      <a:alpha val="43137"/>
                    </a:srgbClr>
                  </a:outerShdw>
                </a:effectLst>
              </a:rPr>
              <a:t>Have a nice day!</a:t>
            </a:r>
          </a:p>
        </p:txBody>
      </p:sp>
      <p:sp>
        <p:nvSpPr>
          <p:cNvPr id="4" name="Slide Number Placeholder 3">
            <a:extLst>
              <a:ext uri="{FF2B5EF4-FFF2-40B4-BE49-F238E27FC236}">
                <a16:creationId xmlns:a16="http://schemas.microsoft.com/office/drawing/2014/main" id="{B80479C0-F485-4A01-A84E-55DFFE1F6150}"/>
              </a:ext>
            </a:extLst>
          </p:cNvPr>
          <p:cNvSpPr>
            <a:spLocks noGrp="1"/>
          </p:cNvSpPr>
          <p:nvPr>
            <p:ph type="sldNum" sz="quarter" idx="12"/>
            <p:custDataLst>
              <p:tags r:id="rId2"/>
            </p:custDataLst>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95000"/>
                  </a:prstClr>
                </a:solidFill>
                <a:effectLst/>
                <a:uLnTx/>
                <a:uFillTx/>
                <a:latin typeface="Corbel"/>
                <a:ea typeface="+mn-ea"/>
                <a:cs typeface="+mn-cs"/>
              </a:rPr>
              <a:t>65/65</a:t>
            </a:r>
          </a:p>
        </p:txBody>
      </p:sp>
    </p:spTree>
    <p:custDataLst>
      <p:tags r:id="rId1"/>
    </p:custDataLst>
    <p:extLst>
      <p:ext uri="{BB962C8B-B14F-4D97-AF65-F5344CB8AC3E}">
        <p14:creationId xmlns:p14="http://schemas.microsoft.com/office/powerpoint/2010/main" val="32661941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PRODUCTIVITY_SLIDE_NUMBERS_AUTOUPDATE" val="True"/>
  <p:tag name="PPTPRODUCTIVITY_SLIDE_NUMBERS_FORMAT" val="#/##"/>
  <p:tag name="PPTPRODUCTIVITY_SLIDE_NUMBERS_SKIP_HIDDEN" val="True"/>
  <p:tag name="PPTPRODUCTIVITY_SLIDE_NUMBERS_AUTOUPDATE_APPLY_ALL" val="True"/>
</p:tagLst>
</file>

<file path=ppt/tags/tag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2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3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4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5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6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7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8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9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0.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1.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2.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3.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4.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5.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6.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7.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8.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ags/tag109.xml><?xml version="1.0" encoding="utf-8"?>
<p:tagLst xmlns:a="http://schemas.openxmlformats.org/drawingml/2006/main" xmlns:r="http://schemas.openxmlformats.org/officeDocument/2006/relationships" xmlns:p="http://schemas.openxmlformats.org/presentationml/2006/main">
  <p:tag name="PPTPRODUCTIVITY_SLIDE_NUMBERS_FORMAT"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15821</TotalTime>
  <Words>6099</Words>
  <Application>Microsoft Office PowerPoint</Application>
  <PresentationFormat>Widescreen</PresentationFormat>
  <Paragraphs>1999</Paragraphs>
  <Slides>55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Arial Rounded MT Bold</vt:lpstr>
      <vt:lpstr>Calibri</vt:lpstr>
      <vt:lpstr>Calibri Light</vt:lpstr>
      <vt:lpstr>Cambria Math</vt:lpstr>
      <vt:lpstr>Consolas</vt:lpstr>
      <vt:lpstr>Corbel</vt:lpstr>
      <vt:lpstr>Symbol</vt:lpstr>
      <vt:lpstr>Times New Roman</vt:lpstr>
      <vt:lpstr>Office Theme</vt:lpstr>
      <vt:lpstr>Greedy</vt:lpstr>
      <vt:lpstr>Kruskal: Example</vt:lpstr>
      <vt:lpstr>Kruskal: Example</vt:lpstr>
      <vt:lpstr>E.sort() F=[]</vt:lpstr>
      <vt:lpstr>FOR k=1 to n DO   S[k]=k</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e=(vi,vj)=min_length_edge IF S[i]!=S[j] THEN    F.add(e)    Min, Max=min(S[i],S[j]), max(S[i],S[j])    FOR k=1 to n DO       IF S[k]==Max THEN S[k]=Min</vt:lpstr>
      <vt:lpstr>Prim: Example</vt:lpstr>
      <vt:lpstr>Prim: Example</vt:lpstr>
      <vt:lpstr>Prim: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Let n be a positive integer. Write pseudocode to represent n as the sum of the maximum number of pairwise distinct positive integers. (Time complexity:O(n)) Input. A positive integer n. Output. The maximum k such that n can be represented as the sum a_1+…+a_k of k distinct positive integers. Also you need to output all integers a_1, a_2,…,a_k. </vt:lpstr>
      <vt:lpstr>1. Let n be a positive integer. Write pseudocode to represent n as the sum of the maximum number of pairwise distinct positive integers. (Time complexity:O(n)) Input. A positive integer n. Output. The maximum k such that n can be represented as the sum a_1+…+a_k of k distinct positive integers. Also you need to output all integers a_1, a_2,…,a_k.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Covering Segments by Points Problem: We are given a sequence of n intervals [l_1,r_1],...,[l_n,r_n] on x-axis.  Find a set of points of minimum size such that each segment [l_i,r_i] contains a point, i.e., there exists a point x from this set such that l_i  ≤ x ≤ r_i, for all 1≤ i≤ n. In other words, find the minimum number of points on x-axis needed to cover all given intervals. </vt:lpstr>
      <vt:lpstr>PowerPoint Presentation</vt:lpstr>
      <vt:lpstr>3.  Given positions of n friends in the first row of a theater, find the minimal number of moves to sit all friends together. In each move, a friend moves to a seat to the left or a seat to the right.   Input: A set of n distinct positive integers in the interval from 1 to N. This set represents positions of n friends that have bought individual (not necessarily adjacent) seats in the first row of a theater. Since all other seats in the first row turned out to be empty, the friends want to start moving to the neighboring seats (to the left or to the right) and continue until they all sit together in n consecutive chairs.  Output: Find the minimal number of moves to sit all friends together. </vt:lpstr>
      <vt:lpstr>PowerPoint Presentation</vt:lpstr>
      <vt:lpstr>PowerPoint Presentation</vt:lpstr>
      <vt:lpstr>Any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Computational Models</dc:title>
  <dc:creator>Windows User</dc:creator>
  <cp:lastModifiedBy>Eskandari, Marzieh</cp:lastModifiedBy>
  <cp:revision>706</cp:revision>
  <dcterms:created xsi:type="dcterms:W3CDTF">2020-09-14T20:12:04Z</dcterms:created>
  <dcterms:modified xsi:type="dcterms:W3CDTF">2026-05-08T01:10:38Z</dcterms:modified>
</cp:coreProperties>
</file>