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  <p:sldMasterId id="2147483738" r:id="rId2"/>
  </p:sldMasterIdLst>
  <p:notesMasterIdLst>
    <p:notesMasterId r:id="rId41"/>
  </p:notesMasterIdLst>
  <p:sldIdLst>
    <p:sldId id="694" r:id="rId3"/>
    <p:sldId id="674" r:id="rId4"/>
    <p:sldId id="676" r:id="rId5"/>
    <p:sldId id="675" r:id="rId6"/>
    <p:sldId id="677" r:id="rId7"/>
    <p:sldId id="678" r:id="rId8"/>
    <p:sldId id="736" r:id="rId9"/>
    <p:sldId id="737" r:id="rId10"/>
    <p:sldId id="738" r:id="rId11"/>
    <p:sldId id="739" r:id="rId12"/>
    <p:sldId id="740" r:id="rId13"/>
    <p:sldId id="741" r:id="rId14"/>
    <p:sldId id="742" r:id="rId15"/>
    <p:sldId id="759" r:id="rId16"/>
    <p:sldId id="683" r:id="rId17"/>
    <p:sldId id="685" r:id="rId18"/>
    <p:sldId id="743" r:id="rId19"/>
    <p:sldId id="686" r:id="rId20"/>
    <p:sldId id="745" r:id="rId21"/>
    <p:sldId id="746" r:id="rId22"/>
    <p:sldId id="747" r:id="rId23"/>
    <p:sldId id="748" r:id="rId24"/>
    <p:sldId id="749" r:id="rId25"/>
    <p:sldId id="750" r:id="rId26"/>
    <p:sldId id="751" r:id="rId27"/>
    <p:sldId id="753" r:id="rId28"/>
    <p:sldId id="758" r:id="rId29"/>
    <p:sldId id="688" r:id="rId30"/>
    <p:sldId id="689" r:id="rId31"/>
    <p:sldId id="691" r:id="rId32"/>
    <p:sldId id="690" r:id="rId33"/>
    <p:sldId id="692" r:id="rId34"/>
    <p:sldId id="434" r:id="rId35"/>
    <p:sldId id="693" r:id="rId36"/>
    <p:sldId id="754" r:id="rId37"/>
    <p:sldId id="756" r:id="rId38"/>
    <p:sldId id="757" r:id="rId39"/>
    <p:sldId id="632" r:id="rId40"/>
  </p:sldIdLst>
  <p:sldSz cx="12192000" cy="6858000"/>
  <p:notesSz cx="6858000" cy="9144000"/>
  <p:custDataLst>
    <p:tags r:id="rId4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7E37DD"/>
    <a:srgbClr val="FFFF99"/>
    <a:srgbClr val="9C65E5"/>
    <a:srgbClr val="FF9900"/>
    <a:srgbClr val="AA7BE9"/>
    <a:srgbClr val="7BA946"/>
    <a:srgbClr val="FFA6A6"/>
    <a:srgbClr val="FFFF00"/>
    <a:srgbClr val="76F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4660"/>
  </p:normalViewPr>
  <p:slideViewPr>
    <p:cSldViewPr snapToGrid="0">
      <p:cViewPr>
        <p:scale>
          <a:sx n="66" d="100"/>
          <a:sy n="66" d="100"/>
        </p:scale>
        <p:origin x="1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gs" Target="tags/tag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703BD-F754-4911-8474-9BEA183D8AD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AFCE0-8595-4565-BBCA-3D2A04B3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DD1B-11A0-4FF3-AE07-95BE9493D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CA3DC-1E78-4354-9AF9-29A731ABB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8AE2B-E51B-4F37-BE06-D42A42D1F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00CFD-AD1F-4C25-B95D-3CAE71DC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CAF1A-0611-4522-9E69-611FC2601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39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8F20-AAB7-45DE-BF6B-61844D79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F84E-8068-4F02-ACA2-283B5D899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F22E3-3B5A-40C5-9A16-6504643A2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58A30-2CB9-4307-A66E-4AF99555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3ACF0-C8FB-4551-AAD0-0675F31F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6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E09B-24F2-459D-AC29-FFC16C82D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31B07-2775-4989-9AFF-61B4011B7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07BBB-DA36-4B50-9825-B55D47D1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9E206-FFDF-4882-B9C4-BF3266FA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87C66-1264-44F1-BF05-D351272A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19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E3D1B-BB05-45BE-B2EE-F934AFCC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C6172-E2AB-466E-B9B4-347B7357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1BEC1-D2A6-4BF8-8E30-688A8241B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33EA9-7E95-45A7-8FAA-29AE6EE8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03FA3-078E-4FA3-8714-04A655256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73FE3-0164-4780-B293-95DACFB1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66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D7B0-EE60-49E6-AD8F-60767F4E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2A95E-949F-4DBD-B019-3A93B0F65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86DBA-BD64-43D4-9ADA-3AD9DB9AE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DCDB10-44D7-4CCF-97AC-9399DBEBC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6CF0D2-77B7-4FFE-8717-D02BBE2D1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FBC43-8B40-42C3-A293-4D79D0392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A4019-D180-41D6-BAE4-BE51256A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77CA6-62A9-4927-9EB4-F7B4798F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80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98D3-3F67-4CB9-A854-C5438626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8612C-892B-4814-BC5A-B81B614AF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06E79-9E5D-44CE-9D24-D3A76C41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12DBC-2315-4B6B-8BF6-B1C12A15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380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31E467-2D1D-4199-9D0E-E7745FCB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F603E-AE7A-438A-8C2F-2E57C5E22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0DBF7-63A6-4044-9D85-2597CC37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E3D4-70B7-40BC-A408-D789C057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CD58E-380F-40CC-9FC2-9A2A87B1D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63B01-C35C-4BCF-B242-9EBA68755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85443-F8F8-4B93-AB83-7A0ED57E1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4C9CE-E69E-496B-9633-BF32ADCE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67B1C-4AED-4260-A122-629AEAD1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11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C048-75F8-442C-BB35-ED6D0427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8F49E-0354-4318-92C9-E32078543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809D9-BA7E-414D-935D-89AED7AB4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26407-7E11-40EC-9F16-328F9CE6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A58E6-A8EB-400D-BB8E-C471882BA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0A2BF-9665-484D-B4D6-4E9BDB8F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9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6E90-141B-407A-B52C-D5196287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6B76F-52CF-4BBC-B05D-3B4CD0D28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AB433-E685-4509-9037-5B699920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81599-326B-4942-BC6A-FD5F5B584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4F4AC-CF0D-4710-B8F4-EEF2027C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957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10960-5E8A-4D7A-B71F-1628F90A1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FFB5B-E5ED-4D23-9067-5BB1A7C82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1CF25-EC22-4572-BD7A-48FA14C2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4F07C-CC3E-431A-A1AF-84B04402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81D7B-4D1D-4883-B962-C4AACD55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090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505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959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707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362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221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851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953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48768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879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0403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310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E5245-E673-4742-8B16-BBA59DC41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384C9-049C-49A4-BF46-51F3096A1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DEA6F-998C-44A1-B163-14B760457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B8B9C-D320-4CC3-9B5C-0C5E3E5E6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249E3-F8C8-48FF-9EA5-03F9D230F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180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7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image" Target="../media/image4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image" Target="../media/image9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image" Target="../media/image9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altLang="en-US"/>
              <a:t>D&amp;C Class </a:t>
            </a:r>
            <a:r>
              <a:rPr lang="en-US" altLang="en-US" dirty="0"/>
              <a:t>Work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1947771-B139-4246-86B9-0AED94AD87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6B16E-5687-49A6-BE81-4525E5D87BF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1/34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253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963355"/>
              </p:ext>
            </p:extLst>
          </p:nvPr>
        </p:nvGraphicFramePr>
        <p:xfrm>
          <a:off x="1800994" y="246417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FD10A0-B5E6-1F58-DD3E-236B9167F00F}"/>
                  </a:ext>
                </a:extLst>
              </p:cNvPr>
              <p:cNvSpPr txBox="1"/>
              <p:nvPr/>
            </p:nvSpPr>
            <p:spPr>
              <a:xfrm>
                <a:off x="1811554" y="3689118"/>
                <a:ext cx="8568891" cy="12003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latin typeface="Abadi" panose="020B0604020104020204" pitchFamily="34" charset="0"/>
                  </a:rPr>
                  <a:t>You are given an array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Abadi" panose="020B0604020104020204" pitchFamily="34" charset="0"/>
                  </a:rPr>
                  <a:t> where each cell is colored either white or black, but the colors are hidden. You are allowed to ask queries to reveal the color of a cell. It is known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>
                    <a:latin typeface="Abadi" panose="020B0604020104020204" pitchFamily="34" charset="0"/>
                  </a:rPr>
                  <a:t> is </a:t>
                </a:r>
                <a:r>
                  <a:rPr lang="en-US">
                    <a:latin typeface="Abadi" panose="020B0604020104020204" pitchFamily="34" charset="0"/>
                  </a:rPr>
                  <a:t>white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a-IR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a-IR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latin typeface="Abadi" panose="020B0604020104020204" pitchFamily="34" charset="0"/>
                  </a:rPr>
                  <a:t> is black. </a:t>
                </a:r>
              </a:p>
              <a:p>
                <a:pPr>
                  <a:buNone/>
                </a:pPr>
                <a:r>
                  <a:rPr lang="en-US" dirty="0">
                    <a:latin typeface="Abadi" panose="020B0604020104020204" pitchFamily="34" charset="0"/>
                  </a:rPr>
                  <a:t>Find a white–black pair by revealing the minimum number of cells.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FD10A0-B5E6-1F58-DD3E-236B9167F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554" y="3689118"/>
                <a:ext cx="8568891" cy="1200329"/>
              </a:xfrm>
              <a:prstGeom prst="rect">
                <a:avLst/>
              </a:prstGeom>
              <a:blipFill>
                <a:blip r:embed="rId4"/>
                <a:stretch>
                  <a:fillRect l="-497" t="-2010" b="-653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0116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13733"/>
              </p:ext>
            </p:extLst>
          </p:nvPr>
        </p:nvGraphicFramePr>
        <p:xfrm>
          <a:off x="1800994" y="246417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35417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/>
        </p:nvGraphicFramePr>
        <p:xfrm>
          <a:off x="1800994" y="246417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E82A2D6-C33D-4396-A677-AA08A1E42D24}"/>
              </a:ext>
            </a:extLst>
          </p:cNvPr>
          <p:cNvSpPr/>
          <p:nvPr/>
        </p:nvSpPr>
        <p:spPr>
          <a:xfrm>
            <a:off x="3330341" y="2348563"/>
            <a:ext cx="1001028" cy="596767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E7A4B0-8934-4A75-9C77-20EB59D561F5}"/>
              </a:ext>
            </a:extLst>
          </p:cNvPr>
          <p:cNvSpPr/>
          <p:nvPr/>
        </p:nvSpPr>
        <p:spPr>
          <a:xfrm>
            <a:off x="1800994" y="2348562"/>
            <a:ext cx="1001028" cy="596767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E756D1D-4D6D-4374-B7EE-8C33947432C1}"/>
              </a:ext>
            </a:extLst>
          </p:cNvPr>
          <p:cNvSpPr/>
          <p:nvPr/>
        </p:nvSpPr>
        <p:spPr>
          <a:xfrm>
            <a:off x="5864994" y="2348561"/>
            <a:ext cx="1001028" cy="596767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3DF8F1-1EE7-42B5-AF2B-BB2758A2FFE6}"/>
              </a:ext>
            </a:extLst>
          </p:cNvPr>
          <p:cNvSpPr/>
          <p:nvPr/>
        </p:nvSpPr>
        <p:spPr>
          <a:xfrm>
            <a:off x="6893827" y="2348561"/>
            <a:ext cx="1001028" cy="596767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B0FAFDB-95C3-4DCD-9D82-4539FDF1EF38}"/>
              </a:ext>
            </a:extLst>
          </p:cNvPr>
          <p:cNvSpPr/>
          <p:nvPr/>
        </p:nvSpPr>
        <p:spPr>
          <a:xfrm>
            <a:off x="8927966" y="2348560"/>
            <a:ext cx="1001028" cy="596767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0259EC-9522-413F-8997-17C079FDA3D4}"/>
              </a:ext>
            </a:extLst>
          </p:cNvPr>
          <p:cNvSpPr/>
          <p:nvPr/>
        </p:nvSpPr>
        <p:spPr>
          <a:xfrm>
            <a:off x="2167889" y="3580851"/>
            <a:ext cx="79721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white cell followed by a black cell in this array is called a white-black pair.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0C1F4D-9799-4B70-BA57-3CDBD7F72F4F}"/>
              </a:ext>
            </a:extLst>
          </p:cNvPr>
          <p:cNvSpPr/>
          <p:nvPr/>
        </p:nvSpPr>
        <p:spPr>
          <a:xfrm>
            <a:off x="2492188" y="4308012"/>
            <a:ext cx="6435778" cy="923330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You may point to any cell and ask a question “What is its color?” Your goal is to find a white-black pair by asking the minimum number of questions.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454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11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/>
        </p:nvGraphicFramePr>
        <p:xfrm>
          <a:off x="1800994" y="246417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2F6696D-3BC2-49B1-8B39-8F3641A0CABC}"/>
              </a:ext>
            </a:extLst>
          </p:cNvPr>
          <p:cNvSpPr/>
          <p:nvPr/>
        </p:nvSpPr>
        <p:spPr>
          <a:xfrm>
            <a:off x="5351929" y="2464178"/>
            <a:ext cx="502024" cy="370840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45E86C-CC53-4EE2-B853-5F2A20D22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631059"/>
              </p:ext>
            </p:extLst>
          </p:nvPr>
        </p:nvGraphicFramePr>
        <p:xfrm>
          <a:off x="1800994" y="3743489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02A4FC-3F70-4C79-AB0F-922A1A9E0D13}"/>
              </a:ext>
            </a:extLst>
          </p:cNvPr>
          <p:cNvSpPr/>
          <p:nvPr/>
        </p:nvSpPr>
        <p:spPr>
          <a:xfrm>
            <a:off x="1649506" y="3680734"/>
            <a:ext cx="4204447" cy="514746"/>
          </a:xfrm>
          <a:prstGeom prst="roundRect">
            <a:avLst/>
          </a:prstGeom>
          <a:noFill/>
          <a:ln w="57150">
            <a:solidFill>
              <a:srgbClr val="76F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BC1C69-61C9-4724-9990-AAACED80B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592840"/>
              </p:ext>
            </p:extLst>
          </p:nvPr>
        </p:nvGraphicFramePr>
        <p:xfrm>
          <a:off x="1800994" y="508555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795708-9D7B-4B78-95BA-8CDCAF5C8F94}"/>
              </a:ext>
            </a:extLst>
          </p:cNvPr>
          <p:cNvSpPr/>
          <p:nvPr/>
        </p:nvSpPr>
        <p:spPr>
          <a:xfrm>
            <a:off x="5351929" y="5025363"/>
            <a:ext cx="4652683" cy="514746"/>
          </a:xfrm>
          <a:prstGeom prst="roundRect">
            <a:avLst/>
          </a:prstGeom>
          <a:noFill/>
          <a:ln w="57150">
            <a:solidFill>
              <a:srgbClr val="76F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830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799802"/>
              </p:ext>
            </p:extLst>
          </p:nvPr>
        </p:nvGraphicFramePr>
        <p:xfrm>
          <a:off x="2032000" y="353994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9D3BBD-F9FE-450C-B89E-ACEA37594F76}"/>
              </a:ext>
            </a:extLst>
          </p:cNvPr>
          <p:cNvSpPr/>
          <p:nvPr/>
        </p:nvSpPr>
        <p:spPr>
          <a:xfrm>
            <a:off x="5591900" y="3540261"/>
            <a:ext cx="502024" cy="370840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230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174584"/>
              </p:ext>
            </p:extLst>
          </p:nvPr>
        </p:nvGraphicFramePr>
        <p:xfrm>
          <a:off x="2032000" y="353994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C7FD16-3CA8-45B9-8F49-60478306A9D0}"/>
              </a:ext>
            </a:extLst>
          </p:cNvPr>
          <p:cNvSpPr/>
          <p:nvPr/>
        </p:nvSpPr>
        <p:spPr>
          <a:xfrm>
            <a:off x="5540190" y="3449881"/>
            <a:ext cx="4652683" cy="514746"/>
          </a:xfrm>
          <a:prstGeom prst="roundRect">
            <a:avLst/>
          </a:prstGeom>
          <a:noFill/>
          <a:ln w="57150">
            <a:solidFill>
              <a:srgbClr val="76F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B4F5EB-8A3B-44E5-B7AC-3FA2708E0E9C}"/>
              </a:ext>
            </a:extLst>
          </p:cNvPr>
          <p:cNvSpPr/>
          <p:nvPr/>
        </p:nvSpPr>
        <p:spPr>
          <a:xfrm>
            <a:off x="7606554" y="3548908"/>
            <a:ext cx="502024" cy="370840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773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232609"/>
              </p:ext>
            </p:extLst>
          </p:nvPr>
        </p:nvGraphicFramePr>
        <p:xfrm>
          <a:off x="2032000" y="353994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C7FD16-3CA8-45B9-8F49-60478306A9D0}"/>
              </a:ext>
            </a:extLst>
          </p:cNvPr>
          <p:cNvSpPr/>
          <p:nvPr/>
        </p:nvSpPr>
        <p:spPr>
          <a:xfrm>
            <a:off x="5540190" y="3449881"/>
            <a:ext cx="4652683" cy="514746"/>
          </a:xfrm>
          <a:prstGeom prst="roundRect">
            <a:avLst/>
          </a:prstGeom>
          <a:noFill/>
          <a:ln w="57150">
            <a:solidFill>
              <a:srgbClr val="76F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09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53994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C7FD16-3CA8-45B9-8F49-60478306A9D0}"/>
              </a:ext>
            </a:extLst>
          </p:cNvPr>
          <p:cNvSpPr/>
          <p:nvPr/>
        </p:nvSpPr>
        <p:spPr>
          <a:xfrm>
            <a:off x="5540191" y="3449881"/>
            <a:ext cx="2644586" cy="514746"/>
          </a:xfrm>
          <a:prstGeom prst="roundRect">
            <a:avLst/>
          </a:prstGeom>
          <a:noFill/>
          <a:ln w="57150">
            <a:solidFill>
              <a:srgbClr val="76F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36440B-8B10-4D9A-A017-246AE8B612AC}"/>
              </a:ext>
            </a:extLst>
          </p:cNvPr>
          <p:cNvSpPr/>
          <p:nvPr/>
        </p:nvSpPr>
        <p:spPr>
          <a:xfrm>
            <a:off x="6611472" y="3548908"/>
            <a:ext cx="502024" cy="370840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185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115245"/>
              </p:ext>
            </p:extLst>
          </p:nvPr>
        </p:nvGraphicFramePr>
        <p:xfrm>
          <a:off x="2032000" y="353994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C7FD16-3CA8-45B9-8F49-60478306A9D0}"/>
              </a:ext>
            </a:extLst>
          </p:cNvPr>
          <p:cNvSpPr/>
          <p:nvPr/>
        </p:nvSpPr>
        <p:spPr>
          <a:xfrm>
            <a:off x="5540191" y="3449881"/>
            <a:ext cx="2644586" cy="514746"/>
          </a:xfrm>
          <a:prstGeom prst="roundRect">
            <a:avLst/>
          </a:prstGeom>
          <a:noFill/>
          <a:ln w="57150">
            <a:solidFill>
              <a:srgbClr val="76F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3712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53994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C7FD16-3CA8-45B9-8F49-60478306A9D0}"/>
              </a:ext>
            </a:extLst>
          </p:cNvPr>
          <p:cNvSpPr/>
          <p:nvPr/>
        </p:nvSpPr>
        <p:spPr>
          <a:xfrm>
            <a:off x="5540191" y="3449881"/>
            <a:ext cx="1631574" cy="514746"/>
          </a:xfrm>
          <a:prstGeom prst="roundRect">
            <a:avLst/>
          </a:prstGeom>
          <a:noFill/>
          <a:ln w="57150">
            <a:solidFill>
              <a:srgbClr val="76F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91D1E1-C2E1-48A2-99B7-6A4E90D6ADBB}"/>
              </a:ext>
            </a:extLst>
          </p:cNvPr>
          <p:cNvSpPr/>
          <p:nvPr/>
        </p:nvSpPr>
        <p:spPr>
          <a:xfrm>
            <a:off x="6109444" y="3557873"/>
            <a:ext cx="502024" cy="370840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961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022798"/>
              </p:ext>
            </p:extLst>
          </p:nvPr>
        </p:nvGraphicFramePr>
        <p:xfrm>
          <a:off x="2032000" y="353994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C7FD16-3CA8-45B9-8F49-60478306A9D0}"/>
              </a:ext>
            </a:extLst>
          </p:cNvPr>
          <p:cNvSpPr/>
          <p:nvPr/>
        </p:nvSpPr>
        <p:spPr>
          <a:xfrm>
            <a:off x="5540191" y="3449881"/>
            <a:ext cx="1631574" cy="514746"/>
          </a:xfrm>
          <a:prstGeom prst="roundRect">
            <a:avLst/>
          </a:prstGeom>
          <a:noFill/>
          <a:ln w="57150">
            <a:solidFill>
              <a:srgbClr val="76F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0721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White-Black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13/34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1CAF9D8-BA99-4461-8C39-7EB64C1A9A9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53994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508230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771104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67228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98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998690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24848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6938036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2120078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358688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26128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1936548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4492694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0956836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698262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46395483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1517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981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C7FD16-3CA8-45B9-8F49-60478306A9D0}"/>
              </a:ext>
            </a:extLst>
          </p:cNvPr>
          <p:cNvSpPr/>
          <p:nvPr/>
        </p:nvSpPr>
        <p:spPr>
          <a:xfrm>
            <a:off x="6095999" y="3449881"/>
            <a:ext cx="1075765" cy="514746"/>
          </a:xfrm>
          <a:prstGeom prst="roundRect">
            <a:avLst/>
          </a:prstGeom>
          <a:noFill/>
          <a:ln w="57150">
            <a:solidFill>
              <a:srgbClr val="76F6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3593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CD54-832D-569D-F38B-85E3A904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47D5-05AC-DA0F-298B-F637A4DA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6418E-CC15-06BA-C7D4-857276DBB1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13/34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F54C3-E116-C767-C6BE-D058BEC835EE}"/>
              </a:ext>
            </a:extLst>
          </p:cNvPr>
          <p:cNvSpPr txBox="1"/>
          <p:nvPr/>
        </p:nvSpPr>
        <p:spPr>
          <a:xfrm>
            <a:off x="2241082" y="2497457"/>
            <a:ext cx="7709835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FindPair</a:t>
            </a:r>
            <a:r>
              <a:rPr lang="en-US" dirty="0">
                <a:latin typeface="Consolas" panose="020B0609020204030204" pitchFamily="49" charset="0"/>
              </a:rPr>
              <a:t>(A, left, right):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IF right == left + 1: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(left, right)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mid = (left + right) // 2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IF A[mid]) == ‘white’:</a:t>
            </a:r>
          </a:p>
          <a:p>
            <a:r>
              <a:rPr lang="en-US" dirty="0">
                <a:latin typeface="Consolas" panose="020B0609020204030204" pitchFamily="49" charset="0"/>
              </a:rPr>
              <a:t>		RETURN </a:t>
            </a:r>
            <a:r>
              <a:rPr lang="en-US" dirty="0" err="1">
                <a:latin typeface="Consolas" panose="020B0609020204030204" pitchFamily="49" charset="0"/>
              </a:rPr>
              <a:t>FindPair</a:t>
            </a:r>
            <a:r>
              <a:rPr lang="en-US" dirty="0">
                <a:latin typeface="Consolas" panose="020B0609020204030204" pitchFamily="49" charset="0"/>
              </a:rPr>
              <a:t>(A, mid, right)</a:t>
            </a:r>
          </a:p>
          <a:p>
            <a:r>
              <a:rPr lang="en-US" dirty="0">
                <a:latin typeface="Consolas" panose="020B0609020204030204" pitchFamily="49" charset="0"/>
              </a:rPr>
              <a:t>    ELSE:</a:t>
            </a:r>
          </a:p>
          <a:p>
            <a:r>
              <a:rPr lang="en-US" dirty="0">
                <a:latin typeface="Consolas" panose="020B0609020204030204" pitchFamily="49" charset="0"/>
              </a:rPr>
              <a:t>		RETURN </a:t>
            </a:r>
            <a:r>
              <a:rPr lang="en-US" dirty="0" err="1">
                <a:latin typeface="Consolas" panose="020B0609020204030204" pitchFamily="49" charset="0"/>
              </a:rPr>
              <a:t>FindPair</a:t>
            </a:r>
            <a:r>
              <a:rPr lang="en-US" dirty="0">
                <a:latin typeface="Consolas" panose="020B0609020204030204" pitchFamily="49" charset="0"/>
              </a:rPr>
              <a:t>(A, left, mid)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1328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14/34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AE7469-94C3-491A-B935-D9A7426BE5C9}"/>
              </a:ext>
            </a:extLst>
          </p:cNvPr>
          <p:cNvSpPr/>
          <p:nvPr/>
        </p:nvSpPr>
        <p:spPr>
          <a:xfrm>
            <a:off x="581192" y="2118249"/>
            <a:ext cx="88648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 element of a sequence is called a peak if it is greater than all its neighbors.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915E6A-B4C0-4499-A69A-34737B8DA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70392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18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11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46102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15/34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AE7469-94C3-491A-B935-D9A7426BE5C9}"/>
              </a:ext>
            </a:extLst>
          </p:cNvPr>
          <p:cNvSpPr/>
          <p:nvPr/>
        </p:nvSpPr>
        <p:spPr>
          <a:xfrm>
            <a:off x="581192" y="2118249"/>
            <a:ext cx="99771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a peak by revealing the minimum number of elements of this sequence.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185771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?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17DC30A-4AA9-4214-9B03-EEF47055F419}"/>
              </a:ext>
            </a:extLst>
          </p:cNvPr>
          <p:cNvSpPr/>
          <p:nvPr/>
        </p:nvSpPr>
        <p:spPr>
          <a:xfrm>
            <a:off x="2093121" y="4657342"/>
            <a:ext cx="6953250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Note that any sequence contains a peak: the largest element is a peak.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204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196298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7821D-125A-48A8-8BBE-CF383505A61D}"/>
              </a:ext>
            </a:extLst>
          </p:cNvPr>
          <p:cNvCxnSpPr>
            <a:cxnSpLocks/>
          </p:cNvCxnSpPr>
          <p:nvPr/>
        </p:nvCxnSpPr>
        <p:spPr>
          <a:xfrm>
            <a:off x="5649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04097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43636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7821D-125A-48A8-8BBE-CF383505A61D}"/>
              </a:ext>
            </a:extLst>
          </p:cNvPr>
          <p:cNvCxnSpPr>
            <a:cxnSpLocks/>
          </p:cNvCxnSpPr>
          <p:nvPr/>
        </p:nvCxnSpPr>
        <p:spPr>
          <a:xfrm>
            <a:off x="5649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321C88-0915-4DD2-8B93-9577954C55EB}"/>
              </a:ext>
            </a:extLst>
          </p:cNvPr>
          <p:cNvCxnSpPr/>
          <p:nvPr/>
        </p:nvCxnSpPr>
        <p:spPr>
          <a:xfrm flipV="1">
            <a:off x="4882243" y="3886200"/>
            <a:ext cx="416378" cy="718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9A1AB1-75DE-4B26-9A82-0F9E0FC61743}"/>
              </a:ext>
            </a:extLst>
          </p:cNvPr>
          <p:cNvCxnSpPr/>
          <p:nvPr/>
        </p:nvCxnSpPr>
        <p:spPr>
          <a:xfrm flipH="1" flipV="1">
            <a:off x="5968093" y="3869871"/>
            <a:ext cx="351064" cy="64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5E29CBD-0A96-431B-8E46-53A7EB91DB7A}"/>
              </a:ext>
            </a:extLst>
          </p:cNvPr>
          <p:cNvSpPr txBox="1"/>
          <p:nvPr/>
        </p:nvSpPr>
        <p:spPr>
          <a:xfrm flipH="1">
            <a:off x="4625883" y="4604657"/>
            <a:ext cx="78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08B0B6-4CC3-4943-A0E6-4448FF449BD7}"/>
              </a:ext>
            </a:extLst>
          </p:cNvPr>
          <p:cNvSpPr txBox="1"/>
          <p:nvPr/>
        </p:nvSpPr>
        <p:spPr>
          <a:xfrm flipH="1">
            <a:off x="6168933" y="4514850"/>
            <a:ext cx="78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4C3CB9-4B59-40CD-B079-9493ECC43A22}"/>
              </a:ext>
            </a:extLst>
          </p:cNvPr>
          <p:cNvSpPr/>
          <p:nvPr/>
        </p:nvSpPr>
        <p:spPr>
          <a:xfrm>
            <a:off x="1094013" y="5344495"/>
            <a:ext cx="6953250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left&gt;right: find the peak at the left part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left&lt;right: find the peak at </a:t>
            </a:r>
            <a:r>
              <a:rPr lang="en-US"/>
              <a:t>the right </a:t>
            </a:r>
            <a:r>
              <a:rPr lang="en-US" dirty="0"/>
              <a:t>part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477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19/34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556913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?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7821D-125A-48A8-8BBE-CF383505A61D}"/>
              </a:ext>
            </a:extLst>
          </p:cNvPr>
          <p:cNvCxnSpPr>
            <a:cxnSpLocks/>
          </p:cNvCxnSpPr>
          <p:nvPr/>
        </p:nvCxnSpPr>
        <p:spPr>
          <a:xfrm>
            <a:off x="5649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579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315244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?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7821D-125A-48A8-8BBE-CF383505A61D}"/>
              </a:ext>
            </a:extLst>
          </p:cNvPr>
          <p:cNvCxnSpPr>
            <a:cxnSpLocks/>
          </p:cNvCxnSpPr>
          <p:nvPr/>
        </p:nvCxnSpPr>
        <p:spPr>
          <a:xfrm>
            <a:off x="5649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58519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21/34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887847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?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7821D-125A-48A8-8BBE-CF383505A61D}"/>
              </a:ext>
            </a:extLst>
          </p:cNvPr>
          <p:cNvCxnSpPr>
            <a:cxnSpLocks/>
          </p:cNvCxnSpPr>
          <p:nvPr/>
        </p:nvCxnSpPr>
        <p:spPr>
          <a:xfrm>
            <a:off x="5649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AF63AF-FEC3-44BA-A901-405DB3702462}"/>
              </a:ext>
            </a:extLst>
          </p:cNvPr>
          <p:cNvCxnSpPr>
            <a:cxnSpLocks/>
          </p:cNvCxnSpPr>
          <p:nvPr/>
        </p:nvCxnSpPr>
        <p:spPr>
          <a:xfrm>
            <a:off x="7935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0150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22/34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202332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?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7821D-125A-48A8-8BBE-CF383505A61D}"/>
              </a:ext>
            </a:extLst>
          </p:cNvPr>
          <p:cNvCxnSpPr>
            <a:cxnSpLocks/>
          </p:cNvCxnSpPr>
          <p:nvPr/>
        </p:nvCxnSpPr>
        <p:spPr>
          <a:xfrm>
            <a:off x="5649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AF63AF-FEC3-44BA-A901-405DB3702462}"/>
              </a:ext>
            </a:extLst>
          </p:cNvPr>
          <p:cNvCxnSpPr>
            <a:cxnSpLocks/>
          </p:cNvCxnSpPr>
          <p:nvPr/>
        </p:nvCxnSpPr>
        <p:spPr>
          <a:xfrm>
            <a:off x="7935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75991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23/34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326268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?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7821D-125A-48A8-8BBE-CF383505A61D}"/>
              </a:ext>
            </a:extLst>
          </p:cNvPr>
          <p:cNvCxnSpPr>
            <a:cxnSpLocks/>
          </p:cNvCxnSpPr>
          <p:nvPr/>
        </p:nvCxnSpPr>
        <p:spPr>
          <a:xfrm>
            <a:off x="5649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AF63AF-FEC3-44BA-A901-405DB3702462}"/>
              </a:ext>
            </a:extLst>
          </p:cNvPr>
          <p:cNvCxnSpPr>
            <a:cxnSpLocks/>
          </p:cNvCxnSpPr>
          <p:nvPr/>
        </p:nvCxnSpPr>
        <p:spPr>
          <a:xfrm>
            <a:off x="7935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CEA745-49F2-4967-9B34-3080E75AA64D}"/>
              </a:ext>
            </a:extLst>
          </p:cNvPr>
          <p:cNvCxnSpPr>
            <a:cxnSpLocks/>
          </p:cNvCxnSpPr>
          <p:nvPr/>
        </p:nvCxnSpPr>
        <p:spPr>
          <a:xfrm>
            <a:off x="9056273" y="2954031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05369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24/34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576247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?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18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7821D-125A-48A8-8BBE-CF383505A61D}"/>
              </a:ext>
            </a:extLst>
          </p:cNvPr>
          <p:cNvCxnSpPr>
            <a:cxnSpLocks/>
          </p:cNvCxnSpPr>
          <p:nvPr/>
        </p:nvCxnSpPr>
        <p:spPr>
          <a:xfrm>
            <a:off x="5649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AF63AF-FEC3-44BA-A901-405DB3702462}"/>
              </a:ext>
            </a:extLst>
          </p:cNvPr>
          <p:cNvCxnSpPr>
            <a:cxnSpLocks/>
          </p:cNvCxnSpPr>
          <p:nvPr/>
        </p:nvCxnSpPr>
        <p:spPr>
          <a:xfrm>
            <a:off x="7935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CEA745-49F2-4967-9B34-3080E75AA64D}"/>
              </a:ext>
            </a:extLst>
          </p:cNvPr>
          <p:cNvCxnSpPr>
            <a:cxnSpLocks/>
          </p:cNvCxnSpPr>
          <p:nvPr/>
        </p:nvCxnSpPr>
        <p:spPr>
          <a:xfrm>
            <a:off x="9056273" y="2954031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30868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25/34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102303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?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18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7821D-125A-48A8-8BBE-CF383505A61D}"/>
              </a:ext>
            </a:extLst>
          </p:cNvPr>
          <p:cNvCxnSpPr>
            <a:cxnSpLocks/>
          </p:cNvCxnSpPr>
          <p:nvPr/>
        </p:nvCxnSpPr>
        <p:spPr>
          <a:xfrm>
            <a:off x="5649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AF63AF-FEC3-44BA-A901-405DB3702462}"/>
              </a:ext>
            </a:extLst>
          </p:cNvPr>
          <p:cNvCxnSpPr>
            <a:cxnSpLocks/>
          </p:cNvCxnSpPr>
          <p:nvPr/>
        </p:nvCxnSpPr>
        <p:spPr>
          <a:xfrm>
            <a:off x="7935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CEA745-49F2-4967-9B34-3080E75AA64D}"/>
              </a:ext>
            </a:extLst>
          </p:cNvPr>
          <p:cNvCxnSpPr>
            <a:cxnSpLocks/>
          </p:cNvCxnSpPr>
          <p:nvPr/>
        </p:nvCxnSpPr>
        <p:spPr>
          <a:xfrm>
            <a:off x="9056273" y="2954031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2051FF-1BA2-4F8C-A80F-0AB78077F986}"/>
              </a:ext>
            </a:extLst>
          </p:cNvPr>
          <p:cNvCxnSpPr>
            <a:cxnSpLocks/>
          </p:cNvCxnSpPr>
          <p:nvPr/>
        </p:nvCxnSpPr>
        <p:spPr>
          <a:xfrm>
            <a:off x="8500461" y="2954031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7115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E2C-80AC-4A4E-BF4A-2D988DD0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Peak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5DD82-DCF1-4F95-BBF9-85F418B0C5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26/34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A7D16-1CEB-49F0-9849-78016F385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020092"/>
              </p:ext>
            </p:extLst>
          </p:nvPr>
        </p:nvGraphicFramePr>
        <p:xfrm>
          <a:off x="1094013" y="3231482"/>
          <a:ext cx="9103184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91878553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48118815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754658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242624883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95012559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76224546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840477334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552405937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?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16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12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18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?</a:t>
                      </a:r>
                      <a:endParaRPr lang="en-US" dirty="0"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7821D-125A-48A8-8BBE-CF383505A61D}"/>
              </a:ext>
            </a:extLst>
          </p:cNvPr>
          <p:cNvCxnSpPr>
            <a:cxnSpLocks/>
          </p:cNvCxnSpPr>
          <p:nvPr/>
        </p:nvCxnSpPr>
        <p:spPr>
          <a:xfrm>
            <a:off x="5649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AF63AF-FEC3-44BA-A901-405DB3702462}"/>
              </a:ext>
            </a:extLst>
          </p:cNvPr>
          <p:cNvCxnSpPr>
            <a:cxnSpLocks/>
          </p:cNvCxnSpPr>
          <p:nvPr/>
        </p:nvCxnSpPr>
        <p:spPr>
          <a:xfrm>
            <a:off x="7935685" y="2939143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CEA745-49F2-4967-9B34-3080E75AA64D}"/>
              </a:ext>
            </a:extLst>
          </p:cNvPr>
          <p:cNvCxnSpPr>
            <a:cxnSpLocks/>
          </p:cNvCxnSpPr>
          <p:nvPr/>
        </p:nvCxnSpPr>
        <p:spPr>
          <a:xfrm>
            <a:off x="9056273" y="2954031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CBE8B0-806A-4C45-BE1B-67696271A535}"/>
              </a:ext>
            </a:extLst>
          </p:cNvPr>
          <p:cNvCxnSpPr>
            <a:cxnSpLocks/>
          </p:cNvCxnSpPr>
          <p:nvPr/>
        </p:nvCxnSpPr>
        <p:spPr>
          <a:xfrm>
            <a:off x="8500461" y="2954031"/>
            <a:ext cx="0" cy="1347107"/>
          </a:xfrm>
          <a:prstGeom prst="line">
            <a:avLst/>
          </a:prstGeom>
          <a:ln w="38100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04166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A7CD-F937-ADDD-F58F-87199BB9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94BF0-926C-0219-93D6-5783F8056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D2885-0F8D-173E-A5B7-1798ED4DC0EF}"/>
              </a:ext>
            </a:extLst>
          </p:cNvPr>
          <p:cNvSpPr txBox="1"/>
          <p:nvPr/>
        </p:nvSpPr>
        <p:spPr>
          <a:xfrm>
            <a:off x="2615665" y="2150504"/>
            <a:ext cx="7240603" cy="34778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FUNCTION </a:t>
            </a:r>
            <a:r>
              <a:rPr lang="en-US" sz="2000" dirty="0" err="1">
                <a:latin typeface="Consolas" panose="020B0609020204030204" pitchFamily="49" charset="0"/>
              </a:rPr>
              <a:t>FindPeak</a:t>
            </a:r>
            <a:r>
              <a:rPr lang="en-US" sz="2000" dirty="0">
                <a:latin typeface="Consolas" panose="020B0609020204030204" pitchFamily="49" charset="0"/>
              </a:rPr>
              <a:t>(A, left, right):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IF left == right: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RETURN left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  mid = (left + right) // 2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  // Reveal A[mid] and A[mid+1]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IF A[mid] &lt; A[mid + 1]: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RETURN </a:t>
            </a:r>
            <a:r>
              <a:rPr lang="en-US" sz="2000" dirty="0" err="1">
                <a:latin typeface="Consolas" panose="020B0609020204030204" pitchFamily="49" charset="0"/>
              </a:rPr>
              <a:t>FindPeak</a:t>
            </a:r>
            <a:r>
              <a:rPr lang="en-US" sz="2000" dirty="0">
                <a:latin typeface="Consolas" panose="020B0609020204030204" pitchFamily="49" charset="0"/>
              </a:rPr>
              <a:t>(A, mid + 1, right)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ELSE: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RETURN </a:t>
            </a:r>
            <a:r>
              <a:rPr lang="en-US" sz="2000" dirty="0" err="1">
                <a:latin typeface="Consolas" panose="020B0609020204030204" pitchFamily="49" charset="0"/>
              </a:rPr>
              <a:t>FindPeak</a:t>
            </a:r>
            <a:r>
              <a:rPr lang="en-US" sz="2000" dirty="0">
                <a:latin typeface="Consolas" panose="020B0609020204030204" pitchFamily="49" charset="0"/>
              </a:rPr>
              <a:t>(A, left, mid)</a:t>
            </a:r>
          </a:p>
        </p:txBody>
      </p:sp>
    </p:spTree>
    <p:extLst>
      <p:ext uri="{BB962C8B-B14F-4D97-AF65-F5344CB8AC3E}">
        <p14:creationId xmlns:p14="http://schemas.microsoft.com/office/powerpoint/2010/main" val="758562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2797-BFE8-4130-B84D-FDD30012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Inversions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DBF3A25-34C9-4C38-9449-3CBF88DC4F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5878" y="1960061"/>
                <a:ext cx="10620208" cy="191797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Compute the number of inversions in a sequence of integers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: the number of indices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 </m:t>
                    </m:r>
                    <m:sSub>
                      <m:sSubPr>
                        <m:ctrlPr>
                          <a:rPr lang="en-US" sz="24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.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DBF3A25-34C9-4C38-9449-3CBF88DC4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5878" y="1960061"/>
                <a:ext cx="10620208" cy="1917975"/>
              </a:xfrm>
              <a:blipFill>
                <a:blip r:embed="rId4"/>
                <a:stretch>
                  <a:fillRect l="-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95531-057F-479C-A3C6-A4AA662F03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27/34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1AF0FF-7DAD-459D-BEC2-3D9C1A269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427536"/>
              </p:ext>
            </p:extLst>
          </p:nvPr>
        </p:nvGraphicFramePr>
        <p:xfrm>
          <a:off x="3143249" y="3853543"/>
          <a:ext cx="4551592" cy="853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</a:tblGrid>
              <a:tr h="2873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137065"/>
                  </a:ext>
                </a:extLst>
              </a:tr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sp>
        <p:nvSpPr>
          <p:cNvPr id="14" name="Arc 13">
            <a:extLst>
              <a:ext uri="{FF2B5EF4-FFF2-40B4-BE49-F238E27FC236}">
                <a16:creationId xmlns:a16="http://schemas.microsoft.com/office/drawing/2014/main" id="{87A01178-877D-460C-84EE-BE710E9D04BA}"/>
              </a:ext>
            </a:extLst>
          </p:cNvPr>
          <p:cNvSpPr/>
          <p:nvPr/>
        </p:nvSpPr>
        <p:spPr>
          <a:xfrm>
            <a:off x="3380015" y="3665978"/>
            <a:ext cx="3477985" cy="2114550"/>
          </a:xfrm>
          <a:prstGeom prst="arc">
            <a:avLst>
              <a:gd name="adj1" fmla="val 21581619"/>
              <a:gd name="adj2" fmla="val 10736097"/>
            </a:avLst>
          </a:prstGeom>
          <a:ln w="28575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F8989B5B-D3DD-47BC-B606-AFA1A0C8C269}"/>
              </a:ext>
            </a:extLst>
          </p:cNvPr>
          <p:cNvSpPr/>
          <p:nvPr/>
        </p:nvSpPr>
        <p:spPr>
          <a:xfrm>
            <a:off x="4603896" y="3969463"/>
            <a:ext cx="1715860" cy="1233551"/>
          </a:xfrm>
          <a:prstGeom prst="arc">
            <a:avLst>
              <a:gd name="adj1" fmla="val 417225"/>
              <a:gd name="adj2" fmla="val 10325580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ABD0F0B3-8813-48C6-B665-4D3339C7915A}"/>
              </a:ext>
            </a:extLst>
          </p:cNvPr>
          <p:cNvSpPr/>
          <p:nvPr/>
        </p:nvSpPr>
        <p:spPr>
          <a:xfrm>
            <a:off x="4576768" y="3649650"/>
            <a:ext cx="2764199" cy="2114550"/>
          </a:xfrm>
          <a:prstGeom prst="arc">
            <a:avLst>
              <a:gd name="adj1" fmla="val 21581619"/>
              <a:gd name="adj2" fmla="val 10736097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2001248F-743E-4B59-B37B-A7F1F0C717E3}"/>
              </a:ext>
            </a:extLst>
          </p:cNvPr>
          <p:cNvSpPr/>
          <p:nvPr/>
        </p:nvSpPr>
        <p:spPr>
          <a:xfrm>
            <a:off x="4603896" y="4077076"/>
            <a:ext cx="2254104" cy="1303719"/>
          </a:xfrm>
          <a:prstGeom prst="arc">
            <a:avLst>
              <a:gd name="adj1" fmla="val 21581619"/>
              <a:gd name="adj2" fmla="val 10775685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4FB0AF40-5D76-4B61-B590-E009F57592F7}"/>
              </a:ext>
            </a:extLst>
          </p:cNvPr>
          <p:cNvSpPr/>
          <p:nvPr/>
        </p:nvSpPr>
        <p:spPr>
          <a:xfrm>
            <a:off x="3375678" y="4376483"/>
            <a:ext cx="727982" cy="594834"/>
          </a:xfrm>
          <a:prstGeom prst="arc">
            <a:avLst>
              <a:gd name="adj1" fmla="val 432236"/>
              <a:gd name="adj2" fmla="val 10650385"/>
            </a:avLst>
          </a:prstGeom>
          <a:ln w="28575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F256A60D-D482-43B9-9716-5BC623588FFB}"/>
              </a:ext>
            </a:extLst>
          </p:cNvPr>
          <p:cNvSpPr/>
          <p:nvPr/>
        </p:nvSpPr>
        <p:spPr>
          <a:xfrm>
            <a:off x="5585392" y="3633321"/>
            <a:ext cx="1382405" cy="1569693"/>
          </a:xfrm>
          <a:prstGeom prst="arc">
            <a:avLst>
              <a:gd name="adj1" fmla="val 1434144"/>
              <a:gd name="adj2" fmla="val 925017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883E1749-3EEA-4F7B-BBF5-852AE9C2618D}"/>
              </a:ext>
            </a:extLst>
          </p:cNvPr>
          <p:cNvSpPr/>
          <p:nvPr/>
        </p:nvSpPr>
        <p:spPr>
          <a:xfrm>
            <a:off x="5585393" y="4295828"/>
            <a:ext cx="809624" cy="675489"/>
          </a:xfrm>
          <a:prstGeom prst="arc">
            <a:avLst>
              <a:gd name="adj1" fmla="val 898937"/>
              <a:gd name="adj2" fmla="val 9958519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69CD28EE-CD47-4956-B1F6-3D58701A9FCC}"/>
              </a:ext>
            </a:extLst>
          </p:cNvPr>
          <p:cNvSpPr/>
          <p:nvPr/>
        </p:nvSpPr>
        <p:spPr>
          <a:xfrm>
            <a:off x="5625107" y="4093404"/>
            <a:ext cx="1715860" cy="1287391"/>
          </a:xfrm>
          <a:prstGeom prst="arc">
            <a:avLst>
              <a:gd name="adj1" fmla="val 21581619"/>
              <a:gd name="adj2" fmla="val 10650385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6205017B-6A26-4BEE-B3C6-18EB4227AF88}"/>
              </a:ext>
            </a:extLst>
          </p:cNvPr>
          <p:cNvSpPr/>
          <p:nvPr/>
        </p:nvSpPr>
        <p:spPr>
          <a:xfrm>
            <a:off x="3335150" y="4167669"/>
            <a:ext cx="1804528" cy="1012461"/>
          </a:xfrm>
          <a:prstGeom prst="arc">
            <a:avLst>
              <a:gd name="adj1" fmla="val 236623"/>
              <a:gd name="adj2" fmla="val 10009781"/>
            </a:avLst>
          </a:prstGeom>
          <a:ln w="28575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5B85E3D5-31FF-4064-91CD-A9D1ACA1BAA3}"/>
              </a:ext>
            </a:extLst>
          </p:cNvPr>
          <p:cNvSpPr/>
          <p:nvPr/>
        </p:nvSpPr>
        <p:spPr>
          <a:xfrm>
            <a:off x="4644543" y="4376483"/>
            <a:ext cx="495135" cy="618005"/>
          </a:xfrm>
          <a:prstGeom prst="arc">
            <a:avLst>
              <a:gd name="adj1" fmla="val 432236"/>
              <a:gd name="adj2" fmla="val 10650385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8C1D3698-3EE8-4441-8DED-2204E95286AB}"/>
              </a:ext>
            </a:extLst>
          </p:cNvPr>
          <p:cNvSpPr/>
          <p:nvPr/>
        </p:nvSpPr>
        <p:spPr>
          <a:xfrm>
            <a:off x="6319756" y="4376483"/>
            <a:ext cx="577958" cy="594834"/>
          </a:xfrm>
          <a:prstGeom prst="arc">
            <a:avLst>
              <a:gd name="adj1" fmla="val 741017"/>
              <a:gd name="adj2" fmla="val 10230825"/>
            </a:avLst>
          </a:prstGeom>
          <a:ln w="28575">
            <a:solidFill>
              <a:srgbClr val="AA7B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743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2797-BFE8-4130-B84D-FDD30012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Inversions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2">
                <a:extLst>
                  <a:ext uri="{FF2B5EF4-FFF2-40B4-BE49-F238E27FC236}">
                    <a16:creationId xmlns:a16="http://schemas.microsoft.com/office/drawing/2014/main" id="{BF9E298F-1933-42E8-9914-7274CEBC03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7572" y="4833670"/>
                <a:ext cx="6860220" cy="1917975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Compute the number of inversions in the left side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Compute the number of inversions in the right side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Compute the number of inversions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 is at the left side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>
                        <a:lumMod val="85000"/>
                      </a:schemeClr>
                    </a:solidFill>
                  </a:rPr>
                  <a:t> is at the right side</a:t>
                </a:r>
              </a:p>
            </p:txBody>
          </p:sp>
        </mc:Choice>
        <mc:Fallback xmlns="">
          <p:sp>
            <p:nvSpPr>
              <p:cNvPr id="39" name="Content Placeholder 2">
                <a:extLst>
                  <a:ext uri="{FF2B5EF4-FFF2-40B4-BE49-F238E27FC236}">
                    <a16:creationId xmlns:a16="http://schemas.microsoft.com/office/drawing/2014/main" id="{BF9E298F-1933-42E8-9914-7274CEBC03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7572" y="4833670"/>
                <a:ext cx="6860220" cy="1917975"/>
              </a:xfrm>
              <a:blipFill>
                <a:blip r:embed="rId4"/>
                <a:stretch>
                  <a:fillRect l="-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95531-057F-479C-A3C6-A4AA662F03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28/34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1AF0FF-7DAD-459D-BEC2-3D9C1A269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959308"/>
              </p:ext>
            </p:extLst>
          </p:nvPr>
        </p:nvGraphicFramePr>
        <p:xfrm>
          <a:off x="3412670" y="2367643"/>
          <a:ext cx="4551592" cy="853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</a:tblGrid>
              <a:tr h="2873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137065"/>
                  </a:ext>
                </a:extLst>
              </a:tr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586214-74D3-4B5B-91FD-201CD7190585}"/>
              </a:ext>
            </a:extLst>
          </p:cNvPr>
          <p:cNvCxnSpPr>
            <a:cxnSpLocks/>
          </p:cNvCxnSpPr>
          <p:nvPr/>
        </p:nvCxnSpPr>
        <p:spPr>
          <a:xfrm>
            <a:off x="5674178" y="2530928"/>
            <a:ext cx="0" cy="8327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rc 26">
            <a:extLst>
              <a:ext uri="{FF2B5EF4-FFF2-40B4-BE49-F238E27FC236}">
                <a16:creationId xmlns:a16="http://schemas.microsoft.com/office/drawing/2014/main" id="{D2FF622A-15A7-45CB-A1C3-71C704C7F7EC}"/>
              </a:ext>
            </a:extLst>
          </p:cNvPr>
          <p:cNvSpPr/>
          <p:nvPr/>
        </p:nvSpPr>
        <p:spPr>
          <a:xfrm>
            <a:off x="3681688" y="2923608"/>
            <a:ext cx="727982" cy="594834"/>
          </a:xfrm>
          <a:prstGeom prst="arc">
            <a:avLst>
              <a:gd name="adj1" fmla="val 432236"/>
              <a:gd name="adj2" fmla="val 10650385"/>
            </a:avLst>
          </a:prstGeom>
          <a:ln w="28575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35C84B97-3BDE-4C92-B866-FB2CA317908E}"/>
              </a:ext>
            </a:extLst>
          </p:cNvPr>
          <p:cNvSpPr/>
          <p:nvPr/>
        </p:nvSpPr>
        <p:spPr>
          <a:xfrm>
            <a:off x="3641160" y="2714794"/>
            <a:ext cx="1804528" cy="1012461"/>
          </a:xfrm>
          <a:prstGeom prst="arc">
            <a:avLst>
              <a:gd name="adj1" fmla="val 21596288"/>
              <a:gd name="adj2" fmla="val 10683152"/>
            </a:avLst>
          </a:prstGeom>
          <a:ln w="28575">
            <a:solidFill>
              <a:srgbClr val="76F6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99EA9FFC-C513-4FC6-9442-A11EAD148836}"/>
              </a:ext>
            </a:extLst>
          </p:cNvPr>
          <p:cNvSpPr/>
          <p:nvPr/>
        </p:nvSpPr>
        <p:spPr>
          <a:xfrm>
            <a:off x="4856895" y="2900724"/>
            <a:ext cx="495135" cy="618005"/>
          </a:xfrm>
          <a:prstGeom prst="arc">
            <a:avLst>
              <a:gd name="adj1" fmla="val 432236"/>
              <a:gd name="adj2" fmla="val 10650385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189B1703-F467-4AFD-B475-89E842160F90}"/>
              </a:ext>
            </a:extLst>
          </p:cNvPr>
          <p:cNvSpPr/>
          <p:nvPr/>
        </p:nvSpPr>
        <p:spPr>
          <a:xfrm>
            <a:off x="5927682" y="2115877"/>
            <a:ext cx="1382405" cy="1569693"/>
          </a:xfrm>
          <a:prstGeom prst="arc">
            <a:avLst>
              <a:gd name="adj1" fmla="val 1434144"/>
              <a:gd name="adj2" fmla="val 925017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AB771AC3-DE51-4082-BD54-8AA804FEECEC}"/>
              </a:ext>
            </a:extLst>
          </p:cNvPr>
          <p:cNvSpPr/>
          <p:nvPr/>
        </p:nvSpPr>
        <p:spPr>
          <a:xfrm>
            <a:off x="5927683" y="2778384"/>
            <a:ext cx="809624" cy="675489"/>
          </a:xfrm>
          <a:prstGeom prst="arc">
            <a:avLst>
              <a:gd name="adj1" fmla="val 898937"/>
              <a:gd name="adj2" fmla="val 9958519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C036AE8A-BD48-417D-A3DC-85E4F46BD7CB}"/>
              </a:ext>
            </a:extLst>
          </p:cNvPr>
          <p:cNvSpPr/>
          <p:nvPr/>
        </p:nvSpPr>
        <p:spPr>
          <a:xfrm>
            <a:off x="5967397" y="2575960"/>
            <a:ext cx="1715860" cy="1287391"/>
          </a:xfrm>
          <a:prstGeom prst="arc">
            <a:avLst>
              <a:gd name="adj1" fmla="val 21581619"/>
              <a:gd name="adj2" fmla="val 10650385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B2BEB28-C60A-4E87-96A4-E3BCE669C132}"/>
              </a:ext>
            </a:extLst>
          </p:cNvPr>
          <p:cNvSpPr/>
          <p:nvPr/>
        </p:nvSpPr>
        <p:spPr>
          <a:xfrm>
            <a:off x="6662046" y="2859039"/>
            <a:ext cx="577958" cy="594834"/>
          </a:xfrm>
          <a:prstGeom prst="arc">
            <a:avLst>
              <a:gd name="adj1" fmla="val 741017"/>
              <a:gd name="adj2" fmla="val 10230825"/>
            </a:avLst>
          </a:prstGeom>
          <a:ln w="28575">
            <a:solidFill>
              <a:srgbClr val="AA7B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7D285125-C5A1-4F48-BFFE-73A0EC34AF08}"/>
              </a:ext>
            </a:extLst>
          </p:cNvPr>
          <p:cNvSpPr/>
          <p:nvPr/>
        </p:nvSpPr>
        <p:spPr>
          <a:xfrm>
            <a:off x="3703118" y="2180078"/>
            <a:ext cx="3477985" cy="2114550"/>
          </a:xfrm>
          <a:prstGeom prst="arc">
            <a:avLst>
              <a:gd name="adj1" fmla="val 21581619"/>
              <a:gd name="adj2" fmla="val 10736097"/>
            </a:avLst>
          </a:prstGeom>
          <a:ln w="28575">
            <a:solidFill>
              <a:srgbClr val="76F61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C0DD523F-CFAD-4EF9-A695-4BB60EBEF0CB}"/>
              </a:ext>
            </a:extLst>
          </p:cNvPr>
          <p:cNvSpPr/>
          <p:nvPr/>
        </p:nvSpPr>
        <p:spPr>
          <a:xfrm>
            <a:off x="4926999" y="2483563"/>
            <a:ext cx="1715860" cy="1233551"/>
          </a:xfrm>
          <a:prstGeom prst="arc">
            <a:avLst>
              <a:gd name="adj1" fmla="val 417225"/>
              <a:gd name="adj2" fmla="val 10325580"/>
            </a:avLst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C77A8874-71CD-4EAE-8D3A-0E1E834E97D5}"/>
              </a:ext>
            </a:extLst>
          </p:cNvPr>
          <p:cNvSpPr/>
          <p:nvPr/>
        </p:nvSpPr>
        <p:spPr>
          <a:xfrm>
            <a:off x="4899871" y="2163750"/>
            <a:ext cx="2764199" cy="2114550"/>
          </a:xfrm>
          <a:prstGeom prst="arc">
            <a:avLst>
              <a:gd name="adj1" fmla="val 21581619"/>
              <a:gd name="adj2" fmla="val 10736097"/>
            </a:avLst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CF86648A-7A16-410B-BC90-E1C76B794B64}"/>
              </a:ext>
            </a:extLst>
          </p:cNvPr>
          <p:cNvSpPr/>
          <p:nvPr/>
        </p:nvSpPr>
        <p:spPr>
          <a:xfrm>
            <a:off x="4926999" y="2591176"/>
            <a:ext cx="2254104" cy="1303719"/>
          </a:xfrm>
          <a:prstGeom prst="arc">
            <a:avLst>
              <a:gd name="adj1" fmla="val 21581619"/>
              <a:gd name="adj2" fmla="val 10775685"/>
            </a:avLst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134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2797-BFE8-4130-B84D-FDD30012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Inversions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2">
                <a:extLst>
                  <a:ext uri="{FF2B5EF4-FFF2-40B4-BE49-F238E27FC236}">
                    <a16:creationId xmlns:a16="http://schemas.microsoft.com/office/drawing/2014/main" id="{BF9E298F-1933-42E8-9914-7274CEBC03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7572" y="4833670"/>
                <a:ext cx="6860220" cy="1917975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Compute the number of inversions in the left side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Compute the number of inversions in the right side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Compute the number of inversions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at the left side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at the right side</a:t>
                </a:r>
              </a:p>
            </p:txBody>
          </p:sp>
        </mc:Choice>
        <mc:Fallback xmlns="">
          <p:sp>
            <p:nvSpPr>
              <p:cNvPr id="39" name="Content Placeholder 2">
                <a:extLst>
                  <a:ext uri="{FF2B5EF4-FFF2-40B4-BE49-F238E27FC236}">
                    <a16:creationId xmlns:a16="http://schemas.microsoft.com/office/drawing/2014/main" id="{BF9E298F-1933-42E8-9914-7274CEBC03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7572" y="4833670"/>
                <a:ext cx="6860220" cy="1917975"/>
              </a:xfrm>
              <a:blipFill>
                <a:blip r:embed="rId4"/>
                <a:stretch>
                  <a:fillRect l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95531-057F-479C-A3C6-A4AA662F03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29/34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1AF0FF-7DAD-459D-BEC2-3D9C1A269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795044"/>
              </p:ext>
            </p:extLst>
          </p:nvPr>
        </p:nvGraphicFramePr>
        <p:xfrm>
          <a:off x="3412670" y="2367643"/>
          <a:ext cx="4551592" cy="853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</a:tblGrid>
              <a:tr h="2873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137065"/>
                  </a:ext>
                </a:extLst>
              </a:tr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586214-74D3-4B5B-91FD-201CD7190585}"/>
              </a:ext>
            </a:extLst>
          </p:cNvPr>
          <p:cNvCxnSpPr>
            <a:cxnSpLocks/>
          </p:cNvCxnSpPr>
          <p:nvPr/>
        </p:nvCxnSpPr>
        <p:spPr>
          <a:xfrm>
            <a:off x="5674178" y="2530928"/>
            <a:ext cx="0" cy="8327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CD1526FD-74D8-4948-BCC1-E8C03AB16D42}"/>
              </a:ext>
            </a:extLst>
          </p:cNvPr>
          <p:cNvSpPr/>
          <p:nvPr/>
        </p:nvSpPr>
        <p:spPr>
          <a:xfrm>
            <a:off x="3703118" y="2180078"/>
            <a:ext cx="3477985" cy="2114550"/>
          </a:xfrm>
          <a:prstGeom prst="arc">
            <a:avLst>
              <a:gd name="adj1" fmla="val 21581619"/>
              <a:gd name="adj2" fmla="val 10736097"/>
            </a:avLst>
          </a:prstGeom>
          <a:ln w="28575">
            <a:solidFill>
              <a:srgbClr val="76F61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EB452DDA-CB23-41D8-8FAF-949254B73F34}"/>
              </a:ext>
            </a:extLst>
          </p:cNvPr>
          <p:cNvSpPr/>
          <p:nvPr/>
        </p:nvSpPr>
        <p:spPr>
          <a:xfrm>
            <a:off x="4926999" y="2483563"/>
            <a:ext cx="1715860" cy="1233551"/>
          </a:xfrm>
          <a:prstGeom prst="arc">
            <a:avLst>
              <a:gd name="adj1" fmla="val 417225"/>
              <a:gd name="adj2" fmla="val 10325580"/>
            </a:avLst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E5B2633-AFA2-4459-9659-9D5A1AA4EF84}"/>
              </a:ext>
            </a:extLst>
          </p:cNvPr>
          <p:cNvSpPr/>
          <p:nvPr/>
        </p:nvSpPr>
        <p:spPr>
          <a:xfrm>
            <a:off x="4899871" y="2163750"/>
            <a:ext cx="2764199" cy="2114550"/>
          </a:xfrm>
          <a:prstGeom prst="arc">
            <a:avLst>
              <a:gd name="adj1" fmla="val 21581619"/>
              <a:gd name="adj2" fmla="val 10736097"/>
            </a:avLst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91AC412C-B946-4D9F-9A1D-AB8426CCF917}"/>
              </a:ext>
            </a:extLst>
          </p:cNvPr>
          <p:cNvSpPr/>
          <p:nvPr/>
        </p:nvSpPr>
        <p:spPr>
          <a:xfrm>
            <a:off x="4926999" y="2591176"/>
            <a:ext cx="2254104" cy="1303719"/>
          </a:xfrm>
          <a:prstGeom prst="arc">
            <a:avLst>
              <a:gd name="adj1" fmla="val 21581619"/>
              <a:gd name="adj2" fmla="val 10775685"/>
            </a:avLst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3421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2797-BFE8-4130-B84D-FDD30012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Inversions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31AE6284-CD3B-4BE8-AA6C-ED7D79B79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7572" y="4833670"/>
                <a:ext cx="6860220" cy="1917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7E37DD"/>
                    </a:solidFill>
                  </a:rPr>
                  <a:t>3.1. Sort left side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7E37DD"/>
                    </a:solidFill>
                  </a:rPr>
                  <a:t>3.2. sort right side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7E37DD"/>
                    </a:solidFill>
                  </a:rPr>
                  <a:t>3.3. Count the number of inversions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E37DD"/>
                    </a:solidFill>
                  </a:rPr>
                  <a:t> is at the left side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7E37D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E37DD"/>
                    </a:solidFill>
                  </a:rPr>
                  <a:t> is at the right side as merging two halves</a:t>
                </a: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31AE6284-CD3B-4BE8-AA6C-ED7D79B79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7572" y="4833670"/>
                <a:ext cx="6860220" cy="1917975"/>
              </a:xfrm>
              <a:blipFill>
                <a:blip r:embed="rId4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95531-057F-479C-A3C6-A4AA662F03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30/34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1AF0FF-7DAD-459D-BEC2-3D9C1A269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270676"/>
              </p:ext>
            </p:extLst>
          </p:nvPr>
        </p:nvGraphicFramePr>
        <p:xfrm>
          <a:off x="3412670" y="2367643"/>
          <a:ext cx="4551592" cy="853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</a:tblGrid>
              <a:tr h="2873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137065"/>
                  </a:ext>
                </a:extLst>
              </a:tr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67E4F4-82A9-462D-8911-0973A86D7158}"/>
              </a:ext>
            </a:extLst>
          </p:cNvPr>
          <p:cNvCxnSpPr>
            <a:cxnSpLocks/>
          </p:cNvCxnSpPr>
          <p:nvPr/>
        </p:nvCxnSpPr>
        <p:spPr>
          <a:xfrm>
            <a:off x="5674178" y="2530928"/>
            <a:ext cx="0" cy="8327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57970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2797-BFE8-4130-B84D-FDD30012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Inversions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95531-057F-479C-A3C6-A4AA662F03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31/34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1AF0FF-7DAD-459D-BEC2-3D9C1A269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916682"/>
              </p:ext>
            </p:extLst>
          </p:nvPr>
        </p:nvGraphicFramePr>
        <p:xfrm>
          <a:off x="3412670" y="2367643"/>
          <a:ext cx="4551592" cy="853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</a:tblGrid>
              <a:tr h="2873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137065"/>
                  </a:ext>
                </a:extLst>
              </a:tr>
              <a:tr h="5485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67E4F4-82A9-462D-8911-0973A86D7158}"/>
              </a:ext>
            </a:extLst>
          </p:cNvPr>
          <p:cNvCxnSpPr>
            <a:cxnSpLocks/>
          </p:cNvCxnSpPr>
          <p:nvPr/>
        </p:nvCxnSpPr>
        <p:spPr>
          <a:xfrm>
            <a:off x="5674178" y="2530928"/>
            <a:ext cx="0" cy="8327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D766DA91-35E4-4614-B4F7-D0AEB78516E3}"/>
              </a:ext>
            </a:extLst>
          </p:cNvPr>
          <p:cNvGrpSpPr/>
          <p:nvPr/>
        </p:nvGrpSpPr>
        <p:grpSpPr>
          <a:xfrm>
            <a:off x="3663712" y="3255573"/>
            <a:ext cx="2331594" cy="2047050"/>
            <a:chOff x="3089970" y="2601150"/>
            <a:chExt cx="2331594" cy="2047050"/>
          </a:xfrm>
        </p:grpSpPr>
        <p:sp>
          <p:nvSpPr>
            <p:cNvPr id="10" name="Flowchart: Delay 9">
              <a:extLst>
                <a:ext uri="{FF2B5EF4-FFF2-40B4-BE49-F238E27FC236}">
                  <a16:creationId xmlns:a16="http://schemas.microsoft.com/office/drawing/2014/main" id="{07CB7077-3334-48B0-9828-BB75A3E8DFE8}"/>
                </a:ext>
              </a:extLst>
            </p:cNvPr>
            <p:cNvSpPr/>
            <p:nvPr/>
          </p:nvSpPr>
          <p:spPr>
            <a:xfrm rot="5400000">
              <a:off x="3194403" y="3220884"/>
              <a:ext cx="723900" cy="838200"/>
            </a:xfrm>
            <a:prstGeom prst="flowChartDelay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210098-CBA4-4C21-855F-BBD32747B178}"/>
                </a:ext>
              </a:extLst>
            </p:cNvPr>
            <p:cNvSpPr txBox="1"/>
            <p:nvPr/>
          </p:nvSpPr>
          <p:spPr>
            <a:xfrm>
              <a:off x="3137253" y="3316431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min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5575080-394D-407D-9C46-5784A4C9AAC6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H="1">
              <a:off x="3543300" y="4001934"/>
              <a:ext cx="13053" cy="646266"/>
            </a:xfrm>
            <a:prstGeom prst="straightConnector1">
              <a:avLst/>
            </a:prstGeom>
            <a:ln w="44450" cmpd="sng">
              <a:solidFill>
                <a:schemeClr val="accent1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6B04A09-4562-496F-894A-5553D633EF0A}"/>
                </a:ext>
              </a:extLst>
            </p:cNvPr>
            <p:cNvSpPr/>
            <p:nvPr/>
          </p:nvSpPr>
          <p:spPr>
            <a:xfrm>
              <a:off x="3699569" y="2604246"/>
              <a:ext cx="1721995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D175B9-7AD7-48A0-AF34-B93C6D851ED7}"/>
                </a:ext>
              </a:extLst>
            </p:cNvPr>
            <p:cNvSpPr/>
            <p:nvPr/>
          </p:nvSpPr>
          <p:spPr>
            <a:xfrm flipH="1">
              <a:off x="3089970" y="2601150"/>
              <a:ext cx="339030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9FA641-99C9-489A-BA98-71AD96278F7B}"/>
              </a:ext>
            </a:extLst>
          </p:cNvPr>
          <p:cNvGrpSpPr/>
          <p:nvPr/>
        </p:nvGrpSpPr>
        <p:grpSpPr>
          <a:xfrm>
            <a:off x="4225222" y="3255573"/>
            <a:ext cx="1770084" cy="2047050"/>
            <a:chOff x="3023178" y="2601150"/>
            <a:chExt cx="1770084" cy="2047050"/>
          </a:xfrm>
        </p:grpSpPr>
        <p:sp>
          <p:nvSpPr>
            <p:cNvPr id="16" name="Flowchart: Delay 15">
              <a:extLst>
                <a:ext uri="{FF2B5EF4-FFF2-40B4-BE49-F238E27FC236}">
                  <a16:creationId xmlns:a16="http://schemas.microsoft.com/office/drawing/2014/main" id="{7FEF209F-CB31-4CCD-91A2-40E26BF78013}"/>
                </a:ext>
              </a:extLst>
            </p:cNvPr>
            <p:cNvSpPr/>
            <p:nvPr/>
          </p:nvSpPr>
          <p:spPr>
            <a:xfrm rot="5400000">
              <a:off x="3194403" y="3220884"/>
              <a:ext cx="723900" cy="838200"/>
            </a:xfrm>
            <a:prstGeom prst="flowChartDelay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6285DD-B912-4062-B354-9DBBDE174AD6}"/>
                </a:ext>
              </a:extLst>
            </p:cNvPr>
            <p:cNvSpPr txBox="1"/>
            <p:nvPr/>
          </p:nvSpPr>
          <p:spPr>
            <a:xfrm>
              <a:off x="3137253" y="3316431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min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653C466-6124-453C-ADC9-EBD2ADAFBF34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H="1">
              <a:off x="3543300" y="4001934"/>
              <a:ext cx="13053" cy="646266"/>
            </a:xfrm>
            <a:prstGeom prst="straightConnector1">
              <a:avLst/>
            </a:prstGeom>
            <a:ln w="44450" cmpd="sng">
              <a:solidFill>
                <a:schemeClr val="accent1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79A684E-AC0C-4002-A883-A7735A9DACCF}"/>
                </a:ext>
              </a:extLst>
            </p:cNvPr>
            <p:cNvSpPr/>
            <p:nvPr/>
          </p:nvSpPr>
          <p:spPr>
            <a:xfrm>
              <a:off x="3699569" y="2604246"/>
              <a:ext cx="1093693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EF5694A-4516-4823-B03D-99EA668A7D47}"/>
                </a:ext>
              </a:extLst>
            </p:cNvPr>
            <p:cNvSpPr/>
            <p:nvPr/>
          </p:nvSpPr>
          <p:spPr>
            <a:xfrm flipH="1">
              <a:off x="3023178" y="2601150"/>
              <a:ext cx="405822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0B2CF0D-8F96-43E1-8FC7-A316F2EA71A6}"/>
              </a:ext>
            </a:extLst>
          </p:cNvPr>
          <p:cNvGrpSpPr/>
          <p:nvPr/>
        </p:nvGrpSpPr>
        <p:grpSpPr>
          <a:xfrm>
            <a:off x="4849388" y="3255573"/>
            <a:ext cx="1660109" cy="2047050"/>
            <a:chOff x="2328370" y="2601150"/>
            <a:chExt cx="1660109" cy="2047050"/>
          </a:xfrm>
        </p:grpSpPr>
        <p:sp>
          <p:nvSpPr>
            <p:cNvPr id="24" name="Flowchart: Delay 23">
              <a:extLst>
                <a:ext uri="{FF2B5EF4-FFF2-40B4-BE49-F238E27FC236}">
                  <a16:creationId xmlns:a16="http://schemas.microsoft.com/office/drawing/2014/main" id="{E5780E99-2E8F-499F-BB16-F55CAD536B5D}"/>
                </a:ext>
              </a:extLst>
            </p:cNvPr>
            <p:cNvSpPr/>
            <p:nvPr/>
          </p:nvSpPr>
          <p:spPr>
            <a:xfrm rot="5400000">
              <a:off x="2557903" y="3220884"/>
              <a:ext cx="723900" cy="838200"/>
            </a:xfrm>
            <a:prstGeom prst="flowChartDelay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DB499C9-B7E2-4B85-9707-42EB97284E6B}"/>
                </a:ext>
              </a:extLst>
            </p:cNvPr>
            <p:cNvSpPr txBox="1"/>
            <p:nvPr/>
          </p:nvSpPr>
          <p:spPr>
            <a:xfrm>
              <a:off x="2540679" y="3278034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min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037648E-A648-46A3-A215-50015C42148E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2906800" y="4001934"/>
              <a:ext cx="13053" cy="646266"/>
            </a:xfrm>
            <a:prstGeom prst="straightConnector1">
              <a:avLst/>
            </a:prstGeom>
            <a:ln w="44450" cmpd="sng">
              <a:solidFill>
                <a:schemeClr val="accent1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9F62C55-87A1-47A5-B1B6-1EF65CA5C349}"/>
                </a:ext>
              </a:extLst>
            </p:cNvPr>
            <p:cNvSpPr/>
            <p:nvPr/>
          </p:nvSpPr>
          <p:spPr>
            <a:xfrm>
              <a:off x="3063069" y="2604246"/>
              <a:ext cx="403021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D496EF4-AE3A-4A09-8399-B7B280F923AA}"/>
                </a:ext>
              </a:extLst>
            </p:cNvPr>
            <p:cNvSpPr/>
            <p:nvPr/>
          </p:nvSpPr>
          <p:spPr>
            <a:xfrm flipH="1">
              <a:off x="2328370" y="2601150"/>
              <a:ext cx="503663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47FE2A1-783D-44D2-ADB9-AD8F90BD0C4B}"/>
              </a:ext>
            </a:extLst>
          </p:cNvPr>
          <p:cNvGrpSpPr/>
          <p:nvPr/>
        </p:nvGrpSpPr>
        <p:grpSpPr>
          <a:xfrm>
            <a:off x="4759214" y="3239716"/>
            <a:ext cx="2181386" cy="2047050"/>
            <a:chOff x="2403667" y="2601150"/>
            <a:chExt cx="2181386" cy="2047050"/>
          </a:xfrm>
        </p:grpSpPr>
        <p:sp>
          <p:nvSpPr>
            <p:cNvPr id="30" name="Flowchart: Delay 29">
              <a:extLst>
                <a:ext uri="{FF2B5EF4-FFF2-40B4-BE49-F238E27FC236}">
                  <a16:creationId xmlns:a16="http://schemas.microsoft.com/office/drawing/2014/main" id="{8C55D6A4-9B8F-4730-B8E4-9BD849343986}"/>
                </a:ext>
              </a:extLst>
            </p:cNvPr>
            <p:cNvSpPr/>
            <p:nvPr/>
          </p:nvSpPr>
          <p:spPr>
            <a:xfrm rot="5400000">
              <a:off x="3194403" y="3220884"/>
              <a:ext cx="723900" cy="838200"/>
            </a:xfrm>
            <a:prstGeom prst="flowChartDelay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80DC62A-05A9-406C-AD3E-FF8427CD773A}"/>
                </a:ext>
              </a:extLst>
            </p:cNvPr>
            <p:cNvSpPr txBox="1"/>
            <p:nvPr/>
          </p:nvSpPr>
          <p:spPr>
            <a:xfrm>
              <a:off x="3137253" y="3316431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min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866705E-5ACE-4184-92C2-2F0250825709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H="1">
              <a:off x="3543300" y="4001934"/>
              <a:ext cx="13053" cy="646266"/>
            </a:xfrm>
            <a:prstGeom prst="straightConnector1">
              <a:avLst/>
            </a:prstGeom>
            <a:ln w="44450" cmpd="sng">
              <a:solidFill>
                <a:schemeClr val="accent1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4EA3FE4-2A89-4713-8295-168DBB5F9A27}"/>
                </a:ext>
              </a:extLst>
            </p:cNvPr>
            <p:cNvSpPr/>
            <p:nvPr/>
          </p:nvSpPr>
          <p:spPr>
            <a:xfrm>
              <a:off x="3699570" y="2604246"/>
              <a:ext cx="454380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A13BDD-4805-409D-BC35-760EC8137815}"/>
                </a:ext>
              </a:extLst>
            </p:cNvPr>
            <p:cNvSpPr/>
            <p:nvPr/>
          </p:nvSpPr>
          <p:spPr>
            <a:xfrm flipH="1">
              <a:off x="2403667" y="2601150"/>
              <a:ext cx="1025333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93CE3DB-25C0-4F8A-B5D6-BCE4B42FCF95}"/>
              </a:ext>
            </a:extLst>
          </p:cNvPr>
          <p:cNvGrpSpPr/>
          <p:nvPr/>
        </p:nvGrpSpPr>
        <p:grpSpPr>
          <a:xfrm>
            <a:off x="5462957" y="3239716"/>
            <a:ext cx="1970189" cy="2047050"/>
            <a:chOff x="2614864" y="2601150"/>
            <a:chExt cx="1970189" cy="2047050"/>
          </a:xfrm>
        </p:grpSpPr>
        <p:sp>
          <p:nvSpPr>
            <p:cNvPr id="36" name="Flowchart: Delay 35">
              <a:extLst>
                <a:ext uri="{FF2B5EF4-FFF2-40B4-BE49-F238E27FC236}">
                  <a16:creationId xmlns:a16="http://schemas.microsoft.com/office/drawing/2014/main" id="{4FF0F39E-8E3F-4900-86D7-A13B8C87286A}"/>
                </a:ext>
              </a:extLst>
            </p:cNvPr>
            <p:cNvSpPr/>
            <p:nvPr/>
          </p:nvSpPr>
          <p:spPr>
            <a:xfrm rot="5400000">
              <a:off x="3194403" y="3220884"/>
              <a:ext cx="723900" cy="838200"/>
            </a:xfrm>
            <a:prstGeom prst="flowChartDelay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DF79546-C639-4FBB-A0C0-DE537B047F72}"/>
                </a:ext>
              </a:extLst>
            </p:cNvPr>
            <p:cNvSpPr txBox="1"/>
            <p:nvPr/>
          </p:nvSpPr>
          <p:spPr>
            <a:xfrm>
              <a:off x="3137253" y="3316431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min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9A96964-5CCD-495D-89B5-0D9FF8B2218D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3543300" y="4001934"/>
              <a:ext cx="13053" cy="646266"/>
            </a:xfrm>
            <a:prstGeom prst="straightConnector1">
              <a:avLst/>
            </a:prstGeom>
            <a:ln w="44450" cmpd="sng">
              <a:solidFill>
                <a:schemeClr val="accent1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56AC492-949A-4F03-8971-B0AE66D26BA0}"/>
                </a:ext>
              </a:extLst>
            </p:cNvPr>
            <p:cNvSpPr/>
            <p:nvPr/>
          </p:nvSpPr>
          <p:spPr>
            <a:xfrm>
              <a:off x="3699570" y="2604246"/>
              <a:ext cx="51925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BC39174-D9CB-419B-8F6A-A030045A5746}"/>
                </a:ext>
              </a:extLst>
            </p:cNvPr>
            <p:cNvSpPr/>
            <p:nvPr/>
          </p:nvSpPr>
          <p:spPr>
            <a:xfrm flipH="1">
              <a:off x="2614864" y="2601150"/>
              <a:ext cx="814134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2DD69D-2D30-484E-A57F-239D39EB3472}"/>
              </a:ext>
            </a:extLst>
          </p:cNvPr>
          <p:cNvSpPr txBox="1"/>
          <p:nvPr/>
        </p:nvSpPr>
        <p:spPr>
          <a:xfrm flipH="1">
            <a:off x="544909" y="2161596"/>
            <a:ext cx="176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count=0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FFEE7BC-F04D-4CFC-862D-BA75C0F38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781496"/>
              </p:ext>
            </p:extLst>
          </p:nvPr>
        </p:nvGraphicFramePr>
        <p:xfrm>
          <a:off x="3891755" y="5330145"/>
          <a:ext cx="4551592" cy="548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949">
                  <a:extLst>
                    <a:ext uri="{9D8B030D-6E8A-4147-A177-3AD203B41FA5}">
                      <a16:colId xmlns:a16="http://schemas.microsoft.com/office/drawing/2014/main" val="1012799258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206825775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2826411209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405829370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8422797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1129631151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73862877"/>
                    </a:ext>
                  </a:extLst>
                </a:gridCol>
                <a:gridCol w="568949">
                  <a:extLst>
                    <a:ext uri="{9D8B030D-6E8A-4147-A177-3AD203B41FA5}">
                      <a16:colId xmlns:a16="http://schemas.microsoft.com/office/drawing/2014/main" val="3489123799"/>
                    </a:ext>
                  </a:extLst>
                </a:gridCol>
              </a:tblGrid>
              <a:tr h="5485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15196"/>
                  </a:ext>
                </a:extLst>
              </a:tr>
            </a:tbl>
          </a:graphicData>
        </a:graphic>
      </p:graphicFrame>
      <p:grpSp>
        <p:nvGrpSpPr>
          <p:cNvPr id="43" name="Group 42">
            <a:extLst>
              <a:ext uri="{FF2B5EF4-FFF2-40B4-BE49-F238E27FC236}">
                <a16:creationId xmlns:a16="http://schemas.microsoft.com/office/drawing/2014/main" id="{54089137-624D-46B9-B268-2BABFF1DCE2F}"/>
              </a:ext>
            </a:extLst>
          </p:cNvPr>
          <p:cNvGrpSpPr/>
          <p:nvPr/>
        </p:nvGrpSpPr>
        <p:grpSpPr>
          <a:xfrm>
            <a:off x="5394020" y="3237646"/>
            <a:ext cx="2714221" cy="2047050"/>
            <a:chOff x="1870832" y="2601150"/>
            <a:chExt cx="2714221" cy="2047050"/>
          </a:xfrm>
        </p:grpSpPr>
        <p:sp>
          <p:nvSpPr>
            <p:cNvPr id="44" name="Flowchart: Delay 43">
              <a:extLst>
                <a:ext uri="{FF2B5EF4-FFF2-40B4-BE49-F238E27FC236}">
                  <a16:creationId xmlns:a16="http://schemas.microsoft.com/office/drawing/2014/main" id="{9D4DB2D1-9BB7-4ACD-B931-D3BD496DF964}"/>
                </a:ext>
              </a:extLst>
            </p:cNvPr>
            <p:cNvSpPr/>
            <p:nvPr/>
          </p:nvSpPr>
          <p:spPr>
            <a:xfrm rot="5400000">
              <a:off x="3194403" y="3220884"/>
              <a:ext cx="723900" cy="838200"/>
            </a:xfrm>
            <a:prstGeom prst="flowChartDelay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56448F4-0282-4BAA-B8E4-75752C8AB93C}"/>
                </a:ext>
              </a:extLst>
            </p:cNvPr>
            <p:cNvSpPr txBox="1"/>
            <p:nvPr/>
          </p:nvSpPr>
          <p:spPr>
            <a:xfrm>
              <a:off x="3137253" y="3316431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min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5ED87B3-6DC9-43B0-B5DF-66B7680D183E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 flipH="1">
              <a:off x="3543300" y="4001934"/>
              <a:ext cx="13053" cy="646266"/>
            </a:xfrm>
            <a:prstGeom prst="straightConnector1">
              <a:avLst/>
            </a:prstGeom>
            <a:ln w="44450" cmpd="sng">
              <a:solidFill>
                <a:schemeClr val="accent1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3B67B49-CEDC-428F-B869-2570B122A69D}"/>
                </a:ext>
              </a:extLst>
            </p:cNvPr>
            <p:cNvSpPr/>
            <p:nvPr/>
          </p:nvSpPr>
          <p:spPr>
            <a:xfrm>
              <a:off x="3568748" y="2604246"/>
              <a:ext cx="189692" cy="691715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E8DC512-F3AB-459A-8009-B458D858D04C}"/>
                </a:ext>
              </a:extLst>
            </p:cNvPr>
            <p:cNvSpPr/>
            <p:nvPr/>
          </p:nvSpPr>
          <p:spPr>
            <a:xfrm flipH="1">
              <a:off x="1870832" y="2601150"/>
              <a:ext cx="1558166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C2C5D83-57E9-4D50-81ED-FD5FBF403210}"/>
              </a:ext>
            </a:extLst>
          </p:cNvPr>
          <p:cNvGrpSpPr/>
          <p:nvPr/>
        </p:nvGrpSpPr>
        <p:grpSpPr>
          <a:xfrm>
            <a:off x="5381912" y="3269334"/>
            <a:ext cx="3278951" cy="2047050"/>
            <a:chOff x="1306102" y="2601150"/>
            <a:chExt cx="3278951" cy="2047050"/>
          </a:xfrm>
        </p:grpSpPr>
        <p:sp>
          <p:nvSpPr>
            <p:cNvPr id="56" name="Flowchart: Delay 55">
              <a:extLst>
                <a:ext uri="{FF2B5EF4-FFF2-40B4-BE49-F238E27FC236}">
                  <a16:creationId xmlns:a16="http://schemas.microsoft.com/office/drawing/2014/main" id="{CAB81FA0-E60D-4AFC-820B-FB573114ED4F}"/>
                </a:ext>
              </a:extLst>
            </p:cNvPr>
            <p:cNvSpPr/>
            <p:nvPr/>
          </p:nvSpPr>
          <p:spPr>
            <a:xfrm rot="5400000">
              <a:off x="3194403" y="3220884"/>
              <a:ext cx="723900" cy="838200"/>
            </a:xfrm>
            <a:prstGeom prst="flowChartDelay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80177D8-9210-4A0E-97A2-D187243880A1}"/>
                </a:ext>
              </a:extLst>
            </p:cNvPr>
            <p:cNvSpPr txBox="1"/>
            <p:nvPr/>
          </p:nvSpPr>
          <p:spPr>
            <a:xfrm>
              <a:off x="3137253" y="3316431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min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8324914-D31C-4AD7-88E7-7DDBC55D0327}"/>
                </a:ext>
              </a:extLst>
            </p:cNvPr>
            <p:cNvCxnSpPr>
              <a:cxnSpLocks/>
              <a:stCxn id="56" idx="3"/>
            </p:cNvCxnSpPr>
            <p:nvPr/>
          </p:nvCxnSpPr>
          <p:spPr>
            <a:xfrm flipH="1">
              <a:off x="3543300" y="4001934"/>
              <a:ext cx="13053" cy="646266"/>
            </a:xfrm>
            <a:prstGeom prst="straightConnector1">
              <a:avLst/>
            </a:prstGeom>
            <a:ln w="44450" cmpd="sng">
              <a:solidFill>
                <a:schemeClr val="accent1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4D4A364-2A3D-413C-BCC6-66973C8E3D0A}"/>
                </a:ext>
              </a:extLst>
            </p:cNvPr>
            <p:cNvSpPr/>
            <p:nvPr/>
          </p:nvSpPr>
          <p:spPr>
            <a:xfrm>
              <a:off x="3517245" y="2604465"/>
              <a:ext cx="187014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E05050F-69DE-401F-AF37-7BB8E863FB56}"/>
                </a:ext>
              </a:extLst>
            </p:cNvPr>
            <p:cNvSpPr/>
            <p:nvPr/>
          </p:nvSpPr>
          <p:spPr>
            <a:xfrm flipH="1">
              <a:off x="1306102" y="2601150"/>
              <a:ext cx="2122895" cy="698739"/>
            </a:xfrm>
            <a:custGeom>
              <a:avLst/>
              <a:gdLst>
                <a:gd name="connsiteX0" fmla="*/ 3079630 w 3079630"/>
                <a:gd name="connsiteY0" fmla="*/ 0 h 698739"/>
                <a:gd name="connsiteX1" fmla="*/ 3079630 w 3079630"/>
                <a:gd name="connsiteY1" fmla="*/ 327803 h 698739"/>
                <a:gd name="connsiteX2" fmla="*/ 0 w 3079630"/>
                <a:gd name="connsiteY2" fmla="*/ 327803 h 698739"/>
                <a:gd name="connsiteX3" fmla="*/ 8626 w 3079630"/>
                <a:gd name="connsiteY3" fmla="*/ 698739 h 698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9630" h="698739">
                  <a:moveTo>
                    <a:pt x="3079630" y="0"/>
                  </a:moveTo>
                  <a:lnTo>
                    <a:pt x="3079630" y="327803"/>
                  </a:lnTo>
                  <a:lnTo>
                    <a:pt x="0" y="327803"/>
                  </a:lnTo>
                  <a:lnTo>
                    <a:pt x="8626" y="698739"/>
                  </a:lnTo>
                </a:path>
              </a:pathLst>
            </a:custGeom>
            <a:noFill/>
            <a:ln w="41275" cmpd="sng">
              <a:headEnd type="none"/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5FFEE46-309F-41D7-93DF-B80F0BDB6997}"/>
              </a:ext>
            </a:extLst>
          </p:cNvPr>
          <p:cNvSpPr txBox="1"/>
          <p:nvPr/>
        </p:nvSpPr>
        <p:spPr>
          <a:xfrm>
            <a:off x="4002742" y="5403351"/>
            <a:ext cx="646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CFC92F8-9F85-4A50-9604-BE2F68A2A7C7}"/>
              </a:ext>
            </a:extLst>
          </p:cNvPr>
          <p:cNvSpPr txBox="1"/>
          <p:nvPr/>
        </p:nvSpPr>
        <p:spPr>
          <a:xfrm>
            <a:off x="4601841" y="5403351"/>
            <a:ext cx="646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4C26C3-C3F2-41E8-880E-4C80380F572F}"/>
              </a:ext>
            </a:extLst>
          </p:cNvPr>
          <p:cNvSpPr txBox="1"/>
          <p:nvPr/>
        </p:nvSpPr>
        <p:spPr>
          <a:xfrm>
            <a:off x="5156936" y="5377751"/>
            <a:ext cx="646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A893CA-8EA3-4B6E-A7B5-218F7762997D}"/>
              </a:ext>
            </a:extLst>
          </p:cNvPr>
          <p:cNvSpPr txBox="1"/>
          <p:nvPr/>
        </p:nvSpPr>
        <p:spPr>
          <a:xfrm flipH="1">
            <a:off x="5697807" y="5401190"/>
            <a:ext cx="633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7</a:t>
            </a: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5FCF34-5063-4E0F-8A8A-E09BD784379B}"/>
              </a:ext>
            </a:extLst>
          </p:cNvPr>
          <p:cNvSpPr txBox="1"/>
          <p:nvPr/>
        </p:nvSpPr>
        <p:spPr>
          <a:xfrm>
            <a:off x="6305939" y="5381710"/>
            <a:ext cx="646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2067D0-CC0B-46F3-BAAC-B540432A1FE0}"/>
              </a:ext>
            </a:extLst>
          </p:cNvPr>
          <p:cNvSpPr txBox="1"/>
          <p:nvPr/>
        </p:nvSpPr>
        <p:spPr>
          <a:xfrm>
            <a:off x="6889939" y="5386347"/>
            <a:ext cx="646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137840-E526-41B9-B8BD-6FDF382E6814}"/>
              </a:ext>
            </a:extLst>
          </p:cNvPr>
          <p:cNvSpPr txBox="1"/>
          <p:nvPr/>
        </p:nvSpPr>
        <p:spPr>
          <a:xfrm flipH="1">
            <a:off x="7331069" y="5397535"/>
            <a:ext cx="633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13</a:t>
            </a: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FA3CF9-5C54-4563-B194-B278F9B91ABA}"/>
              </a:ext>
            </a:extLst>
          </p:cNvPr>
          <p:cNvSpPr txBox="1"/>
          <p:nvPr/>
        </p:nvSpPr>
        <p:spPr>
          <a:xfrm flipH="1">
            <a:off x="7947796" y="5383141"/>
            <a:ext cx="633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17</a:t>
            </a: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Left Brace 69">
            <a:extLst>
              <a:ext uri="{FF2B5EF4-FFF2-40B4-BE49-F238E27FC236}">
                <a16:creationId xmlns:a16="http://schemas.microsoft.com/office/drawing/2014/main" id="{D005B3F3-32D9-4C91-A745-D3CB460FFDD8}"/>
              </a:ext>
            </a:extLst>
          </p:cNvPr>
          <p:cNvSpPr/>
          <p:nvPr/>
        </p:nvSpPr>
        <p:spPr>
          <a:xfrm rot="5400000">
            <a:off x="5019583" y="1739338"/>
            <a:ext cx="237030" cy="978219"/>
          </a:xfrm>
          <a:prstGeom prst="leftBrace">
            <a:avLst>
              <a:gd name="adj1" fmla="val 68853"/>
              <a:gd name="adj2" fmla="val 50000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5F44AE-EC49-421F-A84D-2A16441C60FC}"/>
              </a:ext>
            </a:extLst>
          </p:cNvPr>
          <p:cNvSpPr txBox="1"/>
          <p:nvPr/>
        </p:nvSpPr>
        <p:spPr>
          <a:xfrm>
            <a:off x="3417749" y="181287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788E712-B9D7-4626-9639-4F1987D20B90}"/>
              </a:ext>
            </a:extLst>
          </p:cNvPr>
          <p:cNvCxnSpPr/>
          <p:nvPr/>
        </p:nvCxnSpPr>
        <p:spPr>
          <a:xfrm>
            <a:off x="3384095" y="2109932"/>
            <a:ext cx="415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35D0535-6644-48AE-A3DD-2562C0B0164E}"/>
              </a:ext>
            </a:extLst>
          </p:cNvPr>
          <p:cNvSpPr txBox="1"/>
          <p:nvPr/>
        </p:nvSpPr>
        <p:spPr>
          <a:xfrm>
            <a:off x="5744389" y="1762070"/>
            <a:ext cx="38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2CC7D51-446F-494C-9E23-C04DC0C795A2}"/>
              </a:ext>
            </a:extLst>
          </p:cNvPr>
          <p:cNvCxnSpPr/>
          <p:nvPr/>
        </p:nvCxnSpPr>
        <p:spPr>
          <a:xfrm>
            <a:off x="5710735" y="2079452"/>
            <a:ext cx="415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376CADB-C945-428E-93BE-12F19F749D97}"/>
              </a:ext>
            </a:extLst>
          </p:cNvPr>
          <p:cNvSpPr txBox="1"/>
          <p:nvPr/>
        </p:nvSpPr>
        <p:spPr>
          <a:xfrm flipH="1">
            <a:off x="544909" y="2675782"/>
            <a:ext cx="258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count+=mid-i+1=2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B4A47D-0A87-4339-B708-DE2477703BFD}"/>
              </a:ext>
            </a:extLst>
          </p:cNvPr>
          <p:cNvSpPr txBox="1"/>
          <p:nvPr/>
        </p:nvSpPr>
        <p:spPr>
          <a:xfrm flipH="1">
            <a:off x="552008" y="3234701"/>
            <a:ext cx="258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count+=mid-i+1=3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183C139-B5CB-414C-8442-DC88AC40D46C}"/>
              </a:ext>
            </a:extLst>
          </p:cNvPr>
          <p:cNvSpPr txBox="1"/>
          <p:nvPr/>
        </p:nvSpPr>
        <p:spPr>
          <a:xfrm flipH="1">
            <a:off x="541601" y="3905917"/>
            <a:ext cx="258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count+=mid-i+1=4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929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1" grpId="0"/>
      <p:bldP spid="62" grpId="0"/>
      <p:bldP spid="63" grpId="0"/>
      <p:bldP spid="65" grpId="0"/>
      <p:bldP spid="66" grpId="0"/>
      <p:bldP spid="68" grpId="0"/>
      <p:bldP spid="69" grpId="0"/>
      <p:bldP spid="70" grpId="0" animBg="1"/>
      <p:bldP spid="70" grpId="1" animBg="1"/>
      <p:bldP spid="76" grpId="0"/>
      <p:bldP spid="77" grpId="0"/>
      <p:bldP spid="7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Straight Connector 108"/>
          <p:cNvCxnSpPr/>
          <p:nvPr/>
        </p:nvCxnSpPr>
        <p:spPr>
          <a:xfrm>
            <a:off x="3657600" y="3505200"/>
            <a:ext cx="1371600" cy="990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rot="10800000" flipV="1">
            <a:off x="2590800" y="3352800"/>
            <a:ext cx="1219200" cy="914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9D261-7067-4A92-936C-082C768DF76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32/34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24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91248" y="15240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17</a:t>
            </a:r>
            <a:endParaRPr lang="en-US" sz="1200" dirty="0"/>
          </a:p>
        </p:txBody>
      </p:sp>
      <p:sp>
        <p:nvSpPr>
          <p:cNvPr id="30" name="Rectangle 29"/>
          <p:cNvSpPr/>
          <p:nvPr/>
        </p:nvSpPr>
        <p:spPr>
          <a:xfrm>
            <a:off x="46482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3340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0198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766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7056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37869" y="15240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32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4709469" y="15240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12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395269" y="15240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19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081069" y="15240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45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6766869" y="15240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16</a:t>
            </a: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73914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772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52669" y="15240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22</a:t>
            </a:r>
            <a:endParaRPr 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8138469" y="15240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26</a:t>
            </a:r>
            <a:endParaRPr lang="en-US" sz="1200" dirty="0"/>
          </a:p>
        </p:txBody>
      </p:sp>
      <p:sp>
        <p:nvSpPr>
          <p:cNvPr id="45" name="Rectangle 44"/>
          <p:cNvSpPr/>
          <p:nvPr/>
        </p:nvSpPr>
        <p:spPr>
          <a:xfrm>
            <a:off x="29718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100648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17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36576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3434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2860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3472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32</a:t>
            </a:r>
            <a:endParaRPr lang="en-US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37188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12</a:t>
            </a:r>
            <a:endParaRPr 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44046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19</a:t>
            </a:r>
            <a:endParaRPr lang="en-US" sz="1200" dirty="0"/>
          </a:p>
        </p:txBody>
      </p:sp>
      <p:sp>
        <p:nvSpPr>
          <p:cNvPr id="61" name="Rectangle 60"/>
          <p:cNvSpPr/>
          <p:nvPr/>
        </p:nvSpPr>
        <p:spPr>
          <a:xfrm>
            <a:off x="2590800" y="42672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719648" y="44196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17</a:t>
            </a:r>
            <a:endParaRPr lang="en-US" sz="1200" dirty="0"/>
          </a:p>
        </p:txBody>
      </p:sp>
      <p:sp>
        <p:nvSpPr>
          <p:cNvPr id="63" name="Rectangle 62"/>
          <p:cNvSpPr/>
          <p:nvPr/>
        </p:nvSpPr>
        <p:spPr>
          <a:xfrm>
            <a:off x="41910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8768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905000" y="42672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966269" y="44196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32</a:t>
            </a:r>
            <a:endParaRPr lang="en-US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42522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12</a:t>
            </a:r>
            <a:endParaRPr 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49380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19</a:t>
            </a:r>
            <a:endParaRPr lang="en-US" sz="1200" dirty="0"/>
          </a:p>
        </p:txBody>
      </p:sp>
      <p:sp>
        <p:nvSpPr>
          <p:cNvPr id="77" name="Rectangle 76"/>
          <p:cNvSpPr/>
          <p:nvPr/>
        </p:nvSpPr>
        <p:spPr>
          <a:xfrm>
            <a:off x="27432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872048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17</a:t>
            </a:r>
            <a:endParaRPr lang="en-US" sz="1200" dirty="0"/>
          </a:p>
        </p:txBody>
      </p:sp>
      <p:sp>
        <p:nvSpPr>
          <p:cNvPr id="82" name="Rectangle 81"/>
          <p:cNvSpPr/>
          <p:nvPr/>
        </p:nvSpPr>
        <p:spPr>
          <a:xfrm>
            <a:off x="16002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661469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32</a:t>
            </a:r>
            <a:endParaRPr lang="en-US" sz="1200" dirty="0"/>
          </a:p>
        </p:txBody>
      </p:sp>
      <p:cxnSp>
        <p:nvCxnSpPr>
          <p:cNvPr id="95" name="Straight Connector 94"/>
          <p:cNvCxnSpPr/>
          <p:nvPr/>
        </p:nvCxnSpPr>
        <p:spPr>
          <a:xfrm rot="10800000" flipV="1">
            <a:off x="3657600" y="2057400"/>
            <a:ext cx="2362200" cy="76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82" idx="0"/>
          </p:cNvCxnSpPr>
          <p:nvPr/>
        </p:nvCxnSpPr>
        <p:spPr>
          <a:xfrm rot="5400000">
            <a:off x="1924050" y="4972050"/>
            <a:ext cx="685800" cy="6477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6019800" y="2057400"/>
            <a:ext cx="2514600" cy="76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endCxn id="77" idx="0"/>
          </p:cNvCxnSpPr>
          <p:nvPr/>
        </p:nvCxnSpPr>
        <p:spPr>
          <a:xfrm rot="16200000" flipH="1">
            <a:off x="2495550" y="5048250"/>
            <a:ext cx="685800" cy="4953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1946" y="151395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52600" y="2992382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1473756" y="446085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3789928" y="450746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1726198" y="6319449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2900111" y="636221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3</a:t>
            </a:r>
            <a:endParaRPr 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833D8B3-4A93-4D51-A7D9-D0CC6B59C4BA}"/>
              </a:ext>
            </a:extLst>
          </p:cNvPr>
          <p:cNvCxnSpPr/>
          <p:nvPr/>
        </p:nvCxnSpPr>
        <p:spPr>
          <a:xfrm rot="10800000" flipV="1">
            <a:off x="7239000" y="3352800"/>
            <a:ext cx="1447800" cy="1066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C5B0E97-1E96-4C3D-A8A9-698FE9421DF9}"/>
              </a:ext>
            </a:extLst>
          </p:cNvPr>
          <p:cNvCxnSpPr/>
          <p:nvPr/>
        </p:nvCxnSpPr>
        <p:spPr>
          <a:xfrm>
            <a:off x="8534400" y="3505200"/>
            <a:ext cx="990600" cy="838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2299E79-A5D7-4B8F-89C5-1D6D0FE3271A}"/>
              </a:ext>
            </a:extLst>
          </p:cNvPr>
          <p:cNvCxnSpPr/>
          <p:nvPr/>
        </p:nvCxnSpPr>
        <p:spPr>
          <a:xfrm rot="5400000">
            <a:off x="6686550" y="4972050"/>
            <a:ext cx="685800" cy="6477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47498839-0E23-4606-A03C-0B77F0271AE9}"/>
              </a:ext>
            </a:extLst>
          </p:cNvPr>
          <p:cNvSpPr/>
          <p:nvPr/>
        </p:nvSpPr>
        <p:spPr>
          <a:xfrm>
            <a:off x="66294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68E8E2F-38C9-49BF-BF14-F9728AA1831C}"/>
              </a:ext>
            </a:extLst>
          </p:cNvPr>
          <p:cNvSpPr/>
          <p:nvPr/>
        </p:nvSpPr>
        <p:spPr>
          <a:xfrm>
            <a:off x="73152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07F37F7-B6D6-485C-896E-1A8ECFC0181E}"/>
              </a:ext>
            </a:extLst>
          </p:cNvPr>
          <p:cNvSpPr txBox="1"/>
          <p:nvPr/>
        </p:nvSpPr>
        <p:spPr>
          <a:xfrm>
            <a:off x="66906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45</a:t>
            </a:r>
            <a:endParaRPr lang="en-US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D931D9E-6252-4A09-834C-150894F28B42}"/>
              </a:ext>
            </a:extLst>
          </p:cNvPr>
          <p:cNvSpPr txBox="1"/>
          <p:nvPr/>
        </p:nvSpPr>
        <p:spPr>
          <a:xfrm>
            <a:off x="73764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16</a:t>
            </a:r>
            <a:endParaRPr lang="en-US" sz="12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AE0EE2A-B043-4570-B285-FB83B8BF0724}"/>
              </a:ext>
            </a:extLst>
          </p:cNvPr>
          <p:cNvSpPr/>
          <p:nvPr/>
        </p:nvSpPr>
        <p:spPr>
          <a:xfrm>
            <a:off x="88392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DA58EA5-8561-4085-8C2F-523153DB5439}"/>
              </a:ext>
            </a:extLst>
          </p:cNvPr>
          <p:cNvSpPr/>
          <p:nvPr/>
        </p:nvSpPr>
        <p:spPr>
          <a:xfrm>
            <a:off x="95250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12B3CB-0032-4DB1-AA4E-24180821BD67}"/>
              </a:ext>
            </a:extLst>
          </p:cNvPr>
          <p:cNvSpPr txBox="1"/>
          <p:nvPr/>
        </p:nvSpPr>
        <p:spPr>
          <a:xfrm>
            <a:off x="89004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22</a:t>
            </a:r>
            <a:endParaRPr lang="en-US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5BDFBB7-87F6-4ED1-B8AF-7B11CFD16D32}"/>
              </a:ext>
            </a:extLst>
          </p:cNvPr>
          <p:cNvSpPr txBox="1"/>
          <p:nvPr/>
        </p:nvSpPr>
        <p:spPr>
          <a:xfrm>
            <a:off x="95862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26</a:t>
            </a:r>
            <a:endParaRPr lang="en-US" sz="1200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0D70BC4-94F7-4963-BA4A-2E34C5D3B2C6}"/>
              </a:ext>
            </a:extLst>
          </p:cNvPr>
          <p:cNvSpPr/>
          <p:nvPr/>
        </p:nvSpPr>
        <p:spPr>
          <a:xfrm>
            <a:off x="64008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E2FB68E-884A-4A45-A396-A1C6F958505C}"/>
              </a:ext>
            </a:extLst>
          </p:cNvPr>
          <p:cNvSpPr/>
          <p:nvPr/>
        </p:nvSpPr>
        <p:spPr>
          <a:xfrm>
            <a:off x="75438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1593EF4-F3C6-4235-903F-09F61A96D5C9}"/>
              </a:ext>
            </a:extLst>
          </p:cNvPr>
          <p:cNvSpPr txBox="1"/>
          <p:nvPr/>
        </p:nvSpPr>
        <p:spPr>
          <a:xfrm>
            <a:off x="6462069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45</a:t>
            </a:r>
            <a:endParaRPr lang="en-US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9625EDC-1E20-42F8-8348-7BAC9C00C855}"/>
              </a:ext>
            </a:extLst>
          </p:cNvPr>
          <p:cNvSpPr txBox="1"/>
          <p:nvPr/>
        </p:nvSpPr>
        <p:spPr>
          <a:xfrm>
            <a:off x="7605069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16</a:t>
            </a:r>
            <a:endParaRPr lang="en-US" sz="12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D6774BF-9A71-4E7B-A419-98177932EE6B}"/>
              </a:ext>
            </a:extLst>
          </p:cNvPr>
          <p:cNvSpPr/>
          <p:nvPr/>
        </p:nvSpPr>
        <p:spPr>
          <a:xfrm>
            <a:off x="86868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2D93776-121B-4D62-AE26-0657C476BBC3}"/>
              </a:ext>
            </a:extLst>
          </p:cNvPr>
          <p:cNvSpPr/>
          <p:nvPr/>
        </p:nvSpPr>
        <p:spPr>
          <a:xfrm>
            <a:off x="98298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D0FE831-25AA-44C5-A774-E04D6CFF4DA1}"/>
              </a:ext>
            </a:extLst>
          </p:cNvPr>
          <p:cNvSpPr txBox="1"/>
          <p:nvPr/>
        </p:nvSpPr>
        <p:spPr>
          <a:xfrm>
            <a:off x="8748069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22</a:t>
            </a:r>
            <a:endParaRPr lang="en-US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EFDB639-639A-4070-AB69-6DA9CB5503D3}"/>
              </a:ext>
            </a:extLst>
          </p:cNvPr>
          <p:cNvSpPr txBox="1"/>
          <p:nvPr/>
        </p:nvSpPr>
        <p:spPr>
          <a:xfrm>
            <a:off x="9891069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26</a:t>
            </a:r>
            <a:endParaRPr lang="en-US" sz="1200" dirty="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E3DB73A-D4CB-4247-BFDB-9440AD53A01F}"/>
              </a:ext>
            </a:extLst>
          </p:cNvPr>
          <p:cNvCxnSpPr/>
          <p:nvPr/>
        </p:nvCxnSpPr>
        <p:spPr>
          <a:xfrm rot="5400000">
            <a:off x="8972550" y="5086351"/>
            <a:ext cx="609600" cy="49530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BF0FD3F-B063-4DF7-9A6D-CA113BBEBB95}"/>
              </a:ext>
            </a:extLst>
          </p:cNvPr>
          <p:cNvCxnSpPr>
            <a:endCxn id="92" idx="0"/>
          </p:cNvCxnSpPr>
          <p:nvPr/>
        </p:nvCxnSpPr>
        <p:spPr>
          <a:xfrm rot="16200000" flipH="1">
            <a:off x="7296150" y="5048250"/>
            <a:ext cx="609600" cy="571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7AB5792-02D6-4812-98BF-EAF4D6393932}"/>
              </a:ext>
            </a:extLst>
          </p:cNvPr>
          <p:cNvCxnSpPr>
            <a:endCxn id="102" idx="0"/>
          </p:cNvCxnSpPr>
          <p:nvPr/>
        </p:nvCxnSpPr>
        <p:spPr>
          <a:xfrm>
            <a:off x="9525000" y="5029200"/>
            <a:ext cx="647700" cy="609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1628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8486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2240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45</a:t>
            </a:r>
            <a:endParaRPr lang="en-US" sz="1200" dirty="0"/>
          </a:p>
        </p:txBody>
      </p:sp>
      <p:sp>
        <p:nvSpPr>
          <p:cNvPr id="56" name="TextBox 55"/>
          <p:cNvSpPr txBox="1"/>
          <p:nvPr/>
        </p:nvSpPr>
        <p:spPr>
          <a:xfrm>
            <a:off x="79098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16</a:t>
            </a:r>
            <a:endParaRPr lang="en-US" sz="1200" dirty="0"/>
          </a:p>
        </p:txBody>
      </p:sp>
      <p:sp>
        <p:nvSpPr>
          <p:cNvPr id="57" name="Rectangle 56"/>
          <p:cNvSpPr/>
          <p:nvPr/>
        </p:nvSpPr>
        <p:spPr>
          <a:xfrm>
            <a:off x="85344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2202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5956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22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92814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26</a:t>
            </a:r>
            <a:endParaRPr lang="en-US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6629400" y="297180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B3317B4-FB07-4BF9-B1BD-96B2927FBC00}"/>
              </a:ext>
            </a:extLst>
          </p:cNvPr>
          <p:cNvSpPr/>
          <p:nvPr/>
        </p:nvSpPr>
        <p:spPr>
          <a:xfrm>
            <a:off x="5014653" y="5714999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B7295E6-4708-4F5D-B02E-92285FB56F7B}"/>
              </a:ext>
            </a:extLst>
          </p:cNvPr>
          <p:cNvSpPr txBox="1"/>
          <p:nvPr/>
        </p:nvSpPr>
        <p:spPr>
          <a:xfrm>
            <a:off x="5143501" y="5867400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19</a:t>
            </a:r>
            <a:endParaRPr lang="en-US" sz="12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7537154-209C-4574-A5A5-171AB92B386E}"/>
              </a:ext>
            </a:extLst>
          </p:cNvPr>
          <p:cNvSpPr/>
          <p:nvPr/>
        </p:nvSpPr>
        <p:spPr>
          <a:xfrm>
            <a:off x="3871653" y="5714999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56C4988-545A-4305-94A0-FAF73F3223C9}"/>
              </a:ext>
            </a:extLst>
          </p:cNvPr>
          <p:cNvSpPr txBox="1"/>
          <p:nvPr/>
        </p:nvSpPr>
        <p:spPr>
          <a:xfrm>
            <a:off x="3932922" y="5867400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12</a:t>
            </a:r>
            <a:endParaRPr lang="en-US" sz="1200" dirty="0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CD26024-9297-4DDE-B3EA-52C3E4A0D53D}"/>
              </a:ext>
            </a:extLst>
          </p:cNvPr>
          <p:cNvCxnSpPr>
            <a:endCxn id="121" idx="0"/>
          </p:cNvCxnSpPr>
          <p:nvPr/>
        </p:nvCxnSpPr>
        <p:spPr>
          <a:xfrm rot="5400000">
            <a:off x="4195503" y="5048249"/>
            <a:ext cx="685800" cy="6477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09C2E25-F9FC-411E-AC2F-B79D6A0A0C44}"/>
              </a:ext>
            </a:extLst>
          </p:cNvPr>
          <p:cNvCxnSpPr>
            <a:endCxn id="118" idx="0"/>
          </p:cNvCxnSpPr>
          <p:nvPr/>
        </p:nvCxnSpPr>
        <p:spPr>
          <a:xfrm rot="16200000" flipH="1">
            <a:off x="4767003" y="5124449"/>
            <a:ext cx="685800" cy="4953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3D1CE5F9-3F0C-46B2-8CDA-934A4E72850E}"/>
              </a:ext>
            </a:extLst>
          </p:cNvPr>
          <p:cNvSpPr txBox="1"/>
          <p:nvPr/>
        </p:nvSpPr>
        <p:spPr>
          <a:xfrm>
            <a:off x="3997651" y="6395648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4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704C1D7-6BC9-42E4-B042-CAFD547A0484}"/>
              </a:ext>
            </a:extLst>
          </p:cNvPr>
          <p:cNvSpPr txBox="1"/>
          <p:nvPr/>
        </p:nvSpPr>
        <p:spPr>
          <a:xfrm>
            <a:off x="5171564" y="643841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5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10062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Straight Connector 108"/>
          <p:cNvCxnSpPr/>
          <p:nvPr/>
        </p:nvCxnSpPr>
        <p:spPr>
          <a:xfrm>
            <a:off x="3657600" y="3505200"/>
            <a:ext cx="1371600" cy="990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rot="10800000" flipV="1">
            <a:off x="2590800" y="3352800"/>
            <a:ext cx="1219200" cy="914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9D261-7067-4A92-936C-082C768DF76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33/34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24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482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3340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0198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766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7056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3914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77200" y="13716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9718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100648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17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36576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3434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2860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3472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12</a:t>
            </a:r>
            <a:endParaRPr lang="en-US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37188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19</a:t>
            </a:r>
            <a:endParaRPr 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44046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32</a:t>
            </a:r>
            <a:endParaRPr lang="en-US" sz="1200" dirty="0"/>
          </a:p>
        </p:txBody>
      </p:sp>
      <p:sp>
        <p:nvSpPr>
          <p:cNvPr id="61" name="Rectangle 60"/>
          <p:cNvSpPr/>
          <p:nvPr/>
        </p:nvSpPr>
        <p:spPr>
          <a:xfrm>
            <a:off x="2590800" y="42672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719648" y="44196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32</a:t>
            </a:r>
            <a:endParaRPr lang="en-US" sz="1200" dirty="0"/>
          </a:p>
        </p:txBody>
      </p:sp>
      <p:sp>
        <p:nvSpPr>
          <p:cNvPr id="63" name="Rectangle 62"/>
          <p:cNvSpPr/>
          <p:nvPr/>
        </p:nvSpPr>
        <p:spPr>
          <a:xfrm>
            <a:off x="41910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8768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905000" y="42672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966269" y="44196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17</a:t>
            </a:r>
            <a:endParaRPr lang="en-US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42522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12</a:t>
            </a:r>
            <a:endParaRPr 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49380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19</a:t>
            </a:r>
            <a:endParaRPr lang="en-US" sz="1200" dirty="0"/>
          </a:p>
        </p:txBody>
      </p:sp>
      <p:sp>
        <p:nvSpPr>
          <p:cNvPr id="77" name="Rectangle 76"/>
          <p:cNvSpPr/>
          <p:nvPr/>
        </p:nvSpPr>
        <p:spPr>
          <a:xfrm>
            <a:off x="27432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872048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17</a:t>
            </a:r>
            <a:endParaRPr lang="en-US" sz="1200" dirty="0"/>
          </a:p>
        </p:txBody>
      </p:sp>
      <p:sp>
        <p:nvSpPr>
          <p:cNvPr id="82" name="Rectangle 81"/>
          <p:cNvSpPr/>
          <p:nvPr/>
        </p:nvSpPr>
        <p:spPr>
          <a:xfrm>
            <a:off x="16002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661469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32</a:t>
            </a:r>
            <a:endParaRPr lang="en-US" sz="1200" dirty="0"/>
          </a:p>
        </p:txBody>
      </p:sp>
      <p:cxnSp>
        <p:nvCxnSpPr>
          <p:cNvPr id="95" name="Straight Connector 94"/>
          <p:cNvCxnSpPr/>
          <p:nvPr/>
        </p:nvCxnSpPr>
        <p:spPr>
          <a:xfrm rot="10800000" flipV="1">
            <a:off x="3657600" y="2057400"/>
            <a:ext cx="2362200" cy="76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82" idx="0"/>
          </p:cNvCxnSpPr>
          <p:nvPr/>
        </p:nvCxnSpPr>
        <p:spPr>
          <a:xfrm rot="5400000">
            <a:off x="1924050" y="4972050"/>
            <a:ext cx="685800" cy="6477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6019800" y="2057400"/>
            <a:ext cx="2514600" cy="76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endCxn id="77" idx="0"/>
          </p:cNvCxnSpPr>
          <p:nvPr/>
        </p:nvCxnSpPr>
        <p:spPr>
          <a:xfrm rot="16200000" flipH="1">
            <a:off x="2495550" y="5048250"/>
            <a:ext cx="685800" cy="4953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1946" y="151395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52600" y="2992382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1473756" y="4460853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3789928" y="4507468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1726198" y="6319449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2900111" y="636221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3</a:t>
            </a:r>
            <a:endParaRPr 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833D8B3-4A93-4D51-A7D9-D0CC6B59C4BA}"/>
              </a:ext>
            </a:extLst>
          </p:cNvPr>
          <p:cNvCxnSpPr/>
          <p:nvPr/>
        </p:nvCxnSpPr>
        <p:spPr>
          <a:xfrm rot="10800000" flipV="1">
            <a:off x="7239000" y="3352800"/>
            <a:ext cx="1447800" cy="1066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C5B0E97-1E96-4C3D-A8A9-698FE9421DF9}"/>
              </a:ext>
            </a:extLst>
          </p:cNvPr>
          <p:cNvCxnSpPr/>
          <p:nvPr/>
        </p:nvCxnSpPr>
        <p:spPr>
          <a:xfrm>
            <a:off x="8534400" y="3505200"/>
            <a:ext cx="990600" cy="838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2299E79-A5D7-4B8F-89C5-1D6D0FE3271A}"/>
              </a:ext>
            </a:extLst>
          </p:cNvPr>
          <p:cNvCxnSpPr/>
          <p:nvPr/>
        </p:nvCxnSpPr>
        <p:spPr>
          <a:xfrm rot="5400000">
            <a:off x="6686550" y="4972050"/>
            <a:ext cx="685800" cy="6477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47498839-0E23-4606-A03C-0B77F0271AE9}"/>
              </a:ext>
            </a:extLst>
          </p:cNvPr>
          <p:cNvSpPr/>
          <p:nvPr/>
        </p:nvSpPr>
        <p:spPr>
          <a:xfrm>
            <a:off x="66294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68E8E2F-38C9-49BF-BF14-F9728AA1831C}"/>
              </a:ext>
            </a:extLst>
          </p:cNvPr>
          <p:cNvSpPr/>
          <p:nvPr/>
        </p:nvSpPr>
        <p:spPr>
          <a:xfrm>
            <a:off x="73152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07F37F7-B6D6-485C-896E-1A8ECFC0181E}"/>
              </a:ext>
            </a:extLst>
          </p:cNvPr>
          <p:cNvSpPr txBox="1"/>
          <p:nvPr/>
        </p:nvSpPr>
        <p:spPr>
          <a:xfrm>
            <a:off x="66906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16</a:t>
            </a:r>
            <a:endParaRPr lang="en-US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D931D9E-6252-4A09-834C-150894F28B42}"/>
              </a:ext>
            </a:extLst>
          </p:cNvPr>
          <p:cNvSpPr txBox="1"/>
          <p:nvPr/>
        </p:nvSpPr>
        <p:spPr>
          <a:xfrm>
            <a:off x="73764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45</a:t>
            </a:r>
            <a:endParaRPr lang="en-US" sz="12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AE0EE2A-B043-4570-B285-FB83B8BF0724}"/>
              </a:ext>
            </a:extLst>
          </p:cNvPr>
          <p:cNvSpPr/>
          <p:nvPr/>
        </p:nvSpPr>
        <p:spPr>
          <a:xfrm>
            <a:off x="88392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DA58EA5-8561-4085-8C2F-523153DB5439}"/>
              </a:ext>
            </a:extLst>
          </p:cNvPr>
          <p:cNvSpPr/>
          <p:nvPr/>
        </p:nvSpPr>
        <p:spPr>
          <a:xfrm>
            <a:off x="9525000" y="4343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12B3CB-0032-4DB1-AA4E-24180821BD67}"/>
              </a:ext>
            </a:extLst>
          </p:cNvPr>
          <p:cNvSpPr txBox="1"/>
          <p:nvPr/>
        </p:nvSpPr>
        <p:spPr>
          <a:xfrm>
            <a:off x="89004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22</a:t>
            </a:r>
            <a:endParaRPr lang="en-US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5BDFBB7-87F6-4ED1-B8AF-7B11CFD16D32}"/>
              </a:ext>
            </a:extLst>
          </p:cNvPr>
          <p:cNvSpPr txBox="1"/>
          <p:nvPr/>
        </p:nvSpPr>
        <p:spPr>
          <a:xfrm>
            <a:off x="9586269" y="4495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26</a:t>
            </a:r>
            <a:endParaRPr lang="en-US" sz="1200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0D70BC4-94F7-4963-BA4A-2E34C5D3B2C6}"/>
              </a:ext>
            </a:extLst>
          </p:cNvPr>
          <p:cNvSpPr/>
          <p:nvPr/>
        </p:nvSpPr>
        <p:spPr>
          <a:xfrm>
            <a:off x="64008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E2FB68E-884A-4A45-A396-A1C6F958505C}"/>
              </a:ext>
            </a:extLst>
          </p:cNvPr>
          <p:cNvSpPr/>
          <p:nvPr/>
        </p:nvSpPr>
        <p:spPr>
          <a:xfrm>
            <a:off x="75438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1593EF4-F3C6-4235-903F-09F61A96D5C9}"/>
              </a:ext>
            </a:extLst>
          </p:cNvPr>
          <p:cNvSpPr txBox="1"/>
          <p:nvPr/>
        </p:nvSpPr>
        <p:spPr>
          <a:xfrm>
            <a:off x="6462069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45</a:t>
            </a:r>
            <a:endParaRPr lang="en-US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9625EDC-1E20-42F8-8348-7BAC9C00C855}"/>
              </a:ext>
            </a:extLst>
          </p:cNvPr>
          <p:cNvSpPr txBox="1"/>
          <p:nvPr/>
        </p:nvSpPr>
        <p:spPr>
          <a:xfrm>
            <a:off x="7605069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16</a:t>
            </a:r>
            <a:endParaRPr lang="en-US" sz="12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D6774BF-9A71-4E7B-A419-98177932EE6B}"/>
              </a:ext>
            </a:extLst>
          </p:cNvPr>
          <p:cNvSpPr/>
          <p:nvPr/>
        </p:nvSpPr>
        <p:spPr>
          <a:xfrm>
            <a:off x="86868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2D93776-121B-4D62-AE26-0657C476BBC3}"/>
              </a:ext>
            </a:extLst>
          </p:cNvPr>
          <p:cNvSpPr/>
          <p:nvPr/>
        </p:nvSpPr>
        <p:spPr>
          <a:xfrm>
            <a:off x="9829800" y="56388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D0FE831-25AA-44C5-A774-E04D6CFF4DA1}"/>
              </a:ext>
            </a:extLst>
          </p:cNvPr>
          <p:cNvSpPr txBox="1"/>
          <p:nvPr/>
        </p:nvSpPr>
        <p:spPr>
          <a:xfrm>
            <a:off x="8748069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22</a:t>
            </a:r>
            <a:endParaRPr lang="en-US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EFDB639-639A-4070-AB69-6DA9CB5503D3}"/>
              </a:ext>
            </a:extLst>
          </p:cNvPr>
          <p:cNvSpPr txBox="1"/>
          <p:nvPr/>
        </p:nvSpPr>
        <p:spPr>
          <a:xfrm>
            <a:off x="9891069" y="57912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26</a:t>
            </a:r>
            <a:endParaRPr lang="en-US" sz="1200" dirty="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E3DB73A-D4CB-4247-BFDB-9440AD53A01F}"/>
              </a:ext>
            </a:extLst>
          </p:cNvPr>
          <p:cNvCxnSpPr/>
          <p:nvPr/>
        </p:nvCxnSpPr>
        <p:spPr>
          <a:xfrm rot="5400000">
            <a:off x="8972550" y="5086351"/>
            <a:ext cx="609600" cy="49530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BF0FD3F-B063-4DF7-9A6D-CA113BBEBB95}"/>
              </a:ext>
            </a:extLst>
          </p:cNvPr>
          <p:cNvCxnSpPr>
            <a:endCxn id="92" idx="0"/>
          </p:cNvCxnSpPr>
          <p:nvPr/>
        </p:nvCxnSpPr>
        <p:spPr>
          <a:xfrm rot="16200000" flipH="1">
            <a:off x="7296150" y="5048250"/>
            <a:ext cx="609600" cy="571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7AB5792-02D6-4812-98BF-EAF4D6393932}"/>
              </a:ext>
            </a:extLst>
          </p:cNvPr>
          <p:cNvCxnSpPr>
            <a:endCxn id="102" idx="0"/>
          </p:cNvCxnSpPr>
          <p:nvPr/>
        </p:nvCxnSpPr>
        <p:spPr>
          <a:xfrm>
            <a:off x="9525000" y="5029200"/>
            <a:ext cx="647700" cy="609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1628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8486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2240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16</a:t>
            </a:r>
            <a:endParaRPr lang="en-US" sz="1200" dirty="0"/>
          </a:p>
        </p:txBody>
      </p:sp>
      <p:sp>
        <p:nvSpPr>
          <p:cNvPr id="56" name="TextBox 55"/>
          <p:cNvSpPr txBox="1"/>
          <p:nvPr/>
        </p:nvSpPr>
        <p:spPr>
          <a:xfrm>
            <a:off x="79098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22</a:t>
            </a:r>
            <a:endParaRPr lang="en-US" sz="1200" dirty="0"/>
          </a:p>
        </p:txBody>
      </p:sp>
      <p:sp>
        <p:nvSpPr>
          <p:cNvPr id="57" name="Rectangle 56"/>
          <p:cNvSpPr/>
          <p:nvPr/>
        </p:nvSpPr>
        <p:spPr>
          <a:xfrm>
            <a:off x="85344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220200" y="2819400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5956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26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9281469" y="2971801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45</a:t>
            </a:r>
            <a:endParaRPr lang="en-US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6629400" y="297180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B3317B4-FB07-4BF9-B1BD-96B2927FBC00}"/>
              </a:ext>
            </a:extLst>
          </p:cNvPr>
          <p:cNvSpPr/>
          <p:nvPr/>
        </p:nvSpPr>
        <p:spPr>
          <a:xfrm>
            <a:off x="5014653" y="5714999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B7295E6-4708-4F5D-B02E-92285FB56F7B}"/>
              </a:ext>
            </a:extLst>
          </p:cNvPr>
          <p:cNvSpPr txBox="1"/>
          <p:nvPr/>
        </p:nvSpPr>
        <p:spPr>
          <a:xfrm>
            <a:off x="5143501" y="5867400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19</a:t>
            </a:r>
            <a:endParaRPr lang="en-US" sz="12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7537154-209C-4574-A5A5-171AB92B386E}"/>
              </a:ext>
            </a:extLst>
          </p:cNvPr>
          <p:cNvSpPr/>
          <p:nvPr/>
        </p:nvSpPr>
        <p:spPr>
          <a:xfrm>
            <a:off x="3871653" y="5714999"/>
            <a:ext cx="685800" cy="685800"/>
          </a:xfrm>
          <a:prstGeom prst="rect">
            <a:avLst/>
          </a:prstGeom>
          <a:solidFill>
            <a:srgbClr val="F5F7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56C4988-545A-4305-94A0-FAF73F3223C9}"/>
              </a:ext>
            </a:extLst>
          </p:cNvPr>
          <p:cNvSpPr txBox="1"/>
          <p:nvPr/>
        </p:nvSpPr>
        <p:spPr>
          <a:xfrm>
            <a:off x="3932922" y="5867400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12</a:t>
            </a:r>
            <a:endParaRPr lang="en-US" sz="1200" dirty="0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CD26024-9297-4DDE-B3EA-52C3E4A0D53D}"/>
              </a:ext>
            </a:extLst>
          </p:cNvPr>
          <p:cNvCxnSpPr>
            <a:endCxn id="121" idx="0"/>
          </p:cNvCxnSpPr>
          <p:nvPr/>
        </p:nvCxnSpPr>
        <p:spPr>
          <a:xfrm rot="5400000">
            <a:off x="4195503" y="5048249"/>
            <a:ext cx="685800" cy="6477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09C2E25-F9FC-411E-AC2F-B79D6A0A0C44}"/>
              </a:ext>
            </a:extLst>
          </p:cNvPr>
          <p:cNvCxnSpPr>
            <a:endCxn id="118" idx="0"/>
          </p:cNvCxnSpPr>
          <p:nvPr/>
        </p:nvCxnSpPr>
        <p:spPr>
          <a:xfrm rot="16200000" flipH="1">
            <a:off x="4767003" y="5124449"/>
            <a:ext cx="685800" cy="4953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3D1CE5F9-3F0C-46B2-8CDA-934A4E72850E}"/>
              </a:ext>
            </a:extLst>
          </p:cNvPr>
          <p:cNvSpPr txBox="1"/>
          <p:nvPr/>
        </p:nvSpPr>
        <p:spPr>
          <a:xfrm>
            <a:off x="3997651" y="6395648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4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704C1D7-6BC9-42E4-B042-CAFD547A0484}"/>
              </a:ext>
            </a:extLst>
          </p:cNvPr>
          <p:cNvSpPr txBox="1"/>
          <p:nvPr/>
        </p:nvSpPr>
        <p:spPr>
          <a:xfrm>
            <a:off x="5171564" y="643841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5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BB7E06-3854-43D1-89BD-5C2F7D1CFEB4}"/>
              </a:ext>
            </a:extLst>
          </p:cNvPr>
          <p:cNvGrpSpPr/>
          <p:nvPr/>
        </p:nvGrpSpPr>
        <p:grpSpPr>
          <a:xfrm>
            <a:off x="3405447" y="1493164"/>
            <a:ext cx="5281353" cy="400110"/>
            <a:chOff x="1752600" y="2407564"/>
            <a:chExt cx="5281353" cy="40011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4C9176E-461A-4678-BAF5-C48F194B29B1}"/>
                </a:ext>
              </a:extLst>
            </p:cNvPr>
            <p:cNvSpPr txBox="1"/>
            <p:nvPr/>
          </p:nvSpPr>
          <p:spPr>
            <a:xfrm>
              <a:off x="2505979" y="2407564"/>
              <a:ext cx="4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16</a:t>
              </a:r>
              <a:endParaRPr lang="en-US" sz="12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CF32CBE-F58B-4600-B7D3-8FB9B5A58E5E}"/>
                </a:ext>
              </a:extLst>
            </p:cNvPr>
            <p:cNvSpPr txBox="1"/>
            <p:nvPr/>
          </p:nvSpPr>
          <p:spPr>
            <a:xfrm>
              <a:off x="1752600" y="2407564"/>
              <a:ext cx="4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12</a:t>
              </a:r>
              <a:endParaRPr lang="en-US" sz="120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52B14E4-A576-4252-8105-3019B573B996}"/>
                </a:ext>
              </a:extLst>
            </p:cNvPr>
            <p:cNvSpPr txBox="1"/>
            <p:nvPr/>
          </p:nvSpPr>
          <p:spPr>
            <a:xfrm>
              <a:off x="3124200" y="2407564"/>
              <a:ext cx="4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17</a:t>
              </a:r>
              <a:endParaRPr lang="en-US" sz="1200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F1EA179-EC80-4FB4-A56A-39BF596FCF93}"/>
                </a:ext>
              </a:extLst>
            </p:cNvPr>
            <p:cNvSpPr txBox="1"/>
            <p:nvPr/>
          </p:nvSpPr>
          <p:spPr>
            <a:xfrm>
              <a:off x="3810000" y="2407564"/>
              <a:ext cx="4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19</a:t>
              </a:r>
              <a:endParaRPr lang="en-US" sz="120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E399F7A-90E7-428D-A07D-8DCE67A5D5FC}"/>
                </a:ext>
              </a:extLst>
            </p:cNvPr>
            <p:cNvSpPr txBox="1"/>
            <p:nvPr/>
          </p:nvSpPr>
          <p:spPr>
            <a:xfrm>
              <a:off x="4495800" y="2407564"/>
              <a:ext cx="4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22</a:t>
              </a:r>
              <a:endParaRPr lang="en-US" sz="1200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3C98EB8-C10B-41E4-87CF-6B0081365007}"/>
                </a:ext>
              </a:extLst>
            </p:cNvPr>
            <p:cNvSpPr txBox="1"/>
            <p:nvPr/>
          </p:nvSpPr>
          <p:spPr>
            <a:xfrm>
              <a:off x="5181600" y="2407564"/>
              <a:ext cx="4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26</a:t>
              </a:r>
              <a:endParaRPr lang="en-US" sz="12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43BC47F-EB51-4AA2-81C3-77E2DA3639D6}"/>
                </a:ext>
              </a:extLst>
            </p:cNvPr>
            <p:cNvSpPr txBox="1"/>
            <p:nvPr/>
          </p:nvSpPr>
          <p:spPr>
            <a:xfrm>
              <a:off x="5867400" y="2407564"/>
              <a:ext cx="4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32</a:t>
              </a:r>
              <a:endParaRPr lang="en-US" sz="12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BA99298-E961-43B1-9B84-CF4057BEC8E2}"/>
                </a:ext>
              </a:extLst>
            </p:cNvPr>
            <p:cNvSpPr txBox="1"/>
            <p:nvPr/>
          </p:nvSpPr>
          <p:spPr>
            <a:xfrm>
              <a:off x="6553200" y="2407564"/>
              <a:ext cx="480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45</a:t>
              </a:r>
              <a:endParaRPr lang="en-US" sz="1200" dirty="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2A2B876B-A5BB-44C7-9102-EA68929002CD}"/>
              </a:ext>
            </a:extLst>
          </p:cNvPr>
          <p:cNvSpPr txBox="1"/>
          <p:nvPr/>
        </p:nvSpPr>
        <p:spPr>
          <a:xfrm>
            <a:off x="969100" y="4430373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+1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7BFC2ED-A0A4-47AE-95EF-88BB60550E41}"/>
              </a:ext>
            </a:extLst>
          </p:cNvPr>
          <p:cNvSpPr txBox="1"/>
          <p:nvPr/>
        </p:nvSpPr>
        <p:spPr>
          <a:xfrm>
            <a:off x="747069" y="3025673"/>
            <a:ext cx="753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+2+1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E1EC9EE-BFCC-4FD6-89E4-874A234B3891}"/>
              </a:ext>
            </a:extLst>
          </p:cNvPr>
          <p:cNvSpPr txBox="1"/>
          <p:nvPr/>
        </p:nvSpPr>
        <p:spPr>
          <a:xfrm>
            <a:off x="6096309" y="4495800"/>
            <a:ext cx="480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+1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F22B1AC-4458-4C6B-B0AF-58A64569CE96}"/>
              </a:ext>
            </a:extLst>
          </p:cNvPr>
          <p:cNvSpPr txBox="1"/>
          <p:nvPr/>
        </p:nvSpPr>
        <p:spPr>
          <a:xfrm>
            <a:off x="6012333" y="2924145"/>
            <a:ext cx="753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+1+1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BC3F466-2273-4EBF-9BA9-48EC2632F070}"/>
              </a:ext>
            </a:extLst>
          </p:cNvPr>
          <p:cNvSpPr txBox="1"/>
          <p:nvPr/>
        </p:nvSpPr>
        <p:spPr>
          <a:xfrm>
            <a:off x="1447801" y="1518178"/>
            <a:ext cx="102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+3+1+1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4E4C6-85C5-4416-BE3C-DD7D6E888B0B}"/>
              </a:ext>
            </a:extLst>
          </p:cNvPr>
          <p:cNvSpPr txBox="1"/>
          <p:nvPr/>
        </p:nvSpPr>
        <p:spPr>
          <a:xfrm>
            <a:off x="9867900" y="1655411"/>
            <a:ext cx="1961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total=12 inversions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784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2" grpId="0"/>
      <p:bldP spid="53" grpId="0"/>
      <p:bldP spid="54" grpId="0"/>
      <p:bldP spid="62" grpId="0"/>
      <p:bldP spid="68" grpId="0"/>
      <p:bldP spid="69" grpId="0"/>
      <p:bldP spid="70" grpId="0"/>
      <p:bldP spid="85" grpId="0"/>
      <p:bldP spid="86" grpId="0"/>
      <p:bldP spid="89" grpId="0"/>
      <p:bldP spid="90" grpId="0"/>
      <p:bldP spid="55" grpId="0"/>
      <p:bldP spid="56" grpId="0"/>
      <p:bldP spid="59" grpId="0"/>
      <p:bldP spid="60" grpId="0"/>
      <p:bldP spid="115" grpId="0"/>
      <p:bldP spid="116" grpId="0"/>
      <p:bldP spid="117" grpId="0"/>
      <p:bldP spid="127" grpId="0"/>
      <p:bldP spid="128" grpId="0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77CD8-7588-6387-4860-FF6971E5A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93C89-EA11-EDD5-0C0B-F080ACE8CD8C}"/>
              </a:ext>
            </a:extLst>
          </p:cNvPr>
          <p:cNvSpPr txBox="1"/>
          <p:nvPr/>
        </p:nvSpPr>
        <p:spPr>
          <a:xfrm>
            <a:off x="1904198" y="868395"/>
            <a:ext cx="8078002" cy="51212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FUNCTION </a:t>
            </a:r>
            <a:r>
              <a:rPr lang="en-US" sz="2000" dirty="0" err="1">
                <a:latin typeface="Consolas" panose="020B0609020204030204" pitchFamily="49" charset="0"/>
              </a:rPr>
              <a:t>CountInversions</a:t>
            </a:r>
            <a:r>
              <a:rPr lang="en-US" sz="2000" dirty="0">
                <a:latin typeface="Consolas" panose="020B0609020204030204" pitchFamily="49" charset="0"/>
              </a:rPr>
              <a:t>(A, left, right):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    IF left &gt;= right: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        RETURN 0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    mid = (left + right) / 2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inv_left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CountInversions</a:t>
            </a:r>
            <a:r>
              <a:rPr lang="en-US" sz="2000" dirty="0">
                <a:latin typeface="Consolas" panose="020B0609020204030204" pitchFamily="49" charset="0"/>
              </a:rPr>
              <a:t>(A, left, mid)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inv_right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CountInversions</a:t>
            </a:r>
            <a:r>
              <a:rPr lang="en-US" sz="2000" dirty="0">
                <a:latin typeface="Consolas" panose="020B0609020204030204" pitchFamily="49" charset="0"/>
              </a:rPr>
              <a:t>(A, mid + 1, right)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inv_cross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MergeAndCount</a:t>
            </a:r>
            <a:r>
              <a:rPr lang="en-US" sz="2000" dirty="0">
                <a:latin typeface="Consolas" panose="020B0609020204030204" pitchFamily="49" charset="0"/>
              </a:rPr>
              <a:t>(A, left, mid, right)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</a:rPr>
              <a:t>    RETURN </a:t>
            </a:r>
            <a:r>
              <a:rPr lang="en-US" sz="2000" dirty="0" err="1">
                <a:latin typeface="Consolas" panose="020B0609020204030204" pitchFamily="49" charset="0"/>
              </a:rPr>
              <a:t>inv_left</a:t>
            </a:r>
            <a:r>
              <a:rPr lang="en-US" sz="2000" dirty="0">
                <a:latin typeface="Consolas" panose="020B0609020204030204" pitchFamily="49" charset="0"/>
              </a:rPr>
              <a:t> + </a:t>
            </a:r>
            <a:r>
              <a:rPr lang="en-US" sz="2000" dirty="0" err="1">
                <a:latin typeface="Consolas" panose="020B0609020204030204" pitchFamily="49" charset="0"/>
              </a:rPr>
              <a:t>inv_right</a:t>
            </a:r>
            <a:r>
              <a:rPr lang="en-US" sz="2000" dirty="0">
                <a:latin typeface="Consolas" panose="020B0609020204030204" pitchFamily="49" charset="0"/>
              </a:rPr>
              <a:t> + </a:t>
            </a:r>
            <a:r>
              <a:rPr lang="en-US" sz="2000" dirty="0" err="1">
                <a:latin typeface="Consolas" panose="020B0609020204030204" pitchFamily="49" charset="0"/>
              </a:rPr>
              <a:t>inv_cross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827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85D79-5D6C-7616-2D1E-F8699667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E1C06-F7FB-B503-48C1-77C21F2E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29309D-723A-F84D-E4AF-0EABBA5F0B52}"/>
              </a:ext>
            </a:extLst>
          </p:cNvPr>
          <p:cNvSpPr txBox="1"/>
          <p:nvPr/>
        </p:nvSpPr>
        <p:spPr>
          <a:xfrm>
            <a:off x="838200" y="212735"/>
            <a:ext cx="9461634" cy="64325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FUNCTION </a:t>
            </a:r>
            <a:r>
              <a:rPr lang="en-US" sz="1600" dirty="0" err="1">
                <a:latin typeface="Consolas" panose="020B0609020204030204" pitchFamily="49" charset="0"/>
              </a:rPr>
              <a:t>Merge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AndCount</a:t>
            </a:r>
            <a:r>
              <a:rPr lang="en-US" sz="1600" dirty="0">
                <a:latin typeface="Consolas" panose="020B0609020204030204" pitchFamily="49" charset="0"/>
              </a:rPr>
              <a:t>(A, left, mid, right):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i,j</a:t>
            </a:r>
            <a:r>
              <a:rPr lang="en-US" sz="1600" dirty="0">
                <a:latin typeface="Consolas" panose="020B0609020204030204" pitchFamily="49" charset="0"/>
              </a:rPr>
              <a:t> = left, mid + 1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temp = empty array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inv_count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= 0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WHILE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&lt;= mid AND j &lt;= right: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IF A[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] &lt;= A[j]: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append A[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] to temp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+ 1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ELSE: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append A[j] to temp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inv_count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inv_count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+ (mid -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+ 1)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j = j + 1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WHILE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&lt;= mid: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append A[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] to temp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+ 1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WHILE j &lt;= right: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append A[j] to temp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j = j + 1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copy temp back into A[left ... right]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RETURN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inv_count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332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05901-7996-167F-5D02-C9AB1B433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64113-45FA-00F1-65D5-55F739C5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E222E-EA67-F61D-F4CC-3690A7B25414}"/>
              </a:ext>
            </a:extLst>
          </p:cNvPr>
          <p:cNvSpPr txBox="1"/>
          <p:nvPr/>
        </p:nvSpPr>
        <p:spPr>
          <a:xfrm>
            <a:off x="838200" y="212735"/>
            <a:ext cx="9461634" cy="64325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FUNCTION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MergeAndCount</a:t>
            </a:r>
            <a:r>
              <a:rPr lang="en-US" sz="1600" dirty="0">
                <a:latin typeface="Consolas" panose="020B0609020204030204" pitchFamily="49" charset="0"/>
              </a:rPr>
              <a:t>(A, left, mid, right):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i,j</a:t>
            </a:r>
            <a:r>
              <a:rPr lang="en-US" sz="1600" dirty="0">
                <a:latin typeface="Consolas" panose="020B0609020204030204" pitchFamily="49" charset="0"/>
              </a:rPr>
              <a:t> = left, mid + 1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temp = empty array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inv_count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 0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WHILE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&lt;= mid AND j &lt;= right: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IF A[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] &lt;= A[j]: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append A[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] to temp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+ 1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ELSE: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append A[j] to temp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inv_count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inv_count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+ (mid -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+ 1)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j = j + 1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WHILE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&lt;= mid: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append A[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] to temp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+ 1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WHILE j &lt;= right: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append A[j] to temp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j = j + 1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copy temp back into A[left ... right]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inv_count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9082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dirty="0"/>
              <a:t>Any Question??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57800"/>
            <a:ext cx="9144000" cy="5334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a nice day!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E1AB4-7224-4A4F-8380-DEAD3A16D40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34/34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6194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AUTOUPDATE" val="True"/>
  <p:tag name="PPTPRODUCTIVITY_SLIDE_NUMBERS_FORMAT" val="#/##"/>
  <p:tag name="PPTPRODUCTIVITY_SLIDE_NUMBERS_SKIP_HIDDEN" val="True"/>
  <p:tag name="PPTPRODUCTIVITY_SLIDE_NUMBERS_AUTOUPDATE_APPLY_AL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13672</TotalTime>
  <Words>1558</Words>
  <Application>Microsoft Office PowerPoint</Application>
  <PresentationFormat>Widescreen</PresentationFormat>
  <Paragraphs>714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Abadi</vt:lpstr>
      <vt:lpstr>Arial</vt:lpstr>
      <vt:lpstr>Arial Rounded MT Bold</vt:lpstr>
      <vt:lpstr>Calibri</vt:lpstr>
      <vt:lpstr>Calibri Light</vt:lpstr>
      <vt:lpstr>Cambria Math</vt:lpstr>
      <vt:lpstr>Consolas</vt:lpstr>
      <vt:lpstr>Corbel</vt:lpstr>
      <vt:lpstr>Gill Sans MT</vt:lpstr>
      <vt:lpstr>Wingdings 2</vt:lpstr>
      <vt:lpstr>Office Theme</vt:lpstr>
      <vt:lpstr>Dividend</vt:lpstr>
      <vt:lpstr>D&amp;C Class Work</vt:lpstr>
      <vt:lpstr>White-Black Pair</vt:lpstr>
      <vt:lpstr>White-Black Pair</vt:lpstr>
      <vt:lpstr>White-Black Pair</vt:lpstr>
      <vt:lpstr>White-Black Pair</vt:lpstr>
      <vt:lpstr>White-Black Pair</vt:lpstr>
      <vt:lpstr>White-Black Pair</vt:lpstr>
      <vt:lpstr>White-Black Pair</vt:lpstr>
      <vt:lpstr>White-Black Pair</vt:lpstr>
      <vt:lpstr>White-Black Pair</vt:lpstr>
      <vt:lpstr>White-Black Pair</vt:lpstr>
      <vt:lpstr>White-Black Pair</vt:lpstr>
      <vt:lpstr>White-Black Pair</vt:lpstr>
      <vt:lpstr>Pseudocode</vt:lpstr>
      <vt:lpstr>Finding a Peak</vt:lpstr>
      <vt:lpstr>Finding a Peak</vt:lpstr>
      <vt:lpstr>Finding a Peak</vt:lpstr>
      <vt:lpstr>Finding a Peak</vt:lpstr>
      <vt:lpstr>Finding a Peak</vt:lpstr>
      <vt:lpstr>Finding a Peak</vt:lpstr>
      <vt:lpstr>Finding a Peak</vt:lpstr>
      <vt:lpstr>Finding a Peak</vt:lpstr>
      <vt:lpstr>Finding a Peak</vt:lpstr>
      <vt:lpstr>Finding a Peak</vt:lpstr>
      <vt:lpstr>Finding a Peak</vt:lpstr>
      <vt:lpstr>Finding a Peak</vt:lpstr>
      <vt:lpstr>Pseudocode</vt:lpstr>
      <vt:lpstr>Number of Inversions</vt:lpstr>
      <vt:lpstr>Number of Inversions</vt:lpstr>
      <vt:lpstr>Number of Inversions</vt:lpstr>
      <vt:lpstr>Number of Inversions</vt:lpstr>
      <vt:lpstr>Number of Inversions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Models</dc:title>
  <dc:creator>Windows User</dc:creator>
  <cp:lastModifiedBy>Eskandari, Marzieh</cp:lastModifiedBy>
  <cp:revision>564</cp:revision>
  <dcterms:created xsi:type="dcterms:W3CDTF">2020-09-14T20:12:04Z</dcterms:created>
  <dcterms:modified xsi:type="dcterms:W3CDTF">2026-04-26T18:12:48Z</dcterms:modified>
</cp:coreProperties>
</file>