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2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75"/>
  </p:notesMasterIdLst>
  <p:sldIdLst>
    <p:sldId id="262" r:id="rId2"/>
    <p:sldId id="540" r:id="rId3"/>
    <p:sldId id="576" r:id="rId4"/>
    <p:sldId id="541" r:id="rId5"/>
    <p:sldId id="420" r:id="rId6"/>
    <p:sldId id="542" r:id="rId7"/>
    <p:sldId id="543" r:id="rId8"/>
    <p:sldId id="265" r:id="rId9"/>
    <p:sldId id="266" r:id="rId10"/>
    <p:sldId id="267" r:id="rId11"/>
    <p:sldId id="268" r:id="rId12"/>
    <p:sldId id="269" r:id="rId13"/>
    <p:sldId id="270" r:id="rId14"/>
    <p:sldId id="274" r:id="rId15"/>
    <p:sldId id="275" r:id="rId16"/>
    <p:sldId id="271" r:id="rId17"/>
    <p:sldId id="272" r:id="rId18"/>
    <p:sldId id="276" r:id="rId19"/>
    <p:sldId id="273" r:id="rId20"/>
    <p:sldId id="346" r:id="rId21"/>
    <p:sldId id="433" r:id="rId22"/>
    <p:sldId id="434" r:id="rId23"/>
    <p:sldId id="544" r:id="rId24"/>
    <p:sldId id="546" r:id="rId25"/>
    <p:sldId id="545" r:id="rId26"/>
    <p:sldId id="345" r:id="rId27"/>
    <p:sldId id="663" r:id="rId28"/>
    <p:sldId id="547" r:id="rId29"/>
    <p:sldId id="548" r:id="rId30"/>
    <p:sldId id="549" r:id="rId31"/>
    <p:sldId id="550" r:id="rId32"/>
    <p:sldId id="551" r:id="rId33"/>
    <p:sldId id="552" r:id="rId34"/>
    <p:sldId id="553" r:id="rId35"/>
    <p:sldId id="554" r:id="rId36"/>
    <p:sldId id="555" r:id="rId37"/>
    <p:sldId id="556" r:id="rId38"/>
    <p:sldId id="557" r:id="rId39"/>
    <p:sldId id="558" r:id="rId40"/>
    <p:sldId id="559" r:id="rId41"/>
    <p:sldId id="560" r:id="rId42"/>
    <p:sldId id="561" r:id="rId43"/>
    <p:sldId id="575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1" r:id="rId54"/>
    <p:sldId id="572" r:id="rId55"/>
    <p:sldId id="573" r:id="rId56"/>
    <p:sldId id="574" r:id="rId57"/>
    <p:sldId id="664" r:id="rId58"/>
    <p:sldId id="278" r:id="rId59"/>
    <p:sldId id="280" r:id="rId60"/>
    <p:sldId id="281" r:id="rId61"/>
    <p:sldId id="282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  <p:sldId id="577" r:id="rId73"/>
    <p:sldId id="578" r:id="rId74"/>
    <p:sldId id="295" r:id="rId75"/>
    <p:sldId id="665" r:id="rId76"/>
    <p:sldId id="666" r:id="rId77"/>
    <p:sldId id="301" r:id="rId78"/>
    <p:sldId id="667" r:id="rId79"/>
    <p:sldId id="669" r:id="rId80"/>
    <p:sldId id="306" r:id="rId81"/>
    <p:sldId id="501" r:id="rId82"/>
    <p:sldId id="431" r:id="rId83"/>
    <p:sldId id="580" r:id="rId84"/>
    <p:sldId id="581" r:id="rId85"/>
    <p:sldId id="502" r:id="rId86"/>
    <p:sldId id="312" r:id="rId87"/>
    <p:sldId id="313" r:id="rId88"/>
    <p:sldId id="584" r:id="rId89"/>
    <p:sldId id="583" r:id="rId90"/>
    <p:sldId id="585" r:id="rId91"/>
    <p:sldId id="586" r:id="rId92"/>
    <p:sldId id="587" r:id="rId93"/>
    <p:sldId id="588" r:id="rId94"/>
    <p:sldId id="319" r:id="rId95"/>
    <p:sldId id="590" r:id="rId96"/>
    <p:sldId id="591" r:id="rId97"/>
    <p:sldId id="592" r:id="rId98"/>
    <p:sldId id="593" r:id="rId99"/>
    <p:sldId id="595" r:id="rId100"/>
    <p:sldId id="594" r:id="rId101"/>
    <p:sldId id="603" r:id="rId102"/>
    <p:sldId id="596" r:id="rId103"/>
    <p:sldId id="597" r:id="rId104"/>
    <p:sldId id="598" r:id="rId105"/>
    <p:sldId id="599" r:id="rId106"/>
    <p:sldId id="600" r:id="rId107"/>
    <p:sldId id="601" r:id="rId108"/>
    <p:sldId id="602" r:id="rId109"/>
    <p:sldId id="604" r:id="rId110"/>
    <p:sldId id="331" r:id="rId111"/>
    <p:sldId id="662" r:id="rId112"/>
    <p:sldId id="463" r:id="rId113"/>
    <p:sldId id="618" r:id="rId114"/>
    <p:sldId id="619" r:id="rId115"/>
    <p:sldId id="620" r:id="rId116"/>
    <p:sldId id="364" r:id="rId117"/>
    <p:sldId id="368" r:id="rId118"/>
    <p:sldId id="621" r:id="rId119"/>
    <p:sldId id="467" r:id="rId120"/>
    <p:sldId id="466" r:id="rId121"/>
    <p:sldId id="622" r:id="rId122"/>
    <p:sldId id="623" r:id="rId123"/>
    <p:sldId id="516" r:id="rId124"/>
    <p:sldId id="470" r:id="rId125"/>
    <p:sldId id="625" r:id="rId126"/>
    <p:sldId id="626" r:id="rId127"/>
    <p:sldId id="471" r:id="rId128"/>
    <p:sldId id="624" r:id="rId129"/>
    <p:sldId id="627" r:id="rId130"/>
    <p:sldId id="628" r:id="rId131"/>
    <p:sldId id="629" r:id="rId132"/>
    <p:sldId id="630" r:id="rId133"/>
    <p:sldId id="631" r:id="rId134"/>
    <p:sldId id="633" r:id="rId135"/>
    <p:sldId id="395" r:id="rId136"/>
    <p:sldId id="634" r:id="rId137"/>
    <p:sldId id="635" r:id="rId138"/>
    <p:sldId id="518" r:id="rId139"/>
    <p:sldId id="651" r:id="rId140"/>
    <p:sldId id="653" r:id="rId141"/>
    <p:sldId id="654" r:id="rId142"/>
    <p:sldId id="656" r:id="rId143"/>
    <p:sldId id="655" r:id="rId144"/>
    <p:sldId id="657" r:id="rId145"/>
    <p:sldId id="659" r:id="rId146"/>
    <p:sldId id="526" r:id="rId147"/>
    <p:sldId id="636" r:id="rId148"/>
    <p:sldId id="637" r:id="rId149"/>
    <p:sldId id="638" r:id="rId150"/>
    <p:sldId id="639" r:id="rId151"/>
    <p:sldId id="640" r:id="rId152"/>
    <p:sldId id="641" r:id="rId153"/>
    <p:sldId id="642" r:id="rId154"/>
    <p:sldId id="490" r:id="rId155"/>
    <p:sldId id="643" r:id="rId156"/>
    <p:sldId id="644" r:id="rId157"/>
    <p:sldId id="494" r:id="rId158"/>
    <p:sldId id="647" r:id="rId159"/>
    <p:sldId id="646" r:id="rId160"/>
    <p:sldId id="648" r:id="rId161"/>
    <p:sldId id="649" r:id="rId162"/>
    <p:sldId id="650" r:id="rId163"/>
    <p:sldId id="493" r:id="rId164"/>
    <p:sldId id="484" r:id="rId165"/>
    <p:sldId id="400" r:id="rId166"/>
    <p:sldId id="403" r:id="rId167"/>
    <p:sldId id="670" r:id="rId168"/>
    <p:sldId id="404" r:id="rId169"/>
    <p:sldId id="671" r:id="rId170"/>
    <p:sldId id="517" r:id="rId171"/>
    <p:sldId id="672" r:id="rId172"/>
    <p:sldId id="645" r:id="rId173"/>
    <p:sldId id="259" r:id="rId174"/>
  </p:sldIdLst>
  <p:sldSz cx="12192000" cy="6858000"/>
  <p:notesSz cx="6858000" cy="9144000"/>
  <p:custDataLst>
    <p:tags r:id="rId17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AD0FA2"/>
    <a:srgbClr val="ED8428"/>
    <a:srgbClr val="DAE9C9"/>
    <a:srgbClr val="00FF00"/>
    <a:srgbClr val="19AAC9"/>
    <a:srgbClr val="EBEBEB"/>
    <a:srgbClr val="C2D1EE"/>
    <a:srgbClr val="ECF4E4"/>
    <a:srgbClr val="42B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3578" autoAdjust="0"/>
  </p:normalViewPr>
  <p:slideViewPr>
    <p:cSldViewPr snapToGrid="0">
      <p:cViewPr>
        <p:scale>
          <a:sx n="66" d="100"/>
          <a:sy n="66" d="100"/>
        </p:scale>
        <p:origin x="168" y="-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gs" Target="tags/tag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is a hash map: maps </a:t>
            </a:r>
            <a:r>
              <a:rPr lang="en-US" dirty="0" err="1"/>
              <a:t>vk</a:t>
            </a:r>
            <a:r>
              <a:rPr lang="en-US" dirty="0"/>
              <a:t> to the index of the set containing </a:t>
            </a:r>
            <a:r>
              <a:rPr lang="en-US" dirty="0" err="1"/>
              <a:t>vk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14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6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03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93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41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23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9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86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39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71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74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4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12" Type="http://schemas.openxmlformats.org/officeDocument/2006/relationships/image" Target="../media/image20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3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4" Type="http://schemas.openxmlformats.org/officeDocument/2006/relationships/image" Target="../media/image22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12" Type="http://schemas.openxmlformats.org/officeDocument/2006/relationships/image" Target="../media/image260.pn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11" Type="http://schemas.openxmlformats.org/officeDocument/2006/relationships/image" Target="../media/image250.png"/><Relationship Id="rId10" Type="http://schemas.openxmlformats.org/officeDocument/2006/relationships/image" Target="../media/image240.png"/><Relationship Id="rId9" Type="http://schemas.openxmlformats.org/officeDocument/2006/relationships/image" Target="../media/image230.png"/><Relationship Id="rId14" Type="http://schemas.openxmlformats.org/officeDocument/2006/relationships/image" Target="../media/image2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12" Type="http://schemas.openxmlformats.org/officeDocument/2006/relationships/image" Target="../media/image260.pn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24.png"/><Relationship Id="rId11" Type="http://schemas.openxmlformats.org/officeDocument/2006/relationships/image" Target="../media/image250.png"/><Relationship Id="rId5" Type="http://schemas.openxmlformats.org/officeDocument/2006/relationships/image" Target="../media/image23.png"/><Relationship Id="rId10" Type="http://schemas.openxmlformats.org/officeDocument/2006/relationships/image" Target="../media/image240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12" Type="http://schemas.openxmlformats.org/officeDocument/2006/relationships/image" Target="../media/image260.png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image" Target="../media/image24.png"/><Relationship Id="rId11" Type="http://schemas.openxmlformats.org/officeDocument/2006/relationships/image" Target="../media/image250.png"/><Relationship Id="rId5" Type="http://schemas.openxmlformats.org/officeDocument/2006/relationships/image" Target="../media/image23.png"/><Relationship Id="rId10" Type="http://schemas.openxmlformats.org/officeDocument/2006/relationships/image" Target="../media/image240.png"/><Relationship Id="rId4" Type="http://schemas.openxmlformats.org/officeDocument/2006/relationships/image" Target="../media/image22.png"/><Relationship Id="rId9" Type="http://schemas.openxmlformats.org/officeDocument/2006/relationships/image" Target="../media/image23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4" Type="http://schemas.openxmlformats.org/officeDocument/2006/relationships/notesSlide" Target="../notesSlides/notesSlide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4" Type="http://schemas.openxmlformats.org/officeDocument/2006/relationships/image" Target="../media/image3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4" Type="http://schemas.openxmlformats.org/officeDocument/2006/relationships/image" Target="../media/image29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4" Type="http://schemas.openxmlformats.org/officeDocument/2006/relationships/image" Target="../media/image39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5" Type="http://schemas.openxmlformats.org/officeDocument/2006/relationships/image" Target="../media/image40.png"/><Relationship Id="rId4" Type="http://schemas.openxmlformats.org/officeDocument/2006/relationships/image" Target="../media/image39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5" Type="http://schemas.openxmlformats.org/officeDocument/2006/relationships/image" Target="../media/image41.png"/><Relationship Id="rId4" Type="http://schemas.openxmlformats.org/officeDocument/2006/relationships/image" Target="../media/image39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5" Type="http://schemas.openxmlformats.org/officeDocument/2006/relationships/image" Target="../media/image42.png"/><Relationship Id="rId4" Type="http://schemas.openxmlformats.org/officeDocument/2006/relationships/image" Target="../media/image39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4" Type="http://schemas.openxmlformats.org/officeDocument/2006/relationships/image" Target="../media/image43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0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7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9.xml"/><Relationship Id="rId1" Type="http://schemas.openxmlformats.org/officeDocument/2006/relationships/tags" Target="../tags/tag278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7.xml"/><Relationship Id="rId1" Type="http://schemas.openxmlformats.org/officeDocument/2006/relationships/tags" Target="../tags/tag28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1.xml"/><Relationship Id="rId1" Type="http://schemas.openxmlformats.org/officeDocument/2006/relationships/tags" Target="../tags/tag290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9.xml"/><Relationship Id="rId1" Type="http://schemas.openxmlformats.org/officeDocument/2006/relationships/tags" Target="../tags/tag298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4" Type="http://schemas.openxmlformats.org/officeDocument/2006/relationships/image" Target="../media/image47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3.xml"/><Relationship Id="rId1" Type="http://schemas.openxmlformats.org/officeDocument/2006/relationships/tags" Target="../tags/tag30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3.xml"/><Relationship Id="rId1" Type="http://schemas.openxmlformats.org/officeDocument/2006/relationships/tags" Target="../tags/tag31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5.xml"/><Relationship Id="rId1" Type="http://schemas.openxmlformats.org/officeDocument/2006/relationships/tags" Target="../tags/tag314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9.xml"/><Relationship Id="rId1" Type="http://schemas.openxmlformats.org/officeDocument/2006/relationships/tags" Target="../tags/tag318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1.xml"/><Relationship Id="rId1" Type="http://schemas.openxmlformats.org/officeDocument/2006/relationships/tags" Target="../tags/tag320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3.xml"/><Relationship Id="rId1" Type="http://schemas.openxmlformats.org/officeDocument/2006/relationships/tags" Target="../tags/tag32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5.xml"/><Relationship Id="rId1" Type="http://schemas.openxmlformats.org/officeDocument/2006/relationships/tags" Target="../tags/tag32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7.xml"/><Relationship Id="rId1" Type="http://schemas.openxmlformats.org/officeDocument/2006/relationships/tags" Target="../tags/tag336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Greedy Algorithms:</a:t>
            </a:r>
            <a:br>
              <a:rPr lang="en-US" altLang="en-US" dirty="0"/>
            </a:br>
            <a:r>
              <a:rPr lang="en-US" altLang="en-US" dirty="0"/>
              <a:t>Kruskal, Prim, </a:t>
            </a:r>
            <a:r>
              <a:rPr lang="en-US" altLang="en-US" dirty="0" err="1"/>
              <a:t>Dijekstra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9955-98D5-4DAE-93A2-E3304D34B6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1/182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2/182</a:t>
            </a:r>
          </a:p>
        </p:txBody>
      </p:sp>
      <p:cxnSp>
        <p:nvCxnSpPr>
          <p:cNvPr id="63" name="Straight Connector 62"/>
          <p:cNvCxnSpPr>
            <a:stCxn id="72" idx="1"/>
          </p:cNvCxnSpPr>
          <p:nvPr/>
        </p:nvCxnSpPr>
        <p:spPr>
          <a:xfrm flipH="1" flipV="1">
            <a:off x="1368515" y="3526600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7" idx="5"/>
          </p:cNvCxnSpPr>
          <p:nvPr/>
        </p:nvCxnSpPr>
        <p:spPr>
          <a:xfrm>
            <a:off x="2599678" y="3254276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2445694" y="3169780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2219766" y="3273720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16"/>
          <p:cNvSpPr>
            <a:spLocks noChangeArrowheads="1"/>
          </p:cNvSpPr>
          <p:nvPr/>
        </p:nvSpPr>
        <p:spPr bwMode="auto">
          <a:xfrm>
            <a:off x="2227929" y="288252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2391620" y="4592041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76" idx="1"/>
          </p:cNvCxnSpPr>
          <p:nvPr/>
        </p:nvCxnSpPr>
        <p:spPr>
          <a:xfrm>
            <a:off x="1438773" y="3728176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16"/>
          <p:cNvSpPr>
            <a:spLocks noChangeArrowheads="1"/>
          </p:cNvSpPr>
          <p:nvPr/>
        </p:nvSpPr>
        <p:spPr bwMode="auto">
          <a:xfrm>
            <a:off x="1957377" y="4374276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Oval 16"/>
          <p:cNvSpPr>
            <a:spLocks noChangeArrowheads="1"/>
          </p:cNvSpPr>
          <p:nvPr/>
        </p:nvSpPr>
        <p:spPr bwMode="auto">
          <a:xfrm>
            <a:off x="1067024" y="34021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3503021" y="439599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3" name="Straight Connector 72"/>
          <p:cNvCxnSpPr>
            <a:stCxn id="72" idx="7"/>
          </p:cNvCxnSpPr>
          <p:nvPr/>
        </p:nvCxnSpPr>
        <p:spPr>
          <a:xfrm flipV="1">
            <a:off x="3874770" y="3221297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4299867" y="298768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77218" y="29043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02662" y="44073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7452" y="3009631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5091" y="3439780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2803" y="442092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23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DA3A2A-3C6F-49EE-9F12-9AFFFB696F33}"/>
              </a:ext>
            </a:extLst>
          </p:cNvPr>
          <p:cNvCxnSpPr>
            <a:cxnSpLocks/>
            <a:endCxn id="102" idx="3"/>
          </p:cNvCxnSpPr>
          <p:nvPr/>
        </p:nvCxnSpPr>
        <p:spPr>
          <a:xfrm flipH="1" flipV="1">
            <a:off x="6786455" y="3679959"/>
            <a:ext cx="1365164" cy="20136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3/182</a:t>
            </a:r>
          </a:p>
        </p:txBody>
      </p:sp>
      <p:cxnSp>
        <p:nvCxnSpPr>
          <p:cNvPr id="63" name="Straight Connector 62"/>
          <p:cNvCxnSpPr>
            <a:stCxn id="72" idx="1"/>
          </p:cNvCxnSpPr>
          <p:nvPr/>
        </p:nvCxnSpPr>
        <p:spPr>
          <a:xfrm flipH="1" flipV="1">
            <a:off x="1368515" y="3526600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7" idx="5"/>
          </p:cNvCxnSpPr>
          <p:nvPr/>
        </p:nvCxnSpPr>
        <p:spPr>
          <a:xfrm>
            <a:off x="2599678" y="3254276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2445694" y="3169780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2219766" y="3273720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16"/>
          <p:cNvSpPr>
            <a:spLocks noChangeArrowheads="1"/>
          </p:cNvSpPr>
          <p:nvPr/>
        </p:nvSpPr>
        <p:spPr bwMode="auto">
          <a:xfrm>
            <a:off x="2227929" y="288252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2391620" y="4592041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76" idx="1"/>
          </p:cNvCxnSpPr>
          <p:nvPr/>
        </p:nvCxnSpPr>
        <p:spPr>
          <a:xfrm>
            <a:off x="1438773" y="3728176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16"/>
          <p:cNvSpPr>
            <a:spLocks noChangeArrowheads="1"/>
          </p:cNvSpPr>
          <p:nvPr/>
        </p:nvSpPr>
        <p:spPr bwMode="auto">
          <a:xfrm>
            <a:off x="1957377" y="4374276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Oval 16"/>
          <p:cNvSpPr>
            <a:spLocks noChangeArrowheads="1"/>
          </p:cNvSpPr>
          <p:nvPr/>
        </p:nvSpPr>
        <p:spPr bwMode="auto">
          <a:xfrm>
            <a:off x="1067024" y="34021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3503021" y="439599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3" name="Straight Connector 72"/>
          <p:cNvCxnSpPr>
            <a:stCxn id="72" idx="7"/>
          </p:cNvCxnSpPr>
          <p:nvPr/>
        </p:nvCxnSpPr>
        <p:spPr>
          <a:xfrm flipV="1">
            <a:off x="3874770" y="3221297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4299867" y="298768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77218" y="29043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02662" y="44073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7452" y="3009631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5091" y="3439780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2803" y="442092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765EC0-6A13-40A9-BAF5-AD343DB4FA8D}"/>
              </a:ext>
            </a:extLst>
          </p:cNvPr>
          <p:cNvCxnSpPr>
            <a:stCxn id="98" idx="1"/>
          </p:cNvCxnSpPr>
          <p:nvPr/>
        </p:nvCxnSpPr>
        <p:spPr>
          <a:xfrm flipH="1" flipV="1">
            <a:off x="5800930" y="2614518"/>
            <a:ext cx="2198288" cy="93317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636EFEA-5876-4E7F-9794-4E35132F587A}"/>
              </a:ext>
            </a:extLst>
          </p:cNvPr>
          <p:cNvCxnSpPr/>
          <p:nvPr/>
        </p:nvCxnSpPr>
        <p:spPr>
          <a:xfrm flipH="1" flipV="1">
            <a:off x="6878109" y="2257698"/>
            <a:ext cx="1856048" cy="24517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16">
            <a:extLst>
              <a:ext uri="{FF2B5EF4-FFF2-40B4-BE49-F238E27FC236}">
                <a16:creationId xmlns:a16="http://schemas.microsoft.com/office/drawing/2014/main" id="{FF8341E4-AB8B-4AF2-99B7-3B6195BE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44" y="1970445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Oval 16">
            <a:extLst>
              <a:ext uri="{FF2B5EF4-FFF2-40B4-BE49-F238E27FC236}">
                <a16:creationId xmlns:a16="http://schemas.microsoft.com/office/drawing/2014/main" id="{AC449D89-4272-4E8B-98AE-E6C2FC970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792" y="34621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Oval 16">
            <a:extLst>
              <a:ext uri="{FF2B5EF4-FFF2-40B4-BE49-F238E27FC236}">
                <a16:creationId xmlns:a16="http://schemas.microsoft.com/office/drawing/2014/main" id="{E62C522E-1B85-45E5-9EC6-CCB2534BC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439" y="249002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3E55B07-62D5-4D52-9581-E842D3751205}"/>
              </a:ext>
            </a:extLst>
          </p:cNvPr>
          <p:cNvCxnSpPr>
            <a:stCxn id="98" idx="7"/>
          </p:cNvCxnSpPr>
          <p:nvPr/>
        </p:nvCxnSpPr>
        <p:spPr>
          <a:xfrm flipV="1">
            <a:off x="8307185" y="2309215"/>
            <a:ext cx="650011" cy="123847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16">
            <a:extLst>
              <a:ext uri="{FF2B5EF4-FFF2-40B4-BE49-F238E27FC236}">
                <a16:creationId xmlns:a16="http://schemas.microsoft.com/office/drawing/2014/main" id="{7E28D507-30DA-4B68-B85E-CF3D0EF9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2282" y="207560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97D07AC-0AFC-4DA6-A5CF-3FB4AC5E06BC}"/>
              </a:ext>
            </a:extLst>
          </p:cNvPr>
          <p:cNvSpPr txBox="1"/>
          <p:nvPr/>
        </p:nvSpPr>
        <p:spPr>
          <a:xfrm>
            <a:off x="6709633" y="19923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9E4AAF7-229B-49AE-92C6-6FC5D5DB92DB}"/>
              </a:ext>
            </a:extLst>
          </p:cNvPr>
          <p:cNvSpPr txBox="1"/>
          <p:nvPr/>
        </p:nvSpPr>
        <p:spPr>
          <a:xfrm>
            <a:off x="6435077" y="349529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95CE85A-D7A5-4AF2-8A39-17168D8EDEE3}"/>
              </a:ext>
            </a:extLst>
          </p:cNvPr>
          <p:cNvSpPr txBox="1"/>
          <p:nvPr/>
        </p:nvSpPr>
        <p:spPr>
          <a:xfrm>
            <a:off x="8799867" y="209754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58BAFB0-24AD-4984-8F62-32C2A9B8D45C}"/>
              </a:ext>
            </a:extLst>
          </p:cNvPr>
          <p:cNvSpPr/>
          <p:nvPr/>
        </p:nvSpPr>
        <p:spPr>
          <a:xfrm>
            <a:off x="5547506" y="252769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7E03C51-1A32-4620-9BE6-A16B8B6E3B51}"/>
              </a:ext>
            </a:extLst>
          </p:cNvPr>
          <p:cNvCxnSpPr/>
          <p:nvPr/>
        </p:nvCxnSpPr>
        <p:spPr>
          <a:xfrm flipV="1">
            <a:off x="6865942" y="5062744"/>
            <a:ext cx="175670" cy="11094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6">
            <a:extLst>
              <a:ext uri="{FF2B5EF4-FFF2-40B4-BE49-F238E27FC236}">
                <a16:creationId xmlns:a16="http://schemas.microsoft.com/office/drawing/2014/main" id="{00138914-7232-4F92-BA83-CA52099AA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105" y="467155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30B6DD7-CBE8-4F81-8129-F71EECC51623}"/>
              </a:ext>
            </a:extLst>
          </p:cNvPr>
          <p:cNvCxnSpPr/>
          <p:nvPr/>
        </p:nvCxnSpPr>
        <p:spPr>
          <a:xfrm flipH="1">
            <a:off x="7037796" y="6381065"/>
            <a:ext cx="1119177" cy="68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FFF1297-70C2-48B5-B2A7-EDA92DDD672C}"/>
              </a:ext>
            </a:extLst>
          </p:cNvPr>
          <p:cNvCxnSpPr>
            <a:endCxn id="119" idx="1"/>
          </p:cNvCxnSpPr>
          <p:nvPr/>
        </p:nvCxnSpPr>
        <p:spPr>
          <a:xfrm>
            <a:off x="6084949" y="5517200"/>
            <a:ext cx="563889" cy="86386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6">
            <a:extLst>
              <a:ext uri="{FF2B5EF4-FFF2-40B4-BE49-F238E27FC236}">
                <a16:creationId xmlns:a16="http://schemas.microsoft.com/office/drawing/2014/main" id="{426A8312-FB1C-4BAF-B01D-A2D33C12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553" y="616330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4" name="Oval 16">
            <a:extLst>
              <a:ext uri="{FF2B5EF4-FFF2-40B4-BE49-F238E27FC236}">
                <a16:creationId xmlns:a16="http://schemas.microsoft.com/office/drawing/2014/main" id="{ACDA3A42-765B-434A-9D0C-D039B579D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200" y="5197375"/>
            <a:ext cx="435531" cy="423046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5" name="Oval 16">
            <a:extLst>
              <a:ext uri="{FF2B5EF4-FFF2-40B4-BE49-F238E27FC236}">
                <a16:creationId xmlns:a16="http://schemas.microsoft.com/office/drawing/2014/main" id="{E46849D1-6705-40C6-8767-1DC986C21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197" y="62598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19D2768-CBB3-46CD-8DBB-8640E9AC4DAE}"/>
              </a:ext>
            </a:extLst>
          </p:cNvPr>
          <p:cNvCxnSpPr>
            <a:stCxn id="115" idx="7"/>
          </p:cNvCxnSpPr>
          <p:nvPr/>
        </p:nvCxnSpPr>
        <p:spPr>
          <a:xfrm flipV="1">
            <a:off x="8520946" y="5085135"/>
            <a:ext cx="650011" cy="123847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6">
            <a:extLst>
              <a:ext uri="{FF2B5EF4-FFF2-40B4-BE49-F238E27FC236}">
                <a16:creationId xmlns:a16="http://schemas.microsoft.com/office/drawing/2014/main" id="{9CDFB6E4-1272-4C59-8D7F-6D71E830C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6043" y="477670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226C3B1-7ECF-4838-A1DB-4D5290FC0B57}"/>
              </a:ext>
            </a:extLst>
          </p:cNvPr>
          <p:cNvSpPr txBox="1"/>
          <p:nvPr/>
        </p:nvSpPr>
        <p:spPr>
          <a:xfrm>
            <a:off x="6923394" y="4693411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46CF3B8-377E-43A6-A963-3746FC1D1F0C}"/>
              </a:ext>
            </a:extLst>
          </p:cNvPr>
          <p:cNvSpPr txBox="1"/>
          <p:nvPr/>
        </p:nvSpPr>
        <p:spPr>
          <a:xfrm>
            <a:off x="6648838" y="6196399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673C11B-81BE-4656-A2C1-2D907B9FDB8D}"/>
              </a:ext>
            </a:extLst>
          </p:cNvPr>
          <p:cNvSpPr txBox="1"/>
          <p:nvPr/>
        </p:nvSpPr>
        <p:spPr>
          <a:xfrm>
            <a:off x="9013628" y="4798655"/>
            <a:ext cx="3561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7096BB1-25BB-4EC5-A7EE-0BD904F5D744}"/>
              </a:ext>
            </a:extLst>
          </p:cNvPr>
          <p:cNvSpPr/>
          <p:nvPr/>
        </p:nvSpPr>
        <p:spPr>
          <a:xfrm>
            <a:off x="5761267" y="5228804"/>
            <a:ext cx="35618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AC9DD7A-E7B8-4001-B65E-22BCB9F8AA50}"/>
              </a:ext>
            </a:extLst>
          </p:cNvPr>
          <p:cNvSpPr/>
          <p:nvPr/>
        </p:nvSpPr>
        <p:spPr>
          <a:xfrm>
            <a:off x="8208979" y="6293080"/>
            <a:ext cx="33855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98" name="Oval 16">
            <a:extLst>
              <a:ext uri="{FF2B5EF4-FFF2-40B4-BE49-F238E27FC236}">
                <a16:creationId xmlns:a16="http://schemas.microsoft.com/office/drawing/2014/main" id="{8E75A3FA-0108-4056-A3E4-52D2D07C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436" y="348391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8E8C888-8E31-4CDD-B324-66F28412E6CE}"/>
              </a:ext>
            </a:extLst>
          </p:cNvPr>
          <p:cNvSpPr/>
          <p:nvPr/>
        </p:nvSpPr>
        <p:spPr>
          <a:xfrm>
            <a:off x="7995218" y="3508844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5A9D7-4F48-4A0D-8F7F-9BA88A5A949A}"/>
                  </a:ext>
                </a:extLst>
              </p:cNvPr>
              <p:cNvSpPr txBox="1"/>
              <p:nvPr/>
            </p:nvSpPr>
            <p:spPr>
              <a:xfrm>
                <a:off x="9120383" y="3700095"/>
                <a:ext cx="2528897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0"/>
                  </a:rPr>
                  <a:t>n nodes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        edges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5A9D7-4F48-4A0D-8F7F-9BA88A5A9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83" y="3700095"/>
                <a:ext cx="2528897" cy="453137"/>
              </a:xfrm>
              <a:prstGeom prst="rect">
                <a:avLst/>
              </a:prstGeom>
              <a:blipFill>
                <a:blip r:embed="rId4"/>
                <a:stretch>
                  <a:fillRect l="-1928" r="-1928" b="-17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3309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DA3A2A-3C6F-49EE-9F12-9AFFFB696F33}"/>
              </a:ext>
            </a:extLst>
          </p:cNvPr>
          <p:cNvCxnSpPr>
            <a:cxnSpLocks/>
            <a:endCxn id="102" idx="3"/>
          </p:cNvCxnSpPr>
          <p:nvPr/>
        </p:nvCxnSpPr>
        <p:spPr>
          <a:xfrm flipH="1" flipV="1">
            <a:off x="6786455" y="3679959"/>
            <a:ext cx="1365164" cy="20136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4/182</a:t>
            </a:r>
          </a:p>
        </p:txBody>
      </p:sp>
      <p:cxnSp>
        <p:nvCxnSpPr>
          <p:cNvPr id="63" name="Straight Connector 62"/>
          <p:cNvCxnSpPr>
            <a:stCxn id="72" idx="1"/>
          </p:cNvCxnSpPr>
          <p:nvPr/>
        </p:nvCxnSpPr>
        <p:spPr>
          <a:xfrm flipH="1" flipV="1">
            <a:off x="1368515" y="3526600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7" idx="5"/>
          </p:cNvCxnSpPr>
          <p:nvPr/>
        </p:nvCxnSpPr>
        <p:spPr>
          <a:xfrm>
            <a:off x="2599678" y="3254276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2445694" y="3169780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2219766" y="3273720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16"/>
          <p:cNvSpPr>
            <a:spLocks noChangeArrowheads="1"/>
          </p:cNvSpPr>
          <p:nvPr/>
        </p:nvSpPr>
        <p:spPr bwMode="auto">
          <a:xfrm>
            <a:off x="2227929" y="288252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2391620" y="4592041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76" idx="1"/>
          </p:cNvCxnSpPr>
          <p:nvPr/>
        </p:nvCxnSpPr>
        <p:spPr>
          <a:xfrm>
            <a:off x="1438773" y="3728176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16"/>
          <p:cNvSpPr>
            <a:spLocks noChangeArrowheads="1"/>
          </p:cNvSpPr>
          <p:nvPr/>
        </p:nvSpPr>
        <p:spPr bwMode="auto">
          <a:xfrm>
            <a:off x="1957377" y="4374276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Oval 16"/>
          <p:cNvSpPr>
            <a:spLocks noChangeArrowheads="1"/>
          </p:cNvSpPr>
          <p:nvPr/>
        </p:nvSpPr>
        <p:spPr bwMode="auto">
          <a:xfrm>
            <a:off x="1067024" y="34021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3503021" y="439599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3" name="Straight Connector 72"/>
          <p:cNvCxnSpPr>
            <a:stCxn id="72" idx="7"/>
          </p:cNvCxnSpPr>
          <p:nvPr/>
        </p:nvCxnSpPr>
        <p:spPr>
          <a:xfrm flipV="1">
            <a:off x="3874770" y="3221297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4299867" y="298768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77218" y="290438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02662" y="440737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7452" y="3009631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5091" y="3439780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2803" y="442092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C765EC0-6A13-40A9-BAF5-AD343DB4FA8D}"/>
              </a:ext>
            </a:extLst>
          </p:cNvPr>
          <p:cNvCxnSpPr>
            <a:stCxn id="98" idx="1"/>
          </p:cNvCxnSpPr>
          <p:nvPr/>
        </p:nvCxnSpPr>
        <p:spPr>
          <a:xfrm flipH="1" flipV="1">
            <a:off x="5800930" y="2614518"/>
            <a:ext cx="2198288" cy="93317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636EFEA-5876-4E7F-9794-4E35132F587A}"/>
              </a:ext>
            </a:extLst>
          </p:cNvPr>
          <p:cNvCxnSpPr/>
          <p:nvPr/>
        </p:nvCxnSpPr>
        <p:spPr>
          <a:xfrm flipH="1" flipV="1">
            <a:off x="6878109" y="2257698"/>
            <a:ext cx="1856048" cy="24517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16">
            <a:extLst>
              <a:ext uri="{FF2B5EF4-FFF2-40B4-BE49-F238E27FC236}">
                <a16:creationId xmlns:a16="http://schemas.microsoft.com/office/drawing/2014/main" id="{FF8341E4-AB8B-4AF2-99B7-3B6195BE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44" y="1970445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Oval 16">
            <a:extLst>
              <a:ext uri="{FF2B5EF4-FFF2-40B4-BE49-F238E27FC236}">
                <a16:creationId xmlns:a16="http://schemas.microsoft.com/office/drawing/2014/main" id="{AC449D89-4272-4E8B-98AE-E6C2FC970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792" y="34621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Oval 16">
            <a:extLst>
              <a:ext uri="{FF2B5EF4-FFF2-40B4-BE49-F238E27FC236}">
                <a16:creationId xmlns:a16="http://schemas.microsoft.com/office/drawing/2014/main" id="{E62C522E-1B85-45E5-9EC6-CCB2534BC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439" y="249002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3E55B07-62D5-4D52-9581-E842D3751205}"/>
              </a:ext>
            </a:extLst>
          </p:cNvPr>
          <p:cNvCxnSpPr>
            <a:stCxn id="98" idx="7"/>
          </p:cNvCxnSpPr>
          <p:nvPr/>
        </p:nvCxnSpPr>
        <p:spPr>
          <a:xfrm flipV="1">
            <a:off x="8307185" y="2309215"/>
            <a:ext cx="650011" cy="123847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16">
            <a:extLst>
              <a:ext uri="{FF2B5EF4-FFF2-40B4-BE49-F238E27FC236}">
                <a16:creationId xmlns:a16="http://schemas.microsoft.com/office/drawing/2014/main" id="{7E28D507-30DA-4B68-B85E-CF3D0EF95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2282" y="207560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97D07AC-0AFC-4DA6-A5CF-3FB4AC5E06BC}"/>
              </a:ext>
            </a:extLst>
          </p:cNvPr>
          <p:cNvSpPr txBox="1"/>
          <p:nvPr/>
        </p:nvSpPr>
        <p:spPr>
          <a:xfrm>
            <a:off x="6709633" y="19923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9E4AAF7-229B-49AE-92C6-6FC5D5DB92DB}"/>
              </a:ext>
            </a:extLst>
          </p:cNvPr>
          <p:cNvSpPr txBox="1"/>
          <p:nvPr/>
        </p:nvSpPr>
        <p:spPr>
          <a:xfrm>
            <a:off x="6435077" y="349529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95CE85A-D7A5-4AF2-8A39-17168D8EDEE3}"/>
              </a:ext>
            </a:extLst>
          </p:cNvPr>
          <p:cNvSpPr txBox="1"/>
          <p:nvPr/>
        </p:nvSpPr>
        <p:spPr>
          <a:xfrm>
            <a:off x="8799867" y="209754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58BAFB0-24AD-4984-8F62-32C2A9B8D45C}"/>
              </a:ext>
            </a:extLst>
          </p:cNvPr>
          <p:cNvSpPr/>
          <p:nvPr/>
        </p:nvSpPr>
        <p:spPr>
          <a:xfrm>
            <a:off x="5547506" y="252769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7E03C51-1A32-4620-9BE6-A16B8B6E3B51}"/>
              </a:ext>
            </a:extLst>
          </p:cNvPr>
          <p:cNvCxnSpPr/>
          <p:nvPr/>
        </p:nvCxnSpPr>
        <p:spPr>
          <a:xfrm flipV="1">
            <a:off x="6865942" y="5062744"/>
            <a:ext cx="175670" cy="11094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6">
            <a:extLst>
              <a:ext uri="{FF2B5EF4-FFF2-40B4-BE49-F238E27FC236}">
                <a16:creationId xmlns:a16="http://schemas.microsoft.com/office/drawing/2014/main" id="{00138914-7232-4F92-BA83-CA52099AA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4105" y="467155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30B6DD7-CBE8-4F81-8129-F71EECC51623}"/>
              </a:ext>
            </a:extLst>
          </p:cNvPr>
          <p:cNvCxnSpPr/>
          <p:nvPr/>
        </p:nvCxnSpPr>
        <p:spPr>
          <a:xfrm flipH="1">
            <a:off x="7037796" y="6381065"/>
            <a:ext cx="1119177" cy="68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FFF1297-70C2-48B5-B2A7-EDA92DDD672C}"/>
              </a:ext>
            </a:extLst>
          </p:cNvPr>
          <p:cNvCxnSpPr>
            <a:endCxn id="119" idx="1"/>
          </p:cNvCxnSpPr>
          <p:nvPr/>
        </p:nvCxnSpPr>
        <p:spPr>
          <a:xfrm>
            <a:off x="6084949" y="5517200"/>
            <a:ext cx="563889" cy="86386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6">
            <a:extLst>
              <a:ext uri="{FF2B5EF4-FFF2-40B4-BE49-F238E27FC236}">
                <a16:creationId xmlns:a16="http://schemas.microsoft.com/office/drawing/2014/main" id="{426A8312-FB1C-4BAF-B01D-A2D33C12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553" y="616330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4" name="Oval 16">
            <a:extLst>
              <a:ext uri="{FF2B5EF4-FFF2-40B4-BE49-F238E27FC236}">
                <a16:creationId xmlns:a16="http://schemas.microsoft.com/office/drawing/2014/main" id="{ACDA3A42-765B-434A-9D0C-D039B579D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200" y="5197375"/>
            <a:ext cx="435531" cy="423046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5" name="Oval 16">
            <a:extLst>
              <a:ext uri="{FF2B5EF4-FFF2-40B4-BE49-F238E27FC236}">
                <a16:creationId xmlns:a16="http://schemas.microsoft.com/office/drawing/2014/main" id="{E46849D1-6705-40C6-8767-1DC986C21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197" y="62598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19D2768-CBB3-46CD-8DBB-8640E9AC4DAE}"/>
              </a:ext>
            </a:extLst>
          </p:cNvPr>
          <p:cNvCxnSpPr>
            <a:stCxn id="115" idx="7"/>
          </p:cNvCxnSpPr>
          <p:nvPr/>
        </p:nvCxnSpPr>
        <p:spPr>
          <a:xfrm flipV="1">
            <a:off x="8520946" y="5085135"/>
            <a:ext cx="650011" cy="123847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6">
            <a:extLst>
              <a:ext uri="{FF2B5EF4-FFF2-40B4-BE49-F238E27FC236}">
                <a16:creationId xmlns:a16="http://schemas.microsoft.com/office/drawing/2014/main" id="{9CDFB6E4-1272-4C59-8D7F-6D71E830C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6043" y="477670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226C3B1-7ECF-4838-A1DB-4D5290FC0B57}"/>
              </a:ext>
            </a:extLst>
          </p:cNvPr>
          <p:cNvSpPr txBox="1"/>
          <p:nvPr/>
        </p:nvSpPr>
        <p:spPr>
          <a:xfrm>
            <a:off x="6923394" y="4693411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46CF3B8-377E-43A6-A963-3746FC1D1F0C}"/>
              </a:ext>
            </a:extLst>
          </p:cNvPr>
          <p:cNvSpPr txBox="1"/>
          <p:nvPr/>
        </p:nvSpPr>
        <p:spPr>
          <a:xfrm>
            <a:off x="6648838" y="6196399"/>
            <a:ext cx="35137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673C11B-81BE-4656-A2C1-2D907B9FDB8D}"/>
              </a:ext>
            </a:extLst>
          </p:cNvPr>
          <p:cNvSpPr txBox="1"/>
          <p:nvPr/>
        </p:nvSpPr>
        <p:spPr>
          <a:xfrm>
            <a:off x="9013628" y="4798655"/>
            <a:ext cx="3561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7096BB1-25BB-4EC5-A7EE-0BD904F5D744}"/>
              </a:ext>
            </a:extLst>
          </p:cNvPr>
          <p:cNvSpPr/>
          <p:nvPr/>
        </p:nvSpPr>
        <p:spPr>
          <a:xfrm>
            <a:off x="5761267" y="5228804"/>
            <a:ext cx="35618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AC9DD7A-E7B8-4001-B65E-22BCB9F8AA50}"/>
              </a:ext>
            </a:extLst>
          </p:cNvPr>
          <p:cNvSpPr/>
          <p:nvPr/>
        </p:nvSpPr>
        <p:spPr>
          <a:xfrm>
            <a:off x="8208979" y="6293080"/>
            <a:ext cx="33855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98" name="Oval 16">
            <a:extLst>
              <a:ext uri="{FF2B5EF4-FFF2-40B4-BE49-F238E27FC236}">
                <a16:creationId xmlns:a16="http://schemas.microsoft.com/office/drawing/2014/main" id="{8E75A3FA-0108-4056-A3E4-52D2D07C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436" y="348391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8E8C888-8E31-4CDD-B324-66F28412E6CE}"/>
              </a:ext>
            </a:extLst>
          </p:cNvPr>
          <p:cNvSpPr/>
          <p:nvPr/>
        </p:nvSpPr>
        <p:spPr>
          <a:xfrm>
            <a:off x="7995218" y="3508844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5A9D7-4F48-4A0D-8F7F-9BA88A5A949A}"/>
                  </a:ext>
                </a:extLst>
              </p:cNvPr>
              <p:cNvSpPr txBox="1"/>
              <p:nvPr/>
            </p:nvSpPr>
            <p:spPr>
              <a:xfrm>
                <a:off x="9120383" y="3700095"/>
                <a:ext cx="2536913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0"/>
                  </a:rPr>
                  <a:t>n nodes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 n-1 edges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5A9D7-4F48-4A0D-8F7F-9BA88A5A9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83" y="3700095"/>
                <a:ext cx="2536913" cy="453137"/>
              </a:xfrm>
              <a:prstGeom prst="rect">
                <a:avLst/>
              </a:prstGeom>
              <a:blipFill>
                <a:blip r:embed="rId4"/>
                <a:stretch>
                  <a:fillRect l="-1923" r="-1923" b="-17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7616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Weight of a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5/182</a:t>
            </a:r>
          </a:p>
        </p:txBody>
      </p:sp>
      <p:cxnSp>
        <p:nvCxnSpPr>
          <p:cNvPr id="39" name="Straight Connector 38"/>
          <p:cNvCxnSpPr>
            <a:cxnSpLocks/>
          </p:cNvCxnSpPr>
          <p:nvPr/>
        </p:nvCxnSpPr>
        <p:spPr>
          <a:xfrm flipH="1" flipV="1">
            <a:off x="6684267" y="3434345"/>
            <a:ext cx="2193826" cy="89190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43" idx="5"/>
          </p:cNvCxnSpPr>
          <p:nvPr/>
        </p:nvCxnSpPr>
        <p:spPr>
          <a:xfrm>
            <a:off x="7915428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7761444" y="3077522"/>
            <a:ext cx="1856048" cy="2451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7535516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16"/>
          <p:cNvSpPr>
            <a:spLocks noChangeArrowheads="1"/>
          </p:cNvSpPr>
          <p:nvPr/>
        </p:nvSpPr>
        <p:spPr bwMode="auto">
          <a:xfrm>
            <a:off x="7543679" y="2790269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 flipH="1">
            <a:off x="7708658" y="4499783"/>
            <a:ext cx="1119177" cy="6846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cxnSpLocks/>
            <a:endCxn id="52" idx="1"/>
          </p:cNvCxnSpPr>
          <p:nvPr/>
        </p:nvCxnSpPr>
        <p:spPr>
          <a:xfrm>
            <a:off x="6754523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6382774" y="330985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7258794" y="428171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9" name="Straight Connector 48"/>
          <p:cNvCxnSpPr>
            <a:cxnSpLocks/>
          </p:cNvCxnSpPr>
          <p:nvPr/>
        </p:nvCxnSpPr>
        <p:spPr>
          <a:xfrm flipV="1">
            <a:off x="9186060" y="3129039"/>
            <a:ext cx="656801" cy="1197212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/>
          <p:cNvSpPr>
            <a:spLocks noChangeArrowheads="1"/>
          </p:cNvSpPr>
          <p:nvPr/>
        </p:nvSpPr>
        <p:spPr bwMode="auto">
          <a:xfrm>
            <a:off x="9615617" y="289542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92968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8412" y="4315117"/>
            <a:ext cx="33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83202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4680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8975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28494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392592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626044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863193" y="3998185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046018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11593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cxnSp>
        <p:nvCxnSpPr>
          <p:cNvPr id="63" name="Straight Connector 62"/>
          <p:cNvCxnSpPr>
            <a:stCxn id="7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6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76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3" name="Straight Connector 72"/>
          <p:cNvCxnSpPr>
            <a:stCxn id="7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296116" y="4033091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174848" y="5565751"/>
            <a:ext cx="102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G=(V,E)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8658" y="5565225"/>
            <a:ext cx="259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Weight=5+14+4+6=29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B3DBAC4D-A079-4D20-B7B2-95AF87A5A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6562" y="425353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878553" y="428784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529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6/182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CDAAD1-0126-4E94-ABB5-497C9ABEF834}"/>
              </a:ext>
            </a:extLst>
          </p:cNvPr>
          <p:cNvGrpSpPr/>
          <p:nvPr/>
        </p:nvGrpSpPr>
        <p:grpSpPr>
          <a:xfrm>
            <a:off x="8192819" y="3001376"/>
            <a:ext cx="3799363" cy="2155852"/>
            <a:chOff x="467360" y="2085658"/>
            <a:chExt cx="3799363" cy="215585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C473EB5-0D28-4EEA-99F4-8A3C9CE8C10B}"/>
                </a:ext>
              </a:extLst>
            </p:cNvPr>
            <p:cNvGrpSpPr/>
            <p:nvPr/>
          </p:nvGrpSpPr>
          <p:grpSpPr>
            <a:xfrm>
              <a:off x="503392" y="2143716"/>
              <a:ext cx="3668374" cy="2097794"/>
              <a:chOff x="145938" y="2200318"/>
              <a:chExt cx="3668374" cy="2097794"/>
            </a:xfrm>
          </p:grpSpPr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4FB25375-585E-404C-B19F-C3DBC8CB016A}"/>
                  </a:ext>
                </a:extLst>
              </p:cNvPr>
              <p:cNvCxnSpPr>
                <a:stCxn id="88" idx="1"/>
              </p:cNvCxnSpPr>
              <p:nvPr/>
            </p:nvCxnSpPr>
            <p:spPr>
              <a:xfrm flipH="1" flipV="1">
                <a:off x="447429" y="2916182"/>
                <a:ext cx="2198288" cy="93317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4127B62-9170-45B1-A5E7-2F743C18CA5A}"/>
                  </a:ext>
                </a:extLst>
              </p:cNvPr>
              <p:cNvCxnSpPr>
                <a:stCxn id="83" idx="5"/>
              </p:cNvCxnSpPr>
              <p:nvPr/>
            </p:nvCxnSpPr>
            <p:spPr>
              <a:xfrm>
                <a:off x="1678592" y="2643858"/>
                <a:ext cx="1158049" cy="133776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5AA1B61-2CC6-44EB-A597-774BC7F2F470}"/>
                  </a:ext>
                </a:extLst>
              </p:cNvPr>
              <p:cNvCxnSpPr/>
              <p:nvPr/>
            </p:nvCxnSpPr>
            <p:spPr>
              <a:xfrm flipH="1" flipV="1">
                <a:off x="1524608" y="2559362"/>
                <a:ext cx="1856048" cy="24517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1DD9E84-4D86-42E9-9156-424C62788A55}"/>
                  </a:ext>
                </a:extLst>
              </p:cNvPr>
              <p:cNvCxnSpPr/>
              <p:nvPr/>
            </p:nvCxnSpPr>
            <p:spPr>
              <a:xfrm flipV="1">
                <a:off x="1298680" y="2663302"/>
                <a:ext cx="175670" cy="1109474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16">
                <a:extLst>
                  <a:ext uri="{FF2B5EF4-FFF2-40B4-BE49-F238E27FC236}">
                    <a16:creationId xmlns:a16="http://schemas.microsoft.com/office/drawing/2014/main" id="{8C619746-6625-40D5-9E27-AF02BE690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843" y="2272109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997DD69-DB8C-4559-8C12-58279BA2A36D}"/>
                  </a:ext>
                </a:extLst>
              </p:cNvPr>
              <p:cNvCxnSpPr/>
              <p:nvPr/>
            </p:nvCxnSpPr>
            <p:spPr>
              <a:xfrm flipH="1">
                <a:off x="1470534" y="3981623"/>
                <a:ext cx="1119177" cy="6846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9F83D09-8801-406C-AE6F-0FD5938ACFF0}"/>
                  </a:ext>
                </a:extLst>
              </p:cNvPr>
              <p:cNvCxnSpPr>
                <a:endCxn id="95" idx="1"/>
              </p:cNvCxnSpPr>
              <p:nvPr/>
            </p:nvCxnSpPr>
            <p:spPr>
              <a:xfrm>
                <a:off x="517687" y="3117758"/>
                <a:ext cx="563889" cy="863865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16">
                <a:extLst>
                  <a:ext uri="{FF2B5EF4-FFF2-40B4-BE49-F238E27FC236}">
                    <a16:creationId xmlns:a16="http://schemas.microsoft.com/office/drawing/2014/main" id="{A153FF1F-F8E0-4E17-A5C9-2ABBC04F3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291" y="3763858"/>
                <a:ext cx="435531" cy="435531"/>
              </a:xfrm>
              <a:prstGeom prst="ellipse">
                <a:avLst/>
              </a:prstGeom>
              <a:solidFill>
                <a:srgbClr val="EBEBE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7" name="Oval 16">
                <a:extLst>
                  <a:ext uri="{FF2B5EF4-FFF2-40B4-BE49-F238E27FC236}">
                    <a16:creationId xmlns:a16="http://schemas.microsoft.com/office/drawing/2014/main" id="{A9A004DD-4EC2-46DB-9693-6DEFC141D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938" y="2791690"/>
                <a:ext cx="435531" cy="435531"/>
              </a:xfrm>
              <a:prstGeom prst="ellipse">
                <a:avLst/>
              </a:prstGeom>
              <a:solidFill>
                <a:srgbClr val="EBEBEB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8" name="Oval 16">
                <a:extLst>
                  <a:ext uri="{FF2B5EF4-FFF2-40B4-BE49-F238E27FC236}">
                    <a16:creationId xmlns:a16="http://schemas.microsoft.com/office/drawing/2014/main" id="{908F0E25-178F-4EDD-A739-326184D6D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935" y="3785575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82157A2F-83EF-4A3D-B98C-FE0A623E97E1}"/>
                  </a:ext>
                </a:extLst>
              </p:cNvPr>
              <p:cNvCxnSpPr>
                <a:stCxn id="88" idx="7"/>
              </p:cNvCxnSpPr>
              <p:nvPr/>
            </p:nvCxnSpPr>
            <p:spPr>
              <a:xfrm flipV="1">
                <a:off x="2953684" y="2610879"/>
                <a:ext cx="650011" cy="1238478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16">
                <a:extLst>
                  <a:ext uri="{FF2B5EF4-FFF2-40B4-BE49-F238E27FC236}">
                    <a16:creationId xmlns:a16="http://schemas.microsoft.com/office/drawing/2014/main" id="{6057EBC9-22A1-42E2-9185-B593E88F9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8781" y="2377265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8120C49-5A34-4CC6-BC72-520C8844A443}"/>
                  </a:ext>
                </a:extLst>
              </p:cNvPr>
              <p:cNvSpPr txBox="1"/>
              <p:nvPr/>
            </p:nvSpPr>
            <p:spPr>
              <a:xfrm>
                <a:off x="1356132" y="2293969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A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FA6FC04-46B7-4CFE-B8FD-908E1C997F6D}"/>
                  </a:ext>
                </a:extLst>
              </p:cNvPr>
              <p:cNvSpPr txBox="1"/>
              <p:nvPr/>
            </p:nvSpPr>
            <p:spPr>
              <a:xfrm>
                <a:off x="1081576" y="379695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B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3285434-9353-4BEE-9207-A19BFB5F1B02}"/>
                  </a:ext>
                </a:extLst>
              </p:cNvPr>
              <p:cNvSpPr txBox="1"/>
              <p:nvPr/>
            </p:nvSpPr>
            <p:spPr>
              <a:xfrm>
                <a:off x="3446366" y="2399213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C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DC8C028-2E7D-472F-9137-B86E91D8BD1C}"/>
                  </a:ext>
                </a:extLst>
              </p:cNvPr>
              <p:cNvSpPr/>
              <p:nvPr/>
            </p:nvSpPr>
            <p:spPr>
              <a:xfrm>
                <a:off x="194005" y="2829362"/>
                <a:ext cx="3561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D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642D71B-946C-4DF0-B26E-013A8082B60C}"/>
                  </a:ext>
                </a:extLst>
              </p:cNvPr>
              <p:cNvSpPr/>
              <p:nvPr/>
            </p:nvSpPr>
            <p:spPr>
              <a:xfrm>
                <a:off x="2641717" y="3810508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E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F439B50-09E1-421F-AEC7-8A3FB3525911}"/>
                  </a:ext>
                </a:extLst>
              </p:cNvPr>
              <p:cNvSpPr txBox="1"/>
              <p:nvPr/>
            </p:nvSpPr>
            <p:spPr>
              <a:xfrm>
                <a:off x="2411544" y="220031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3673C30-7374-47C7-A0E8-A8FF7D9C257B}"/>
                  </a:ext>
                </a:extLst>
              </p:cNvPr>
              <p:cNvSpPr/>
              <p:nvPr/>
            </p:nvSpPr>
            <p:spPr>
              <a:xfrm>
                <a:off x="2991658" y="2981547"/>
                <a:ext cx="322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6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FE75AA6B-D51E-45CC-90E5-D8134C0DE775}"/>
                  </a:ext>
                </a:extLst>
              </p:cNvPr>
              <p:cNvSpPr/>
              <p:nvPr/>
            </p:nvSpPr>
            <p:spPr>
              <a:xfrm>
                <a:off x="2155756" y="2909336"/>
                <a:ext cx="322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8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444853E-FC1A-4FCF-A886-7D3A953AB788}"/>
                  </a:ext>
                </a:extLst>
              </p:cNvPr>
              <p:cNvSpPr/>
              <p:nvPr/>
            </p:nvSpPr>
            <p:spPr>
              <a:xfrm>
                <a:off x="1389208" y="2836759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10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E9DD1FCA-BE46-4F0D-9430-5F5CD166E22A}"/>
                  </a:ext>
                </a:extLst>
              </p:cNvPr>
              <p:cNvSpPr/>
              <p:nvPr/>
            </p:nvSpPr>
            <p:spPr>
              <a:xfrm>
                <a:off x="1645876" y="3514931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14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BFE3CB3-E5D0-4E07-B020-A9DC02F079EF}"/>
                  </a:ext>
                </a:extLst>
              </p:cNvPr>
              <p:cNvSpPr/>
              <p:nvPr/>
            </p:nvSpPr>
            <p:spPr>
              <a:xfrm>
                <a:off x="1807740" y="3928780"/>
                <a:ext cx="322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5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0E3EDDEF-B420-482C-8173-103595CB3995}"/>
                  </a:ext>
                </a:extLst>
              </p:cNvPr>
              <p:cNvSpPr/>
              <p:nvPr/>
            </p:nvSpPr>
            <p:spPr>
              <a:xfrm>
                <a:off x="474757" y="3519958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Arial Rounded MT Bold" panose="020F0704030504030204" pitchFamily="34" charset="0"/>
                  </a:rPr>
                  <a:t>11</a:t>
                </a: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FAF4F0-98E3-4957-A019-D23457CCA611}"/>
                </a:ext>
              </a:extLst>
            </p:cNvPr>
            <p:cNvSpPr/>
            <p:nvPr/>
          </p:nvSpPr>
          <p:spPr>
            <a:xfrm>
              <a:off x="467360" y="2085658"/>
              <a:ext cx="3799363" cy="21284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133C5A-58BA-4246-92F1-1BAD0D21E8AD}"/>
              </a:ext>
            </a:extLst>
          </p:cNvPr>
          <p:cNvGrpSpPr/>
          <p:nvPr/>
        </p:nvGrpSpPr>
        <p:grpSpPr>
          <a:xfrm>
            <a:off x="308361" y="1921704"/>
            <a:ext cx="3799363" cy="2404506"/>
            <a:chOff x="4181885" y="1947893"/>
            <a:chExt cx="3799363" cy="240450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4BC72E3-DF30-4BA7-96C0-13562CF2DACB}"/>
                </a:ext>
              </a:extLst>
            </p:cNvPr>
            <p:cNvSpPr txBox="1"/>
            <p:nvPr/>
          </p:nvSpPr>
          <p:spPr>
            <a:xfrm>
              <a:off x="5334797" y="3983067"/>
              <a:ext cx="1688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  <a:latin typeface="Arial Rounded MT Bold" panose="020F0704030504030204" pitchFamily="34" charset="0"/>
                </a:rPr>
                <a:t>4+6+5+14=29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B15A19D-96BF-4C06-8D10-F1A1E0C5B2E6}"/>
                </a:ext>
              </a:extLst>
            </p:cNvPr>
            <p:cNvGrpSpPr/>
            <p:nvPr/>
          </p:nvGrpSpPr>
          <p:grpSpPr>
            <a:xfrm>
              <a:off x="4181885" y="1947893"/>
              <a:ext cx="3799363" cy="2037743"/>
              <a:chOff x="6351870" y="1891940"/>
              <a:chExt cx="3799363" cy="203774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E764F54-6899-4268-BE4A-E7B20C814148}"/>
                  </a:ext>
                </a:extLst>
              </p:cNvPr>
              <p:cNvGrpSpPr/>
              <p:nvPr/>
            </p:nvGrpSpPr>
            <p:grpSpPr>
              <a:xfrm>
                <a:off x="6396664" y="1911705"/>
                <a:ext cx="3668374" cy="1979559"/>
                <a:chOff x="6396664" y="1911705"/>
                <a:chExt cx="3668374" cy="1979559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1EDA3A2A-3C6F-49EE-9F12-9AFFFB696F33}"/>
                    </a:ext>
                  </a:extLst>
                </p:cNvPr>
                <p:cNvCxnSpPr>
                  <a:cxnSpLocks/>
                  <a:endCxn id="102" idx="3"/>
                </p:cNvCxnSpPr>
                <p:nvPr/>
              </p:nvCxnSpPr>
              <p:spPr>
                <a:xfrm flipH="1" flipV="1">
                  <a:off x="7683680" y="3651781"/>
                  <a:ext cx="1365164" cy="20136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4C765EC0-6A13-40A9-BAF5-AD343DB4FA8D}"/>
                    </a:ext>
                  </a:extLst>
                </p:cNvPr>
                <p:cNvCxnSpPr>
                  <a:stCxn id="98" idx="1"/>
                </p:cNvCxnSpPr>
                <p:nvPr/>
              </p:nvCxnSpPr>
              <p:spPr>
                <a:xfrm flipH="1" flipV="1">
                  <a:off x="6698155" y="2586340"/>
                  <a:ext cx="2198288" cy="933175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B636EFEA-5876-4E7F-9794-4E35132F587A}"/>
                    </a:ext>
                  </a:extLst>
                </p:cNvPr>
                <p:cNvCxnSpPr/>
                <p:nvPr/>
              </p:nvCxnSpPr>
              <p:spPr>
                <a:xfrm flipH="1" flipV="1">
                  <a:off x="7775334" y="2229520"/>
                  <a:ext cx="1856048" cy="24517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Oval 16">
                  <a:extLst>
                    <a:ext uri="{FF2B5EF4-FFF2-40B4-BE49-F238E27FC236}">
                      <a16:creationId xmlns:a16="http://schemas.microsoft.com/office/drawing/2014/main" id="{FF8341E4-AB8B-4AF2-99B7-3B6195BEB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57569" y="1942267"/>
                  <a:ext cx="435531" cy="435531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6" name="Oval 16">
                  <a:extLst>
                    <a:ext uri="{FF2B5EF4-FFF2-40B4-BE49-F238E27FC236}">
                      <a16:creationId xmlns:a16="http://schemas.microsoft.com/office/drawing/2014/main" id="{AC449D89-4272-4E8B-98AE-E6C2FC9700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87017" y="3434016"/>
                  <a:ext cx="435531" cy="435531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7" name="Oval 16">
                  <a:extLst>
                    <a:ext uri="{FF2B5EF4-FFF2-40B4-BE49-F238E27FC236}">
                      <a16:creationId xmlns:a16="http://schemas.microsoft.com/office/drawing/2014/main" id="{E62C522E-1B85-45E5-9EC6-CCB2534BCB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96664" y="2461848"/>
                  <a:ext cx="435531" cy="435531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D3E55B07-62D5-4D52-9581-E842D3751205}"/>
                    </a:ext>
                  </a:extLst>
                </p:cNvPr>
                <p:cNvCxnSpPr>
                  <a:stCxn id="98" idx="7"/>
                </p:cNvCxnSpPr>
                <p:nvPr/>
              </p:nvCxnSpPr>
              <p:spPr>
                <a:xfrm flipV="1">
                  <a:off x="9204410" y="2281037"/>
                  <a:ext cx="650011" cy="1238478"/>
                </a:xfrm>
                <a:prstGeom prst="line">
                  <a:avLst/>
                </a:prstGeom>
                <a:ln w="38100">
                  <a:solidFill>
                    <a:srgbClr val="00B0F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Oval 16">
                  <a:extLst>
                    <a:ext uri="{FF2B5EF4-FFF2-40B4-BE49-F238E27FC236}">
                      <a16:creationId xmlns:a16="http://schemas.microsoft.com/office/drawing/2014/main" id="{7E28D507-30DA-4B68-B85E-CF3D0EF95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9507" y="2047423"/>
                  <a:ext cx="435531" cy="435531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97D07AC-0AFC-4DA6-A5CF-3FB4AC5E06BC}"/>
                    </a:ext>
                  </a:extLst>
                </p:cNvPr>
                <p:cNvSpPr txBox="1"/>
                <p:nvPr/>
              </p:nvSpPr>
              <p:spPr>
                <a:xfrm>
                  <a:off x="7606858" y="1964127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A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F9E4AAF7-229B-49AE-92C6-6FC5D5DB92DB}"/>
                    </a:ext>
                  </a:extLst>
                </p:cNvPr>
                <p:cNvSpPr txBox="1"/>
                <p:nvPr/>
              </p:nvSpPr>
              <p:spPr>
                <a:xfrm>
                  <a:off x="7332302" y="3467115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B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95CE85A-D7A5-4AF2-8A39-17168D8EDEE3}"/>
                    </a:ext>
                  </a:extLst>
                </p:cNvPr>
                <p:cNvSpPr txBox="1"/>
                <p:nvPr/>
              </p:nvSpPr>
              <p:spPr>
                <a:xfrm>
                  <a:off x="9697092" y="2069371"/>
                  <a:ext cx="3561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C</a:t>
                  </a: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C58BAFB0-24AD-4984-8F62-32C2A9B8D45C}"/>
                    </a:ext>
                  </a:extLst>
                </p:cNvPr>
                <p:cNvSpPr/>
                <p:nvPr/>
              </p:nvSpPr>
              <p:spPr>
                <a:xfrm>
                  <a:off x="6444731" y="2499520"/>
                  <a:ext cx="35618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D</a:t>
                  </a:r>
                </a:p>
              </p:txBody>
            </p:sp>
            <p:sp>
              <p:nvSpPr>
                <p:cNvPr id="98" name="Oval 16">
                  <a:extLst>
                    <a:ext uri="{FF2B5EF4-FFF2-40B4-BE49-F238E27FC236}">
                      <a16:creationId xmlns:a16="http://schemas.microsoft.com/office/drawing/2014/main" id="{8E75A3FA-0108-4056-A3E4-52D2D07CC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32661" y="3455733"/>
                  <a:ext cx="435531" cy="435531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68E8C888-8E31-4CDD-B324-66F28412E6CE}"/>
                    </a:ext>
                  </a:extLst>
                </p:cNvPr>
                <p:cNvSpPr/>
                <p:nvPr/>
              </p:nvSpPr>
              <p:spPr>
                <a:xfrm>
                  <a:off x="8892443" y="3480666"/>
                  <a:ext cx="33855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E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1559DDF-C325-4BDA-A485-0C9A83BB5CBE}"/>
                    </a:ext>
                  </a:extLst>
                </p:cNvPr>
                <p:cNvSpPr txBox="1"/>
                <p:nvPr/>
              </p:nvSpPr>
              <p:spPr>
                <a:xfrm>
                  <a:off x="8566641" y="1911705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F0"/>
                      </a:solidFill>
                      <a:latin typeface="Arial Rounded MT Bold" panose="020F0704030504030204" pitchFamily="34" charset="0"/>
                    </a:rPr>
                    <a:t>4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9BB30CF-F02D-4B76-9F84-1295963D01B0}"/>
                    </a:ext>
                  </a:extLst>
                </p:cNvPr>
                <p:cNvSpPr/>
                <p:nvPr/>
              </p:nvSpPr>
              <p:spPr>
                <a:xfrm>
                  <a:off x="9195050" y="2700175"/>
                  <a:ext cx="3225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srgbClr val="00B0F0"/>
                      </a:solidFill>
                      <a:latin typeface="Arial Rounded MT Bold" panose="020F0704030504030204" pitchFamily="34" charset="0"/>
                    </a:rPr>
                    <a:t>6</a:t>
                  </a:r>
                  <a:endParaRPr lang="en-US" dirty="0">
                    <a:solidFill>
                      <a:srgbClr val="00B0F0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25D5D9FD-FB6E-4B4A-9D9B-469C3A0D208E}"/>
                    </a:ext>
                  </a:extLst>
                </p:cNvPr>
                <p:cNvSpPr/>
                <p:nvPr/>
              </p:nvSpPr>
              <p:spPr>
                <a:xfrm>
                  <a:off x="8103065" y="3334849"/>
                  <a:ext cx="3225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srgbClr val="00B0F0"/>
                      </a:solidFill>
                      <a:latin typeface="Arial Rounded MT Bold" panose="020F0704030504030204" pitchFamily="34" charset="0"/>
                    </a:rPr>
                    <a:t>5</a:t>
                  </a:r>
                  <a:endParaRPr lang="en-US" dirty="0">
                    <a:solidFill>
                      <a:srgbClr val="00B0F0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3C5FC5C-FFCA-4F81-8E56-5DB986B6F992}"/>
                    </a:ext>
                  </a:extLst>
                </p:cNvPr>
                <p:cNvSpPr/>
                <p:nvPr/>
              </p:nvSpPr>
              <p:spPr>
                <a:xfrm>
                  <a:off x="7618922" y="3054558"/>
                  <a:ext cx="4603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solidFill>
                        <a:srgbClr val="00B0F0"/>
                      </a:solidFill>
                      <a:latin typeface="Arial Rounded MT Bold" panose="020F0704030504030204" pitchFamily="34" charset="0"/>
                    </a:rPr>
                    <a:t>14</a:t>
                  </a:r>
                  <a:endParaRPr lang="en-US" dirty="0">
                    <a:solidFill>
                      <a:srgbClr val="00B0F0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53434A7-8F71-4576-AD62-ABC031F2E29C}"/>
                  </a:ext>
                </a:extLst>
              </p:cNvPr>
              <p:cNvSpPr/>
              <p:nvPr/>
            </p:nvSpPr>
            <p:spPr>
              <a:xfrm>
                <a:off x="6351870" y="1891940"/>
                <a:ext cx="3799363" cy="2037743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16FA6C-4FE9-4380-B3F5-E5B1C6CBD28B}"/>
              </a:ext>
            </a:extLst>
          </p:cNvPr>
          <p:cNvGrpSpPr/>
          <p:nvPr/>
        </p:nvGrpSpPr>
        <p:grpSpPr>
          <a:xfrm>
            <a:off x="269225" y="4323047"/>
            <a:ext cx="3799363" cy="2469323"/>
            <a:chOff x="282591" y="4368360"/>
            <a:chExt cx="3799363" cy="246932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1B5648-C50C-4525-AA49-94432835FCC9}"/>
                </a:ext>
              </a:extLst>
            </p:cNvPr>
            <p:cNvGrpSpPr/>
            <p:nvPr/>
          </p:nvGrpSpPr>
          <p:grpSpPr>
            <a:xfrm>
              <a:off x="329869" y="4398870"/>
              <a:ext cx="3668374" cy="2023811"/>
              <a:chOff x="5713200" y="4671551"/>
              <a:chExt cx="3668374" cy="2023811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B7E03C51-1A32-4620-9BE6-A16B8B6E3B51}"/>
                  </a:ext>
                </a:extLst>
              </p:cNvPr>
              <p:cNvCxnSpPr/>
              <p:nvPr/>
            </p:nvCxnSpPr>
            <p:spPr>
              <a:xfrm flipV="1">
                <a:off x="6865942" y="5062744"/>
                <a:ext cx="175670" cy="1109474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Oval 16">
                <a:extLst>
                  <a:ext uri="{FF2B5EF4-FFF2-40B4-BE49-F238E27FC236}">
                    <a16:creationId xmlns:a16="http://schemas.microsoft.com/office/drawing/2014/main" id="{00138914-7232-4F92-BA83-CA52099AA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4105" y="4671551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30B6DD7-CBE8-4F81-8129-F71EECC51623}"/>
                  </a:ext>
                </a:extLst>
              </p:cNvPr>
              <p:cNvCxnSpPr/>
              <p:nvPr/>
            </p:nvCxnSpPr>
            <p:spPr>
              <a:xfrm flipH="1">
                <a:off x="7037796" y="6381065"/>
                <a:ext cx="1119177" cy="6846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FFF1297-70C2-48B5-B2A7-EDA92DDD672C}"/>
                  </a:ext>
                </a:extLst>
              </p:cNvPr>
              <p:cNvCxnSpPr>
                <a:endCxn id="119" idx="1"/>
              </p:cNvCxnSpPr>
              <p:nvPr/>
            </p:nvCxnSpPr>
            <p:spPr>
              <a:xfrm>
                <a:off x="6084949" y="5517200"/>
                <a:ext cx="563889" cy="863865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426A8312-FB1C-4BAF-B01D-A2D33C12C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03553" y="6163300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14" name="Oval 16">
                <a:extLst>
                  <a:ext uri="{FF2B5EF4-FFF2-40B4-BE49-F238E27FC236}">
                    <a16:creationId xmlns:a16="http://schemas.microsoft.com/office/drawing/2014/main" id="{ACDA3A42-765B-434A-9D0C-D039B579D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3200" y="5197375"/>
                <a:ext cx="435531" cy="42304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15" name="Oval 16">
                <a:extLst>
                  <a:ext uri="{FF2B5EF4-FFF2-40B4-BE49-F238E27FC236}">
                    <a16:creationId xmlns:a16="http://schemas.microsoft.com/office/drawing/2014/main" id="{E46849D1-6705-40C6-8767-1DC986C21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9197" y="6259831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19D2768-CBB3-46CD-8DBB-8640E9AC4DAE}"/>
                  </a:ext>
                </a:extLst>
              </p:cNvPr>
              <p:cNvCxnSpPr>
                <a:stCxn id="115" idx="7"/>
              </p:cNvCxnSpPr>
              <p:nvPr/>
            </p:nvCxnSpPr>
            <p:spPr>
              <a:xfrm flipV="1">
                <a:off x="8520946" y="5085135"/>
                <a:ext cx="650011" cy="1238478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6">
                <a:extLst>
                  <a:ext uri="{FF2B5EF4-FFF2-40B4-BE49-F238E27FC236}">
                    <a16:creationId xmlns:a16="http://schemas.microsoft.com/office/drawing/2014/main" id="{9CDFB6E4-1272-4C59-8D7F-6D71E830C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6043" y="477670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226C3B1-7ECF-4838-A1DB-4D5290FC0B57}"/>
                  </a:ext>
                </a:extLst>
              </p:cNvPr>
              <p:cNvSpPr txBox="1"/>
              <p:nvPr/>
            </p:nvSpPr>
            <p:spPr>
              <a:xfrm>
                <a:off x="6923394" y="4693411"/>
                <a:ext cx="35137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A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46CF3B8-377E-43A6-A963-3746FC1D1F0C}"/>
                  </a:ext>
                </a:extLst>
              </p:cNvPr>
              <p:cNvSpPr txBox="1"/>
              <p:nvPr/>
            </p:nvSpPr>
            <p:spPr>
              <a:xfrm>
                <a:off x="6648838" y="6196399"/>
                <a:ext cx="35137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B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673C11B-81BE-4656-A2C1-2D907B9FDB8D}"/>
                  </a:ext>
                </a:extLst>
              </p:cNvPr>
              <p:cNvSpPr txBox="1"/>
              <p:nvPr/>
            </p:nvSpPr>
            <p:spPr>
              <a:xfrm>
                <a:off x="9013628" y="4798655"/>
                <a:ext cx="3561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C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7096BB1-25BB-4EC5-A7EE-0BD904F5D744}"/>
                  </a:ext>
                </a:extLst>
              </p:cNvPr>
              <p:cNvSpPr/>
              <p:nvPr/>
            </p:nvSpPr>
            <p:spPr>
              <a:xfrm>
                <a:off x="5761267" y="5228804"/>
                <a:ext cx="356188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D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6AC9DD7A-E7B8-4001-B65E-22BCB9F8AA50}"/>
                  </a:ext>
                </a:extLst>
              </p:cNvPr>
              <p:cNvSpPr/>
              <p:nvPr/>
            </p:nvSpPr>
            <p:spPr>
              <a:xfrm>
                <a:off x="8208979" y="6293080"/>
                <a:ext cx="338554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E</a:t>
                </a:r>
              </a:p>
            </p:txBody>
          </p:sp>
        </p:grp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E20158F-9607-48A4-8F7A-1C49812D6039}"/>
                </a:ext>
              </a:extLst>
            </p:cNvPr>
            <p:cNvSpPr/>
            <p:nvPr/>
          </p:nvSpPr>
          <p:spPr>
            <a:xfrm>
              <a:off x="282591" y="4368360"/>
              <a:ext cx="3799363" cy="20962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F9FE45B-A351-4626-8276-982A1687FE1B}"/>
                </a:ext>
              </a:extLst>
            </p:cNvPr>
            <p:cNvSpPr txBox="1"/>
            <p:nvPr/>
          </p:nvSpPr>
          <p:spPr>
            <a:xfrm>
              <a:off x="1238343" y="6468351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11+10+5+6=42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A196B0-66D4-49B4-8EB5-AD1A26C9030E}"/>
                </a:ext>
              </a:extLst>
            </p:cNvPr>
            <p:cNvSpPr/>
            <p:nvPr/>
          </p:nvSpPr>
          <p:spPr>
            <a:xfrm>
              <a:off x="539063" y="5554386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E5995EC-4670-4BFB-BB8E-3431340A5E39}"/>
                </a:ext>
              </a:extLst>
            </p:cNvPr>
            <p:cNvSpPr/>
            <p:nvPr/>
          </p:nvSpPr>
          <p:spPr>
            <a:xfrm>
              <a:off x="1544792" y="5077127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10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EB1D9D5-F3E5-45CB-A172-37BEDB4C5467}"/>
                </a:ext>
              </a:extLst>
            </p:cNvPr>
            <p:cNvSpPr/>
            <p:nvPr/>
          </p:nvSpPr>
          <p:spPr>
            <a:xfrm>
              <a:off x="3059618" y="5160134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6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30870F0-04E7-47D3-9D23-B269FA625CBB}"/>
                </a:ext>
              </a:extLst>
            </p:cNvPr>
            <p:cNvSpPr/>
            <p:nvPr/>
          </p:nvSpPr>
          <p:spPr>
            <a:xfrm>
              <a:off x="1889849" y="6067453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5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071152-4C6B-4652-892B-C9C9F9054C9D}"/>
              </a:ext>
            </a:extLst>
          </p:cNvPr>
          <p:cNvGrpSpPr/>
          <p:nvPr/>
        </p:nvGrpSpPr>
        <p:grpSpPr>
          <a:xfrm>
            <a:off x="4216357" y="4348314"/>
            <a:ext cx="3799363" cy="2463003"/>
            <a:chOff x="4230429" y="4362092"/>
            <a:chExt cx="3799363" cy="2463003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9AC11D8-F367-4AFF-B576-F3FE1D0ECB2D}"/>
                </a:ext>
              </a:extLst>
            </p:cNvPr>
            <p:cNvSpPr/>
            <p:nvPr/>
          </p:nvSpPr>
          <p:spPr>
            <a:xfrm>
              <a:off x="4230429" y="4362092"/>
              <a:ext cx="3799363" cy="20962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9971899-940C-4A27-ADD0-42DE31042D07}"/>
                </a:ext>
              </a:extLst>
            </p:cNvPr>
            <p:cNvCxnSpPr/>
            <p:nvPr/>
          </p:nvCxnSpPr>
          <p:spPr>
            <a:xfrm flipH="1" flipV="1">
              <a:off x="5669131" y="4680662"/>
              <a:ext cx="1856048" cy="24517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">
              <a:extLst>
                <a:ext uri="{FF2B5EF4-FFF2-40B4-BE49-F238E27FC236}">
                  <a16:creationId xmlns:a16="http://schemas.microsoft.com/office/drawing/2014/main" id="{39C09121-0ABA-4AD7-A830-1C9724E45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366" y="4393409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5C4E009-3415-4554-BBB4-44F3BB5F24A3}"/>
                </a:ext>
              </a:extLst>
            </p:cNvPr>
            <p:cNvCxnSpPr/>
            <p:nvPr/>
          </p:nvCxnSpPr>
          <p:spPr>
            <a:xfrm flipH="1">
              <a:off x="5615057" y="6102923"/>
              <a:ext cx="1119177" cy="6846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29959D3-7972-484B-83A8-EAB65066F2FD}"/>
                </a:ext>
              </a:extLst>
            </p:cNvPr>
            <p:cNvCxnSpPr>
              <a:endCxn id="171" idx="1"/>
            </p:cNvCxnSpPr>
            <p:nvPr/>
          </p:nvCxnSpPr>
          <p:spPr>
            <a:xfrm>
              <a:off x="4662210" y="5239058"/>
              <a:ext cx="563889" cy="863865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16">
              <a:extLst>
                <a:ext uri="{FF2B5EF4-FFF2-40B4-BE49-F238E27FC236}">
                  <a16:creationId xmlns:a16="http://schemas.microsoft.com/office/drawing/2014/main" id="{1540BECA-CE18-4232-AFB1-843A2F08C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814" y="5885158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Oval 16">
              <a:extLst>
                <a:ext uri="{FF2B5EF4-FFF2-40B4-BE49-F238E27FC236}">
                  <a16:creationId xmlns:a16="http://schemas.microsoft.com/office/drawing/2014/main" id="{E635A070-0308-496C-834B-A6789048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461" y="4912990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Oval 16">
              <a:extLst>
                <a:ext uri="{FF2B5EF4-FFF2-40B4-BE49-F238E27FC236}">
                  <a16:creationId xmlns:a16="http://schemas.microsoft.com/office/drawing/2014/main" id="{74EDDA3D-BD1E-4112-9905-F63A12065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458" y="5906875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2A15BD4-28BE-4ECE-A9A4-3E92D5E4BDDC}"/>
                </a:ext>
              </a:extLst>
            </p:cNvPr>
            <p:cNvCxnSpPr>
              <a:stCxn id="167" idx="7"/>
            </p:cNvCxnSpPr>
            <p:nvPr/>
          </p:nvCxnSpPr>
          <p:spPr>
            <a:xfrm flipV="1">
              <a:off x="7098207" y="4732179"/>
              <a:ext cx="650011" cy="1238478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Oval 16">
              <a:extLst>
                <a:ext uri="{FF2B5EF4-FFF2-40B4-BE49-F238E27FC236}">
                  <a16:creationId xmlns:a16="http://schemas.microsoft.com/office/drawing/2014/main" id="{CC608A0E-9BD1-4933-AE33-EC94C1C17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3304" y="4498565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81064AC-3104-4B6C-8D86-6474B9480F7A}"/>
                </a:ext>
              </a:extLst>
            </p:cNvPr>
            <p:cNvSpPr txBox="1"/>
            <p:nvPr/>
          </p:nvSpPr>
          <p:spPr>
            <a:xfrm>
              <a:off x="5500655" y="441526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8F1037D-68D0-45A5-94C3-8E5E65830851}"/>
                </a:ext>
              </a:extLst>
            </p:cNvPr>
            <p:cNvSpPr txBox="1"/>
            <p:nvPr/>
          </p:nvSpPr>
          <p:spPr>
            <a:xfrm>
              <a:off x="5226099" y="591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54831D9-50D5-4A2E-BB3B-8D31A480F81C}"/>
                </a:ext>
              </a:extLst>
            </p:cNvPr>
            <p:cNvSpPr txBox="1"/>
            <p:nvPr/>
          </p:nvSpPr>
          <p:spPr>
            <a:xfrm>
              <a:off x="7590889" y="4520513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E9D09C4-FE09-4802-A6F1-C0F46EA520AD}"/>
                </a:ext>
              </a:extLst>
            </p:cNvPr>
            <p:cNvSpPr/>
            <p:nvPr/>
          </p:nvSpPr>
          <p:spPr>
            <a:xfrm>
              <a:off x="4338528" y="4950662"/>
              <a:ext cx="356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9A5DC0D-2430-43D9-AE75-64EDFD8E0659}"/>
                </a:ext>
              </a:extLst>
            </p:cNvPr>
            <p:cNvSpPr/>
            <p:nvPr/>
          </p:nvSpPr>
          <p:spPr>
            <a:xfrm>
              <a:off x="6786240" y="5931808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74CBF01-C9CE-424C-965A-E3F1228F4F7E}"/>
                </a:ext>
              </a:extLst>
            </p:cNvPr>
            <p:cNvSpPr txBox="1"/>
            <p:nvPr/>
          </p:nvSpPr>
          <p:spPr>
            <a:xfrm>
              <a:off x="6466666" y="43934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F88304C-F10E-4183-9BCC-4C7E37942659}"/>
                </a:ext>
              </a:extLst>
            </p:cNvPr>
            <p:cNvSpPr/>
            <p:nvPr/>
          </p:nvSpPr>
          <p:spPr>
            <a:xfrm>
              <a:off x="7136181" y="5102847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6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E8616EA-7999-4987-8075-C0F7563DA1B2}"/>
                </a:ext>
              </a:extLst>
            </p:cNvPr>
            <p:cNvSpPr/>
            <p:nvPr/>
          </p:nvSpPr>
          <p:spPr>
            <a:xfrm>
              <a:off x="5930309" y="6106346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5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74842166-F3F0-4A51-A159-5FE56A5E3002}"/>
                </a:ext>
              </a:extLst>
            </p:cNvPr>
            <p:cNvSpPr/>
            <p:nvPr/>
          </p:nvSpPr>
          <p:spPr>
            <a:xfrm>
              <a:off x="4619280" y="5641258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11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8C5BCAE-FFE4-48C4-AFB1-80532A383EA3}"/>
                </a:ext>
              </a:extLst>
            </p:cNvPr>
            <p:cNvSpPr txBox="1"/>
            <p:nvPr/>
          </p:nvSpPr>
          <p:spPr>
            <a:xfrm>
              <a:off x="5285968" y="6455763"/>
              <a:ext cx="1688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11+6+5+4=26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BCB05B-EAEA-4A10-8BC3-F502A2F6C25D}"/>
              </a:ext>
            </a:extLst>
          </p:cNvPr>
          <p:cNvGrpSpPr/>
          <p:nvPr/>
        </p:nvGrpSpPr>
        <p:grpSpPr>
          <a:xfrm>
            <a:off x="4284080" y="1910298"/>
            <a:ext cx="3722687" cy="2451794"/>
            <a:chOff x="8271311" y="1873244"/>
            <a:chExt cx="3722687" cy="2451794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3062F57-B37F-47C2-9BFB-E3F27635E9C1}"/>
                </a:ext>
              </a:extLst>
            </p:cNvPr>
            <p:cNvSpPr/>
            <p:nvPr/>
          </p:nvSpPr>
          <p:spPr>
            <a:xfrm>
              <a:off x="8271311" y="1873244"/>
              <a:ext cx="3722687" cy="2096240"/>
            </a:xfrm>
            <a:prstGeom prst="rect">
              <a:avLst/>
            </a:prstGeom>
            <a:noFill/>
            <a:ln>
              <a:solidFill>
                <a:srgbClr val="ED84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3D61D718-C744-46D5-BBCF-BB2C8A38E77B}"/>
                </a:ext>
              </a:extLst>
            </p:cNvPr>
            <p:cNvCxnSpPr/>
            <p:nvPr/>
          </p:nvCxnSpPr>
          <p:spPr>
            <a:xfrm flipH="1" flipV="1">
              <a:off x="9814743" y="2194157"/>
              <a:ext cx="1856048" cy="24517"/>
            </a:xfrm>
            <a:prstGeom prst="line">
              <a:avLst/>
            </a:prstGeom>
            <a:ln w="38100">
              <a:solidFill>
                <a:srgbClr val="ED842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B218650D-F5B3-4C89-8AC9-964865A2F487}"/>
                </a:ext>
              </a:extLst>
            </p:cNvPr>
            <p:cNvCxnSpPr/>
            <p:nvPr/>
          </p:nvCxnSpPr>
          <p:spPr>
            <a:xfrm>
              <a:off x="9760943" y="2253214"/>
              <a:ext cx="1158049" cy="1337765"/>
            </a:xfrm>
            <a:prstGeom prst="line">
              <a:avLst/>
            </a:prstGeom>
            <a:ln w="38100">
              <a:solidFill>
                <a:srgbClr val="ED842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A36BF1F-ABB0-4488-A8B6-6D3CD29EA94B}"/>
                </a:ext>
              </a:extLst>
            </p:cNvPr>
            <p:cNvCxnSpPr>
              <a:cxnSpLocks/>
            </p:cNvCxnSpPr>
            <p:nvPr/>
          </p:nvCxnSpPr>
          <p:spPr>
            <a:xfrm>
              <a:off x="8700289" y="2779656"/>
              <a:ext cx="563889" cy="863865"/>
            </a:xfrm>
            <a:prstGeom prst="line">
              <a:avLst/>
            </a:prstGeom>
            <a:ln w="38100">
              <a:solidFill>
                <a:srgbClr val="ED842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C31FD86-463E-4C73-823A-A78E23544B7F}"/>
                </a:ext>
              </a:extLst>
            </p:cNvPr>
            <p:cNvCxnSpPr/>
            <p:nvPr/>
          </p:nvCxnSpPr>
          <p:spPr>
            <a:xfrm flipV="1">
              <a:off x="9480021" y="2340269"/>
              <a:ext cx="175670" cy="1109474"/>
            </a:xfrm>
            <a:prstGeom prst="line">
              <a:avLst/>
            </a:prstGeom>
            <a:ln w="38100">
              <a:solidFill>
                <a:srgbClr val="ED8428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Oval 16">
              <a:extLst>
                <a:ext uri="{FF2B5EF4-FFF2-40B4-BE49-F238E27FC236}">
                  <a16:creationId xmlns:a16="http://schemas.microsoft.com/office/drawing/2014/main" id="{293D67CC-9B0A-4B34-A775-64B7003E2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9613" y="2046600"/>
              <a:ext cx="435531" cy="435531"/>
            </a:xfrm>
            <a:prstGeom prst="ellipse">
              <a:avLst/>
            </a:prstGeom>
            <a:solidFill>
              <a:srgbClr val="ED84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55F1B924-1C9E-4A5D-8EAD-401CB3250DC0}"/>
                </a:ext>
              </a:extLst>
            </p:cNvPr>
            <p:cNvSpPr txBox="1"/>
            <p:nvPr/>
          </p:nvSpPr>
          <p:spPr>
            <a:xfrm>
              <a:off x="11607198" y="2068548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180" name="Oval 16">
              <a:extLst>
                <a:ext uri="{FF2B5EF4-FFF2-40B4-BE49-F238E27FC236}">
                  <a16:creationId xmlns:a16="http://schemas.microsoft.com/office/drawing/2014/main" id="{8A5E0179-D959-4CCE-B0C9-869042FC2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7675" y="1941444"/>
              <a:ext cx="435531" cy="435531"/>
            </a:xfrm>
            <a:prstGeom prst="ellipse">
              <a:avLst/>
            </a:prstGeom>
            <a:solidFill>
              <a:srgbClr val="ED84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E287475-FA9D-4BF2-974D-1D6577050324}"/>
                </a:ext>
              </a:extLst>
            </p:cNvPr>
            <p:cNvSpPr txBox="1"/>
            <p:nvPr/>
          </p:nvSpPr>
          <p:spPr>
            <a:xfrm>
              <a:off x="9516964" y="196330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183" name="Oval 16">
              <a:extLst>
                <a:ext uri="{FF2B5EF4-FFF2-40B4-BE49-F238E27FC236}">
                  <a16:creationId xmlns:a16="http://schemas.microsoft.com/office/drawing/2014/main" id="{4199FF7A-022D-49B7-8E06-CBA5B3749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2767" y="3454910"/>
              <a:ext cx="435531" cy="435531"/>
            </a:xfrm>
            <a:prstGeom prst="ellipse">
              <a:avLst/>
            </a:prstGeom>
            <a:solidFill>
              <a:srgbClr val="ED84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E6055E0-C55C-42EE-B020-D8C4F086E779}"/>
                </a:ext>
              </a:extLst>
            </p:cNvPr>
            <p:cNvSpPr/>
            <p:nvPr/>
          </p:nvSpPr>
          <p:spPr>
            <a:xfrm>
              <a:off x="10802549" y="3479843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181" name="Oval 16">
              <a:extLst>
                <a:ext uri="{FF2B5EF4-FFF2-40B4-BE49-F238E27FC236}">
                  <a16:creationId xmlns:a16="http://schemas.microsoft.com/office/drawing/2014/main" id="{920B206C-2D22-4EA1-AB17-D21EFB0F5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123" y="3433193"/>
              <a:ext cx="435531" cy="435531"/>
            </a:xfrm>
            <a:prstGeom prst="ellipse">
              <a:avLst/>
            </a:prstGeom>
            <a:solidFill>
              <a:srgbClr val="ED84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3993202-5A3F-463F-9137-F3909F43B831}"/>
                </a:ext>
              </a:extLst>
            </p:cNvPr>
            <p:cNvSpPr txBox="1"/>
            <p:nvPr/>
          </p:nvSpPr>
          <p:spPr>
            <a:xfrm>
              <a:off x="9242408" y="346629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182" name="Oval 16">
              <a:extLst>
                <a:ext uri="{FF2B5EF4-FFF2-40B4-BE49-F238E27FC236}">
                  <a16:creationId xmlns:a16="http://schemas.microsoft.com/office/drawing/2014/main" id="{0AF1DFEB-6D61-4B6E-A84C-9743E338F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6770" y="2461025"/>
              <a:ext cx="435531" cy="435531"/>
            </a:xfrm>
            <a:prstGeom prst="ellipse">
              <a:avLst/>
            </a:prstGeom>
            <a:solidFill>
              <a:srgbClr val="ED84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EF188D3-1E9C-4C89-8844-8B3546C31536}"/>
                </a:ext>
              </a:extLst>
            </p:cNvPr>
            <p:cNvSpPr/>
            <p:nvPr/>
          </p:nvSpPr>
          <p:spPr>
            <a:xfrm>
              <a:off x="8354837" y="2498697"/>
              <a:ext cx="356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9A5E846-EB88-4C3B-9639-C480DCA1B4B6}"/>
                </a:ext>
              </a:extLst>
            </p:cNvPr>
            <p:cNvSpPr txBox="1"/>
            <p:nvPr/>
          </p:nvSpPr>
          <p:spPr>
            <a:xfrm>
              <a:off x="10493835" y="188388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ED8428"/>
                  </a:solidFill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D213A5A7-449C-4BBD-ABFF-44AAFF7984A3}"/>
                </a:ext>
              </a:extLst>
            </p:cNvPr>
            <p:cNvSpPr/>
            <p:nvPr/>
          </p:nvSpPr>
          <p:spPr>
            <a:xfrm>
              <a:off x="9487242" y="278873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ED8428"/>
                  </a:solidFill>
                  <a:latin typeface="Arial Rounded MT Bold" panose="020F0704030504030204" pitchFamily="34" charset="0"/>
                </a:rPr>
                <a:t>10</a:t>
              </a:r>
              <a:endParaRPr lang="en-US" dirty="0">
                <a:solidFill>
                  <a:srgbClr val="ED8428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C2DD426D-D83C-40B9-B544-5941A99CB9D8}"/>
                </a:ext>
              </a:extLst>
            </p:cNvPr>
            <p:cNvSpPr/>
            <p:nvPr/>
          </p:nvSpPr>
          <p:spPr>
            <a:xfrm>
              <a:off x="8598456" y="309696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ED8428"/>
                  </a:solidFill>
                  <a:latin typeface="Arial Rounded MT Bold" panose="020F0704030504030204" pitchFamily="34" charset="0"/>
                </a:rPr>
                <a:t>11</a:t>
              </a:r>
              <a:endParaRPr lang="en-US" dirty="0">
                <a:solidFill>
                  <a:srgbClr val="ED8428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9825382-C039-43E4-9771-2129624176FD}"/>
                </a:ext>
              </a:extLst>
            </p:cNvPr>
            <p:cNvSpPr/>
            <p:nvPr/>
          </p:nvSpPr>
          <p:spPr>
            <a:xfrm>
              <a:off x="10330480" y="2594990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ED8428"/>
                  </a:solidFill>
                  <a:latin typeface="Arial Rounded MT Bold" panose="020F0704030504030204" pitchFamily="34" charset="0"/>
                </a:rPr>
                <a:t>8</a:t>
              </a:r>
              <a:endParaRPr lang="en-US" dirty="0">
                <a:solidFill>
                  <a:srgbClr val="ED8428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00E5891-1B22-4A01-A9DD-4E6D083560E7}"/>
                </a:ext>
              </a:extLst>
            </p:cNvPr>
            <p:cNvSpPr txBox="1"/>
            <p:nvPr/>
          </p:nvSpPr>
          <p:spPr>
            <a:xfrm>
              <a:off x="9331023" y="3955706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ED8428"/>
                  </a:solidFill>
                  <a:latin typeface="Arial Rounded MT Bold" panose="020F0704030504030204" pitchFamily="34" charset="0"/>
                </a:rPr>
                <a:t>11+10+4+8=33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5353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8AE3-DD54-4214-AD0E-82DCCBC33A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7/182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473EB5-0D28-4EEA-99F4-8A3C9CE8C10B}"/>
              </a:ext>
            </a:extLst>
          </p:cNvPr>
          <p:cNvGrpSpPr/>
          <p:nvPr/>
        </p:nvGrpSpPr>
        <p:grpSpPr>
          <a:xfrm>
            <a:off x="1344535" y="3296574"/>
            <a:ext cx="3668374" cy="2097794"/>
            <a:chOff x="145938" y="2200318"/>
            <a:chExt cx="3668374" cy="2097794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FB25375-585E-404C-B19F-C3DBC8CB016A}"/>
                </a:ext>
              </a:extLst>
            </p:cNvPr>
            <p:cNvCxnSpPr>
              <a:stCxn id="88" idx="1"/>
            </p:cNvCxnSpPr>
            <p:nvPr/>
          </p:nvCxnSpPr>
          <p:spPr>
            <a:xfrm flipH="1" flipV="1">
              <a:off x="447429" y="2916182"/>
              <a:ext cx="2198288" cy="93317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4127B62-9170-45B1-A5E7-2F743C18CA5A}"/>
                </a:ext>
              </a:extLst>
            </p:cNvPr>
            <p:cNvCxnSpPr>
              <a:stCxn id="83" idx="5"/>
            </p:cNvCxnSpPr>
            <p:nvPr/>
          </p:nvCxnSpPr>
          <p:spPr>
            <a:xfrm>
              <a:off x="1678592" y="2643858"/>
              <a:ext cx="1158049" cy="133776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5AA1B61-2CC6-44EB-A597-774BC7F2F470}"/>
                </a:ext>
              </a:extLst>
            </p:cNvPr>
            <p:cNvCxnSpPr/>
            <p:nvPr/>
          </p:nvCxnSpPr>
          <p:spPr>
            <a:xfrm flipH="1" flipV="1">
              <a:off x="1524608" y="2559362"/>
              <a:ext cx="1856048" cy="24517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1DD9E84-4D86-42E9-9156-424C62788A55}"/>
                </a:ext>
              </a:extLst>
            </p:cNvPr>
            <p:cNvCxnSpPr/>
            <p:nvPr/>
          </p:nvCxnSpPr>
          <p:spPr>
            <a:xfrm flipV="1">
              <a:off x="1298680" y="2663302"/>
              <a:ext cx="175670" cy="1109474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16">
              <a:extLst>
                <a:ext uri="{FF2B5EF4-FFF2-40B4-BE49-F238E27FC236}">
                  <a16:creationId xmlns:a16="http://schemas.microsoft.com/office/drawing/2014/main" id="{8C619746-6625-40D5-9E27-AF02BE690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843" y="2272109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997DD69-DB8C-4559-8C12-58279BA2A36D}"/>
                </a:ext>
              </a:extLst>
            </p:cNvPr>
            <p:cNvCxnSpPr/>
            <p:nvPr/>
          </p:nvCxnSpPr>
          <p:spPr>
            <a:xfrm flipH="1">
              <a:off x="1470534" y="3981623"/>
              <a:ext cx="1119177" cy="6846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9F83D09-8801-406C-AE6F-0FD5938ACFF0}"/>
                </a:ext>
              </a:extLst>
            </p:cNvPr>
            <p:cNvCxnSpPr>
              <a:endCxn id="95" idx="1"/>
            </p:cNvCxnSpPr>
            <p:nvPr/>
          </p:nvCxnSpPr>
          <p:spPr>
            <a:xfrm>
              <a:off x="517687" y="3117758"/>
              <a:ext cx="563889" cy="863865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16">
              <a:extLst>
                <a:ext uri="{FF2B5EF4-FFF2-40B4-BE49-F238E27FC236}">
                  <a16:creationId xmlns:a16="http://schemas.microsoft.com/office/drawing/2014/main" id="{A153FF1F-F8E0-4E17-A5C9-2ABBC04F3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291" y="3763858"/>
              <a:ext cx="435531" cy="435531"/>
            </a:xfrm>
            <a:prstGeom prst="ellipse">
              <a:avLst/>
            </a:prstGeom>
            <a:solidFill>
              <a:srgbClr val="EBEBE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7" name="Oval 16">
              <a:extLst>
                <a:ext uri="{FF2B5EF4-FFF2-40B4-BE49-F238E27FC236}">
                  <a16:creationId xmlns:a16="http://schemas.microsoft.com/office/drawing/2014/main" id="{A9A004DD-4EC2-46DB-9693-6DEFC141D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38" y="2791690"/>
              <a:ext cx="435531" cy="435531"/>
            </a:xfrm>
            <a:prstGeom prst="ellipse">
              <a:avLst/>
            </a:prstGeom>
            <a:solidFill>
              <a:srgbClr val="EBEBE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8" name="Oval 16">
              <a:extLst>
                <a:ext uri="{FF2B5EF4-FFF2-40B4-BE49-F238E27FC236}">
                  <a16:creationId xmlns:a16="http://schemas.microsoft.com/office/drawing/2014/main" id="{908F0E25-178F-4EDD-A739-326184D6D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935" y="3785575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2157A2F-83EF-4A3D-B98C-FE0A623E97E1}"/>
                </a:ext>
              </a:extLst>
            </p:cNvPr>
            <p:cNvCxnSpPr>
              <a:stCxn id="88" idx="7"/>
            </p:cNvCxnSpPr>
            <p:nvPr/>
          </p:nvCxnSpPr>
          <p:spPr>
            <a:xfrm flipV="1">
              <a:off x="2953684" y="2610879"/>
              <a:ext cx="650011" cy="1238478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16">
              <a:extLst>
                <a:ext uri="{FF2B5EF4-FFF2-40B4-BE49-F238E27FC236}">
                  <a16:creationId xmlns:a16="http://schemas.microsoft.com/office/drawing/2014/main" id="{6057EBC9-22A1-42E2-9185-B593E88F9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781" y="2377265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8120C49-5A34-4CC6-BC72-520C8844A443}"/>
                </a:ext>
              </a:extLst>
            </p:cNvPr>
            <p:cNvSpPr txBox="1"/>
            <p:nvPr/>
          </p:nvSpPr>
          <p:spPr>
            <a:xfrm>
              <a:off x="1356132" y="229396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FA6FC04-46B7-4CFE-B8FD-908E1C997F6D}"/>
                </a:ext>
              </a:extLst>
            </p:cNvPr>
            <p:cNvSpPr txBox="1"/>
            <p:nvPr/>
          </p:nvSpPr>
          <p:spPr>
            <a:xfrm>
              <a:off x="1081576" y="37969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3285434-9353-4BEE-9207-A19BFB5F1B02}"/>
                </a:ext>
              </a:extLst>
            </p:cNvPr>
            <p:cNvSpPr txBox="1"/>
            <p:nvPr/>
          </p:nvSpPr>
          <p:spPr>
            <a:xfrm>
              <a:off x="3446366" y="2399213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1DC8C028-2E7D-472F-9137-B86E91D8BD1C}"/>
                </a:ext>
              </a:extLst>
            </p:cNvPr>
            <p:cNvSpPr/>
            <p:nvPr/>
          </p:nvSpPr>
          <p:spPr>
            <a:xfrm>
              <a:off x="194005" y="2829362"/>
              <a:ext cx="356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642D71B-946C-4DF0-B26E-013A8082B60C}"/>
                </a:ext>
              </a:extLst>
            </p:cNvPr>
            <p:cNvSpPr/>
            <p:nvPr/>
          </p:nvSpPr>
          <p:spPr>
            <a:xfrm>
              <a:off x="2641717" y="3810508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F439B50-09E1-421F-AEC7-8A3FB3525911}"/>
                </a:ext>
              </a:extLst>
            </p:cNvPr>
            <p:cNvSpPr txBox="1"/>
            <p:nvPr/>
          </p:nvSpPr>
          <p:spPr>
            <a:xfrm>
              <a:off x="2411544" y="220031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3673C30-7374-47C7-A0E8-A8FF7D9C257B}"/>
                </a:ext>
              </a:extLst>
            </p:cNvPr>
            <p:cNvSpPr/>
            <p:nvPr/>
          </p:nvSpPr>
          <p:spPr>
            <a:xfrm>
              <a:off x="2991658" y="2981547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6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E75AA6B-D51E-45CC-90E5-D8134C0DE775}"/>
                </a:ext>
              </a:extLst>
            </p:cNvPr>
            <p:cNvSpPr/>
            <p:nvPr/>
          </p:nvSpPr>
          <p:spPr>
            <a:xfrm>
              <a:off x="2155756" y="2909336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8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444853E-FC1A-4FCF-A886-7D3A953AB788}"/>
                </a:ext>
              </a:extLst>
            </p:cNvPr>
            <p:cNvSpPr/>
            <p:nvPr/>
          </p:nvSpPr>
          <p:spPr>
            <a:xfrm>
              <a:off x="1389208" y="2836759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10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9DD1FCA-BE46-4F0D-9430-5F5CD166E22A}"/>
                </a:ext>
              </a:extLst>
            </p:cNvPr>
            <p:cNvSpPr/>
            <p:nvPr/>
          </p:nvSpPr>
          <p:spPr>
            <a:xfrm>
              <a:off x="1645876" y="3514931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14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6BFE3CB3-E5D0-4E07-B020-A9DC02F079EF}"/>
                </a:ext>
              </a:extLst>
            </p:cNvPr>
            <p:cNvSpPr/>
            <p:nvPr/>
          </p:nvSpPr>
          <p:spPr>
            <a:xfrm>
              <a:off x="1807740" y="3928780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5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0E3EDDEF-B420-482C-8173-103595CB3995}"/>
                </a:ext>
              </a:extLst>
            </p:cNvPr>
            <p:cNvSpPr/>
            <p:nvPr/>
          </p:nvSpPr>
          <p:spPr>
            <a:xfrm>
              <a:off x="474757" y="3519958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Arial Rounded MT Bold" panose="020F0704030504030204" pitchFamily="34" charset="0"/>
                </a:rPr>
                <a:t>11</a:t>
              </a:r>
              <a:endParaRPr lang="en-US" dirty="0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071152-4C6B-4652-892B-C9C9F9054C9D}"/>
              </a:ext>
            </a:extLst>
          </p:cNvPr>
          <p:cNvGrpSpPr/>
          <p:nvPr/>
        </p:nvGrpSpPr>
        <p:grpSpPr>
          <a:xfrm>
            <a:off x="6709348" y="3274747"/>
            <a:ext cx="3668374" cy="2431686"/>
            <a:chOff x="4290461" y="4393409"/>
            <a:chExt cx="3668374" cy="2431686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9971899-940C-4A27-ADD0-42DE31042D07}"/>
                </a:ext>
              </a:extLst>
            </p:cNvPr>
            <p:cNvCxnSpPr/>
            <p:nvPr/>
          </p:nvCxnSpPr>
          <p:spPr>
            <a:xfrm flipH="1" flipV="1">
              <a:off x="5669131" y="4680662"/>
              <a:ext cx="1856048" cy="24517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">
              <a:extLst>
                <a:ext uri="{FF2B5EF4-FFF2-40B4-BE49-F238E27FC236}">
                  <a16:creationId xmlns:a16="http://schemas.microsoft.com/office/drawing/2014/main" id="{39C09121-0ABA-4AD7-A830-1C9724E45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366" y="4393409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35C4E009-3415-4554-BBB4-44F3BB5F24A3}"/>
                </a:ext>
              </a:extLst>
            </p:cNvPr>
            <p:cNvCxnSpPr/>
            <p:nvPr/>
          </p:nvCxnSpPr>
          <p:spPr>
            <a:xfrm flipH="1">
              <a:off x="5615057" y="6102923"/>
              <a:ext cx="1119177" cy="6846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29959D3-7972-484B-83A8-EAB65066F2FD}"/>
                </a:ext>
              </a:extLst>
            </p:cNvPr>
            <p:cNvCxnSpPr>
              <a:endCxn id="171" idx="1"/>
            </p:cNvCxnSpPr>
            <p:nvPr/>
          </p:nvCxnSpPr>
          <p:spPr>
            <a:xfrm>
              <a:off x="4662210" y="5239058"/>
              <a:ext cx="563889" cy="863865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Oval 16">
              <a:extLst>
                <a:ext uri="{FF2B5EF4-FFF2-40B4-BE49-F238E27FC236}">
                  <a16:creationId xmlns:a16="http://schemas.microsoft.com/office/drawing/2014/main" id="{1540BECA-CE18-4232-AFB1-843A2F08C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814" y="5885158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Oval 16">
              <a:extLst>
                <a:ext uri="{FF2B5EF4-FFF2-40B4-BE49-F238E27FC236}">
                  <a16:creationId xmlns:a16="http://schemas.microsoft.com/office/drawing/2014/main" id="{E635A070-0308-496C-834B-A6789048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461" y="4912990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Oval 16">
              <a:extLst>
                <a:ext uri="{FF2B5EF4-FFF2-40B4-BE49-F238E27FC236}">
                  <a16:creationId xmlns:a16="http://schemas.microsoft.com/office/drawing/2014/main" id="{74EDDA3D-BD1E-4112-9905-F63A12065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458" y="5906875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2A15BD4-28BE-4ECE-A9A4-3E92D5E4BDDC}"/>
                </a:ext>
              </a:extLst>
            </p:cNvPr>
            <p:cNvCxnSpPr>
              <a:stCxn id="167" idx="7"/>
            </p:cNvCxnSpPr>
            <p:nvPr/>
          </p:nvCxnSpPr>
          <p:spPr>
            <a:xfrm flipV="1">
              <a:off x="7098207" y="4732179"/>
              <a:ext cx="650011" cy="1238478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Oval 16">
              <a:extLst>
                <a:ext uri="{FF2B5EF4-FFF2-40B4-BE49-F238E27FC236}">
                  <a16:creationId xmlns:a16="http://schemas.microsoft.com/office/drawing/2014/main" id="{CC608A0E-9BD1-4933-AE33-EC94C1C17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3304" y="4498565"/>
              <a:ext cx="435531" cy="435531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81064AC-3104-4B6C-8D86-6474B9480F7A}"/>
                </a:ext>
              </a:extLst>
            </p:cNvPr>
            <p:cNvSpPr txBox="1"/>
            <p:nvPr/>
          </p:nvSpPr>
          <p:spPr>
            <a:xfrm>
              <a:off x="5500655" y="441526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8F1037D-68D0-45A5-94C3-8E5E65830851}"/>
                </a:ext>
              </a:extLst>
            </p:cNvPr>
            <p:cNvSpPr txBox="1"/>
            <p:nvPr/>
          </p:nvSpPr>
          <p:spPr>
            <a:xfrm>
              <a:off x="5226099" y="591825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B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54831D9-50D5-4A2E-BB3B-8D31A480F81C}"/>
                </a:ext>
              </a:extLst>
            </p:cNvPr>
            <p:cNvSpPr txBox="1"/>
            <p:nvPr/>
          </p:nvSpPr>
          <p:spPr>
            <a:xfrm>
              <a:off x="7590889" y="4520513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C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E9D09C4-FE09-4802-A6F1-C0F46EA520AD}"/>
                </a:ext>
              </a:extLst>
            </p:cNvPr>
            <p:cNvSpPr/>
            <p:nvPr/>
          </p:nvSpPr>
          <p:spPr>
            <a:xfrm>
              <a:off x="4338528" y="4950662"/>
              <a:ext cx="3561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D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9A5DC0D-2430-43D9-AE75-64EDFD8E0659}"/>
                </a:ext>
              </a:extLst>
            </p:cNvPr>
            <p:cNvSpPr/>
            <p:nvPr/>
          </p:nvSpPr>
          <p:spPr>
            <a:xfrm>
              <a:off x="6786240" y="5931808"/>
              <a:ext cx="33855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E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74CBF01-C9CE-424C-965A-E3F1228F4F7E}"/>
                </a:ext>
              </a:extLst>
            </p:cNvPr>
            <p:cNvSpPr txBox="1"/>
            <p:nvPr/>
          </p:nvSpPr>
          <p:spPr>
            <a:xfrm>
              <a:off x="6466666" y="43934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4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F88304C-F10E-4183-9BCC-4C7E37942659}"/>
                </a:ext>
              </a:extLst>
            </p:cNvPr>
            <p:cNvSpPr/>
            <p:nvPr/>
          </p:nvSpPr>
          <p:spPr>
            <a:xfrm>
              <a:off x="7136181" y="5102847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6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E8616EA-7999-4987-8075-C0F7563DA1B2}"/>
                </a:ext>
              </a:extLst>
            </p:cNvPr>
            <p:cNvSpPr/>
            <p:nvPr/>
          </p:nvSpPr>
          <p:spPr>
            <a:xfrm>
              <a:off x="5930309" y="6106346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5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74842166-F3F0-4A51-A159-5FE56A5E3002}"/>
                </a:ext>
              </a:extLst>
            </p:cNvPr>
            <p:cNvSpPr/>
            <p:nvPr/>
          </p:nvSpPr>
          <p:spPr>
            <a:xfrm>
              <a:off x="4619280" y="5641258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11</a:t>
              </a:r>
              <a:endParaRPr lang="en-US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8C5BCAE-FFE4-48C4-AFB1-80532A383EA3}"/>
                </a:ext>
              </a:extLst>
            </p:cNvPr>
            <p:cNvSpPr txBox="1"/>
            <p:nvPr/>
          </p:nvSpPr>
          <p:spPr>
            <a:xfrm>
              <a:off x="5285968" y="6455763"/>
              <a:ext cx="1688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11+6+5+4=26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55370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8C71A-EC37-4BB9-A67B-D32F79B068C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8/182</a:t>
            </a:r>
          </a:p>
        </p:txBody>
      </p:sp>
      <p:sp>
        <p:nvSpPr>
          <p:cNvPr id="39" name="Text Box 17"/>
          <p:cNvSpPr txBox="1">
            <a:spLocks noChangeArrowheads="1"/>
          </p:cNvSpPr>
          <p:nvPr/>
        </p:nvSpPr>
        <p:spPr bwMode="auto">
          <a:xfrm>
            <a:off x="489458" y="1792354"/>
            <a:ext cx="1112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F!=MST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F+{e} has no cycle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077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4AF64F0-88DF-4019-A70B-AAC2F3B4F89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BFF569-A5F0-4552-8791-7D3CC73A1550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8DD66-F4F8-4BB5-A457-7C1EA67A0532}"/>
              </a:ext>
            </a:extLst>
          </p:cNvPr>
          <p:cNvSpPr txBox="1"/>
          <p:nvPr/>
        </p:nvSpPr>
        <p:spPr>
          <a:xfrm>
            <a:off x="6681692" y="5532108"/>
            <a:ext cx="252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             Output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141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38EC15-6A6C-4965-951E-88DF00734A7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6FB954-283C-432E-8277-38DE279F4181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721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F342C5B-7A56-4D3F-8899-EA83CD509DF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A2F9BA-8FF8-4B7A-9B08-B9B4E6B2FA0D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9030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8040135-6047-4DA3-9AC2-BDD9D3EA88E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C9EF3F-3476-4AE8-B2E9-9E389D35534C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6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B13B22E-FC7E-4460-8BA4-77F05C7317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590C6A-2D21-453E-BFD0-987CD18B7253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3669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57FF6FE-13D9-4C7B-8D6F-B68CD8AEC3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CF1A25-1E42-4109-B54F-2CB8E77CC88F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7292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A5DD269-0B21-4D10-AFE7-A5847E2C23B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7E3665-BE55-4871-B5BA-8FCA0180F06A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4007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E98042E-0580-4793-9431-80CFF581643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D10328-472A-4811-909F-936CD2C4274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20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719E987-BDD3-473C-A5E1-B4C43B1BB7B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354B5C-F6F5-45AC-9ED7-DC91F3810EE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4171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A1CE879-D416-43F0-B064-CE12EA28B5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12337E-BADB-4E04-BAD1-5AD4681AEFD9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528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5CA1D55-EC7A-4D5B-8583-C15929C4D8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19/182</a:t>
            </a:r>
          </a:p>
        </p:txBody>
      </p:sp>
      <p:cxnSp>
        <p:nvCxnSpPr>
          <p:cNvPr id="5" name="Straight Connector 4"/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/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23" idx="1"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/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6372" y="28121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1816" y="431511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606" y="2917373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4245" y="3347522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957" y="4328668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07133" y="1914459"/>
            <a:ext cx="71949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AB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00B050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srgbClr val="FF0000"/>
                </a:solidFill>
              </a:rPr>
              <a:t>DE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6629400" y="234315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9" name="Rectangle 38"/>
          <p:cNvSpPr/>
          <p:nvPr/>
        </p:nvSpPr>
        <p:spPr>
          <a:xfrm>
            <a:off x="8141970" y="2346960"/>
            <a:ext cx="697230" cy="30518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/>
          <p:cNvSpPr/>
          <p:nvPr/>
        </p:nvSpPr>
        <p:spPr>
          <a:xfrm>
            <a:off x="6647991" y="1801862"/>
            <a:ext cx="4360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57292" y="1821738"/>
            <a:ext cx="42479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4770" y="1914459"/>
            <a:ext cx="7194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3222" lvl="0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endParaRPr lang="en-US" b="1" dirty="0">
              <a:solidFill>
                <a:prstClr val="black"/>
              </a:solidFill>
            </a:endParaRP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AC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 CE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b="1" dirty="0">
                <a:solidFill>
                  <a:prstClr val="black"/>
                </a:solidFill>
              </a:rPr>
              <a:t>BD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760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20/182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43CD28F8-0709-46CB-AEEB-4BE9E7D1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8" y="1792354"/>
            <a:ext cx="1112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F!=MST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F+{e} has no cycle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5008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21/182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D1650711-141C-4425-9088-54318B2C6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8" y="1792354"/>
            <a:ext cx="1112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F!=MST 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F+{e} has no cycle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5297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22/182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D7D0E5AA-9141-4575-ABBE-33DCE39A8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8" y="1792354"/>
            <a:ext cx="1112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(F)!=n-1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F+{e} has no cycle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155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23/182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43CD28F8-0709-46CB-AEEB-4BE9E7D1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8" y="1792354"/>
            <a:ext cx="864491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(F)!=n-1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F+{e} has no cycle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2EA29-84CD-4C34-8966-6181F81643D3}"/>
              </a:ext>
            </a:extLst>
          </p:cNvPr>
          <p:cNvSpPr txBox="1"/>
          <p:nvPr/>
        </p:nvSpPr>
        <p:spPr>
          <a:xfrm flipH="1">
            <a:off x="7459579" y="2324891"/>
            <a:ext cx="251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Time Complexity?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367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24/182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43CD28F8-0709-46CB-AEEB-4BE9E7D1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8" y="1792354"/>
            <a:ext cx="11121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(F)!=n-1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IF  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F+{e} has no cycle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THEN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75CCB-1551-4E39-A32B-7306304521CB}"/>
                  </a:ext>
                </a:extLst>
              </p:cNvPr>
              <p:cNvSpPr txBox="1"/>
              <p:nvPr/>
            </p:nvSpPr>
            <p:spPr>
              <a:xfrm>
                <a:off x="8628743" y="5312228"/>
                <a:ext cx="1899238" cy="492443"/>
              </a:xfrm>
              <a:prstGeom prst="rect">
                <a:avLst/>
              </a:prstGeom>
              <a:noFill/>
              <a:ln>
                <a:solidFill>
                  <a:srgbClr val="42B82E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|×?)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75CCB-1551-4E39-A32B-730630452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743" y="5312228"/>
                <a:ext cx="189923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42B82E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517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Kruskal’s Algorithm: Detect a cycle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25/182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0E838BD-043E-42ED-91EB-2005AF094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398255"/>
                  </p:ext>
                </p:extLst>
              </p:nvPr>
            </p:nvGraphicFramePr>
            <p:xfrm>
              <a:off x="1655545" y="2414326"/>
              <a:ext cx="8123722" cy="318196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515276">
                      <a:extLst>
                        <a:ext uri="{9D8B030D-6E8A-4147-A177-3AD203B41FA5}">
                          <a16:colId xmlns:a16="http://schemas.microsoft.com/office/drawing/2014/main" val="2622863725"/>
                        </a:ext>
                      </a:extLst>
                    </a:gridCol>
                    <a:gridCol w="2608446">
                      <a:extLst>
                        <a:ext uri="{9D8B030D-6E8A-4147-A177-3AD203B41FA5}">
                          <a16:colId xmlns:a16="http://schemas.microsoft.com/office/drawing/2014/main" val="2662042696"/>
                        </a:ext>
                      </a:extLst>
                    </a:gridCol>
                  </a:tblGrid>
                  <a:tr h="5809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Method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Time complexity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7676624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DFS/BFS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err="1" smtClean="0">
                                    <a:latin typeface="Cambria Math" panose="02040503050406030204" pitchFamily="18" charset="0"/>
                                  </a:rPr>
                                  <m:t>𝒎𝒏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0498182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Union-Find – Array Implementation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err="1" smtClean="0">
                                    <a:latin typeface="Cambria Math" panose="02040503050406030204" pitchFamily="18" charset="0"/>
                                  </a:rPr>
                                  <m:t>𝒎𝒏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6641524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Union-Find – Tree Implementation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err="1" smtClean="0">
                                    <a:latin typeface="Cambria Math" panose="02040503050406030204" pitchFamily="18" charset="0"/>
                                  </a:rPr>
                                  <m:t>𝒎𝒏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2513469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Weighted Union-Find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5763351"/>
                      </a:ext>
                    </a:extLst>
                  </a:tr>
                  <a:tr h="784037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Weighted Union-Find + Path Compression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US" sz="2000" b="1" i="1" dirty="0"/>
                        </a:p>
                        <a:p>
                          <a:pPr algn="ctr"/>
                          <a:endParaRPr lang="en-US" sz="2000" b="1" i="1" dirty="0">
                            <a:latin typeface="Arial Rounded MT Bold" panose="020F07040305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8117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0E838BD-043E-42ED-91EB-2005AF0940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5398255"/>
                  </p:ext>
                </p:extLst>
              </p:nvPr>
            </p:nvGraphicFramePr>
            <p:xfrm>
              <a:off x="1655545" y="2414326"/>
              <a:ext cx="8123722" cy="318196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515276">
                      <a:extLst>
                        <a:ext uri="{9D8B030D-6E8A-4147-A177-3AD203B41FA5}">
                          <a16:colId xmlns:a16="http://schemas.microsoft.com/office/drawing/2014/main" val="2622863725"/>
                        </a:ext>
                      </a:extLst>
                    </a:gridCol>
                    <a:gridCol w="2608446">
                      <a:extLst>
                        <a:ext uri="{9D8B030D-6E8A-4147-A177-3AD203B41FA5}">
                          <a16:colId xmlns:a16="http://schemas.microsoft.com/office/drawing/2014/main" val="2662042696"/>
                        </a:ext>
                      </a:extLst>
                    </a:gridCol>
                  </a:tblGrid>
                  <a:tr h="5809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Method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Time complexity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7676624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DFS/BFS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1916" t="-128000" r="-935" b="-4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0498182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Union-Find – Array Implementation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1916" t="-228000" r="-935" b="-3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641524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Union-Find – Tree Implementation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1916" t="-332432" r="-935" b="-278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513469"/>
                      </a:ext>
                    </a:extLst>
                  </a:tr>
                  <a:tr h="45424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Weighted Union-Find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1916" t="-426667" r="-935" b="-17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5763351"/>
                      </a:ext>
                    </a:extLst>
                  </a:tr>
                  <a:tr h="784037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 Rounded MT Bold" panose="020F0704030504030204" pitchFamily="34" charset="0"/>
                            </a:rPr>
                            <a:t>Weighted Union-Find + Path Compression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11916" t="-306202" r="-935" b="-15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1173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1CDBAF-6CF9-48C0-B9D6-2162580395A8}"/>
                  </a:ext>
                </a:extLst>
              </p:cNvPr>
              <p:cNvSpPr/>
              <p:nvPr/>
            </p:nvSpPr>
            <p:spPr>
              <a:xfrm>
                <a:off x="1655544" y="5663405"/>
                <a:ext cx="812372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inverse Ackermann function</a:t>
                </a:r>
                <a:r>
                  <a:rPr lang="en-US" dirty="0"/>
                  <a:t>, which grows </a:t>
                </a:r>
                <a:r>
                  <a:rPr lang="en-US" i="1" dirty="0"/>
                  <a:t>extremely slowly</a:t>
                </a:r>
                <a:r>
                  <a:rPr lang="en-US" dirty="0"/>
                  <a:t> - practically constant time.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1CDBAF-6CF9-48C0-B9D6-216258039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544" y="5663405"/>
                <a:ext cx="8123721" cy="646331"/>
              </a:xfrm>
              <a:prstGeom prst="rect">
                <a:avLst/>
              </a:prstGeom>
              <a:blipFill>
                <a:blip r:embed="rId5"/>
                <a:stretch>
                  <a:fillRect l="-67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8C1522-49BE-4354-BF00-44DA40377198}"/>
                  </a:ext>
                </a:extLst>
              </p:cNvPr>
              <p:cNvSpPr/>
              <p:nvPr/>
            </p:nvSpPr>
            <p:spPr>
              <a:xfrm>
                <a:off x="456064" y="1834308"/>
                <a:ext cx="13526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8C1522-49BE-4354-BF00-44DA4037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64" y="1834308"/>
                <a:ext cx="1352678" cy="461665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D823F7B-3289-4EDD-A56B-985917DBBA8E}"/>
              </a:ext>
            </a:extLst>
          </p:cNvPr>
          <p:cNvSpPr/>
          <p:nvPr/>
        </p:nvSpPr>
        <p:spPr>
          <a:xfrm>
            <a:off x="1559293" y="3429000"/>
            <a:ext cx="821997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467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8253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D8F8-59B9-E626-41E0-CADF1ED5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0CA2F-45A2-44F4-CFA8-410AB518604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B60BE77-B187-1F73-910B-C4210D5D02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6312BF-3012-6260-09E9-E486A1071D41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4518644-0AB2-4B5B-F85F-4BECB5D31607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9A7F8F-CD76-F678-CC9B-CBB6E14E3717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184A218-B891-A052-48A6-3274CDDDC78C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7AB14CD1-B213-54D5-8A09-13874DA93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7D053CD-0FAC-9D96-AC3A-1E2305F5CDCA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115FFFB-EC74-783A-43C9-8AD6418FEA88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1F64A714-2F19-3ABE-242A-3C7DD801A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332D0BA4-C891-A51E-5543-0E58AF5D9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09BDDFE4-C794-8071-5F28-492FC715B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DB6E0F5-BD7F-8F92-A77B-6E6928C32A73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89D667EB-011D-C767-873F-90089966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DDFF3BE-6010-191B-58DE-852B90E8B9BC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7992970-9EA2-A324-AFEE-285F51F04C19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818380B-74C7-A3B2-3490-5D31DC946A67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359842-22BC-AFF7-698F-41A33F7C1E0F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5A015B5E-1300-74B3-0083-D3786A027F0E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9437B14-AE30-C1E7-663E-DE9734D69F49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DC6034D-051D-B2E8-72A1-8731F8DBC413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5312283-D7E6-1CC1-F224-14BAD5E7C623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5C71883-1515-9114-76F3-B9196B229041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DDB7FC2-2495-6D57-6864-624CED60F4FF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4AFE6E-A3A3-B47C-76B5-2CE60235B63C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929143-5765-0071-B1E6-40DC7CA3DB22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1ED37DB-4C9B-324D-7AE6-9E22978E6F77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EBB160F-3FAD-9899-74EC-163833C4DD26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B1D2CB56-76B2-C963-983F-756D5D833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9578354B-9F71-9FC4-916D-F845B8F06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69C96AEA-1D20-572E-5199-BF071CD15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A637D3C1-3B08-89DD-911F-B28B5D5DF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0DCDFBAA-83F9-1A53-E673-BC201C57D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995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ED84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8670-9F98-4058-81A2-20AE543C2337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EB08D825-C6DF-5BCB-FC60-3AF03846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83B32AAB-F5DB-80EE-BB11-526CFFA90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9AC320B8-56FA-A4B5-8BE8-8C638BB5C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BD151BCE-A4D4-3BBA-D7AA-C524E97D6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Oval 16">
            <a:extLst>
              <a:ext uri="{FF2B5EF4-FFF2-40B4-BE49-F238E27FC236}">
                <a16:creationId xmlns:a16="http://schemas.microsoft.com/office/drawing/2014/main" id="{3E0691C1-A4B5-888B-4F9F-6E12AC381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157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ED842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ED8428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85337DB7-DF6D-49ED-95EC-7155BCA6288F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CE4D59D2-178B-88DE-E436-1385B8D17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9F43AD71-7DEA-3B95-448C-D47D2D213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0975E3AF-22AD-B740-C779-777A92DC0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60EDD81E-A973-504D-53DE-0D8A6569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FD3A12AD-A984-0B5C-0814-1FE04160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0354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02E0506-A062-4F50-B9EC-9E1E489AC1FD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952C4C3C-AB29-32E3-CA7F-BF88EAB0F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E5D5B297-7334-A3BD-238F-8E6642AC1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4484A2A0-0249-FAEF-D0E9-BC1316F0B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A27165BC-7569-D129-3128-194FB669A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C0979ACD-246A-14F0-718A-BE21062C3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5532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3B90D7E2-C086-473C-812E-EC7371D6C1E8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B3DF15F5-DC20-4317-12F1-58ED0777E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4FF66B8B-79C3-7A74-86A1-5F30A0C31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F51A10D4-8D3F-664B-F880-9E6C098A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0258BD6A-BC44-80D4-01CF-6B5B80EBE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0090E60C-76B7-5F11-6F2B-920B13FCD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756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BB1A009D-892D-4D6F-A224-128EF9E4A1AC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A28C491C-F2F1-4736-B25C-16D7A0F0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401C9474-3B57-E565-840D-E600B5ABD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19CB260F-89BD-9E44-37D5-99A3E116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67157336-EFFB-3AEF-AA0E-F5E7E3C87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DD6C7148-DF74-3B0F-9364-DCE6ED8B0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3778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3B6D9F5C-94E7-48EB-85F3-056204190FA0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405E74BC-3050-2619-7FF1-69261D187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559D51D0-97B0-3B83-2AAD-29C1EDF6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33A964C2-B4FD-3263-C9EC-DD404D948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ED45E992-A9FF-B644-23BB-3E4DF6276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56F9BC5F-2710-26E5-0FE5-D6D6DF520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7326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0A2603C5-97D8-469F-AA49-2D7896D0859D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37B1EAC3-6719-8A2D-6AC1-8ECB4F058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F3330647-051D-0671-8B29-9442072EF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B4E983CE-4E36-2CA5-8E44-FCB32D9BD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4C7D1124-16E0-7D1D-E9BE-636515597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E8D556DA-FDED-1820-45DD-D13024F06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0439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A0AEAD6-0E93-4871-8DA8-382E2B226747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E72DBCC1-7470-A020-15AB-9646CB53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8A15D6F6-3968-5727-4DE3-AADD3D2C5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C43983A5-8163-9336-3855-509DCE4F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4BCF058B-8F57-A46E-6278-BAD0EE598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0BDD9107-0B57-41DC-7389-AF266457D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2849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35/182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88DF8A8F-49ED-44B3-9C8B-9F2E1CCE753C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3413EBDD-56A8-5DA1-220B-15D586D4B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14662290-1A9E-546D-7FAE-C1A0C5D0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21130344-F64A-A882-D87E-8EF05D138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F9279C41-49A8-222B-94B0-3D36B2D62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E389D4B1-06DE-0240-4CD5-A39C05658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10561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36/182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C7D2DBF0-9BAC-4AC8-8188-8791C92E792D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CDE190C1-55C2-CAE1-CD86-43328E97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55B09AB3-AC65-39B4-2366-92CA6839B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A55C8AF3-CF79-A898-0F5D-C17A1FD3F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10B0D1DB-A0FA-FCC1-47CD-9AF76776F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401D8F4B-291B-F0AA-C8D0-A2DFA831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1654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37/182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69DD986-792A-4378-A756-71395142E8B3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A00BD6A0-AA6F-F4C0-ABC1-E14C5E42D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758455BF-D6ED-BA81-0487-C4C2277C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169DCDF0-BB50-9DB3-0F20-F0EF26C76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6BF373A8-4EA6-222F-C9CE-CF34A4FF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2388391E-35A1-378C-D6A0-B63806E14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6486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38/182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A73B0100-0DBA-4C91-92B8-AA8CA38C94CB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18970CF0-FA77-EB19-5DB1-8D1AE9C2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1B1575EC-8F8F-AB5C-7DEA-CE704D903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3A02EFC9-E6AF-73B3-564A-400DAA2E3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ED1D5E8F-5E92-CFED-875B-CACFB2620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79BA87F0-C80E-D80F-2B1F-0FE97EBB9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80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39/182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bg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BFEF4A8-EAED-4A40-98F8-1244355EAC5B}"/>
              </a:ext>
            </a:extLst>
          </p:cNvPr>
          <p:cNvSpPr txBox="1"/>
          <p:nvPr/>
        </p:nvSpPr>
        <p:spPr>
          <a:xfrm>
            <a:off x="2242830" y="1992283"/>
            <a:ext cx="8505662" cy="369332"/>
          </a:xfrm>
          <a:prstGeom prst="rect">
            <a:avLst/>
          </a:prstGeom>
          <a:noFill/>
          <a:ln>
            <a:solidFill>
              <a:srgbClr val="42B82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we partition the nodes into disjoint sets based on their connectivity in MST.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513C78FD-CCCA-44C6-A3B4-8F9B901B614A}"/>
              </a:ext>
            </a:extLst>
          </p:cNvPr>
          <p:cNvSpPr/>
          <p:nvPr/>
        </p:nvSpPr>
        <p:spPr>
          <a:xfrm>
            <a:off x="5828548" y="4053890"/>
            <a:ext cx="4975021" cy="646331"/>
          </a:xfrm>
          <a:prstGeom prst="rect">
            <a:avLst/>
          </a:prstGeom>
          <a:ln>
            <a:solidFill>
              <a:srgbClr val="FF00FF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If e connects nodes in the same set, skip it; otherwise, accept it and merge the sets.</a:t>
            </a: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A2F9DAEA-B83F-A00F-DA5A-4EB691E62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329" y="2803033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Oval 16">
            <a:extLst>
              <a:ext uri="{FF2B5EF4-FFF2-40B4-BE49-F238E27FC236}">
                <a16:creationId xmlns:a16="http://schemas.microsoft.com/office/drawing/2014/main" id="{2359F157-CE36-707B-B793-62C39389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777" y="4294782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Oval 16">
            <a:extLst>
              <a:ext uri="{FF2B5EF4-FFF2-40B4-BE49-F238E27FC236}">
                <a16:creationId xmlns:a16="http://schemas.microsoft.com/office/drawing/2014/main" id="{6C682ACB-1BF6-E7F3-B96D-DBF7A2FD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24" y="3322614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343095B7-BC26-1C96-8B69-0FC15BB7F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421" y="431649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C0EE1235-FCB2-A499-FB5E-0D0BA65AC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267" y="2908189"/>
            <a:ext cx="435531" cy="435531"/>
          </a:xfrm>
          <a:prstGeom prst="ellips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0384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Kruskal’s Algorithm: Union-Find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40/182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43CD28F8-0709-46CB-AEEB-4BE9E7D1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41" y="1801980"/>
            <a:ext cx="1201375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MST(E)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Initialize n sets, each contains one vertex of G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(F)!=n-1 DO</a:t>
            </a:r>
          </a:p>
          <a:p>
            <a:pPr marL="0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</a:t>
            </a:r>
            <a:r>
              <a:rPr lang="en-US" altLang="en-US" sz="28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371600" lvl="3" indent="0"/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IF e connects nodes in disjoint sets THEN</a:t>
            </a:r>
          </a:p>
          <a:p>
            <a:pPr marL="1371600" lvl="3" indent="0"/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merge two sets</a:t>
            </a:r>
          </a:p>
          <a:p>
            <a:pPr marL="1371600" lvl="3" indent="0"/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457200" lvl="1" indent="0"/>
            <a:r>
              <a:rPr lang="en-US" altLang="en-US" sz="28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75CCB-1551-4E39-A32B-7306304521CB}"/>
                  </a:ext>
                </a:extLst>
              </p:cNvPr>
              <p:cNvSpPr txBox="1"/>
              <p:nvPr/>
            </p:nvSpPr>
            <p:spPr>
              <a:xfrm>
                <a:off x="8628743" y="5312228"/>
                <a:ext cx="1899238" cy="492443"/>
              </a:xfrm>
              <a:prstGeom prst="rect">
                <a:avLst/>
              </a:prstGeom>
              <a:noFill/>
              <a:ln>
                <a:solidFill>
                  <a:srgbClr val="42B82E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3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|×?)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775CCB-1551-4E39-A32B-730630452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743" y="5312228"/>
                <a:ext cx="189923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42B82E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5350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41/182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42B8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52D8472-776E-4EDF-A3E8-EDB27FE06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41522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C18CB9E-2F0A-4904-A3DC-6C4F7ADA5FCC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BD9958-194D-411F-BE17-F739F3919953}"/>
                  </a:ext>
                </a:extLst>
              </p:cNvPr>
              <p:cNvSpPr txBox="1"/>
              <p:nvPr/>
            </p:nvSpPr>
            <p:spPr>
              <a:xfrm>
                <a:off x="5021310" y="2020117"/>
                <a:ext cx="65894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b="1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b="1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BD9958-194D-411F-BE17-F739F3919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020117"/>
                <a:ext cx="658949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F162BC-A32D-4D09-A262-DC519B5549BD}"/>
                  </a:ext>
                </a:extLst>
              </p:cNvPr>
              <p:cNvSpPr txBox="1"/>
              <p:nvPr/>
            </p:nvSpPr>
            <p:spPr>
              <a:xfrm>
                <a:off x="2328832" y="5568543"/>
                <a:ext cx="5381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 Rounded MT Bold" panose="020F0704030504030204" pitchFamily="34" charset="0"/>
                  </a:rPr>
                  <a:t>S[k]= index of the set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US" sz="2400" b="1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F162BC-A32D-4D09-A262-DC519B554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832" y="5568543"/>
                <a:ext cx="5381858" cy="461665"/>
              </a:xfrm>
              <a:prstGeom prst="rect">
                <a:avLst/>
              </a:prstGeom>
              <a:blipFill>
                <a:blip r:embed="rId12"/>
                <a:stretch>
                  <a:fillRect l="-169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792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42/182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42B8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62830-A426-4F6B-8864-E2693525B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BD9958-194D-411F-BE17-F739F3919953}"/>
                  </a:ext>
                </a:extLst>
              </p:cNvPr>
              <p:cNvSpPr txBox="1"/>
              <p:nvPr/>
            </p:nvSpPr>
            <p:spPr>
              <a:xfrm>
                <a:off x="5021310" y="2020117"/>
                <a:ext cx="65894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b="1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800" b="1" i="1" dirty="0" smtClean="0">
                          <a:solidFill>
                            <a:srgbClr val="42B82E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BD9958-194D-411F-BE17-F739F3919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020117"/>
                <a:ext cx="658949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232946C-AFC0-4E06-9640-EE3474FBC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578715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191101BB-A1DE-44E2-8264-8535D9D3D7B3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60828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43/182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42B8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42B82E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52B2ADF-7904-4370-9878-EF5AD0E09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35586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47442B6-82EA-496D-B2D3-72EA9C83CC9A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54BBBD7F-DD77-4A6A-976E-4CAE8799A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964" y="4206239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52CEEF-CC6E-4267-A0EE-5A9651ADE0B9}"/>
              </a:ext>
            </a:extLst>
          </p:cNvPr>
          <p:cNvCxnSpPr/>
          <p:nvPr/>
        </p:nvCxnSpPr>
        <p:spPr>
          <a:xfrm flipH="1">
            <a:off x="5958592" y="2331463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62818C2-A82D-4A16-AF65-F800685D331A}"/>
              </a:ext>
            </a:extLst>
          </p:cNvPr>
          <p:cNvCxnSpPr/>
          <p:nvPr/>
        </p:nvCxnSpPr>
        <p:spPr>
          <a:xfrm flipH="1">
            <a:off x="8316059" y="2300119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16">
            <a:extLst>
              <a:ext uri="{FF2B5EF4-FFF2-40B4-BE49-F238E27FC236}">
                <a16:creationId xmlns:a16="http://schemas.microsoft.com/office/drawing/2014/main" id="{47B389FB-1809-40E7-9CA6-0BDE7044E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251" y="421004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4635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44/182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3E776C-25A4-473A-9CBD-DA8C3E1CC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C6498CA-785E-4D93-B791-20D616C80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713276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55500DA-9223-4AF7-91F0-AB0AA5D29243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54003CC2-D294-4910-9D56-98D64CEAA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964" y="4206239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3F5A6447-A7EF-4B94-8675-38EB8623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251" y="421004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4401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45/182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sz="2800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C6BCBC-AB05-4A2F-B9EE-29C8EF892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936010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BF1030F-4D2B-4999-BAC5-1A9971CE8F75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56DEB484-4977-4AC2-AC5E-5F149F0FE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59" y="4206239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B966ECB4-0B3B-4415-812C-E10DC935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659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85E81FD-EA47-4959-BB30-F16646EFB239}"/>
              </a:ext>
            </a:extLst>
          </p:cNvPr>
          <p:cNvCxnSpPr/>
          <p:nvPr/>
        </p:nvCxnSpPr>
        <p:spPr>
          <a:xfrm flipH="1">
            <a:off x="7931771" y="2371715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6C50AE-9235-4546-8BD6-461E5E4111C1}"/>
              </a:ext>
            </a:extLst>
          </p:cNvPr>
          <p:cNvCxnSpPr/>
          <p:nvPr/>
        </p:nvCxnSpPr>
        <p:spPr>
          <a:xfrm flipH="1">
            <a:off x="10289238" y="2340371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60703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46/182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4EA5E63-D834-4C73-8989-A502ADEBC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64978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045533B-6FF7-4C41-BCD1-570052780624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2046D0AA-37AF-417D-ABAA-B532B1175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59" y="4206239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01AC3FB0-A4E8-4201-814E-1872005A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659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2049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47/182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221FF48-0672-4596-8AB8-4DAEDBFE5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247121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93F0FBB-7930-454E-8AB7-A499DC9B791D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A6EF2AAE-8808-491B-B002-16AC23377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550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70D468DB-E600-43DF-92EA-32EE3661A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659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E517D0-765B-4DA7-8565-33A76FF79A2A}"/>
              </a:ext>
            </a:extLst>
          </p:cNvPr>
          <p:cNvCxnSpPr/>
          <p:nvPr/>
        </p:nvCxnSpPr>
        <p:spPr>
          <a:xfrm flipH="1">
            <a:off x="6824866" y="2306577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FF91EA-6C9D-4C74-A620-41302CAF50E4}"/>
              </a:ext>
            </a:extLst>
          </p:cNvPr>
          <p:cNvCxnSpPr/>
          <p:nvPr/>
        </p:nvCxnSpPr>
        <p:spPr>
          <a:xfrm flipH="1">
            <a:off x="8466372" y="2338584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76175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48/182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3037D5A-864A-4BBA-87FD-00786C0C6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138744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Arial Rounded MT Bold" panose="020F0704030504030204" pitchFamily="34" charset="0"/>
                        </a:rPr>
                        <a:t>vertices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3D8A083F-60C0-4E80-8017-0CA942FE0884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B583A476-2C72-4F2F-9FE2-ED16C39D6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7550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FC6703E0-5346-47E8-B82E-241A4DEF6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659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9734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49/182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57BDB2B-445A-4BBA-8ECE-3876CC1FE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606981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215D220-7CF9-4D0A-B260-8F0D53F65829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954F734B-B8A8-4272-8776-39BD0A72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766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40C591A6-F536-4472-87DB-97C6F0E22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8659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F3CDAB-37D5-48ED-ACA7-E5AA7A800201}"/>
              </a:ext>
            </a:extLst>
          </p:cNvPr>
          <p:cNvCxnSpPr/>
          <p:nvPr/>
        </p:nvCxnSpPr>
        <p:spPr>
          <a:xfrm flipH="1">
            <a:off x="6834491" y="2399432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600CC1-B334-44BA-8B9B-40DC24854CE7}"/>
              </a:ext>
            </a:extLst>
          </p:cNvPr>
          <p:cNvCxnSpPr/>
          <p:nvPr/>
        </p:nvCxnSpPr>
        <p:spPr>
          <a:xfrm flipH="1">
            <a:off x="8403297" y="2458144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04714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50/182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56F60F8-7763-4841-B861-ED02F76E0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54505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A105F8E-6733-4EAB-9AE0-3591EA080E57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931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51/182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3B39E76-38A1-40EB-9D29-33835B741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114522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E84E2A1-A91C-4F23-AE33-8DF750F44B0D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0989A3F4-D791-4E1B-BDED-AD6B28D16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766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99D19839-CBC0-430D-94F2-45822431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858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625EA02-6385-48C0-826B-EB1BF41AAFEB}"/>
              </a:ext>
            </a:extLst>
          </p:cNvPr>
          <p:cNvCxnSpPr/>
          <p:nvPr/>
        </p:nvCxnSpPr>
        <p:spPr>
          <a:xfrm flipH="1">
            <a:off x="6834491" y="2399432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5333DC-D4E6-4F84-B194-36FF4C08B6CE}"/>
              </a:ext>
            </a:extLst>
          </p:cNvPr>
          <p:cNvCxnSpPr/>
          <p:nvPr/>
        </p:nvCxnSpPr>
        <p:spPr>
          <a:xfrm flipH="1">
            <a:off x="7950910" y="2458144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50122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52/182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8467B2A-19C8-4D57-9DF2-966AD3479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11828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35028D25-A258-4DF4-899D-14D64BB08634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6207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53/182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FF99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56218DB-E9FD-4BB8-8B5F-E6D46FFBF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005545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1799F00-0A01-4859-83AB-84C5B61C6B02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1ADAE088-985F-448C-B7FA-03BA5896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4695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C2C7B31C-2F7C-4AA4-8D9D-D2E5CF852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858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72337A-475F-4746-A7BD-E85A0EB2B0E9}"/>
              </a:ext>
            </a:extLst>
          </p:cNvPr>
          <p:cNvCxnSpPr/>
          <p:nvPr/>
        </p:nvCxnSpPr>
        <p:spPr>
          <a:xfrm flipH="1">
            <a:off x="7912520" y="2438861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7F5868-AFD2-40F9-A2A6-BE655F379C31}"/>
              </a:ext>
            </a:extLst>
          </p:cNvPr>
          <p:cNvCxnSpPr/>
          <p:nvPr/>
        </p:nvCxnSpPr>
        <p:spPr>
          <a:xfrm flipH="1">
            <a:off x="9693082" y="2468698"/>
            <a:ext cx="5099" cy="332125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207840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</a:t>
            </a:r>
            <a:r>
              <a:rPr lang="en-US" dirty="0" err="1"/>
              <a:t>Kruskal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42D410-0CDD-416A-B37D-AF67049B63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54/182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64CFC3B-CC03-4207-8757-CC9E8522C5FB}"/>
              </a:ext>
            </a:extLst>
          </p:cNvPr>
          <p:cNvCxnSpPr>
            <a:stCxn id="57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5977052-E0CD-4358-9547-4533F6F750A6}"/>
              </a:ext>
            </a:extLst>
          </p:cNvPr>
          <p:cNvCxnSpPr>
            <a:stCxn id="5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76B724C-ADC2-46A8-B85E-01C3FB08D9C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6B0C76-64B0-4418-AA3E-A17F8E29374A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EB608F93-A007-4B7F-8D39-69571C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1A4A42-3277-4938-94A5-C3817FC6C17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37B27C-1537-442E-9A07-B8C28C1ED34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16">
            <a:extLst>
              <a:ext uri="{FF2B5EF4-FFF2-40B4-BE49-F238E27FC236}">
                <a16:creationId xmlns:a16="http://schemas.microsoft.com/office/drawing/2014/main" id="{B02F9EB0-1B4C-4222-A0DE-3CA88DC2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11B0121F-8F08-4BBF-B5A1-C68EB863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9F1A0797-538E-47F6-A107-3E848C7A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910E3E9-EEA3-4525-AF66-FE486B8CE29A}"/>
              </a:ext>
            </a:extLst>
          </p:cNvPr>
          <p:cNvCxnSpPr>
            <a:stCxn id="57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16">
            <a:extLst>
              <a:ext uri="{FF2B5EF4-FFF2-40B4-BE49-F238E27FC236}">
                <a16:creationId xmlns:a16="http://schemas.microsoft.com/office/drawing/2014/main" id="{D16BF2E7-861E-4629-AEF9-4BA12E6E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67C6C07-01A4-4BAC-9520-A7A2B496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D018FE0-8E23-4EF0-A593-B86133B88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C1B01C6-3539-44FB-8911-5C35D049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0B8A08-5F86-42CF-A7CA-E35C63DE1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96FCB01-313A-4390-A2F7-79DB86EFC0B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1B34CF-0227-4271-8EEE-2B330EFDDD1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37EFAE-499B-4DF0-8893-5AE960F18806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D7136F0-8EEC-437B-B649-879CBC5BDF7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63CA14D-1363-42C2-BB03-ED17FD421C1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4B8DF34-A7C9-4C05-81D7-525267BE036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715E38-2CB9-423F-AA9C-F1FFD763A81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642B431-B9F8-4B81-B639-5966D35FE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/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A1C3F9-AD42-415C-842E-EF4CAAB10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310" y="2638702"/>
                <a:ext cx="6589498" cy="954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8AB0FE5C-5BB3-4188-ABF6-6A7F79424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42869"/>
              </p:ext>
            </p:extLst>
          </p:nvPr>
        </p:nvGraphicFramePr>
        <p:xfrm>
          <a:off x="5325457" y="3658398"/>
          <a:ext cx="5594325" cy="10407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499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30511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76258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83437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70743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vertices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2037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Index of Set    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BE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BA0D2F1-2DA2-4B30-B131-533F7F78E6CC}"/>
              </a:ext>
            </a:extLst>
          </p:cNvPr>
          <p:cNvSpPr txBox="1"/>
          <p:nvPr/>
        </p:nvSpPr>
        <p:spPr>
          <a:xfrm>
            <a:off x="9042726" y="4863496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</a:t>
            </a:r>
          </a:p>
        </p:txBody>
      </p:sp>
      <p:sp>
        <p:nvSpPr>
          <p:cNvPr id="36" name="Oval 16">
            <a:extLst>
              <a:ext uri="{FF2B5EF4-FFF2-40B4-BE49-F238E27FC236}">
                <a16:creationId xmlns:a16="http://schemas.microsoft.com/office/drawing/2014/main" id="{1B3656B4-8481-4D68-9E35-5D7EE1A6B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4695" y="4217274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19232317-79AF-4C69-B252-B45CF2907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858" y="4237420"/>
            <a:ext cx="435531" cy="431083"/>
          </a:xfrm>
          <a:prstGeom prst="ellips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6777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Kruskal’s Algorithm: Union-Find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4C6FD-D26A-4FEC-BAE5-78D9B553BB6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55/182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43CD28F8-0709-46CB-AEEB-4BE9E7D1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41" y="1801980"/>
            <a:ext cx="829199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MST(E)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E.sort</a:t>
            </a:r>
            <a:endParaRPr lang="en-US" alt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F=Ø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FOR k=1 to n DO   S[k]=k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WHILE 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(F)!=n-1 DO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     e=(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altLang="en-US" sz="2000" baseline="-250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,v</a:t>
            </a:r>
            <a:r>
              <a:rPr lang="en-US" altLang="en-US" sz="2000" baseline="-25000" dirty="0" err="1"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)=</a:t>
            </a:r>
            <a:r>
              <a:rPr lang="en-US" alt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min_length_edge</a:t>
            </a:r>
            <a:endParaRPr lang="en-US" alt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IF S[</a:t>
            </a:r>
            <a:r>
              <a:rPr lang="en-US" alt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]!=S[j] THEN</a:t>
            </a: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pl-PL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Min=min(S[i],S[j])</a:t>
            </a:r>
            <a:endParaRPr lang="en-US" altLang="en-US" sz="20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  <a:r>
              <a:rPr lang="pl-PL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Max=max(S[i],S[j])</a:t>
            </a: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FOR k=1 to n DO</a:t>
            </a: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		 IF S[k]==Max THEN S[k]=Min</a:t>
            </a:r>
          </a:p>
          <a:p>
            <a:pPr marL="914400" lvl="2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E.del</a:t>
            </a:r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(e)</a:t>
            </a:r>
          </a:p>
          <a:p>
            <a:pPr marL="1371600" lvl="3" indent="0"/>
            <a:r>
              <a:rPr lang="en-US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</a:t>
            </a:r>
          </a:p>
          <a:p>
            <a:pPr marL="457200" lvl="1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  RETURN F</a:t>
            </a:r>
          </a:p>
          <a:p>
            <a:pPr marL="0" indent="0"/>
            <a:endParaRPr lang="en-US" alt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9F2A7F-FF79-4232-BB8E-7E9EA46D05BD}"/>
                  </a:ext>
                </a:extLst>
              </p:cNvPr>
              <p:cNvSpPr txBox="1"/>
              <p:nvPr/>
            </p:nvSpPr>
            <p:spPr>
              <a:xfrm>
                <a:off x="8355359" y="3059668"/>
                <a:ext cx="2317814" cy="369332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9F2A7F-FF79-4232-BB8E-7E9EA46D0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359" y="3059668"/>
                <a:ext cx="2317814" cy="369332"/>
              </a:xfrm>
              <a:prstGeom prst="rect">
                <a:avLst/>
              </a:prstGeom>
              <a:blipFill>
                <a:blip r:embed="rId4"/>
                <a:stretch>
                  <a:fillRect l="-2618" r="-3927" b="-3174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4582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1F89-34B3-D809-DDAF-B22832E0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D77D-773F-A328-E906-434AFB5863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EAEAE1B-B43A-D957-A4A5-41AAE4F1918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56/182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307C33-1947-68F3-CEEE-E572D3F9C43E}"/>
              </a:ext>
            </a:extLst>
          </p:cNvPr>
          <p:cNvSpPr/>
          <p:nvPr/>
        </p:nvSpPr>
        <p:spPr>
          <a:xfrm rot="5400000">
            <a:off x="7820496" y="1715056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408074-6897-841D-168B-534A05E3CF5D}"/>
              </a:ext>
            </a:extLst>
          </p:cNvPr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8C8F61-9C1E-6BDD-1DCD-EB47C8377016}"/>
              </a:ext>
            </a:extLst>
          </p:cNvPr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84B133F-690D-9968-78E9-4DEFD32FBEC4}"/>
              </a:ext>
            </a:extLst>
          </p:cNvPr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F58CAC-551C-49EB-E603-D5A252F7ADF3}"/>
              </a:ext>
            </a:extLst>
          </p:cNvPr>
          <p:cNvCxnSpPr>
            <a:stCxn id="51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DD17AA-1A1B-D2DC-DE0F-93FD9BAA3FA4}"/>
              </a:ext>
            </a:extLst>
          </p:cNvPr>
          <p:cNvCxnSpPr>
            <a:stCxn id="42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854295F-935F-E4E5-D21F-668D13FA5607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6B9C30C-557B-278A-7F4E-ABF2A2F6F5C5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6">
            <a:extLst>
              <a:ext uri="{FF2B5EF4-FFF2-40B4-BE49-F238E27FC236}">
                <a16:creationId xmlns:a16="http://schemas.microsoft.com/office/drawing/2014/main" id="{5E03C687-8736-6987-AA99-BEB07D2F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09129EC-828F-77B8-52E7-3DFC7C06ECE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4B7C7B6-D01A-D6DF-F648-9BCD89844728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16">
            <a:extLst>
              <a:ext uri="{FF2B5EF4-FFF2-40B4-BE49-F238E27FC236}">
                <a16:creationId xmlns:a16="http://schemas.microsoft.com/office/drawing/2014/main" id="{933CDF04-A15B-C542-CC4E-657F70CF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" name="Oval 16">
            <a:extLst>
              <a:ext uri="{FF2B5EF4-FFF2-40B4-BE49-F238E27FC236}">
                <a16:creationId xmlns:a16="http://schemas.microsoft.com/office/drawing/2014/main" id="{BDE10223-6C86-BC8D-9B8B-3977720F2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Oval 16">
            <a:extLst>
              <a:ext uri="{FF2B5EF4-FFF2-40B4-BE49-F238E27FC236}">
                <a16:creationId xmlns:a16="http://schemas.microsoft.com/office/drawing/2014/main" id="{22E6F9D9-F854-9B9E-0D78-C79B37898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1A8820C-4D2E-E789-C9F9-9751A817BC5A}"/>
              </a:ext>
            </a:extLst>
          </p:cNvPr>
          <p:cNvCxnSpPr>
            <a:stCxn id="51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16">
            <a:extLst>
              <a:ext uri="{FF2B5EF4-FFF2-40B4-BE49-F238E27FC236}">
                <a16:creationId xmlns:a16="http://schemas.microsoft.com/office/drawing/2014/main" id="{6DB18829-FEDA-46AF-885D-F3FCF405F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58C22C-4843-325E-20BD-582565B3BEB0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1D40D5F-1667-4F5F-8BD5-94280A5C3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8ED26E8-4634-6747-0D94-EE2CF54E0DFC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0C31DD-2D71-4BD1-AA95-106112B44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B067C2D-EE92-60C5-56F1-7F024BB539E8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BFD2881-192C-445F-AB13-3B90C5270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C8B369C-B0F5-9442-8EB0-1D5FE67E814B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FECEEAC-0B51-4E53-B345-61E6F3680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718D7EC5-A2C3-EE3B-48FF-F0A2CEC618F6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E5CD02B-FA0E-8C24-AB48-0EA7836CDD03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32F5BBF-A0CF-99B8-435E-1BFFAC10EEDC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433DC5-D3AA-515D-E8AB-1376B6867366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121AC5-CDEB-0E60-0990-D5B4D78DB2D0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3B2AD7-26AB-74EF-FC17-B51D5FB3918C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7B1BC4-74D1-7397-3D20-018336525944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B2D0001-B72D-AB93-6A55-B5E528376317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DD72D1F-FE90-4E1A-A111-FF2E5A4B2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809707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381023D-0763-41D6-9CF1-E7FB2CD6826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56/182</a:t>
            </a:r>
          </a:p>
        </p:txBody>
      </p:sp>
      <p:sp>
        <p:nvSpPr>
          <p:cNvPr id="43" name="Rectangle 42"/>
          <p:cNvSpPr/>
          <p:nvPr/>
        </p:nvSpPr>
        <p:spPr>
          <a:xfrm rot="5400000">
            <a:off x="7820496" y="1715056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4" name="Rectangle 43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5" name="Rectangle 44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F70BD-8896-6903-DB4C-B9E0F90386D7}"/>
              </a:ext>
            </a:extLst>
          </p:cNvPr>
          <p:cNvSpPr/>
          <p:nvPr/>
        </p:nvSpPr>
        <p:spPr>
          <a:xfrm flipH="1">
            <a:off x="6551321" y="3080226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F3E34F-DCAA-712D-0E33-BD5D3BEDBE7F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814305-CC46-75B6-8813-9984A6C2E1E1}"/>
              </a:ext>
            </a:extLst>
          </p:cNvPr>
          <p:cNvCxnSpPr>
            <a:stCxn id="8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050F63-489C-9635-7513-3E7B5340F78B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1E321F-5C44-1BAA-CA7A-540A061AF36D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16">
            <a:extLst>
              <a:ext uri="{FF2B5EF4-FFF2-40B4-BE49-F238E27FC236}">
                <a16:creationId xmlns:a16="http://schemas.microsoft.com/office/drawing/2014/main" id="{3406BE68-B275-496A-0B08-0FAB17B83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4C79C-9FEE-9563-B5E8-7D227FA36957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02D0-4C4F-4A44-E263-0E6F5EABCB2A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6">
            <a:extLst>
              <a:ext uri="{FF2B5EF4-FFF2-40B4-BE49-F238E27FC236}">
                <a16:creationId xmlns:a16="http://schemas.microsoft.com/office/drawing/2014/main" id="{7BBEDB0A-EA89-4CC1-9EE4-D9BC6F13D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A258FB02-7BC8-F66A-A3D2-839376E78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DA78510D-5D1F-5BB5-3F7D-748116FF8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2989AC-145A-0B42-2711-546BADC4D9AA}"/>
              </a:ext>
            </a:extLst>
          </p:cNvPr>
          <p:cNvCxnSpPr>
            <a:stCxn id="13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6">
            <a:extLst>
              <a:ext uri="{FF2B5EF4-FFF2-40B4-BE49-F238E27FC236}">
                <a16:creationId xmlns:a16="http://schemas.microsoft.com/office/drawing/2014/main" id="{C7B1AEF2-2E17-3137-D1D1-1FBDB599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F42DBD-090A-69F7-904C-CA2A65A7B4C4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6F42DBD-090A-69F7-904C-CA2A65A7B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F7C996-2BE8-2779-D083-F42317F74BE4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F7C996-2BE8-2779-D083-F42317F7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9687B3A-ECF1-0594-10AC-EA2360CE27B1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9687B3A-ECF1-0594-10AC-EA2360CE2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E2209AB-88EF-A857-A93F-A3AD046CEB58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E2209AB-88EF-A857-A93F-A3AD046CE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414CF31-3E17-3027-D7F3-1FBB90A186F8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DA078E-C98D-DCAC-D299-0CBA837A3BB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CC44C-E597-862D-26F5-3D1A784B0CD5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17025C-7167-1CED-C9B5-F04AC85E4384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898F2D-A630-C14C-7546-500FF1D38FB8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139A6A-427B-47B8-2AB7-2805E807A40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0B7208-8C7A-2310-9478-F7697083C997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692F2EE-A84E-2665-CA3F-F3498B486A6E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692F2EE-A84E-2665-CA3F-F3498B486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631947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CBEE5E2-8BFF-4F1D-9789-DD171E403D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57/182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1" y="3080226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704359-1611-E06B-4AE0-43F2724F6944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04D313-4817-57E0-5FB2-B053BBB00699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92B18-1BB8-437E-E47E-3425EBF5E1B9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8B83A4-730C-AAD6-0517-E3FD6875C5C6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5EF50695-B710-6AD5-C745-D7B381D83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EC2E70-851E-14F3-EFE5-1B7692F9068C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083844-2F5C-257F-CC86-14152B9159B8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4BD3EAFE-BF8B-76B6-9516-437FD61BA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5C9D1F7A-155A-34EE-C006-FAFD2F02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2D4BB347-4A0D-BEC9-8274-ADA9CF0A1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0487AA-7B29-8EF6-59D3-F7C45C2BFCFF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3B33C488-B4C8-9F8E-48E6-5ADF6D979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FD8EC4-D532-1A09-BA5B-1FB16D2FDCC2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FD8EC4-D532-1A09-BA5B-1FB16D2FD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A731C-D300-BD40-81BC-84F39607EA00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4A731C-D300-BD40-81BC-84F39607E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048C17D-E9CD-5726-5E89-0749BBD429E5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048C17D-E9CD-5726-5E89-0749BBD429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D51ECD-4F11-E8B5-F625-B10D7C67FA76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BD51ECD-4F11-E8B5-F625-B10D7C67F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0056FDE-43EE-6B6B-7EDB-153BB12BD92D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DA70A5-4C19-05AA-F924-025FD10C53E2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AF694-FB3B-27D9-46CA-DBEFB7B6E308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D40DD8-640D-CE24-57FD-113E44D5112A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08B08F-B59C-D123-30B1-362BA54F9E32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BB2A2D-40F4-6A19-612C-92B3D6390F85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B1BD5E-8503-50AA-A527-49CC88405C74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5DD6A1-4FA6-8D86-6FB5-B0E927740152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55DD6A1-4FA6-8D86-6FB5-B0E927740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71010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FDE8401-9119-4C24-BBD5-F885BE9B5A4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58/182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1" y="3080226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3710DA-D081-0FF4-D4BA-6FA807AEBB5C}"/>
              </a:ext>
            </a:extLst>
          </p:cNvPr>
          <p:cNvCxnSpPr>
            <a:stCxn id="2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CE21DF-2C2F-2AC2-7012-A2057061AA24}"/>
              </a:ext>
            </a:extLst>
          </p:cNvPr>
          <p:cNvCxnSpPr>
            <a:stCxn id="14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CC4DAC-C4FD-5EFE-2368-15296EF7079B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EE19DE-B89C-02DA-DD3A-91005C568636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F154F60D-38E9-B732-6BCD-C612D393C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035EB7-8230-1A11-AAC5-F57AEE5BCE7B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302BEF-1B85-AEE2-DE84-E75ADC0DA00D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16">
            <a:extLst>
              <a:ext uri="{FF2B5EF4-FFF2-40B4-BE49-F238E27FC236}">
                <a16:creationId xmlns:a16="http://schemas.microsoft.com/office/drawing/2014/main" id="{B152203E-383D-9E3F-24B0-DE08FA363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10E674F6-D45B-3CF4-F88B-830EBFDDA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id="{764DBFFB-7993-D9B4-0E3E-7EB397AD3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FCF84D-E87B-B3BA-05D9-966DBA01A687}"/>
              </a:ext>
            </a:extLst>
          </p:cNvPr>
          <p:cNvCxnSpPr>
            <a:stCxn id="2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16">
            <a:extLst>
              <a:ext uri="{FF2B5EF4-FFF2-40B4-BE49-F238E27FC236}">
                <a16:creationId xmlns:a16="http://schemas.microsoft.com/office/drawing/2014/main" id="{896464E4-D50C-AAAC-E223-06AADF4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8B5C66-A134-0A4D-DB1E-84DC9B25001C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68B5C66-A134-0A4D-DB1E-84DC9B250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A2E1D7-CD0B-3453-90A8-F324499583C9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A2E1D7-CD0B-3453-90A8-F32449958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E3EA0F-242F-5E4B-8EBA-50C704EE96B4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BE3EA0F-242F-5E4B-8EBA-50C704EE9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4FEBD41-3534-6649-4BFE-AFC202260C59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4FEBD41-3534-6649-4BFE-AFC202260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BC362CA-9ADF-CCEB-964C-406ADCEB0E1C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9E8208-62D7-9F9B-61CE-2AFD706F9976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915B927-066B-0749-7321-09E6D2C348D0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70AB4B4-3BC7-9CDB-7B64-09C716DC308D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20162E-F1D6-6CF1-EDFE-A041F564BF5D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948720-F918-B67A-FBEA-E017A6776634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FDDABF-BA9C-AB87-9B4D-15F41E41B000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DDA4B4F-11BC-3C7F-49D0-C24233D4BCD6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DDA4B4F-11BC-3C7F-49D0-C24233D4B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030905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1F029E8-D567-41BF-90D7-30DFDFFF01E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59/182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1" y="3080226"/>
            <a:ext cx="804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CFD8FB-C334-EBAF-3E52-12FCADEFCE7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3FFCE9-0967-EDA9-78AA-4615A020A909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2C5E67-34AC-F443-C894-2B7AC09494D8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F0B7E-4AB6-DD13-6DC3-B0EE6C06DD69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819E5996-183C-7AF6-48BF-0A4220901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296178-436C-DD23-2DEF-1CFDD3FA5645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C73AE1-BB2B-784E-E6CD-7848021DE5F3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7A25CA33-D285-78AB-F8E9-04455406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14CDADCC-047C-C96F-D85A-EBE32D40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945F72AA-335F-41FB-4391-E51288C0C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9BF0F2-6443-DEFE-77A1-C28337CE839B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ED531135-1F7B-20C1-2166-3AAB0A3FB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4FFC1F-B330-1E59-D266-3371622D0F8B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4FFC1F-B330-1E59-D266-3371622D0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C4ACA6-E59A-C435-BD03-8B5FE2C5D9CF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C4ACA6-E59A-C435-BD03-8B5FE2C5D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5C55D8-B844-7FD3-221A-662D89E06CC3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5C55D8-B844-7FD3-221A-662D89E06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40C00F9-D1D1-0A30-010E-F50D65901B88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40C00F9-D1D1-0A30-010E-F50D65901B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EFAECEC-4A31-472A-8EC6-10F3073CA756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E63AB8-B5CB-2F68-785D-DC77EBA1EE51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A1D7B7-FD7A-9F2A-BC6C-E3052E653D33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112227-15C0-5DC0-9818-5AE410B22E76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E39BF5-2AF4-478F-C1CA-D1EF2D27E787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F21EF4-BA43-EF1B-E795-05E9CE57F88C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D41D7D-2AA9-DD70-8A62-3C67887F73C3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33843A3-8D73-87EF-E41F-8EE6A6246C06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33843A3-8D73-87EF-E41F-8EE6A6246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73758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0FD656-2374-477A-A7B2-EFD827DD8AB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878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72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F16C3D-A13D-E2D0-7E5E-7CD141493F1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103A33-7A22-7C8E-EAD2-CE1DC5C0CC9C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FABAC0-FAD8-4688-F372-C9D6BBD39937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F9F1B2-13D0-FAB5-AAC6-93AB2A313326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0C1E34C8-DEC7-47D3-245E-F31C6B74B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BEC4AB-C91C-B3ED-DC80-6CA9572DDF36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2FAD11-3006-C3AA-6768-EC8543CF2404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8EDE9F7E-29C7-D2F1-D0BD-FDA3A49FC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A2FA7AC7-B4C6-212F-271C-143DB11C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A85487AD-FC2C-378B-04C5-56F5D7A8E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925A86-1DC7-BD0A-CCCC-8BB0ABAF78D5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F7CECA51-0954-FB6C-0EF2-C9DA8BF9C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698D02-4DAA-A79B-E900-50975D411587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698D02-4DAA-A79B-E900-50975D41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8A3E8-FB76-0FAB-F48E-6035FF7B5B33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8A3E8-FB76-0FAB-F48E-6035FF7B5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52381CC-2259-C934-39E5-0767C234AAD6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52381CC-2259-C934-39E5-0767C234A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21EC4D7-AC11-00AD-ACF4-B6DC28B52287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21EC4D7-AC11-00AD-ACF4-B6DC28B52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AECB1C7-0332-6835-41BD-1D3177A318F3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C4F382-2152-5687-5178-4683861B6274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0C1BF9-6439-9CFD-93DC-F42FC24D214B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7E0B2C-2391-8122-F84C-F08ACA972625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DBD716-D32D-98AE-3F55-E7A2429EF333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4A1656-2C5C-9921-CDE7-A6CA358AC1D4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9A4021-4E88-8F53-BC25-43303191F7D9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DB77661-7798-9CE7-AA80-0E078AC629F9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DB77661-7798-9CE7-AA80-0E078AC629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935735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1BD5762-6D07-4B05-A41A-06DE0198DF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1" y="3080226"/>
            <a:ext cx="9516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14597A-4EDF-7E55-F5DB-32F035C32F69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560A49-AB4F-7219-EF38-F7F2C3AF4E9F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F18C2E-EEDE-2646-F839-4DF9D974E089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94E151-25F0-CE1F-3CED-A3E3BC97F6A8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12735172-4181-74E4-C955-4491C7A20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90FEA3-7475-089E-C085-D036BE502F1F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996FA2-0649-8002-CEAE-5BF6FD93DFA4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001996CC-A0F8-BB30-EE87-CA52B480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7F6A7AAA-0AA1-C4D7-DC48-F2852F311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E99D20C1-8437-8795-57BF-F072182C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A76C6F-EBAD-91AE-B425-4FFA5FA62D82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26502AF3-DAD2-5FF9-B72B-6752D149B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260181-7FD8-4117-3D4B-17032E4B6C49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260181-7FD8-4117-3D4B-17032E4B6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DE2FB9-9D30-BAE7-8627-D258ED0CE3DE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DE2FB9-9D30-BAE7-8627-D258ED0CE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F8EC088-5040-0B07-3355-D99A2C8D371A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F8EC088-5040-0B07-3355-D99A2C8D3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A5A074-27AF-4BA9-F9EB-EB8F70993EA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A5A074-27AF-4BA9-F9EB-EB8F70993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21C2D2-9A47-5C0A-372A-4C33BCDAC0D7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922A9-1602-9D9D-630E-C2ABE59A845F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E2542F-F4A7-4731-D8F8-8C86A07990E3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B53222-6518-53E8-F5DC-B258F6F5FA63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506518-23D8-77CD-DB29-532743A8DEDE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CA6C47-E8C7-E20C-0569-233A9FC17E03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4461AD-7357-DB6D-0BA8-DD03F4A4401D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786F0CE-61CF-32F7-E29E-CBB97001B641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786F0CE-61CF-32F7-E29E-CBB97001B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156341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31D6B44-DE35-47F9-B25A-BB963632069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62/182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8E93C5-47CB-6B13-FBB8-DE4D10E5CC63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1D4D09-73DA-0021-CEEB-D1DE48A8E183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EE50A9-CC21-326B-755F-43B5E52CE591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341777-C729-617E-7A03-83776021836C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AAF7E0C5-06EA-78D8-8CC9-9B5B30D76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645863-6643-73F2-B037-443F3F8355D4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2B69A0-8416-0A6D-ED93-37F18C3B7AEE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228F85A0-C83D-4711-6019-657CA076D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E921DD63-0C43-CA91-0C83-8F2472F57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F3F0FF1D-0303-7A48-F99C-E2205EC04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434A90-0034-E557-D422-F47D18B09B36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439539EF-C3C5-6DD6-D624-EF07FE5B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413B62-426A-78F3-D8B3-B41F423B5F19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413B62-426A-78F3-D8B3-B41F423B5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5D9F9-709D-AE1A-0E41-C53D1DE48AE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5D9F9-709D-AE1A-0E41-C53D1DE4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E5C7D0D-9A8C-F63A-BD0B-E01DC0729C19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E5C7D0D-9A8C-F63A-BD0B-E01DC0729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D1FBBB-4E9E-5E04-6CB0-D601B40983EA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D1FBBB-4E9E-5E04-6CB0-D601B4098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4C904E5-196D-6E9F-9A44-BAD3DD42CFFF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E0861B-135C-11C6-D359-D3A0724D6B9A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CBAEA3-A2CD-27D5-987E-01FA8601F8D9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080F1A-4334-B7E0-5A3C-B40A37B3E73A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CC0BE1-05A5-B299-D061-5707E7F85CE1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23BA62-4525-9CC1-ACCB-1719207F9DC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022E65-3F22-402C-1258-0EA69EE71A1F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4BA8BD6-5643-B5E5-FEED-FE00E5E35AAA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4BA8BD6-5643-B5E5-FEED-FE00E5E35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209212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3C0DA5B-3276-48EE-AE4D-4EBF2EB193B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63/182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65EB98-CBF7-CDDA-5D0D-4ABC7E6BE05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A33F77-1EE6-DC06-9409-2704607C60DD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A3F9BE-4B86-AD78-30DC-BC30BF59EAA6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915D33-84C6-B0F6-D04D-E7A56CBF4612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A5DD6CB1-D9A7-DF69-463E-6DDC6CDD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DDFBAB-D42A-506D-2E39-8E275EF3DB64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B6BEAF-E665-FC46-3939-DD66FF928D9F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76C83EC3-C54A-C312-D839-3DBCACA5E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E1899587-0369-DDE0-9AD7-000EF7C78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4E490DC4-1BD7-39BD-3787-9E41316D2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8A9410-4CA3-F0F5-0316-45724F1EB05F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E000383C-BB8D-01D6-EDF5-E6BD0D973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D002B9-4B79-D39A-30C5-88DC80C4B0F3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D002B9-4B79-D39A-30C5-88DC80C4B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683417-6138-A6FE-6878-A3847D80EFD3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683417-6138-A6FE-6878-A3847D80E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F443CBC-FF13-AEA5-EBAB-FB67446E719D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F443CBC-FF13-AEA5-EBAB-FB67446E7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C458288-2F28-F4A0-1F41-4C0555B2D14B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C458288-2F28-F4A0-1F41-4C0555B2D1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7CC2FD1-B4BF-93F4-B6FF-DF47AC112C78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98ACB1-1752-876E-FE88-405069EA0A90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A60A3A-3E22-0C15-16C4-7FFEF73BFE12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8A19A8-82AE-54BA-EDAE-55278CCA1DEB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735DC3-DF33-07CA-C242-5B414A6BDF06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83BE8C-F88A-EF00-B066-D06B5E2614A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3E1CF0-B48C-4E0D-006E-BC98535CA3A9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C1E555C-4112-2DBD-2835-C3AD7F517A94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C1E555C-4112-2DBD-2835-C3AD7F517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455204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FF4DA1E-7EA6-4A2C-B15E-C9FE1C8890E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64/182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ED116F-9908-AD4D-5FE3-671DF5C7A233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F2DD9-F35A-EB5B-6736-397733D13185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578120-4116-CA1A-40B7-87C54B1A896D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9F9A39D-096D-5F0C-31FA-5AE58EE0840D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9A2DFC1D-9FF2-09A7-9A2D-849F701F4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8D2884-A0E1-CF7F-0F13-1FDA5E4673E2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7B3A7D-9446-3463-52E8-DC4C9E4D329E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36E48EE4-FDFE-8FC1-7C35-ADFC0E0BE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E141F92E-F285-0C2E-6BFA-106437213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A9844360-4718-5D47-5375-A73931AE6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62DED4-29AE-0019-D694-3D1914FADE37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AED96E17-B9DD-468D-1587-751D320F2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D9C498-12EC-D7DC-55E8-1EF4585D5E9E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D9C498-12EC-D7DC-55E8-1EF4585D5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EA122B-512E-33A5-46A5-26DA22B2CFDB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EA122B-512E-33A5-46A5-26DA22B2C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6B45692-4AB4-FAAE-8BA3-67E3B04827B1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6B45692-4AB4-FAAE-8BA3-67E3B0482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2669A2-D5CA-15C5-CC12-787C906C9A88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2669A2-D5CA-15C5-CC12-787C906C9A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BD75AE1-D78C-573C-E2A2-1F17459527F0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B0EFD6-C5E6-EA4C-FDF3-D2B77D171BFB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8C5965-42CC-EDC4-6968-3A4031EA383C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2DB038-E1AD-F6B7-8F61-D5C708A5AF85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803154-1DA5-70B2-A818-F32364D0483C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26EDAA-0BE2-A424-2DA3-CAE01D833A6D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548635-665A-D0F2-0E1C-C75B66DD439A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9D7598C-717A-7345-5B3E-28AC8E9A4F15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9D7598C-717A-7345-5B3E-28AC8E9A4F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745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30D6EA0-3144-4C7E-8095-B87FC6A7004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65/182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17F4E2-6C93-B26A-FBBB-9A8610FB690D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56AB26-E9F4-F5EB-2AC8-3F01CC6E35C9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BE2DD7-7EAA-B2C7-361D-BB2924DF830E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5A0219-7E8E-BFE0-4261-F233CB4C4098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6EACD568-1FFB-2A14-A1CE-544ACC5D1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01DD77-19B7-9352-F816-2F87D1C86416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CD0141-312B-438A-5C2A-77A08730CC0F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4DC979DE-0709-D50F-120E-138E2628B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56E672E0-E977-BBFA-75BD-6A2DD8FD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BF391DAA-C38B-768B-A855-8D1061F6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A71E62-1A16-9D41-9225-9C3A5D31539E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F6DC8781-A1AA-6D0E-21E5-26D1928EA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3855D0-F21C-116A-66FB-F1DF09C0B625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3855D0-F21C-116A-66FB-F1DF09C0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13A9FD-CFCF-5497-72F2-D9102ED4BA4F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13A9FD-CFCF-5497-72F2-D9102ED4B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96023AD-D941-7E4F-DA11-A9FB58E27393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96023AD-D941-7E4F-DA11-A9FB58E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26C7E3-241F-08D2-0C40-99B7F462967C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26C7E3-241F-08D2-0C40-99B7F4629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D44C077-08BB-0461-95B7-D1576147D780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8147B4-FB76-9C92-6CF0-56B3D318B2F6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8CBB92-7CD2-C1B5-CA18-B9CA584DCEFD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7EAEBF-2AA5-2B7C-0A33-4ECE6FD96F57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F874E8-B649-A6C4-68A5-68E8A9C35EFB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64D29E-78FD-2F7C-BFE3-665CE057DBC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D30B5-E816-FED3-C0A2-5F42EBCDF3B4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676182E-D97E-C350-2D9E-237F615F67E1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676182E-D97E-C350-2D9E-237F615F6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974719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0732AAC-3488-40E9-BDD8-96AB36CC98C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66/182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169D17-BCE0-CADF-6DDA-31B33167FF3E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706951-A3D7-E584-484C-F906DCE76962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D9BEB9-2840-E7A7-724D-EA3CCD6F93BE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CF756B-EB02-7909-926A-7DC6A8AA80D6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2B537C7E-3F33-89D4-C63C-5804DF51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BCE8A-2F3D-52AB-0887-CD9A5D9C629A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DAA28F-F418-8966-5282-83C58468083B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AE4586DE-62AC-EF81-730A-B5D2B2B09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189043FB-9A3B-80BF-F90A-F72F59D77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74FB722C-4697-6EE7-7CEF-2EC311AFF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F95B59-F46D-30D5-EE1B-21AEAC137FF1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322EF9AA-8A82-A62A-2E12-5C97FA8F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C402F-EF56-6BBF-9D1B-D365BEF0633B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0C402F-EF56-6BBF-9D1B-D365BEF06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9427CB-BED7-B536-0BE7-75FA5B2F0D73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9427CB-BED7-B536-0BE7-75FA5B2F0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89AAB0-C9B8-E5E7-02BF-2138350B835F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89AAB0-C9B8-E5E7-02BF-2138350B8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F06C4B-C081-4F71-FEB8-A7A61E396B13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F06C4B-C081-4F71-FEB8-A7A61E396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FC2DF20-EB00-D898-D977-D103F938EAB2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5C9BAB-A078-E82B-B748-5B1801BB7209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944ED3-BD65-EA09-3061-4F11E8101DCF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CFCC2C-D74C-615F-1DEA-CBB69C44DA4B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9DF7E-E169-C87D-1AB9-A1598FEFE705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AA4EF3-B172-57A2-37F6-F6145E4B80DB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A3B872-8F48-2FD7-A09B-8775027A4AE2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487BE5-C07D-1846-5227-C7B4A14509A5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487BE5-C07D-1846-5227-C7B4A14509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538093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12A6817-FE99-477C-9C2B-54F03FE9640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67/182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E06CDE-B586-37EC-F3EF-B6E0B9A4BA15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0141C-7550-E381-6D53-48A10EC025E4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9C3A62-5064-5CCA-5233-5A7BEE7D7632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F09E07-D616-C9A5-8636-81766A6907DF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E6EFB355-760B-3C8A-6BBC-21C74379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5B6B4-31AB-0097-0F05-0949AA743033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27DD83-4256-0189-0128-7C6B459EFE1C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9D447B8A-0AEC-4AF8-73B2-116965ADE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292F82DC-439F-2C15-0A18-B69FCF7A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A9F9C949-EA6F-3709-F7B3-EE9572258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C01479-9604-AAD2-CFCA-42CCC3F7CBA5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23A1DC6F-0D80-F9F5-B70C-5EA0BF0C0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934D63-F793-1EEB-C951-21D5594E49A9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934D63-F793-1EEB-C951-21D5594E4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009B2F-6832-9A96-A772-A4FBBFE0B9D3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009B2F-6832-9A96-A772-A4FBBFE0B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514A66-B913-884C-E61C-25F652E7DFE8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514A66-B913-884C-E61C-25F652E7DF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33A4FF-C6C0-221C-DA73-E5C765082DC8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33A4FF-C6C0-221C-DA73-E5C765082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6CE5549-0753-9CED-09A4-71C634EB811F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61B38-B7EC-15A3-2AEF-3BCC909DFB2A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C01010-4E07-679D-9FF5-4D694C53FBCD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E2E5D-5B29-7E67-6167-55C58B780BBC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6627FF-5FE9-1967-228D-155F0CA9FBDA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89D18C-6324-A4C2-08F4-A4BB9E918781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DDC9DE-32C9-22B3-F2DA-A37FD046C1EF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AF7CC1-8FD5-8ACA-D86A-586EB90E033A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AF7CC1-8FD5-8ACA-D86A-586EB90E03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108128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D8A1DE2-5E54-4D7C-82E4-4CE3C1CE4BC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68/182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5400000">
            <a:off x="7820496" y="2879598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49" y="4216634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 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6551321" y="4216634"/>
            <a:ext cx="3051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3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,v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2</a:t>
            </a:r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endParaRPr lang="en-US" b="1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1BFC8E-C85C-CC17-563B-D7FC853B7DF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F66459-D724-DD7A-6CB8-2D332F4A1EFD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C808CE-4619-C753-CBD0-0F3BE9BFBD2E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79AE08-B6EA-486A-9977-572C6B48F1D0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390B5AD2-0B23-9387-584F-4E28D1309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7DC992-7842-250E-153D-1FF757BB44E3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3188AD-F728-4480-447E-AE60817E8B6F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EC5FBFE3-F2AA-60D3-7F34-E3F3FE5B0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D0FC5A48-4E2C-1E12-C2B4-91F0D1B5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CCE4C82F-708D-9E36-EAD7-3500CFAE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3B270-8352-037E-1E36-450F583D9B63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0BF97EF8-D925-5247-4B2A-9AAFB14E8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C6B9AF-959D-DE9F-E11C-13F5B13E8F23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C6B9AF-959D-DE9F-E11C-13F5B13E8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0F173-224C-09CA-2F48-E4B0E33C128E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10F173-224C-09CA-2F48-E4B0E33C1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C29EF65-E4DB-10A3-A4B6-81B1FCE9354A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C29EF65-E4DB-10A3-A4B6-81B1FCE93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DAB0C35-63FF-5AC1-E875-2FC8F489F9CC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DAB0C35-63FF-5AC1-E875-2FC8F489F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302C1C2F-658D-8238-C49B-886AD0CB75F8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A7C625-0FA5-696B-0729-D8CB0BD30DE9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867950-A2D3-D9CF-0A65-ABBAD2E10D49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CEADB5-93AE-D712-276E-63E8F2119025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730B85-F15E-E287-E049-E12BB6BC46A7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5B8639-E0CC-22F8-EB93-B568B1FE381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01EF9B-479B-01ED-825E-3FF69D62E741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8B8480E-D74C-15A3-5606-F7A98BF2D365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8B8480E-D74C-15A3-5606-F7A98BF2D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604331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3BF1-DD89-4C74-8219-C9EA82D814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69/182</a:t>
            </a:r>
          </a:p>
        </p:txBody>
      </p:sp>
      <p:sp>
        <p:nvSpPr>
          <p:cNvPr id="39" name="Text Box 17"/>
          <p:cNvSpPr txBox="1">
            <a:spLocks noChangeArrowheads="1"/>
          </p:cNvSpPr>
          <p:nvPr/>
        </p:nvSpPr>
        <p:spPr bwMode="auto">
          <a:xfrm>
            <a:off x="587829" y="1914817"/>
            <a:ext cx="111467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Prim()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F=Ø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Z={v</a:t>
            </a:r>
            <a:r>
              <a:rPr lang="en-US" altLang="en-US" baseline="-25000" dirty="0"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WHILE Z!=V DO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find edge(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 of minimum length: a in Z and b in V-Z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((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Z.add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RETURN F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36345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3BF1-DD89-4C74-8219-C9EA82D814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70/182</a:t>
            </a:r>
          </a:p>
        </p:txBody>
      </p:sp>
      <p:sp>
        <p:nvSpPr>
          <p:cNvPr id="39" name="Text Box 17"/>
          <p:cNvSpPr txBox="1">
            <a:spLocks noChangeArrowheads="1"/>
          </p:cNvSpPr>
          <p:nvPr/>
        </p:nvSpPr>
        <p:spPr bwMode="auto">
          <a:xfrm>
            <a:off x="587829" y="1914817"/>
            <a:ext cx="111467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Prim()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F=Ø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Z={v</a:t>
            </a:r>
            <a:r>
              <a:rPr lang="en-US" altLang="en-US" baseline="-25000" dirty="0"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WHILE Z!=V DO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find edge(</a:t>
            </a:r>
            <a:r>
              <a:rPr lang="en-US" alt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of minimum length: a in Z and b in V-Z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((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Z.add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RETURN F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6321E-E470-4CCF-9E22-AFC02E0BBF58}"/>
              </a:ext>
            </a:extLst>
          </p:cNvPr>
          <p:cNvSpPr txBox="1"/>
          <p:nvPr/>
        </p:nvSpPr>
        <p:spPr>
          <a:xfrm>
            <a:off x="7139940" y="2316480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 Complexity?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026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Minimum Spanning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F3BF1-DD89-4C74-8219-C9EA82D814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71/182</a:t>
            </a:r>
          </a:p>
        </p:txBody>
      </p:sp>
      <p:sp>
        <p:nvSpPr>
          <p:cNvPr id="39" name="Text Box 17"/>
          <p:cNvSpPr txBox="1">
            <a:spLocks noChangeArrowheads="1"/>
          </p:cNvSpPr>
          <p:nvPr/>
        </p:nvSpPr>
        <p:spPr bwMode="auto">
          <a:xfrm>
            <a:off x="587829" y="1914817"/>
            <a:ext cx="111467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Prim()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F=Ø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Z={v</a:t>
            </a:r>
            <a:r>
              <a:rPr lang="en-US" altLang="en-US" baseline="-25000" dirty="0"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Z!=V DO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find edge(</a:t>
            </a:r>
            <a:r>
              <a:rPr lang="en-US" alt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of minimum length: a in Z and b in V-Z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F.add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((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457200" lvl="1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Z.add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RETURN F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66C7C1-2246-47F2-B7D3-F77433B35F73}"/>
                  </a:ext>
                </a:extLst>
              </p:cNvPr>
              <p:cNvSpPr txBox="1"/>
              <p:nvPr/>
            </p:nvSpPr>
            <p:spPr>
              <a:xfrm>
                <a:off x="7246620" y="2339340"/>
                <a:ext cx="17044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 ?)</m:t>
                      </m:r>
                    </m:oMath>
                  </m:oMathPara>
                </a14:m>
                <a:endParaRPr lang="en-US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66C7C1-2246-47F2-B7D3-F77433B35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620" y="2339340"/>
                <a:ext cx="170444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777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4807552-A4F5-49E6-9A36-0D3A9F5EC6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72/182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99853"/>
              </p:ext>
            </p:extLst>
          </p:nvPr>
        </p:nvGraphicFramePr>
        <p:xfrm>
          <a:off x="6639486" y="2142477"/>
          <a:ext cx="3603594" cy="302941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0059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4326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386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9430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4928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9910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86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52138" y="5536863"/>
            <a:ext cx="2178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Adjacency Matrix: W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F14BAF-3B93-482F-8A61-D155A696A11C}"/>
              </a:ext>
            </a:extLst>
          </p:cNvPr>
          <p:cNvCxnSpPr>
            <a:stCxn id="46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D5F26E-5673-4228-BA98-F25DE753B1BD}"/>
              </a:ext>
            </a:extLst>
          </p:cNvPr>
          <p:cNvCxnSpPr>
            <a:stCxn id="41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04FE1DE-37BB-4ACA-B261-D66A4E9A6E54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5659763-6660-42BE-92B2-E9964930D59E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16">
            <a:extLst>
              <a:ext uri="{FF2B5EF4-FFF2-40B4-BE49-F238E27FC236}">
                <a16:creationId xmlns:a16="http://schemas.microsoft.com/office/drawing/2014/main" id="{82D620E3-1852-40E7-836C-763A3F5EC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71D821-9686-4DA4-BADC-1744980C3BA9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F6B3B0-5A28-4388-A2B9-7E177B5273C0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9B126CC6-41FD-4C2D-9EA3-9206BC704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Oval 16">
            <a:extLst>
              <a:ext uri="{FF2B5EF4-FFF2-40B4-BE49-F238E27FC236}">
                <a16:creationId xmlns:a16="http://schemas.microsoft.com/office/drawing/2014/main" id="{98E45708-6CE0-4B70-B454-1A0A0298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" name="Oval 16">
            <a:extLst>
              <a:ext uri="{FF2B5EF4-FFF2-40B4-BE49-F238E27FC236}">
                <a16:creationId xmlns:a16="http://schemas.microsoft.com/office/drawing/2014/main" id="{E44CB03B-2171-44B9-B20F-98E3941D8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A94E4C7-59FD-4510-A520-4A43683940C5}"/>
              </a:ext>
            </a:extLst>
          </p:cNvPr>
          <p:cNvCxnSpPr>
            <a:stCxn id="46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16">
            <a:extLst>
              <a:ext uri="{FF2B5EF4-FFF2-40B4-BE49-F238E27FC236}">
                <a16:creationId xmlns:a16="http://schemas.microsoft.com/office/drawing/2014/main" id="{7ABBDA82-09B6-43A3-97D0-6294DE127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8B86EB-986D-4C6F-8C47-CFE54A7032AF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8B86EB-986D-4C6F-8C47-CFE54A703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DD5C29-8D67-47D7-BF36-CCD1D7D130C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DD5C29-8D67-47D7-BF36-CCD1D7D13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DF8D3A4-78D6-427C-BE4B-DCFEFF60F46E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DF8D3A4-78D6-427C-BE4B-DCFEFF60F4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CB68DA5-B9CA-4DC5-B600-65508458ED1A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CB68DA5-B9CA-4DC5-B600-65508458ED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E6A560B5-157B-4D26-8905-157E16665F56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429F4E-9235-4235-89D3-D8CAC506D1A9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C70533-E11F-4F16-9A2D-39E2E09B92AC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B14EAE1-BDA1-43F2-9F33-F1E84EE5BD37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13DE72-565E-48ED-9F03-265C9F26CAFB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CE349EE-2404-46DC-991B-CDC3570E8D0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90F8C3F-D1C0-4BEA-8537-2FCE8C9E127F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F209B07-8E43-4DEC-A56C-F180192C6122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F209B07-8E43-4DEC-A56C-F180192C61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927054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E039-7926-F69C-7E2E-CCECD895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86CF1-3D72-15F7-62C3-AAD71AA12E3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183495D-0669-AB82-36DE-F48952EEF86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62/182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628DDF-092E-D213-8C84-022ADD50337A}"/>
              </a:ext>
            </a:extLst>
          </p:cNvPr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96F8DF-C0A2-DFB8-55C9-194F3B7DBCA2}"/>
              </a:ext>
            </a:extLst>
          </p:cNvPr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D11CD-FA0E-0357-2BE9-F36CF5A60B06}"/>
              </a:ext>
            </a:extLst>
          </p:cNvPr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7D0039-28B0-F779-DFC2-D21F3ADA2662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D1F1FD-FB38-126A-66FA-A3EB7BF73F0C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417C27-E369-A7DF-433A-2B54697BC432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181CEA-4B08-087C-BD02-2844CF137F83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4F979ED9-84A2-E952-106D-A0DB89653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91204A-974F-DA20-96ED-E8DD54F68EC6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696430-9A97-B83D-F582-E2139136985F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D5E224F0-2984-1462-3B0C-35BB566CA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512F22C0-3AC0-FE07-3A59-57C717A1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2DA45E22-3083-6798-C56A-AEE24C73D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56222F-17FD-DC7F-5625-6A304990CD72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1849EE52-BFF0-FD32-FDA8-B29490DB0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9A605C-1517-53F2-F392-CC9E0B749CD9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9A605C-1517-53F2-F392-CC9E0B74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9444D6-9B1D-403B-8D60-AAC0F328F4E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9444D6-9B1D-403B-8D60-AAC0F328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D98AE96-7E81-DA36-B552-7438DF1149D5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D98AE96-7E81-DA36-B552-7438DF1149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D4B4D4-B06C-72F0-CDB0-F939D60F43A3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D4B4D4-B06C-72F0-CDB0-F939D60F4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DECCD00-9432-92A8-0C29-76B9D3E8ABD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B8C1D2-4E52-CD64-AEED-FE561377142B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88869-E9F3-2CCE-E70F-4A26887E6C95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838BE9-45F4-E46E-4F8A-FDD01272AF98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6771BD-0361-7960-6A60-560817395FFD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CB4BE4-A5A1-4A10-738C-5EC7FA1C8295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223AE4-6A4B-1086-4DE5-7F07D010087D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14A83C5-66DB-ED26-0F95-B97BCED7C483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14A83C5-66DB-ED26-0F95-B97BCED7C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328800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7A13-986E-D414-ECB8-9A109280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58B7-17C6-D76C-6176-D88C14B226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DBB6A9-FDF0-24EF-74E5-63CAE733E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63/182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64868C-F092-52F2-90D3-3664B52956B2}"/>
              </a:ext>
            </a:extLst>
          </p:cNvPr>
          <p:cNvSpPr/>
          <p:nvPr/>
        </p:nvSpPr>
        <p:spPr>
          <a:xfrm rot="5400000">
            <a:off x="7820496" y="1723369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1EB52-E13A-B223-19FE-CD3AA50A4323}"/>
              </a:ext>
            </a:extLst>
          </p:cNvPr>
          <p:cNvSpPr/>
          <p:nvPr/>
        </p:nvSpPr>
        <p:spPr>
          <a:xfrm>
            <a:off x="6121052" y="308022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64AFCA-7D78-90B4-C35E-A3D947EDDB44}"/>
              </a:ext>
            </a:extLst>
          </p:cNvPr>
          <p:cNvSpPr/>
          <p:nvPr/>
        </p:nvSpPr>
        <p:spPr>
          <a:xfrm flipH="1">
            <a:off x="6551320" y="3080226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 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17FB3F-E034-63A3-875F-6BACA4CFF122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F96CB8-3D39-005E-E6B8-8D14A80C86D9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CC629B-5D1E-CE03-CA27-B7A4B0DF708E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2B7B6E-EB35-57CE-E106-D2978BBAC338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335FF7BC-5766-A9D9-2FF3-D946EB7F4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CA44B-8303-F212-91AD-C1335699A55B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5AF665-FDBF-759D-4FB3-12C337511CA8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14B40161-EFF1-0234-05D1-B8FBF00A0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9D57D31F-C1F8-FDD0-4E3E-75BE3958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09C3C421-CDB2-72EA-8142-2291527D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D9FB7F-5BF3-538E-033A-1802AE565C34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F5D6CF26-B97B-69D6-1352-29E55093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B68B75-D0AD-0782-8848-AA0C7E0E82EA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B68B75-D0AD-0782-8848-AA0C7E0E8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7612EA-C578-EDC7-9F36-136FDE5EF5CA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7612EA-C578-EDC7-9F36-136FDE5EF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44EFD86-AA3D-CB09-FE15-B845B1EE07E1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44EFD86-AA3D-CB09-FE15-B845B1EE0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BCE0AC-C734-8378-C341-58F6FFB84FCA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BCE0AC-C734-8378-C341-58F6FFB84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23DDA44-8C11-E0AC-4067-9DC72A9A2E36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A671A4-4375-23D5-30C9-9AF44B361897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8DF4DD-9755-B575-02AE-24B97A11FDE1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C9498D-730C-B801-E198-6234AB3A6256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ED98DB-29D0-2345-E055-6AE99FB92AAB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6D72C7-D3A3-8821-448F-EA8D89754770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2AF28-7500-C95B-5AE3-7F3E29500B7C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330994D-CF12-31C8-5527-9829C9616CF5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330994D-CF12-31C8-5527-9829C9616C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70765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9B478EE-6EEA-4937-8842-4FC3253411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75/182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7654434" y="1557307"/>
            <a:ext cx="845584" cy="30518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2" name="Rectangle 41"/>
          <p:cNvSpPr/>
          <p:nvPr/>
        </p:nvSpPr>
        <p:spPr>
          <a:xfrm rot="5400000">
            <a:off x="7640144" y="3059950"/>
            <a:ext cx="874164" cy="30518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Rectangle 15"/>
          <p:cNvSpPr/>
          <p:nvPr/>
        </p:nvSpPr>
        <p:spPr>
          <a:xfrm>
            <a:off x="6121052" y="2917388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2929" y="4372530"/>
            <a:ext cx="548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V-Z</a:t>
            </a:r>
          </a:p>
        </p:txBody>
      </p:sp>
      <p:sp>
        <p:nvSpPr>
          <p:cNvPr id="75" name="Oval 16">
            <a:extLst>
              <a:ext uri="{FF2B5EF4-FFF2-40B4-BE49-F238E27FC236}">
                <a16:creationId xmlns:a16="http://schemas.microsoft.com/office/drawing/2014/main" id="{8AD53BDF-6F40-4DA7-A016-E62A2DF07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332" y="28803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6" name="Oval 16">
            <a:extLst>
              <a:ext uri="{FF2B5EF4-FFF2-40B4-BE49-F238E27FC236}">
                <a16:creationId xmlns:a16="http://schemas.microsoft.com/office/drawing/2014/main" id="{DAB5B12C-E053-4A87-8882-BDC259244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857" y="289056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E1FA2701-1506-48D6-976B-75A8045E4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90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8F1A8D9-DEAF-4D2E-B28E-1922D6480D05}"/>
                  </a:ext>
                </a:extLst>
              </p:cNvPr>
              <p:cNvSpPr txBox="1"/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8F1A8D9-DEAF-4D2E-B28E-1922D6480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blipFill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85F691-FED9-4623-9BA9-82BEDC9B3456}"/>
                  </a:ext>
                </a:extLst>
              </p:cNvPr>
              <p:cNvSpPr txBox="1"/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85F691-FED9-4623-9BA9-82BEDC9B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92E75D3-8FFC-465C-8490-6B6C585C4786}"/>
                  </a:ext>
                </a:extLst>
              </p:cNvPr>
              <p:cNvSpPr/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92E75D3-8FFC-465C-8490-6B6C585C4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16">
            <a:extLst>
              <a:ext uri="{FF2B5EF4-FFF2-40B4-BE49-F238E27FC236}">
                <a16:creationId xmlns:a16="http://schemas.microsoft.com/office/drawing/2014/main" id="{917F31A2-938A-4E44-9E3B-466FCC1D3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966" y="4367517"/>
            <a:ext cx="435531" cy="435531"/>
          </a:xfrm>
          <a:prstGeom prst="ellipse">
            <a:avLst/>
          </a:prstGeom>
          <a:solidFill>
            <a:srgbClr val="42B82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0D6DE127-70E6-404C-AA53-B323AE9C9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079" y="4366264"/>
            <a:ext cx="435531" cy="435531"/>
          </a:xfrm>
          <a:prstGeom prst="ellipse">
            <a:avLst/>
          </a:prstGeom>
          <a:solidFill>
            <a:srgbClr val="42B82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B91CED-C824-42C9-9B8A-F8FFE85EBE67}"/>
                  </a:ext>
                </a:extLst>
              </p:cNvPr>
              <p:cNvSpPr/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B91CED-C824-42C9-9B8A-F8FFE85EB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7328-3E6F-4EDC-8910-77DB155B4228}"/>
                  </a:ext>
                </a:extLst>
              </p:cNvPr>
              <p:cNvSpPr/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7328-3E6F-4EDC-8910-77DB155B4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521738-97A5-6F9F-D6A3-96279FC8E713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3ADC39-DFC9-B05C-C664-985834908604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42ABAA-733F-8014-3FE0-4EFB546E25F4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D30E12-4A89-EDB2-93A0-9BDFCD471B19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2F6709B4-F7D6-3D82-CB23-EEAFAC22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58D2FA-21F3-F53E-8C2E-244C7D643FDE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0EF799-65C6-961D-B5D4-1F18D02D76FC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95C38A19-F078-7354-EAF5-9BE33F38F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B0C8BB05-E3E4-CA20-0655-8CA02E294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C5725400-3976-FEAA-1A88-BB1C4E93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746CA6-338E-D680-F007-7246ADFA9432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8B50DAB9-AA84-CB13-B1FB-32C5D8E4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9D3836-6314-8692-7FBC-FA4F8CB18D3E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9D3836-6314-8692-7FBC-FA4F8CB18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E1F531-8B66-D7DC-C06B-CFF72B41E28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E1F531-8B66-D7DC-C06B-CFF72B41E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83EC34-C8AD-CF49-C061-1CCA756D8B26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83EC34-C8AD-CF49-C061-1CCA756D8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52A870B-160A-8004-187C-41E6319E15B1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52A870B-160A-8004-187C-41E6319E15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FD9502C-2D90-2A55-F928-F26CB8FF1B31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8F4BAC-0496-68D9-9BA3-0F12DA94DBF3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8C6D72-5F22-DCD3-A098-94606A9A6319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814B0F-D56C-04EA-5B30-D1A64982E99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7B0463-344C-E5D7-B58A-CD906AC65E36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D375D4-E481-264D-99EB-EB4A35991A69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DEACA9-F10D-8CE0-5199-043579BB4B9C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29697B-0071-3DEE-85EF-B971F39E1340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B29697B-0071-3DEE-85EF-B971F39E1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253858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9E8B-83B6-BCBD-BEBA-93C4C0C7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3371-87A7-C82F-2036-29A009DD3F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7F3F02D-2A69-3AE3-437A-0011100391D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75/182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D51044-0085-327D-52C3-DE8ABD2C45E2}"/>
              </a:ext>
            </a:extLst>
          </p:cNvPr>
          <p:cNvSpPr/>
          <p:nvPr/>
        </p:nvSpPr>
        <p:spPr>
          <a:xfrm rot="5400000">
            <a:off x="7654434" y="1557307"/>
            <a:ext cx="845584" cy="30518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85E306-3B0A-2B17-845A-FB70096D72F2}"/>
              </a:ext>
            </a:extLst>
          </p:cNvPr>
          <p:cNvSpPr/>
          <p:nvPr/>
        </p:nvSpPr>
        <p:spPr>
          <a:xfrm rot="5400000">
            <a:off x="7640144" y="3059950"/>
            <a:ext cx="874164" cy="30518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B193C9-74DA-AE89-772D-69741EEA947A}"/>
              </a:ext>
            </a:extLst>
          </p:cNvPr>
          <p:cNvSpPr/>
          <p:nvPr/>
        </p:nvSpPr>
        <p:spPr>
          <a:xfrm>
            <a:off x="6121052" y="2917388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247A65-0A03-9700-DD6B-C1163DDF278F}"/>
              </a:ext>
            </a:extLst>
          </p:cNvPr>
          <p:cNvSpPr/>
          <p:nvPr/>
        </p:nvSpPr>
        <p:spPr>
          <a:xfrm>
            <a:off x="5892929" y="4372530"/>
            <a:ext cx="548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V-Z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86239D-41CC-67BF-3D35-57673D650CF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BB9378-88BD-7E86-EFC2-1218776C23CE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C78A9E-55C5-2768-8585-94D5A3F45227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1BCE60-3427-D965-B0C8-AD3E51A909BB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4060E242-3583-E2B4-ACDF-949168A86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A01BA9-513F-721D-140F-B2428F24FA55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2FD20D-36F7-EB3B-CDF3-1A716DEC1DCD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C8730CF0-AF7E-5424-1442-BCFB71FBE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7AFBBC57-065E-93E2-B81D-4FC6C455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6BE113A8-6C77-C09E-4F16-59E2551E9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72DE93-33CA-0B7C-5245-D9A0040688EB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33AC2B64-A141-F963-7141-3A26B023C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2CA890-DCF1-E3D2-F3CC-B7DE0B16814F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2CA890-DCF1-E3D2-F3CC-B7DE0B168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C40334-092B-80D4-9E0A-411FF29EE1D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C40334-092B-80D4-9E0A-411FF29EE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D3817F8-973E-347D-7D69-01530A682547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D3817F8-973E-347D-7D69-01530A682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FC1BA4B-EA1C-2F4A-EB68-76530BB2C22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FC1BA4B-EA1C-2F4A-EB68-76530BB2C2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E5AFA30-3DAE-5DA9-5CBA-AE841081B92B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E8FC0-1D66-BD02-7A1B-FBB25D8F590A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FFA97B-770D-3D75-5904-F61B97E04428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9439AC-E9F5-21A5-C83F-D6D7E13AD038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35C5EC-6711-0FB3-897C-5406CE6E9E4C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7CAF5B-0336-331E-D3F1-DC86C95F7086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1781D6-9E60-5537-F556-DE6C5249A199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652CA34-F2B4-0489-CCFF-C609DEDB9347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652CA34-F2B4-0489-CCFF-C609DEDB9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E0F33F3-2F23-4D15-9E46-C76DCDDE1A5E}"/>
              </a:ext>
            </a:extLst>
          </p:cNvPr>
          <p:cNvCxnSpPr>
            <a:cxnSpLocks/>
            <a:endCxn id="76" idx="4"/>
          </p:cNvCxnSpPr>
          <p:nvPr/>
        </p:nvCxnSpPr>
        <p:spPr>
          <a:xfrm flipV="1">
            <a:off x="7570842" y="3326099"/>
            <a:ext cx="1349781" cy="1078788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A83716F-150D-46FF-8697-EEEA65130CF3}"/>
              </a:ext>
            </a:extLst>
          </p:cNvPr>
          <p:cNvCxnSpPr/>
          <p:nvPr/>
        </p:nvCxnSpPr>
        <p:spPr>
          <a:xfrm flipH="1" flipV="1">
            <a:off x="7005354" y="3246179"/>
            <a:ext cx="565488" cy="1158708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9945307-690A-48CA-A0D8-190F7EB216C1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8606788" y="3275208"/>
            <a:ext cx="333864" cy="1101440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16">
            <a:extLst>
              <a:ext uri="{FF2B5EF4-FFF2-40B4-BE49-F238E27FC236}">
                <a16:creationId xmlns:a16="http://schemas.microsoft.com/office/drawing/2014/main" id="{C4CB8077-E215-FCDC-6DD7-EB15E83DC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332" y="28803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6" name="Oval 16">
            <a:extLst>
              <a:ext uri="{FF2B5EF4-FFF2-40B4-BE49-F238E27FC236}">
                <a16:creationId xmlns:a16="http://schemas.microsoft.com/office/drawing/2014/main" id="{5B372862-279B-8FC6-9854-22BFA0C79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857" y="289056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5A698EB0-E430-8C1B-AE5E-432EF7F32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90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FCDBC9B-603E-0FC1-E3F1-AC64A781E8F8}"/>
                  </a:ext>
                </a:extLst>
              </p:cNvPr>
              <p:cNvSpPr txBox="1"/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FCDBC9B-603E-0FC1-E3F1-AC64A781E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9A10B7A-669F-B9C2-E784-045EDC32296C}"/>
                  </a:ext>
                </a:extLst>
              </p:cNvPr>
              <p:cNvSpPr txBox="1"/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85F691-FED9-4623-9BA9-82BEDC9B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8CE5C3B-C83E-9039-9D5A-86395C027855}"/>
                  </a:ext>
                </a:extLst>
              </p:cNvPr>
              <p:cNvSpPr/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92E75D3-8FFC-465C-8490-6B6C585C4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16">
            <a:extLst>
              <a:ext uri="{FF2B5EF4-FFF2-40B4-BE49-F238E27FC236}">
                <a16:creationId xmlns:a16="http://schemas.microsoft.com/office/drawing/2014/main" id="{D471B855-C586-CCC4-BDB4-1DAB20C0E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966" y="4367517"/>
            <a:ext cx="435531" cy="435531"/>
          </a:xfrm>
          <a:prstGeom prst="ellipse">
            <a:avLst/>
          </a:prstGeom>
          <a:solidFill>
            <a:srgbClr val="42B82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42334B0-A24C-AE71-1B0D-B48F46CD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079" y="4366264"/>
            <a:ext cx="435531" cy="435531"/>
          </a:xfrm>
          <a:prstGeom prst="ellipse">
            <a:avLst/>
          </a:prstGeom>
          <a:solidFill>
            <a:srgbClr val="42B82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1FBABE2-614B-9272-F8F0-A469766027AC}"/>
                  </a:ext>
                </a:extLst>
              </p:cNvPr>
              <p:cNvSpPr/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B91CED-C824-42C9-9B8A-F8FFE85EB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7B25474-0894-2DF5-D481-8CFFEB616EF2}"/>
                  </a:ext>
                </a:extLst>
              </p:cNvPr>
              <p:cNvSpPr/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7328-3E6F-4EDC-8910-77DB155B4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452756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5B34-10D5-4BE3-F01C-2B35E8A1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C8945-80A6-EFB5-1608-1BA0B20F4F6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0EC82FA-8790-0402-DF8D-554D3988312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75/182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668F0B-D57F-3356-B37C-F45D3E34CF43}"/>
              </a:ext>
            </a:extLst>
          </p:cNvPr>
          <p:cNvSpPr/>
          <p:nvPr/>
        </p:nvSpPr>
        <p:spPr>
          <a:xfrm rot="5400000">
            <a:off x="7654434" y="1557307"/>
            <a:ext cx="845584" cy="305181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29EACD-0AFD-1236-1774-55EB5B5AC347}"/>
              </a:ext>
            </a:extLst>
          </p:cNvPr>
          <p:cNvSpPr/>
          <p:nvPr/>
        </p:nvSpPr>
        <p:spPr>
          <a:xfrm rot="5400000">
            <a:off x="7640144" y="3059950"/>
            <a:ext cx="874164" cy="30518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7B8307-97E6-CA01-A1F2-F10C80741CD7}"/>
              </a:ext>
            </a:extLst>
          </p:cNvPr>
          <p:cNvSpPr/>
          <p:nvPr/>
        </p:nvSpPr>
        <p:spPr>
          <a:xfrm>
            <a:off x="6121052" y="2917388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C9F72-4393-23A1-97E1-8ADD1F6DA30C}"/>
              </a:ext>
            </a:extLst>
          </p:cNvPr>
          <p:cNvSpPr/>
          <p:nvPr/>
        </p:nvSpPr>
        <p:spPr>
          <a:xfrm>
            <a:off x="5892929" y="4372530"/>
            <a:ext cx="548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V-Z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49C07E-BE1A-1709-48C8-960DC7853278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59DB8A-5C37-E41D-8563-209E53346704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537451-CC4E-42D1-2862-886F74730B2C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AF6416-0CFF-11DE-E797-1E289F308C8D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B07244E2-BF45-9D38-B5EB-7851D1BCB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031F8D-FA34-515B-2EFC-A14C1DDD398E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66ED5F3-0ED2-6AE5-A7ED-BF4507BAF001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394934F1-A4C6-12AB-9EDF-C62F42E39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8A4CA03E-1409-E515-FED7-2DC4EAF24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D7AB69A5-EB97-ABC6-C1E2-78C9E5329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872E8C-918B-3D5D-B312-E768227154E5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6F2E2BDC-C592-DC1A-3BD1-9D2617ED4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61A184-9892-6B31-E782-9AB76F013AE6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61A184-9892-6B31-E782-9AB76F01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EFCD9D-C59C-2910-1C43-FFE511131E9D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EFCD9D-C59C-2910-1C43-FFE511131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EFFECE-9C06-D7A5-B4CC-90BD1ACBBDB3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EFFECE-9C06-D7A5-B4CC-90BD1ACBB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9D5FB8E-58A5-D005-0FCE-6BF13F50511B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9D5FB8E-58A5-D005-0FCE-6BF13F505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6F1EC64-00A8-3BE1-F532-F7AE33F4D903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E2D3A-E34C-1826-3E43-CF92C7DF612D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65B85E-8291-DA53-5BBD-3A53D83BE673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5B9BBA-FDD2-BC8F-68B4-F9ABE29F7DCE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BCE7C9-E50E-AD21-4D69-99ACA0744DB6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ED17AB-ED7E-C272-82D4-75B3357FCEDA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F263A7-6DB7-5114-3A52-C2422F8780D7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14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9AB288F-6B59-B821-E701-2ABCABF701B7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9AB288F-6B59-B821-E701-2ABCABF701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7BED3D-42CE-038E-741D-E1C4906A9C4C}"/>
              </a:ext>
            </a:extLst>
          </p:cNvPr>
          <p:cNvCxnSpPr>
            <a:cxnSpLocks/>
            <a:endCxn id="76" idx="4"/>
          </p:cNvCxnSpPr>
          <p:nvPr/>
        </p:nvCxnSpPr>
        <p:spPr>
          <a:xfrm flipV="1">
            <a:off x="7570842" y="3326099"/>
            <a:ext cx="1349781" cy="1078788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DAA6D1A-1FB7-F3B1-3931-60F2839D3D6F}"/>
              </a:ext>
            </a:extLst>
          </p:cNvPr>
          <p:cNvCxnSpPr/>
          <p:nvPr/>
        </p:nvCxnSpPr>
        <p:spPr>
          <a:xfrm flipH="1" flipV="1">
            <a:off x="7005354" y="3246179"/>
            <a:ext cx="565488" cy="1158708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987EDF-C49A-1E84-5867-134E9E22A781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8606788" y="3275208"/>
            <a:ext cx="333864" cy="110144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16">
            <a:extLst>
              <a:ext uri="{FF2B5EF4-FFF2-40B4-BE49-F238E27FC236}">
                <a16:creationId xmlns:a16="http://schemas.microsoft.com/office/drawing/2014/main" id="{C39B5B9A-5C9D-B63F-CBC2-AFBCCED90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332" y="28803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6" name="Oval 16">
            <a:extLst>
              <a:ext uri="{FF2B5EF4-FFF2-40B4-BE49-F238E27FC236}">
                <a16:creationId xmlns:a16="http://schemas.microsoft.com/office/drawing/2014/main" id="{613C5F00-286F-8C93-1A71-0E689F140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857" y="289056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FD2E88A4-7B1C-2D3A-F056-CF867373B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90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DAA3E9-4728-836B-25F7-AC87A79A2A38}"/>
                  </a:ext>
                </a:extLst>
              </p:cNvPr>
              <p:cNvSpPr txBox="1"/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8F1A8D9-DEAF-4D2E-B28E-1922D6480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798" y="2890568"/>
                <a:ext cx="490775" cy="369332"/>
              </a:xfrm>
              <a:prstGeom prst="rect">
                <a:avLst/>
              </a:prstGeom>
              <a:blipFill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0037F5B-17C5-9C6F-5A42-320A00EDAD5B}"/>
                  </a:ext>
                </a:extLst>
              </p:cNvPr>
              <p:cNvSpPr txBox="1"/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E85F691-FED9-4623-9BA9-82BEDC9B3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97" y="2917373"/>
                <a:ext cx="490775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CBFFFDF-3FB6-DB3F-C866-61A2D5D55B78}"/>
                  </a:ext>
                </a:extLst>
              </p:cNvPr>
              <p:cNvSpPr/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92E75D3-8FFC-465C-8490-6B6C585C4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264" y="2905876"/>
                <a:ext cx="490775" cy="369332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16">
            <a:extLst>
              <a:ext uri="{FF2B5EF4-FFF2-40B4-BE49-F238E27FC236}">
                <a16:creationId xmlns:a16="http://schemas.microsoft.com/office/drawing/2014/main" id="{4145E557-F9C9-ADD5-F66F-F28DB72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966" y="4367517"/>
            <a:ext cx="435531" cy="435531"/>
          </a:xfrm>
          <a:prstGeom prst="ellipse">
            <a:avLst/>
          </a:prstGeom>
          <a:solidFill>
            <a:srgbClr val="42B82E"/>
          </a:solidFill>
          <a:ln w="3810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898C8600-68E0-568C-C98E-6359D616C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6079" y="4366264"/>
            <a:ext cx="435531" cy="435531"/>
          </a:xfrm>
          <a:prstGeom prst="ellipse">
            <a:avLst/>
          </a:prstGeom>
          <a:solidFill>
            <a:srgbClr val="42B82E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ADF788D-97B4-F3FE-097E-A8A00F45F48C}"/>
                  </a:ext>
                </a:extLst>
              </p:cNvPr>
              <p:cNvSpPr/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B91CED-C824-42C9-9B8A-F8FFE85EB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3661" y="4384670"/>
                <a:ext cx="490775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72BB52E-F3A0-2579-8D23-2EAAF0229A16}"/>
                  </a:ext>
                </a:extLst>
              </p:cNvPr>
              <p:cNvSpPr/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3EF7328-3E6F-4EDC-8910-77DB155B4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07" y="4384670"/>
                <a:ext cx="497187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3B6ABD1-A86C-CB62-9BBC-CEBEDC9299FD}"/>
              </a:ext>
            </a:extLst>
          </p:cNvPr>
          <p:cNvSpPr txBox="1"/>
          <p:nvPr/>
        </p:nvSpPr>
        <p:spPr>
          <a:xfrm>
            <a:off x="1231709" y="5443646"/>
            <a:ext cx="3153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Min {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1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2 </a:t>
            </a:r>
            <a:r>
              <a:rPr lang="en-US" sz="2400" dirty="0">
                <a:latin typeface="Arial Rounded MT Bold" panose="020F0704030504030204" pitchFamily="34" charset="0"/>
              </a:rPr>
              <a:t>,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400" dirty="0">
                <a:latin typeface="Arial Rounded MT Bold" panose="020F0704030504030204" pitchFamily="34" charset="0"/>
              </a:rPr>
              <a:t> ,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686C4F-4EE9-5547-1A8B-1DE834DBA9D3}"/>
              </a:ext>
            </a:extLst>
          </p:cNvPr>
          <p:cNvSpPr txBox="1"/>
          <p:nvPr/>
        </p:nvSpPr>
        <p:spPr>
          <a:xfrm>
            <a:off x="5808378" y="5445976"/>
            <a:ext cx="399340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Min {Min {</a:t>
            </a:r>
            <a:r>
              <a:rPr lang="en-US" sz="24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4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400" dirty="0">
                <a:latin typeface="Arial Rounded MT Bold" panose="020F0704030504030204" pitchFamily="34" charset="0"/>
              </a:rPr>
              <a:t>,</a:t>
            </a:r>
            <a:r>
              <a:rPr lang="en-US" sz="24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4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400" dirty="0">
                <a:latin typeface="Arial Rounded MT Bold" panose="020F0704030504030204" pitchFamily="34" charset="0"/>
              </a:rPr>
              <a:t>},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400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latin typeface="Arial Rounded MT Bold" panose="020F0704030504030204" pitchFamily="34" charset="0"/>
              </a:rPr>
              <a:t>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360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2" grpId="0" animBg="1"/>
      <p:bldP spid="16" grpId="0"/>
      <p:bldP spid="17" grpId="0"/>
      <p:bldP spid="75" grpId="0" animBg="1"/>
      <p:bldP spid="76" grpId="0" animBg="1"/>
      <p:bldP spid="77" grpId="0" animBg="1"/>
      <p:bldP spid="78" grpId="0"/>
      <p:bldP spid="79" grpId="0"/>
      <p:bldP spid="80" grpId="0"/>
      <p:bldP spid="81" grpId="0" animBg="1"/>
      <p:bldP spid="82" grpId="0" animBg="1"/>
      <p:bldP spid="83" grpId="0"/>
      <p:bldP spid="84" grpId="0"/>
      <p:bldP spid="3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88853-B5BE-4A3F-9AD2-70CA33172CA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78/182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2EA9A4E-EBBA-45B9-A987-1DED6B913E63}"/>
              </a:ext>
            </a:extLst>
          </p:cNvPr>
          <p:cNvCxnSpPr>
            <a:stCxn id="91" idx="0"/>
            <a:endCxn id="85" idx="4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0170DD-596B-4ACD-830F-907AE141C787}"/>
              </a:ext>
            </a:extLst>
          </p:cNvPr>
          <p:cNvCxnSpPr>
            <a:stCxn id="91" idx="0"/>
            <a:endCxn id="82" idx="2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5E7FDE9-8D72-444F-9909-4F33F6455C2D}"/>
              </a:ext>
            </a:extLst>
          </p:cNvPr>
          <p:cNvCxnSpPr>
            <a:stCxn id="88" idx="0"/>
            <a:endCxn id="85" idx="4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1B95800-FF90-47DE-9EB7-7C0F2AF48AC8}"/>
              </a:ext>
            </a:extLst>
          </p:cNvPr>
          <p:cNvCxnSpPr>
            <a:stCxn id="88" idx="0"/>
            <a:endCxn id="83" idx="4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082A5C3-DD2A-428F-A6B8-B5F4FA68E913}"/>
              </a:ext>
            </a:extLst>
          </p:cNvPr>
          <p:cNvCxnSpPr>
            <a:stCxn id="89" idx="0"/>
            <a:endCxn id="82" idx="2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9B22AE-21BE-4933-AAE5-D59B5D5AF1CB}"/>
              </a:ext>
            </a:extLst>
          </p:cNvPr>
          <p:cNvCxnSpPr>
            <a:stCxn id="93" idx="0"/>
            <a:endCxn id="84" idx="2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D9741BE-E626-45CC-ABFE-A54D3DA6C8C0}"/>
              </a:ext>
            </a:extLst>
          </p:cNvPr>
          <p:cNvCxnSpPr>
            <a:stCxn id="92" idx="0"/>
            <a:endCxn id="82" idx="2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57A956B-3DAD-4FAF-86CF-96B6152A18E7}"/>
              </a:ext>
            </a:extLst>
          </p:cNvPr>
          <p:cNvCxnSpPr>
            <a:stCxn id="95" idx="0"/>
            <a:endCxn id="85" idx="4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B25E0D4-2D4A-4084-86C1-10F598ED68BC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81" name="Oval 16">
            <a:extLst>
              <a:ext uri="{FF2B5EF4-FFF2-40B4-BE49-F238E27FC236}">
                <a16:creationId xmlns:a16="http://schemas.microsoft.com/office/drawing/2014/main" id="{4D7A43A9-01C0-42B6-81F0-DF7E0150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241DC6-6F4A-4B7B-A360-55F6E2CDE43D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Oval 16">
            <a:extLst>
              <a:ext uri="{FF2B5EF4-FFF2-40B4-BE49-F238E27FC236}">
                <a16:creationId xmlns:a16="http://schemas.microsoft.com/office/drawing/2014/main" id="{9805D4F1-E001-4906-B96A-2E5005C27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31C4BE-B4EA-4032-A7F1-5EEA65B237C5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DC6C1360-9599-41FA-9457-DEB6306C4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813B16F-44E0-4B96-AD70-B2BBC6007E0D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079B302-894C-4D1C-9F13-E3B0AB478E37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88" name="Oval 16">
            <a:extLst>
              <a:ext uri="{FF2B5EF4-FFF2-40B4-BE49-F238E27FC236}">
                <a16:creationId xmlns:a16="http://schemas.microsoft.com/office/drawing/2014/main" id="{DE36AE2B-EA98-4CE0-BB64-530507896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B86B8C9-036F-4EFE-AB0A-D8C78D3F3904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Oval 16">
            <a:extLst>
              <a:ext uri="{FF2B5EF4-FFF2-40B4-BE49-F238E27FC236}">
                <a16:creationId xmlns:a16="http://schemas.microsoft.com/office/drawing/2014/main" id="{27FF6102-582A-4549-938B-F3F226252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7A959FA-3EFB-4FE2-AA72-A890A9265A84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Oval 16">
            <a:extLst>
              <a:ext uri="{FF2B5EF4-FFF2-40B4-BE49-F238E27FC236}">
                <a16:creationId xmlns:a16="http://schemas.microsoft.com/office/drawing/2014/main" id="{D2269760-AFF8-42BF-BE13-E0727CACF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BF6AE65-0230-4775-86E3-7FBFBD69B256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463EC875-891E-4A92-B9D6-D299B53A1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27B94D4-2A69-4511-9A98-D4C80ABF97A5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6C1F287-63AA-4BB4-AD79-9507421DCCBD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20097C5-5BA2-4DC9-A095-E8EEA6FCF96F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2BC10C-FEB8-48BA-AE2A-A120BBB3847D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3092198-9A29-4F96-B8C7-321C3A84FD5D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F414F58-FDDD-42B1-BC05-EDA8F9F3D31A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565C178-4AFE-409B-BF5E-A6DD409DC80B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63860E8-1C8B-4BB1-A6BF-F0C0A4E9A630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2D56E8C-392C-40B9-AE11-4B8279EF4D0C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53072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2058-6C16-4B52-B6B1-162A5D87E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79/182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600" y="2955771"/>
            <a:ext cx="3204723" cy="1879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}=v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ED8428"/>
                </a:solidFill>
                <a:latin typeface="Arial Rounded MT Bold" panose="020F0704030504030204" pitchFamily="34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 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}= 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}= 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  <a:endParaRPr lang="en-US" sz="2000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}=v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7</a:t>
            </a:r>
            <a:endParaRPr lang="en-US" sz="2000" b="1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Right Brace 67"/>
          <p:cNvSpPr/>
          <p:nvPr/>
        </p:nvSpPr>
        <p:spPr>
          <a:xfrm>
            <a:off x="3763947" y="3164196"/>
            <a:ext cx="208824" cy="1766543"/>
          </a:xfrm>
          <a:prstGeom prst="rightBrace">
            <a:avLst>
              <a:gd name="adj1" fmla="val 54955"/>
              <a:gd name="adj2" fmla="val 486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034986" y="3762923"/>
            <a:ext cx="665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  <a:endParaRPr lang="en-US" sz="20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E1FE48C-4866-417D-916F-FC3B3446F091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E2D3938-ECAE-42D2-AF01-1C71B276D870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7557ECC-F8C5-4680-9ACA-F6316DE669B3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76B2D5-63E8-405E-AD29-EE082CA3D6D5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90BA83C-1D96-40C3-AFA8-18FFC8AF1820}"/>
              </a:ext>
            </a:extLst>
          </p:cNvPr>
          <p:cNvCxnSpPr>
            <a:cxnSpLocks/>
            <a:stCxn id="91" idx="0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E8CB776-8B9E-49BA-B7E1-379D39D8F2E5}"/>
              </a:ext>
            </a:extLst>
          </p:cNvPr>
          <p:cNvCxnSpPr>
            <a:cxnSpLocks/>
            <a:stCxn id="95" idx="0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1F1CBC6-9709-4636-A83C-50E6D203AFE1}"/>
              </a:ext>
            </a:extLst>
          </p:cNvPr>
          <p:cNvCxnSpPr>
            <a:cxnSpLocks/>
            <a:stCxn id="94" idx="0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2B0A764-466F-45C4-9153-E8609BACC373}"/>
              </a:ext>
            </a:extLst>
          </p:cNvPr>
          <p:cNvCxnSpPr>
            <a:cxnSpLocks/>
            <a:stCxn id="97" idx="0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731777E-A0A8-4363-A218-FD8C1A801322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D4540B-4E9A-44EC-8808-9AC42FD504F3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90" name="Oval 16">
            <a:extLst>
              <a:ext uri="{FF2B5EF4-FFF2-40B4-BE49-F238E27FC236}">
                <a16:creationId xmlns:a16="http://schemas.microsoft.com/office/drawing/2014/main" id="{14809907-447D-4C58-AD96-EF1449E48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FA32AC6-EA0F-4991-9723-A4263B0B8330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Oval 16">
            <a:extLst>
              <a:ext uri="{FF2B5EF4-FFF2-40B4-BE49-F238E27FC236}">
                <a16:creationId xmlns:a16="http://schemas.microsoft.com/office/drawing/2014/main" id="{16E0F24A-5AD9-424A-B5F3-56DBEC90A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4397303-643B-442E-96FE-580E491FE142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299F607A-F017-4AA9-90D4-789D00130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E145CF3-FB48-44ED-B976-7DECA402806D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Oval 16">
            <a:extLst>
              <a:ext uri="{FF2B5EF4-FFF2-40B4-BE49-F238E27FC236}">
                <a16:creationId xmlns:a16="http://schemas.microsoft.com/office/drawing/2014/main" id="{AA1B4E8D-C4E6-4DDF-963B-443B5CA6F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19770C3-9E9A-4BBB-8DDD-FFCAD7A38387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A55198C-3FB3-4B44-BE1A-822FBF802BAF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525DBBA-947C-4B39-BAE2-F52F0775D00C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1692FF-FCB5-4989-83D9-81E7AAE5D560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F4D4E64-C37A-46EA-BD39-72839039B136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20D8245-3566-4735-93D8-224D604FAE63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5FCCD9F-1057-4F63-8AFC-DB4CB2BCAB20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9F86EE8-A08F-46CE-82B4-CB6B76F7FC37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A8105CE-DC4B-47DF-B28D-C39497FB7DBE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B4831BFF-BD64-9713-CE9A-CC5FDD8B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B8648-10AC-F516-8E0B-BA0C3D1EE5ED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EC45EE10-2B33-FE5C-9458-77ECE8160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532DD-4657-43D9-C420-EC19C2B0D9E1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6DA049EC-BA43-6398-8CC6-7ABE4D63D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D24D66-4397-228E-40E6-3EFAF2CC2A10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8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2058-6C16-4B52-B6B1-162A5D87E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80/182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616" y="1961821"/>
            <a:ext cx="7809574" cy="956352"/>
          </a:xfrm>
          <a:prstGeom prst="rect">
            <a:avLst/>
          </a:prstGeom>
          <a:solidFill>
            <a:srgbClr val="F4DADA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sz="2000" dirty="0" err="1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]= the other endpoint of the shortest edge in group v</a:t>
            </a:r>
            <a:r>
              <a:rPr lang="en-US" sz="2000" baseline="-25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distan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ce[</a:t>
            </a:r>
            <a:r>
              <a:rPr lang="en-US" sz="2000" dirty="0" err="1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]= length of the shortest edge in group v</a:t>
            </a:r>
            <a:r>
              <a:rPr lang="en-US" sz="2000" baseline="-25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600" y="2955771"/>
            <a:ext cx="3204723" cy="1879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}=v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 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}= 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}= 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  <a:endParaRPr lang="en-US" sz="2000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Min{v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7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}=v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000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7</a:t>
            </a:r>
            <a:endParaRPr lang="en-US" sz="2000" b="1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70E4D1-F62F-4AD0-BFCC-346CE44DDF90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98433A-959D-4982-ACEF-39EBCED484BB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6984235-D58A-474F-8791-AC9D889C6C8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A0E7EC-5B79-4FF7-9A84-4DB101B5F309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A0BB0D-6ECF-4ED4-A18F-72BF9919BBBE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60BCA2-5920-4543-B3FC-BD12B28996E5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0A4067-3CD6-46D2-919E-37B4192BD614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ECD30D-D256-45E2-9A99-B5DC8631844E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204C4DD-3E5A-4A88-9EE6-DA85D84F7B80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3510B3-8912-4659-8F80-9E2DA705D5F2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58" name="Oval 16">
            <a:extLst>
              <a:ext uri="{FF2B5EF4-FFF2-40B4-BE49-F238E27FC236}">
                <a16:creationId xmlns:a16="http://schemas.microsoft.com/office/drawing/2014/main" id="{17D9D567-9091-4044-81ED-4F6BF3A7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AA099D-A98D-467A-81E5-0ED2F4E4AFA4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9732BB78-3CD7-44D6-B201-C8625ECEE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FD5B9C-F5D4-4F48-A94D-7F2656B38494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AC1D027A-EB8E-4A4E-BE0E-F75F8AAE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8B5DAC0-EDB8-41AE-9E96-A8335D4E0DAB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Oval 16">
            <a:extLst>
              <a:ext uri="{FF2B5EF4-FFF2-40B4-BE49-F238E27FC236}">
                <a16:creationId xmlns:a16="http://schemas.microsoft.com/office/drawing/2014/main" id="{912BFBFF-298B-4760-AE1E-4A64D7E5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16FC16B-21BB-4548-AB6A-0A5D67537F28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" name="Right Brace 103">
            <a:extLst>
              <a:ext uri="{FF2B5EF4-FFF2-40B4-BE49-F238E27FC236}">
                <a16:creationId xmlns:a16="http://schemas.microsoft.com/office/drawing/2014/main" id="{040C4953-5133-42DB-B450-B86791A7426A}"/>
              </a:ext>
            </a:extLst>
          </p:cNvPr>
          <p:cNvSpPr/>
          <p:nvPr/>
        </p:nvSpPr>
        <p:spPr>
          <a:xfrm>
            <a:off x="3763947" y="3164196"/>
            <a:ext cx="208824" cy="1766543"/>
          </a:xfrm>
          <a:prstGeom prst="rightBrace">
            <a:avLst>
              <a:gd name="adj1" fmla="val 54955"/>
              <a:gd name="adj2" fmla="val 486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8DA36DF-972C-4C92-8EE1-1A1D48ACA239}"/>
              </a:ext>
            </a:extLst>
          </p:cNvPr>
          <p:cNvSpPr/>
          <p:nvPr/>
        </p:nvSpPr>
        <p:spPr>
          <a:xfrm>
            <a:off x="4034986" y="3762923"/>
            <a:ext cx="665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</a:t>
            </a:r>
            <a:endParaRPr lang="en-US" sz="20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AC2B63E-BCD1-4F37-A9F1-E61C733D9FF2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920B96E-7C0E-4025-BC90-F982985A69BA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77A7FDA-C8FC-4891-AD35-EFCA331CCC11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767C6F-0B8A-4425-876E-6996563336B9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7EA7CC7-3068-41CE-810E-9646B267083E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F3A9D59-A283-401B-891B-7E9688CA3FC2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AC114B2-F6D6-4719-89CB-2B8C757B8A2A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C9514F9-2EE7-4E28-B0EA-9D4203ECF6EB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6AE6FD0A-34BB-1CC6-003F-58BC9933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17A7B-863A-41AC-0E3D-72CF25D32AE6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815E270A-46D8-91F0-6DBC-9765FAC39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6941F-D93B-BAE3-C1B0-9ED514EF4EF4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Oval 16">
            <a:extLst>
              <a:ext uri="{FF2B5EF4-FFF2-40B4-BE49-F238E27FC236}">
                <a16:creationId xmlns:a16="http://schemas.microsoft.com/office/drawing/2014/main" id="{BB506A49-2C3E-3A22-FA78-C68F012D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A3358A-EB87-5667-DCA6-B797FE42B70F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30319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val 16">
            <a:extLst>
              <a:ext uri="{FF2B5EF4-FFF2-40B4-BE49-F238E27FC236}">
                <a16:creationId xmlns:a16="http://schemas.microsoft.com/office/drawing/2014/main" id="{D198E969-560F-4E55-A9D0-D7BC7491F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683" y="510819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Oval 16">
            <a:extLst>
              <a:ext uri="{FF2B5EF4-FFF2-40B4-BE49-F238E27FC236}">
                <a16:creationId xmlns:a16="http://schemas.microsoft.com/office/drawing/2014/main" id="{727507E4-2157-45B9-8CD5-2E35A108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292" y="509135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BC4E43E4-3452-4BC2-9AF7-B0AAC72B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122" y="509736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0" name="Oval 16">
            <a:extLst>
              <a:ext uri="{FF2B5EF4-FFF2-40B4-BE49-F238E27FC236}">
                <a16:creationId xmlns:a16="http://schemas.microsoft.com/office/drawing/2014/main" id="{9BC31276-3A21-4B6C-9ED4-887F28595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008" y="509134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Oval 16">
            <a:extLst>
              <a:ext uri="{FF2B5EF4-FFF2-40B4-BE49-F238E27FC236}">
                <a16:creationId xmlns:a16="http://schemas.microsoft.com/office/drawing/2014/main" id="{E107D9FB-5F2B-4D5F-8DCE-AA89CB6BD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506" y="5106520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CC2F8938-A80F-44D7-A45C-48184A3D2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246" y="5107520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Oval 16">
            <a:extLst>
              <a:ext uri="{FF2B5EF4-FFF2-40B4-BE49-F238E27FC236}">
                <a16:creationId xmlns:a16="http://schemas.microsoft.com/office/drawing/2014/main" id="{A37B482C-A67B-445A-B9D0-87A523B69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143" y="5101631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Oval 16">
            <a:extLst>
              <a:ext uri="{FF2B5EF4-FFF2-40B4-BE49-F238E27FC236}">
                <a16:creationId xmlns:a16="http://schemas.microsoft.com/office/drawing/2014/main" id="{03B985DF-B387-436D-BB09-80D2A9808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263" y="350139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0" name="Oval 16">
            <a:extLst>
              <a:ext uri="{FF2B5EF4-FFF2-40B4-BE49-F238E27FC236}">
                <a16:creationId xmlns:a16="http://schemas.microsoft.com/office/drawing/2014/main" id="{E9BC9970-3687-4377-B908-F390C8E85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3872" y="348455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C9E564B3-8A93-4C3F-80BA-B259EEC37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702" y="3490577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ACCBA918-0CE4-45A6-8B0C-0F4472C9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588" y="3484558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5" name="Oval 16">
            <a:extLst>
              <a:ext uri="{FF2B5EF4-FFF2-40B4-BE49-F238E27FC236}">
                <a16:creationId xmlns:a16="http://schemas.microsoft.com/office/drawing/2014/main" id="{76071A2C-B971-4BBA-A4F5-F76C04F8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086" y="34997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6" name="Oval 16">
            <a:extLst>
              <a:ext uri="{FF2B5EF4-FFF2-40B4-BE49-F238E27FC236}">
                <a16:creationId xmlns:a16="http://schemas.microsoft.com/office/drawing/2014/main" id="{760DF5B0-3620-4D35-972C-37C15502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826" y="35007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8" name="Oval 16">
            <a:extLst>
              <a:ext uri="{FF2B5EF4-FFF2-40B4-BE49-F238E27FC236}">
                <a16:creationId xmlns:a16="http://schemas.microsoft.com/office/drawing/2014/main" id="{23661F42-53F5-4B43-884D-9B7F3FB7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0723" y="3494840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2058-6C16-4B52-B6B1-162A5D87E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81/182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616" y="1961821"/>
            <a:ext cx="7809574" cy="956352"/>
          </a:xfrm>
          <a:prstGeom prst="rect">
            <a:avLst/>
          </a:prstGeom>
          <a:solidFill>
            <a:srgbClr val="F4DADA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sz="2000" dirty="0" err="1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]= the other endpoint of the shortest edge in group v</a:t>
            </a:r>
            <a:r>
              <a:rPr lang="en-US" sz="2000" baseline="-25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distan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ce[</a:t>
            </a:r>
            <a:r>
              <a:rPr lang="en-US" sz="2000" dirty="0" err="1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]= length of the shortest edge in group v</a:t>
            </a:r>
            <a:r>
              <a:rPr lang="en-US" sz="2000" baseline="-25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70E4D1-F62F-4AD0-BFCC-346CE44DDF90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98433A-959D-4982-ACEF-39EBCED484BB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6984235-D58A-474F-8791-AC9D889C6C8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A0E7EC-5B79-4FF7-9A84-4DB101B5F309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A0BB0D-6ECF-4ED4-A18F-72BF9919BBBE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60BCA2-5920-4543-B3FC-BD12B28996E5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0A4067-3CD6-46D2-919E-37B4192BD614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ECD30D-D256-45E2-9A99-B5DC8631844E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204C4DD-3E5A-4A88-9EE6-DA85D84F7B80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3510B3-8912-4659-8F80-9E2DA705D5F2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58" name="Oval 16">
            <a:extLst>
              <a:ext uri="{FF2B5EF4-FFF2-40B4-BE49-F238E27FC236}">
                <a16:creationId xmlns:a16="http://schemas.microsoft.com/office/drawing/2014/main" id="{17D9D567-9091-4044-81ED-4F6BF3A7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AA099D-A98D-467A-81E5-0ED2F4E4AFA4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9732BB78-3CD7-44D6-B201-C8625ECEE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FD5B9C-F5D4-4F48-A94D-7F2656B38494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AC1D027A-EB8E-4A4E-BE0E-F75F8AAE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8B5DAC0-EDB8-41AE-9E96-A8335D4E0DAB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Oval 16">
            <a:extLst>
              <a:ext uri="{FF2B5EF4-FFF2-40B4-BE49-F238E27FC236}">
                <a16:creationId xmlns:a16="http://schemas.microsoft.com/office/drawing/2014/main" id="{912BFBFF-298B-4760-AE1E-4A64D7E5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16FC16B-21BB-4548-AB6A-0A5D67537F28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EA551E3E-4937-4EFF-ABB4-FEE642162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1194"/>
              </p:ext>
            </p:extLst>
          </p:nvPr>
        </p:nvGraphicFramePr>
        <p:xfrm>
          <a:off x="783238" y="3447361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 Rounded MT Bold" panose="020F0704030504030204" pitchFamily="34" charset="0"/>
                        </a:rPr>
                        <a:t>v1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v7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84" name="Oval 16">
            <a:extLst>
              <a:ext uri="{FF2B5EF4-FFF2-40B4-BE49-F238E27FC236}">
                <a16:creationId xmlns:a16="http://schemas.microsoft.com/office/drawing/2014/main" id="{2113A8AB-A49C-414B-A4D5-01D3F1166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934" y="4044817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E59A712B-B3B9-4A1A-A4F8-CD42BB907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733" y="4028473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Oval 16">
            <a:extLst>
              <a:ext uri="{FF2B5EF4-FFF2-40B4-BE49-F238E27FC236}">
                <a16:creationId xmlns:a16="http://schemas.microsoft.com/office/drawing/2014/main" id="{42EB98B8-9D73-4184-B670-29639DCD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516" y="4027522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7" name="Oval 16">
            <a:extLst>
              <a:ext uri="{FF2B5EF4-FFF2-40B4-BE49-F238E27FC236}">
                <a16:creationId xmlns:a16="http://schemas.microsoft.com/office/drawing/2014/main" id="{42C8D1F2-8865-48C7-91D0-57F9F4821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1143" y="4009628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F8FA9-C46A-4B21-BD23-3C5258CF7590}"/>
              </a:ext>
            </a:extLst>
          </p:cNvPr>
          <p:cNvSpPr/>
          <p:nvPr/>
        </p:nvSpPr>
        <p:spPr>
          <a:xfrm>
            <a:off x="3260975" y="405890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v1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5DFE89-70FD-434C-9080-B7C85CF35138}"/>
              </a:ext>
            </a:extLst>
          </p:cNvPr>
          <p:cNvSpPr/>
          <p:nvPr/>
        </p:nvSpPr>
        <p:spPr>
          <a:xfrm>
            <a:off x="4611492" y="4042788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dirty="0">
                <a:latin typeface="Arial Rounded MT Bold" panose="020F0704030504030204" pitchFamily="34" charset="0"/>
              </a:rPr>
              <a:t>v7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1F80B2-BF86-42EA-8374-636ACCCA6922}"/>
              </a:ext>
            </a:extLst>
          </p:cNvPr>
          <p:cNvSpPr/>
          <p:nvPr/>
        </p:nvSpPr>
        <p:spPr>
          <a:xfrm>
            <a:off x="5295766" y="405890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dirty="0">
                <a:latin typeface="Arial Rounded MT Bold" panose="020F0704030504030204" pitchFamily="34" charset="0"/>
              </a:rPr>
              <a:t>v3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79D2D-614D-482C-8A71-4B956EB56447}"/>
              </a:ext>
            </a:extLst>
          </p:cNvPr>
          <p:cNvSpPr/>
          <p:nvPr/>
        </p:nvSpPr>
        <p:spPr>
          <a:xfrm>
            <a:off x="5947874" y="4027522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dirty="0">
                <a:latin typeface="Arial Rounded MT Bold" panose="020F0704030504030204" pitchFamily="34" charset="0"/>
              </a:rPr>
              <a:t>v7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5A051-EB39-4E29-8C8C-561B2F75D026}"/>
              </a:ext>
            </a:extLst>
          </p:cNvPr>
          <p:cNvSpPr/>
          <p:nvPr/>
        </p:nvSpPr>
        <p:spPr>
          <a:xfrm>
            <a:off x="518747" y="4865628"/>
            <a:ext cx="7249571" cy="1461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585AC5D-D82C-4E89-8117-5F9A378F4418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C312EC2-5D6F-494B-8023-CC13AF0305FC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5722BCA-5A6D-4C34-8F0E-13EE5E932188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CAD8C37-5848-4170-982E-C2D605715410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336330E-EDD2-406E-B302-BCA073C79BF2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A699BD1-8605-48BA-909F-40A068912E8E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2EAF102-8B4E-483A-BEDB-FE36914194E1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6632423-277F-43A1-8D37-3C68FCD3D797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D0DB558E-7200-D5BB-B0CB-539BC20E3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D50A0-0BA4-E33F-BEB5-758E9A3D56C7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AE415FE8-ED90-0ABE-4B87-F8C180B6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FE8B90-6477-7CA3-C8A2-7C37D77C6C82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429AAE19-94E6-8123-D6C7-CBCBDA611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962D3-E8A5-5DE7-C6F3-F41972BB7AEA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83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2058-6C16-4B52-B6B1-162A5D87E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82/182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616" y="1961821"/>
            <a:ext cx="7809574" cy="956352"/>
          </a:xfrm>
          <a:prstGeom prst="rect">
            <a:avLst/>
          </a:prstGeom>
          <a:solidFill>
            <a:srgbClr val="F4DADA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sz="2000" dirty="0" err="1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]= the other endpoint of the shortest edge in group v</a:t>
            </a:r>
            <a:r>
              <a:rPr lang="en-US" sz="2000" baseline="-25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distan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ce[</a:t>
            </a:r>
            <a:r>
              <a:rPr lang="en-US" sz="2000" dirty="0" err="1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]= length of the shortest edge in group v</a:t>
            </a:r>
            <a:r>
              <a:rPr lang="en-US" sz="2000" baseline="-25000" dirty="0">
                <a:solidFill>
                  <a:srgbClr val="1A3260"/>
                </a:solidFill>
                <a:latin typeface="Arial Rounded MT Bold" panose="020F0704030504030204" pitchFamily="34" charset="0"/>
              </a:rPr>
              <a:t>i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F70E4D1-F62F-4AD0-BFCC-346CE44DDF90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98433A-959D-4982-ACEF-39EBCED484BB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6984235-D58A-474F-8791-AC9D889C6C84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A0E7EC-5B79-4FF7-9A84-4DB101B5F309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A0BB0D-6ECF-4ED4-A18F-72BF9919BBBE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60BCA2-5920-4543-B3FC-BD12B28996E5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0A4067-3CD6-46D2-919E-37B4192BD614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ECD30D-D256-45E2-9A99-B5DC8631844E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204C4DD-3E5A-4A88-9EE6-DA85D84F7B80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3510B3-8912-4659-8F80-9E2DA705D5F2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58" name="Oval 16">
            <a:extLst>
              <a:ext uri="{FF2B5EF4-FFF2-40B4-BE49-F238E27FC236}">
                <a16:creationId xmlns:a16="http://schemas.microsoft.com/office/drawing/2014/main" id="{17D9D567-9091-4044-81ED-4F6BF3A7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8AA099D-A98D-467A-81E5-0ED2F4E4AFA4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9732BB78-3CD7-44D6-B201-C8625ECEE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FD5B9C-F5D4-4F48-A94D-7F2656B38494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AC1D027A-EB8E-4A4E-BE0E-F75F8AAE5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8B5DAC0-EDB8-41AE-9E96-A8335D4E0DAB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Oval 16">
            <a:extLst>
              <a:ext uri="{FF2B5EF4-FFF2-40B4-BE49-F238E27FC236}">
                <a16:creationId xmlns:a16="http://schemas.microsoft.com/office/drawing/2014/main" id="{912BFBFF-298B-4760-AE1E-4A64D7E5A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16FC16B-21BB-4548-AB6A-0A5D67537F28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EA551E3E-4937-4EFF-ABB4-FEE642162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592909"/>
              </p:ext>
            </p:extLst>
          </p:nvPr>
        </p:nvGraphicFramePr>
        <p:xfrm>
          <a:off x="783238" y="3447361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C3B7CD62-CE88-4780-907A-C5F029B3CFA3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45C80D-3DED-4D78-BA91-CCFA7A9D29E1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6C990D-3BB3-4336-9404-AED649990C01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FB1D54-813F-4B4D-9D36-B46914F9DD17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04FA536-2ADD-41F7-ABBD-6E90E5B1C94A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5C9E74-0D45-400A-9C19-593A479BABA0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0BB84-38F9-4DF8-A122-89F57F425B39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28497DA-EEFD-49F3-B50F-45FFDFDEBAA0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52AB036F-4DD0-FC4A-EBDC-3ECD0531E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6E208-AA20-B8F7-2151-90E99A8D4824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68894062-24A4-0DE6-B643-7F37FA2E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31661-AB3D-AC11-D06B-BB6527F363F1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Oval 16">
            <a:extLst>
              <a:ext uri="{FF2B5EF4-FFF2-40B4-BE49-F238E27FC236}">
                <a16:creationId xmlns:a16="http://schemas.microsoft.com/office/drawing/2014/main" id="{14B77B0A-133F-F430-CC32-C69F0146A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633EA-43AA-30C9-0C08-0A5D104B0C47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3390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Notations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12058-6C16-4B52-B6B1-162A5D87E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83/182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674" y="1961821"/>
            <a:ext cx="5841279" cy="956352"/>
          </a:xfrm>
          <a:prstGeom prst="rect">
            <a:avLst/>
          </a:prstGeom>
          <a:solidFill>
            <a:srgbClr val="F4DADA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sz="2000" b="1" dirty="0" err="1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solidFill>
                  <a:srgbClr val="7030A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sz="2000" b="1" baseline="-25000" dirty="0">
                <a:solidFill>
                  <a:srgbClr val="7030A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sz="2000" b="1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sz="2000" b="1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]][v</a:t>
            </a:r>
            <a:r>
              <a:rPr lang="en-US" sz="2000" b="1" baseline="-250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]</a:t>
            </a:r>
            <a:endParaRPr lang="en-US" sz="2000" b="1" baseline="-25000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9780C09-7BA9-49C5-A7AE-3F194048F9B4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9409759" y="2878061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ABB025-B131-41C4-B3E6-807F502A7783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9299013" y="2835902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0FE9E2-D9A3-436F-A7BC-3E88DA77ABC8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78061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6659BED-D8B0-44C5-BB5B-6670F5BEB4DE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10072631" y="2897715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AC0AD24-F3DC-44E5-8467-4FE3F302F11F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9299013" y="2835902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B83A14-98DA-4620-AF9F-A5CE700B93B1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10274433" y="2853464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E627F38-ACA5-47DF-B9CD-C15B713D7614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9299013" y="2835902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BDADA11-ABCE-4FD6-ACA9-621CA9A36F41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11343710" y="2878061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664EAD4-7BE6-4D9C-8A4A-AF3518E4478D}"/>
              </a:ext>
            </a:extLst>
          </p:cNvPr>
          <p:cNvSpPr/>
          <p:nvPr/>
        </p:nvSpPr>
        <p:spPr>
          <a:xfrm>
            <a:off x="8401085" y="250711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CFA9B9-E23D-4A50-B179-6D3A892791F6}"/>
              </a:ext>
            </a:extLst>
          </p:cNvPr>
          <p:cNvSpPr/>
          <p:nvPr/>
        </p:nvSpPr>
        <p:spPr>
          <a:xfrm>
            <a:off x="8172962" y="4891167"/>
            <a:ext cx="557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V-Z</a:t>
            </a:r>
          </a:p>
        </p:txBody>
      </p:sp>
      <p:sp>
        <p:nvSpPr>
          <p:cNvPr id="58" name="Oval 16">
            <a:extLst>
              <a:ext uri="{FF2B5EF4-FFF2-40B4-BE49-F238E27FC236}">
                <a16:creationId xmlns:a16="http://schemas.microsoft.com/office/drawing/2014/main" id="{D7A4D982-F369-4D52-B97F-5BF2254F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4865" y="489528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3B2FA4-6C62-49D0-8826-FFBE669859D9}"/>
              </a:ext>
            </a:extLst>
          </p:cNvPr>
          <p:cNvSpPr/>
          <p:nvPr/>
        </p:nvSpPr>
        <p:spPr>
          <a:xfrm>
            <a:off x="9902932" y="493295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A62049F6-0186-4680-9D5A-129918BB4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994" y="489042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643EC5-F0AD-46C9-8EB1-F1825CF97E3F}"/>
              </a:ext>
            </a:extLst>
          </p:cNvPr>
          <p:cNvSpPr txBox="1"/>
          <p:nvPr/>
        </p:nvSpPr>
        <p:spPr>
          <a:xfrm>
            <a:off x="9209223" y="4912081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A9CD997E-F689-4E36-8EC1-8CB1375A8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461" y="4859795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29657-8FB4-4453-96C9-873CF9973F02}"/>
              </a:ext>
            </a:extLst>
          </p:cNvPr>
          <p:cNvSpPr/>
          <p:nvPr/>
        </p:nvSpPr>
        <p:spPr>
          <a:xfrm>
            <a:off x="10631528" y="489746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Oval 16">
            <a:extLst>
              <a:ext uri="{FF2B5EF4-FFF2-40B4-BE49-F238E27FC236}">
                <a16:creationId xmlns:a16="http://schemas.microsoft.com/office/drawing/2014/main" id="{DCDE0A1C-9657-4051-A1C8-E4D167CC9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9427" y="487440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D6186A6-3C9B-4873-8730-E234938AA6FD}"/>
              </a:ext>
            </a:extLst>
          </p:cNvPr>
          <p:cNvSpPr/>
          <p:nvPr/>
        </p:nvSpPr>
        <p:spPr>
          <a:xfrm>
            <a:off x="11297494" y="491208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73EA73F5-C45A-43D9-B630-E9628C4C3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193430"/>
              </p:ext>
            </p:extLst>
          </p:nvPr>
        </p:nvGraphicFramePr>
        <p:xfrm>
          <a:off x="783238" y="3447361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105" name="Oval 104">
            <a:extLst>
              <a:ext uri="{FF2B5EF4-FFF2-40B4-BE49-F238E27FC236}">
                <a16:creationId xmlns:a16="http://schemas.microsoft.com/office/drawing/2014/main" id="{3FB38B5D-BB69-4A2B-BC42-4504C60C9A91}"/>
              </a:ext>
            </a:extLst>
          </p:cNvPr>
          <p:cNvSpPr/>
          <p:nvPr/>
        </p:nvSpPr>
        <p:spPr>
          <a:xfrm>
            <a:off x="2993713" y="5537221"/>
            <a:ext cx="3534770" cy="559558"/>
          </a:xfrm>
          <a:prstGeom prst="ellipse">
            <a:avLst/>
          </a:prstGeom>
          <a:noFill/>
          <a:ln w="28575" cmpd="sng">
            <a:solidFill>
              <a:srgbClr val="42B8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685B366-E8D7-43EF-97DC-9DE77B19114E}"/>
              </a:ext>
            </a:extLst>
          </p:cNvPr>
          <p:cNvCxnSpPr>
            <a:stCxn id="105" idx="6"/>
          </p:cNvCxnSpPr>
          <p:nvPr/>
        </p:nvCxnSpPr>
        <p:spPr>
          <a:xfrm flipV="1">
            <a:off x="6528483" y="5810176"/>
            <a:ext cx="1583140" cy="6824"/>
          </a:xfrm>
          <a:prstGeom prst="straightConnector1">
            <a:avLst/>
          </a:prstGeom>
          <a:ln w="28575">
            <a:solidFill>
              <a:srgbClr val="42B8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4CDDC71-EF82-4191-AF64-4A4AF7AD159C}"/>
              </a:ext>
            </a:extLst>
          </p:cNvPr>
          <p:cNvSpPr/>
          <p:nvPr/>
        </p:nvSpPr>
        <p:spPr>
          <a:xfrm>
            <a:off x="8099601" y="5566039"/>
            <a:ext cx="33695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0EDA31E-B096-4FD5-92E6-97A42652CAE9}"/>
              </a:ext>
            </a:extLst>
          </p:cNvPr>
          <p:cNvSpPr/>
          <p:nvPr/>
        </p:nvSpPr>
        <p:spPr>
          <a:xfrm>
            <a:off x="7155287" y="5452670"/>
            <a:ext cx="630302" cy="40011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Min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9D40201-88D1-464E-A6ED-2197931B071F}"/>
              </a:ext>
            </a:extLst>
          </p:cNvPr>
          <p:cNvCxnSpPr>
            <a:cxnSpLocks/>
          </p:cNvCxnSpPr>
          <p:nvPr/>
        </p:nvCxnSpPr>
        <p:spPr>
          <a:xfrm flipV="1">
            <a:off x="4994721" y="3480146"/>
            <a:ext cx="543652" cy="626121"/>
          </a:xfrm>
          <a:prstGeom prst="straightConnector1">
            <a:avLst/>
          </a:prstGeom>
          <a:ln w="28575">
            <a:solidFill>
              <a:srgbClr val="42B82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41A08B3-FA52-4464-9DFB-DC12B32ED515}"/>
              </a:ext>
            </a:extLst>
          </p:cNvPr>
          <p:cNvSpPr/>
          <p:nvPr/>
        </p:nvSpPr>
        <p:spPr>
          <a:xfrm>
            <a:off x="5049042" y="3104667"/>
            <a:ext cx="1269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(4,7)=v</a:t>
            </a:r>
            <a:r>
              <a:rPr lang="en-US" b="1" baseline="-25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4</a:t>
            </a:r>
            <a:r>
              <a:rPr lang="en-US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584ADA-374C-4A3D-A94D-4808DD7F9248}"/>
              </a:ext>
            </a:extLst>
          </p:cNvPr>
          <p:cNvSpPr/>
          <p:nvPr/>
        </p:nvSpPr>
        <p:spPr>
          <a:xfrm>
            <a:off x="10731479" y="363107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6DD0FBA-2B0C-43B0-8C35-4ADCACA286F0}"/>
              </a:ext>
            </a:extLst>
          </p:cNvPr>
          <p:cNvSpPr/>
          <p:nvPr/>
        </p:nvSpPr>
        <p:spPr>
          <a:xfrm>
            <a:off x="9926243" y="327166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EE9B595-7A62-421C-99EE-3F3F39E08F6E}"/>
              </a:ext>
            </a:extLst>
          </p:cNvPr>
          <p:cNvSpPr/>
          <p:nvPr/>
        </p:nvSpPr>
        <p:spPr>
          <a:xfrm>
            <a:off x="9506304" y="400662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9457BDC-7CE3-42D8-AF37-67C0D5E553A6}"/>
              </a:ext>
            </a:extLst>
          </p:cNvPr>
          <p:cNvSpPr/>
          <p:nvPr/>
        </p:nvSpPr>
        <p:spPr>
          <a:xfrm>
            <a:off x="11412821" y="373745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AD26246-2C61-44B1-AE90-4A2ABE278184}"/>
              </a:ext>
            </a:extLst>
          </p:cNvPr>
          <p:cNvSpPr/>
          <p:nvPr/>
        </p:nvSpPr>
        <p:spPr>
          <a:xfrm>
            <a:off x="9089300" y="380811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9DA2FBE-1739-4104-B7E0-7D4ADC5AF800}"/>
              </a:ext>
            </a:extLst>
          </p:cNvPr>
          <p:cNvSpPr/>
          <p:nvPr/>
        </p:nvSpPr>
        <p:spPr>
          <a:xfrm>
            <a:off x="10729949" y="3020062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BF11467-49B6-42F1-B226-6EC1E657A75F}"/>
              </a:ext>
            </a:extLst>
          </p:cNvPr>
          <p:cNvSpPr/>
          <p:nvPr/>
        </p:nvSpPr>
        <p:spPr>
          <a:xfrm>
            <a:off x="9529698" y="2960453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BFA142B-A9A0-4C96-8891-F405399D53CD}"/>
              </a:ext>
            </a:extLst>
          </p:cNvPr>
          <p:cNvSpPr/>
          <p:nvPr/>
        </p:nvSpPr>
        <p:spPr>
          <a:xfrm>
            <a:off x="10601041" y="39756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Oval 16">
            <a:extLst>
              <a:ext uri="{FF2B5EF4-FFF2-40B4-BE49-F238E27FC236}">
                <a16:creationId xmlns:a16="http://schemas.microsoft.com/office/drawing/2014/main" id="{6A6F52B1-F9B0-CD3A-7C73-7BE62ABE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9188" y="244471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26722-359D-B559-0C07-393D7E0F2E02}"/>
              </a:ext>
            </a:extLst>
          </p:cNvPr>
          <p:cNvSpPr txBox="1"/>
          <p:nvPr/>
        </p:nvSpPr>
        <p:spPr>
          <a:xfrm>
            <a:off x="9098477" y="246657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Oval 16">
            <a:extLst>
              <a:ext uri="{FF2B5EF4-FFF2-40B4-BE49-F238E27FC236}">
                <a16:creationId xmlns:a16="http://schemas.microsoft.com/office/drawing/2014/main" id="{94A8F7B4-5BB5-5BD2-9B32-853E30838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312" y="2462184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BDE11-8C03-7CAF-58E9-029DD1C9ED06}"/>
              </a:ext>
            </a:extLst>
          </p:cNvPr>
          <p:cNvSpPr txBox="1"/>
          <p:nvPr/>
        </p:nvSpPr>
        <p:spPr>
          <a:xfrm>
            <a:off x="10073897" y="2484132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9B62F583-4905-DA56-E924-F7C128BC8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4" y="2442530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3A8E35-2958-FF55-0ABF-4FB1478BDC98}"/>
              </a:ext>
            </a:extLst>
          </p:cNvPr>
          <p:cNvSpPr/>
          <p:nvPr/>
        </p:nvSpPr>
        <p:spPr>
          <a:xfrm>
            <a:off x="11185726" y="2467463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C527171-53F5-15E6-C5DA-BF80139605BE}"/>
              </a:ext>
            </a:extLst>
          </p:cNvPr>
          <p:cNvSpPr/>
          <p:nvPr/>
        </p:nvSpPr>
        <p:spPr>
          <a:xfrm rot="21006166">
            <a:off x="4321100" y="3610472"/>
            <a:ext cx="518660" cy="1617489"/>
          </a:xfrm>
          <a:custGeom>
            <a:avLst/>
            <a:gdLst>
              <a:gd name="connsiteX0" fmla="*/ 255461 w 589997"/>
              <a:gd name="connsiteY0" fmla="*/ 1409506 h 1409506"/>
              <a:gd name="connsiteX1" fmla="*/ 2700 w 589997"/>
              <a:gd name="connsiteY1" fmla="*/ 294384 h 1409506"/>
              <a:gd name="connsiteX2" fmla="*/ 151383 w 589997"/>
              <a:gd name="connsiteY2" fmla="*/ 4452 h 1409506"/>
              <a:gd name="connsiteX3" fmla="*/ 589997 w 589997"/>
              <a:gd name="connsiteY3" fmla="*/ 145701 h 1409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97" h="1409506">
                <a:moveTo>
                  <a:pt x="255461" y="1409506"/>
                </a:moveTo>
                <a:cubicBezTo>
                  <a:pt x="137753" y="969033"/>
                  <a:pt x="20046" y="528560"/>
                  <a:pt x="2700" y="294384"/>
                </a:cubicBezTo>
                <a:cubicBezTo>
                  <a:pt x="-14646" y="60208"/>
                  <a:pt x="53500" y="29232"/>
                  <a:pt x="151383" y="4452"/>
                </a:cubicBezTo>
                <a:cubicBezTo>
                  <a:pt x="249266" y="-20329"/>
                  <a:pt x="419631" y="62686"/>
                  <a:pt x="589997" y="145701"/>
                </a:cubicBezTo>
              </a:path>
            </a:pathLst>
          </a:custGeom>
          <a:noFill/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5B4D14-D941-2806-BDBE-24ED9FA58568}"/>
              </a:ext>
            </a:extLst>
          </p:cNvPr>
          <p:cNvGrpSpPr/>
          <p:nvPr/>
        </p:nvGrpSpPr>
        <p:grpSpPr>
          <a:xfrm>
            <a:off x="4596063" y="4727095"/>
            <a:ext cx="455812" cy="864391"/>
            <a:chOff x="380446" y="4511971"/>
            <a:chExt cx="455812" cy="86439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B42C1C-E1AB-0D85-C101-AC0A213AF768}"/>
                </a:ext>
              </a:extLst>
            </p:cNvPr>
            <p:cNvSpPr/>
            <p:nvPr/>
          </p:nvSpPr>
          <p:spPr>
            <a:xfrm>
              <a:off x="380446" y="4912082"/>
              <a:ext cx="455812" cy="46428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E8832F-E5D7-5A0C-D9CB-44E20D4230D5}"/>
                </a:ext>
              </a:extLst>
            </p:cNvPr>
            <p:cNvSpPr/>
            <p:nvPr/>
          </p:nvSpPr>
          <p:spPr>
            <a:xfrm>
              <a:off x="575658" y="4511971"/>
              <a:ext cx="184731" cy="40011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endPara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484FBD04-5689-FB17-EFD8-97A6599B6866}"/>
              </a:ext>
            </a:extLst>
          </p:cNvPr>
          <p:cNvSpPr/>
          <p:nvPr/>
        </p:nvSpPr>
        <p:spPr>
          <a:xfrm>
            <a:off x="4594406" y="4028011"/>
            <a:ext cx="455812" cy="46428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52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7" grpId="0"/>
      <p:bldP spid="108" grpId="0"/>
      <p:bldP spid="7" grpId="0"/>
      <p:bldP spid="12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How to Use Nearest and Distance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37E9B0D-3A8F-4ECE-BC01-E6126E29F96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84/182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13C13D9-86DC-4FDA-9040-02CABD90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02533"/>
              </p:ext>
            </p:extLst>
          </p:nvPr>
        </p:nvGraphicFramePr>
        <p:xfrm>
          <a:off x="6639486" y="2142477"/>
          <a:ext cx="3603594" cy="302941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0059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0059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4326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5386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 Rounded MT Bold" panose="020F0704030504030204" pitchFamily="34" charset="0"/>
                        </a:rPr>
                        <a:t>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9430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49288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59910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86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="1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8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60E574A-4112-4DC2-8AA8-2B9D717C6FD4}"/>
              </a:ext>
            </a:extLst>
          </p:cNvPr>
          <p:cNvSpPr txBox="1"/>
          <p:nvPr/>
        </p:nvSpPr>
        <p:spPr>
          <a:xfrm>
            <a:off x="7352138" y="5536863"/>
            <a:ext cx="2178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Adjacency Matrix: W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1A4C288-30E9-453A-8238-0B3CF9D90413}"/>
              </a:ext>
            </a:extLst>
          </p:cNvPr>
          <p:cNvCxnSpPr>
            <a:stCxn id="48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46F660-FE5C-496F-942B-76CCAF291235}"/>
              </a:ext>
            </a:extLst>
          </p:cNvPr>
          <p:cNvCxnSpPr>
            <a:stCxn id="43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E9F823-73FE-4892-A021-E52F6869A755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2778A5-C384-4131-AC40-18CE351C2F71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16">
            <a:extLst>
              <a:ext uri="{FF2B5EF4-FFF2-40B4-BE49-F238E27FC236}">
                <a16:creationId xmlns:a16="http://schemas.microsoft.com/office/drawing/2014/main" id="{52479804-144A-4E9E-AF86-A8802DBC2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8948EC-5649-4BF6-8923-396AD7A1DCC6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260BA99-DC15-4EB5-BBAE-7D7CC9AD84C6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16">
            <a:extLst>
              <a:ext uri="{FF2B5EF4-FFF2-40B4-BE49-F238E27FC236}">
                <a16:creationId xmlns:a16="http://schemas.microsoft.com/office/drawing/2014/main" id="{A3881910-55C0-408B-BFD5-F7643F561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7" name="Oval 16">
            <a:extLst>
              <a:ext uri="{FF2B5EF4-FFF2-40B4-BE49-F238E27FC236}">
                <a16:creationId xmlns:a16="http://schemas.microsoft.com/office/drawing/2014/main" id="{A75E070C-228A-4C6E-A733-1F4EFEF68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ECA8AC1D-1ED4-410B-BB21-E247954CB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6F0438D-DF30-4E65-823B-1024930EED7C}"/>
              </a:ext>
            </a:extLst>
          </p:cNvPr>
          <p:cNvCxnSpPr>
            <a:stCxn id="48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>
            <a:extLst>
              <a:ext uri="{FF2B5EF4-FFF2-40B4-BE49-F238E27FC236}">
                <a16:creationId xmlns:a16="http://schemas.microsoft.com/office/drawing/2014/main" id="{F533D6A2-EC87-43C7-9A46-677C43B4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1E91209-D066-4468-B991-1C6F5E5537C0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1E91209-D066-4468-B991-1C6F5E553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B4D18-610F-40A0-9347-F9B1C42598FD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B4D18-610F-40A0-9347-F9B1C4259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DFB3E10-CAF4-4547-A781-35544718FDE0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DFB3E10-CAF4-4547-A781-35544718FD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01ECD5B-6984-47FC-BBAC-9ECF4E31D64E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01ECD5B-6984-47FC-BBAC-9ECF4E31D6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9A702BD-9DAD-4740-8E91-732F38A5E752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751019-CF58-4E18-84D8-637A2B8A3FC6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4082F1-F6E5-40F4-A07B-E4245CA21841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5B2026-D9EB-4D21-B5BF-4C45A2F3C008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1BCEFE-94EE-4754-B357-2D3D1BF44955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78E39C-7F8F-44D4-87A4-54ABB3731409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0085E71-B831-4D9C-8CF9-6BEBECA06285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FECAABB-8B33-4462-8D54-F9807DC01E9A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FECAABB-8B33-4462-8D54-F9807DC01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556763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85/182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7C28FF-E1C3-4BD2-A862-76BC8E137BE8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10C4EB-3564-4F16-A4C7-142969D18FF7}"/>
              </a:ext>
            </a:extLst>
          </p:cNvPr>
          <p:cNvCxnSpPr>
            <a:stCxn id="56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79FCB3-2278-4F53-BD51-FBF0953C900B}"/>
              </a:ext>
            </a:extLst>
          </p:cNvPr>
          <p:cNvCxnSpPr>
            <a:stCxn id="51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0793659-604B-469B-A470-B8B4588978D3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C70EC4-3D33-4FF7-9866-AF14465BD6A5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16">
            <a:extLst>
              <a:ext uri="{FF2B5EF4-FFF2-40B4-BE49-F238E27FC236}">
                <a16:creationId xmlns:a16="http://schemas.microsoft.com/office/drawing/2014/main" id="{4D56B0AE-C939-4403-B040-4711D514B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978282-D51F-4F3B-BADC-7A9A26C52DFC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B6E1C6-7D5B-4801-9DAF-5E26E5E1102A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6">
            <a:extLst>
              <a:ext uri="{FF2B5EF4-FFF2-40B4-BE49-F238E27FC236}">
                <a16:creationId xmlns:a16="http://schemas.microsoft.com/office/drawing/2014/main" id="{D078E3FA-99E3-4A7F-9278-C7023F18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35D5A2E0-E534-4EDD-BE7D-E583B47E7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32E0E31A-EBDB-4983-A6FD-BDD698D9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DC5BEDF-1890-4B36-8796-011705D94B92}"/>
              </a:ext>
            </a:extLst>
          </p:cNvPr>
          <p:cNvCxnSpPr>
            <a:stCxn id="56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16">
            <a:extLst>
              <a:ext uri="{FF2B5EF4-FFF2-40B4-BE49-F238E27FC236}">
                <a16:creationId xmlns:a16="http://schemas.microsoft.com/office/drawing/2014/main" id="{E0EEAFE7-EF96-470A-9281-2550804A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436CB5-DC9B-47AF-B2E8-40281AD80BCE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436CB5-DC9B-47AF-B2E8-40281AD8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D622F2-2C5D-422A-B6E9-1D36454133DC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D622F2-2C5D-422A-B6E9-1D364541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4C40F1-7688-4747-9A72-7D6F5621B83A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4C40F1-7688-4747-9A72-7D6F5621B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B4E56E9-ECC4-44DD-808B-E304A6234B65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B4E56E9-ECC4-44DD-808B-E304A6234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9996AB3-A621-4EAD-9D9E-71F3CB310461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A4CDFB-5872-44C4-AFEA-4C8FCA1CDD1B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7A024B-CE7E-4DF7-B8EE-FDBFF9A670F0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BA2DA8-B2CA-4A5B-AF50-715CFD3B6479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08A5FF-47A7-4FEB-B492-01E36A5A6D6B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820617-D34D-4599-88D7-7FC5F5773CA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EC6AE6-A043-46C3-85D9-F95C9B102E4B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AE17EDB-5698-44E4-BBF4-DFB6A84FA956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AE17EDB-5698-44E4-BBF4-DFB6A84FA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77E2AEA5-AE93-486E-99C9-121F50E21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39800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50590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86/182</a:t>
            </a:r>
          </a:p>
        </p:txBody>
      </p:sp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10C4EB-3564-4F16-A4C7-142969D18FF7}"/>
              </a:ext>
            </a:extLst>
          </p:cNvPr>
          <p:cNvCxnSpPr>
            <a:stCxn id="56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79FCB3-2278-4F53-BD51-FBF0953C900B}"/>
              </a:ext>
            </a:extLst>
          </p:cNvPr>
          <p:cNvCxnSpPr>
            <a:stCxn id="51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0793659-604B-469B-A470-B8B4588978D3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C70EC4-3D33-4FF7-9866-AF14465BD6A5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16">
            <a:extLst>
              <a:ext uri="{FF2B5EF4-FFF2-40B4-BE49-F238E27FC236}">
                <a16:creationId xmlns:a16="http://schemas.microsoft.com/office/drawing/2014/main" id="{4D56B0AE-C939-4403-B040-4711D514B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978282-D51F-4F3B-BADC-7A9A26C52DFC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B6E1C6-7D5B-4801-9DAF-5E26E5E1102A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6">
            <a:extLst>
              <a:ext uri="{FF2B5EF4-FFF2-40B4-BE49-F238E27FC236}">
                <a16:creationId xmlns:a16="http://schemas.microsoft.com/office/drawing/2014/main" id="{D078E3FA-99E3-4A7F-9278-C7023F18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35D5A2E0-E534-4EDD-BE7D-E583B47E7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32E0E31A-EBDB-4983-A6FD-BDD698D9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DC5BEDF-1890-4B36-8796-011705D94B92}"/>
              </a:ext>
            </a:extLst>
          </p:cNvPr>
          <p:cNvCxnSpPr>
            <a:stCxn id="56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16">
            <a:extLst>
              <a:ext uri="{FF2B5EF4-FFF2-40B4-BE49-F238E27FC236}">
                <a16:creationId xmlns:a16="http://schemas.microsoft.com/office/drawing/2014/main" id="{E0EEAFE7-EF96-470A-9281-2550804A5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436CB5-DC9B-47AF-B2E8-40281AD80BCE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436CB5-DC9B-47AF-B2E8-40281AD8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D622F2-2C5D-422A-B6E9-1D36454133DC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D622F2-2C5D-422A-B6E9-1D364541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4C40F1-7688-4747-9A72-7D6F5621B83A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4C40F1-7688-4747-9A72-7D6F5621B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B4E56E9-ECC4-44DD-808B-E304A6234B65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B4E56E9-ECC4-44DD-808B-E304A6234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9996AB3-A621-4EAD-9D9E-71F3CB310461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4A4CDFB-5872-44C4-AFEA-4C8FCA1CDD1B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7A024B-CE7E-4DF7-B8EE-FDBFF9A670F0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BA2DA8-B2CA-4A5B-AF50-715CFD3B6479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08A5FF-47A7-4FEB-B492-01E36A5A6D6B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B820617-D34D-4599-88D7-7FC5F5773CAE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EC6AE6-A043-46C3-85D9-F95C9B102E4B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AE17EDB-5698-44E4-BBF4-DFB6A84FA956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AE17EDB-5698-44E4-BBF4-DFB6A84FA9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285BD44-2074-4289-94E0-012A53EED19F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58C57E-0EBC-495D-A61A-D9D4020FA1E1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546E43D-B425-4BE8-B52E-59BBF2D14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620548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8119547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87/182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4BDFF3-EBB7-4EB4-9EF4-868D3A38775A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C1678FB-540C-475F-ABC5-57896DF8A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37073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53992901-28B2-49B5-B4A4-26C8CC8CEA3F}"/>
              </a:ext>
            </a:extLst>
          </p:cNvPr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A70FDE-E485-4F45-A643-9FBF90AA7710}"/>
              </a:ext>
            </a:extLst>
          </p:cNvPr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F6AE90-1B20-442F-9C58-6F9BE74E05AE}"/>
              </a:ext>
            </a:extLst>
          </p:cNvPr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18720D9-3E01-401C-8FB9-FFECDD9F9220}"/>
              </a:ext>
            </a:extLst>
          </p:cNvPr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B6AAF9-C070-4510-8BD1-22AABCD3F974}"/>
              </a:ext>
            </a:extLst>
          </p:cNvPr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36421E-CF80-41AA-AB4D-951DF74531C0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87E309-C0A7-1FA6-34F3-8A2BC5E4489B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B0F1A7-F623-0191-6D46-635EDEDF42DB}"/>
              </a:ext>
            </a:extLst>
          </p:cNvPr>
          <p:cNvCxnSpPr>
            <a:stCxn id="7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FC0790-8B75-CFC5-6DF1-251566AD7E8B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6FD337-8AF0-4898-E76D-2B0CD8FFDDE9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16">
            <a:extLst>
              <a:ext uri="{FF2B5EF4-FFF2-40B4-BE49-F238E27FC236}">
                <a16:creationId xmlns:a16="http://schemas.microsoft.com/office/drawing/2014/main" id="{9E1C2856-57DF-917C-265B-86DB74F5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1C97D0-0F7C-D133-9C43-43EB38672F14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8A7187-9260-9B8C-2F7F-001282FDCEA5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6">
            <a:extLst>
              <a:ext uri="{FF2B5EF4-FFF2-40B4-BE49-F238E27FC236}">
                <a16:creationId xmlns:a16="http://schemas.microsoft.com/office/drawing/2014/main" id="{C4E80128-51C5-865F-AFD2-7C5AA6007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07351C67-8DBD-7E69-EF7B-C18F14D6C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79745531-64C1-8454-F28E-8EDF0E407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F5A212-7D78-DBD3-6932-727AF052D490}"/>
              </a:ext>
            </a:extLst>
          </p:cNvPr>
          <p:cNvCxnSpPr>
            <a:stCxn id="12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6">
            <a:extLst>
              <a:ext uri="{FF2B5EF4-FFF2-40B4-BE49-F238E27FC236}">
                <a16:creationId xmlns:a16="http://schemas.microsoft.com/office/drawing/2014/main" id="{659E4131-A951-6CDA-4C5D-F37576410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65809F-8008-FFBB-3E2E-5D77AFFADD4D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65809F-8008-FFBB-3E2E-5D77AFFAD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423688-2235-D711-39C6-24A9A99BC3FB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423688-2235-D711-39C6-24A9A99BC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8260E60-169B-A691-206C-0776996ADFC5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8260E60-169B-A691-206C-0776996AD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4B6B410-998A-0EBC-6706-AA438BE14C09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4B6B410-998A-0EBC-6706-AA438BE14C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958A4E1-1C9A-B307-2B34-9B3A99FCC65D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8C7550-7752-414B-3B6A-EF22EA4AD773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3D7BC7-BF57-C227-E273-2FC0BC3DCB41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41A556-C9C6-6790-9C54-15380E28246E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DD9C09-F6DE-3E37-34CD-9A6142836AB6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D0F741-CEF5-62DB-29BD-C1BEE19EB149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A17553-F0B8-9B2D-2D4B-3DC4F26918C8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533B1D7-8652-C4AE-8CBE-D9BAAEF07F9B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533B1D7-8652-C4AE-8CBE-D9BAAEF07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407008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88/182</a:t>
            </a:r>
          </a:p>
        </p:txBody>
      </p:sp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5BD44-2074-4289-94E0-012A53EED19F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F6F8D5-1F1A-40E7-BB6E-B259AE0146DE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190AA4B-8BE0-43B0-83B3-2CAEF5F14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060722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BC0977-9C4C-9DD0-53E7-77EE96035E44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A6514-03B9-75AB-619D-C8DC038A38DB}"/>
              </a:ext>
            </a:extLst>
          </p:cNvPr>
          <p:cNvCxnSpPr>
            <a:stCxn id="8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82890B-631A-3763-4616-E49DD1E915E6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034858-963C-DCB0-90CF-046ADCFCBE6D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16">
            <a:extLst>
              <a:ext uri="{FF2B5EF4-FFF2-40B4-BE49-F238E27FC236}">
                <a16:creationId xmlns:a16="http://schemas.microsoft.com/office/drawing/2014/main" id="{D4AC5622-268A-8093-8A75-6D10FE391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49ED88-3C03-425C-6A71-C706ECDF287A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17731E-4B7E-D751-9DA6-9526361B5D6A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6">
            <a:extLst>
              <a:ext uri="{FF2B5EF4-FFF2-40B4-BE49-F238E27FC236}">
                <a16:creationId xmlns:a16="http://schemas.microsoft.com/office/drawing/2014/main" id="{7F261EF2-0A2D-AE5D-12C4-8AE35BE5E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86C7C71B-F7B3-E2EE-FF20-FF6DB8BB5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85B675F5-DB92-4F3C-4A48-3E469BF85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D87F22-6E6C-56FB-29CA-9F8BB3926728}"/>
              </a:ext>
            </a:extLst>
          </p:cNvPr>
          <p:cNvCxnSpPr>
            <a:stCxn id="13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6">
            <a:extLst>
              <a:ext uri="{FF2B5EF4-FFF2-40B4-BE49-F238E27FC236}">
                <a16:creationId xmlns:a16="http://schemas.microsoft.com/office/drawing/2014/main" id="{1E1C7941-0A0B-C119-5A02-024C5EF67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99EEDD-599C-9B5B-0747-463691152F1B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99EEDD-599C-9B5B-0747-463691152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106FFC-CDFD-0873-9C36-8F23802216B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106FFC-CDFD-0873-9C36-8F2380221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CC2295-90E9-A108-3594-B4139757323C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4CC2295-90E9-A108-3594-B41397573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88D965-811B-E30D-AA77-9CAAEF4A7FE9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088D965-811B-E30D-AA77-9CAAEF4A7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00BDD1D-FDDE-C834-DB11-55037EA50C92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3C4AB-8F09-81DC-1730-3852D555BDDB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A81F72-BC67-7B97-379E-BBAF97723681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DCEE79-9A71-5727-4295-4A7F362EAAFA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A6EE56-EC35-DD6F-B0F1-91F41AC8505A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AE18C-1B62-28DC-5117-79F0E60F1CD5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E2627B-2974-C203-7751-6FDCF4FBDA29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4A2B6E-46E7-5EC8-8D8E-D73A6813D363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4A2B6E-46E7-5EC8-8D8E-D73A6813D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93002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89/182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42F0653-FDA7-4E47-B7F6-30C31F467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332668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5BD44-2074-4289-94E0-012A53EED19F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F6F8D5-1F1A-40E7-BB6E-B259AE0146DE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D69410-3DD6-4DAE-A567-23D0C9ACE0CC}"/>
              </a:ext>
            </a:extLst>
          </p:cNvPr>
          <p:cNvSpPr txBox="1"/>
          <p:nvPr/>
        </p:nvSpPr>
        <p:spPr>
          <a:xfrm>
            <a:off x="8288201" y="31435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2B82E"/>
                </a:solidFill>
                <a:latin typeface="Corbel" panose="020B0503020204020204" pitchFamily="34" charset="0"/>
              </a:rPr>
              <a:t>b=3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040B1F-849C-41F0-AA38-6BB25978E049}"/>
              </a:ext>
            </a:extLst>
          </p:cNvPr>
          <p:cNvSpPr/>
          <p:nvPr/>
        </p:nvSpPr>
        <p:spPr>
          <a:xfrm>
            <a:off x="8675980" y="3434342"/>
            <a:ext cx="464024" cy="47495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B82E"/>
              </a:solidFill>
              <a:latin typeface="Corbel" panose="020B05030202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83A267-63C6-4CF0-A696-18594D32FC0E}"/>
              </a:ext>
            </a:extLst>
          </p:cNvPr>
          <p:cNvSpPr txBox="1"/>
          <p:nvPr/>
        </p:nvSpPr>
        <p:spPr>
          <a:xfrm>
            <a:off x="8924530" y="175903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2B82E"/>
                </a:solidFill>
                <a:latin typeface="Corbel" panose="020B0503020204020204" pitchFamily="34" charset="0"/>
              </a:rPr>
              <a:t>a=1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1FDFD8D-D5AC-4541-A860-A58B1BF5EC76}"/>
              </a:ext>
            </a:extLst>
          </p:cNvPr>
          <p:cNvSpPr/>
          <p:nvPr/>
        </p:nvSpPr>
        <p:spPr>
          <a:xfrm>
            <a:off x="8675980" y="2337670"/>
            <a:ext cx="464024" cy="47495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B82E"/>
              </a:solidFill>
              <a:latin typeface="Corbel" panose="020B0503020204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F5311BE-03CA-449C-A4D2-4FDE232FC60B}"/>
              </a:ext>
            </a:extLst>
          </p:cNvPr>
          <p:cNvSpPr/>
          <p:nvPr/>
        </p:nvSpPr>
        <p:spPr>
          <a:xfrm>
            <a:off x="8323544" y="1868953"/>
            <a:ext cx="589997" cy="1409506"/>
          </a:xfrm>
          <a:custGeom>
            <a:avLst/>
            <a:gdLst>
              <a:gd name="connsiteX0" fmla="*/ 255461 w 589997"/>
              <a:gd name="connsiteY0" fmla="*/ 1409506 h 1409506"/>
              <a:gd name="connsiteX1" fmla="*/ 2700 w 589997"/>
              <a:gd name="connsiteY1" fmla="*/ 294384 h 1409506"/>
              <a:gd name="connsiteX2" fmla="*/ 151383 w 589997"/>
              <a:gd name="connsiteY2" fmla="*/ 4452 h 1409506"/>
              <a:gd name="connsiteX3" fmla="*/ 589997 w 589997"/>
              <a:gd name="connsiteY3" fmla="*/ 145701 h 1409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97" h="1409506">
                <a:moveTo>
                  <a:pt x="255461" y="1409506"/>
                </a:moveTo>
                <a:cubicBezTo>
                  <a:pt x="137753" y="969033"/>
                  <a:pt x="20046" y="528560"/>
                  <a:pt x="2700" y="294384"/>
                </a:cubicBezTo>
                <a:cubicBezTo>
                  <a:pt x="-14646" y="60208"/>
                  <a:pt x="53500" y="29232"/>
                  <a:pt x="151383" y="4452"/>
                </a:cubicBezTo>
                <a:cubicBezTo>
                  <a:pt x="249266" y="-20329"/>
                  <a:pt x="419631" y="62686"/>
                  <a:pt x="589997" y="145701"/>
                </a:cubicBezTo>
              </a:path>
            </a:pathLst>
          </a:custGeom>
          <a:noFill/>
          <a:ln>
            <a:solidFill>
              <a:srgbClr val="42B82E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A06C5D-0DB2-FECD-2919-B03DD229F441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0E6E40-47BC-3707-CC87-0C5D99A01F8F}"/>
              </a:ext>
            </a:extLst>
          </p:cNvPr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874F50-5D84-04CD-8AAF-7260A19CC0D7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rgbClr val="FF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95C29D-59BA-C75D-790B-3BD0FDF5D489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>
            <a:extLst>
              <a:ext uri="{FF2B5EF4-FFF2-40B4-BE49-F238E27FC236}">
                <a16:creationId xmlns:a16="http://schemas.microsoft.com/office/drawing/2014/main" id="{39ED3565-99EA-7C91-FA36-4070A9A28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576295-DBB4-DED2-FA64-55A660B39C4B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5F7134-3FEE-3EBC-A39F-27CA272BD478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0BA85D54-0471-2EBA-7730-89999B108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DC7E17BD-BB47-880B-B4CB-E68BE8BE4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09F39379-A9CB-F7C1-962D-9414C7110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39788E-C054-9F10-F4C4-04F9F939810B}"/>
              </a:ext>
            </a:extLst>
          </p:cNvPr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00C080C-1A03-C849-340C-CA8D8EDA7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9CDC23-DE79-416E-C06C-61FE70AAD6FB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9CDC23-DE79-416E-C06C-61FE70AA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1A8A96-5CDD-03B1-3651-14D1B5B2FC89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1A8A96-5CDD-03B1-3651-14D1B5B2F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D6F226-B99A-09C3-7556-B5BF2A2A1C19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D6F226-B99A-09C3-7556-B5BF2A2A1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61131B5-B6F2-2C8B-9F05-EE6CC4277472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61131B5-B6F2-2C8B-9F05-EE6CC4277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46679D3-BFAC-1F10-651E-AEBCDC469EB3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F45FCC-71C0-C32B-D702-003CF6DF2CF8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D34D4F-F120-C1DE-3B77-EA1410F3097A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88EB08-1B1C-DAA9-089B-5D9472A85049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A1E05E-7B25-2446-5EDD-9801C4E27FB1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D0E4AC-9B6B-C874-800A-6F689720F96D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ECF254-F08B-20FA-4237-DBCDD5FAE09F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A9F1F6C-D0FC-8D73-9201-2BDC517BC471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A9F1F6C-D0FC-8D73-9201-2BDC517BC4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5122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 animBg="1"/>
      <p:bldP spid="39" grpId="0"/>
      <p:bldP spid="43" grpId="0" animBg="1"/>
      <p:bldP spid="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90/182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42F0653-FDA7-4E47-B7F6-30C31F467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099600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5BD44-2074-4289-94E0-012A53EED19F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 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F6F8D5-1F1A-40E7-BB6E-B259AE0146DE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D69410-3DD6-4DAE-A567-23D0C9ACE0CC}"/>
              </a:ext>
            </a:extLst>
          </p:cNvPr>
          <p:cNvSpPr txBox="1"/>
          <p:nvPr/>
        </p:nvSpPr>
        <p:spPr>
          <a:xfrm>
            <a:off x="8288201" y="31435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2B82E"/>
                </a:solidFill>
                <a:latin typeface="Corbel" panose="020B0503020204020204" pitchFamily="34" charset="0"/>
              </a:rPr>
              <a:t>b=3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040B1F-849C-41F0-AA38-6BB25978E049}"/>
              </a:ext>
            </a:extLst>
          </p:cNvPr>
          <p:cNvSpPr/>
          <p:nvPr/>
        </p:nvSpPr>
        <p:spPr>
          <a:xfrm>
            <a:off x="8675980" y="3434342"/>
            <a:ext cx="464024" cy="47495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B82E"/>
              </a:solidFill>
              <a:latin typeface="Corbel" panose="020B0503020204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83A267-63C6-4CF0-A696-18594D32FC0E}"/>
              </a:ext>
            </a:extLst>
          </p:cNvPr>
          <p:cNvSpPr txBox="1"/>
          <p:nvPr/>
        </p:nvSpPr>
        <p:spPr>
          <a:xfrm>
            <a:off x="8924530" y="175903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2B82E"/>
                </a:solidFill>
                <a:latin typeface="Corbel" panose="020B0503020204020204" pitchFamily="34" charset="0"/>
              </a:rPr>
              <a:t>a=1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1FDFD8D-D5AC-4541-A860-A58B1BF5EC76}"/>
              </a:ext>
            </a:extLst>
          </p:cNvPr>
          <p:cNvSpPr/>
          <p:nvPr/>
        </p:nvSpPr>
        <p:spPr>
          <a:xfrm>
            <a:off x="8675980" y="2337670"/>
            <a:ext cx="464024" cy="47495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B82E"/>
              </a:solidFill>
              <a:latin typeface="Corbel" panose="020B0503020204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F5311BE-03CA-449C-A4D2-4FDE232FC60B}"/>
              </a:ext>
            </a:extLst>
          </p:cNvPr>
          <p:cNvSpPr/>
          <p:nvPr/>
        </p:nvSpPr>
        <p:spPr>
          <a:xfrm>
            <a:off x="8323544" y="1868953"/>
            <a:ext cx="589997" cy="1409506"/>
          </a:xfrm>
          <a:custGeom>
            <a:avLst/>
            <a:gdLst>
              <a:gd name="connsiteX0" fmla="*/ 255461 w 589997"/>
              <a:gd name="connsiteY0" fmla="*/ 1409506 h 1409506"/>
              <a:gd name="connsiteX1" fmla="*/ 2700 w 589997"/>
              <a:gd name="connsiteY1" fmla="*/ 294384 h 1409506"/>
              <a:gd name="connsiteX2" fmla="*/ 151383 w 589997"/>
              <a:gd name="connsiteY2" fmla="*/ 4452 h 1409506"/>
              <a:gd name="connsiteX3" fmla="*/ 589997 w 589997"/>
              <a:gd name="connsiteY3" fmla="*/ 145701 h 1409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97" h="1409506">
                <a:moveTo>
                  <a:pt x="255461" y="1409506"/>
                </a:moveTo>
                <a:cubicBezTo>
                  <a:pt x="137753" y="969033"/>
                  <a:pt x="20046" y="528560"/>
                  <a:pt x="2700" y="294384"/>
                </a:cubicBezTo>
                <a:cubicBezTo>
                  <a:pt x="-14646" y="60208"/>
                  <a:pt x="53500" y="29232"/>
                  <a:pt x="151383" y="4452"/>
                </a:cubicBezTo>
                <a:cubicBezTo>
                  <a:pt x="249266" y="-20329"/>
                  <a:pt x="419631" y="62686"/>
                  <a:pt x="589997" y="145701"/>
                </a:cubicBezTo>
              </a:path>
            </a:pathLst>
          </a:custGeom>
          <a:noFill/>
          <a:ln>
            <a:solidFill>
              <a:srgbClr val="42B82E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F9826D3-40A4-4834-ABE1-99B48212A001}"/>
              </a:ext>
            </a:extLst>
          </p:cNvPr>
          <p:cNvSpPr/>
          <p:nvPr/>
        </p:nvSpPr>
        <p:spPr>
          <a:xfrm>
            <a:off x="7124801" y="5971178"/>
            <a:ext cx="69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(1,3)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2DF386-64B1-E294-047C-89639FCF9005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AE9CCE-97F7-EA4C-A583-D0A3FD65C1E8}"/>
              </a:ext>
            </a:extLst>
          </p:cNvPr>
          <p:cNvCxnSpPr>
            <a:stCxn id="9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A5958B-56BF-A6E5-C1B7-7A3D7FC8ACBE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B863D-5FBC-ABE3-2403-3595E9C21D4B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>
            <a:extLst>
              <a:ext uri="{FF2B5EF4-FFF2-40B4-BE49-F238E27FC236}">
                <a16:creationId xmlns:a16="http://schemas.microsoft.com/office/drawing/2014/main" id="{304C1D54-1F66-6942-E1E2-E3C9D68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7F4FA-1EF7-4284-601F-DB06774564F6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2F1DD-159E-6147-FFA4-CB4B45BA13D3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8E60F91F-A784-CB52-3E7A-A4D8423B5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48B48FB0-5267-20D7-D736-3DD70E925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F31F26B1-3932-C952-BBAD-1350EC11A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F39F89-C5EE-7891-371A-C75EB99F3B50}"/>
              </a:ext>
            </a:extLst>
          </p:cNvPr>
          <p:cNvCxnSpPr>
            <a:stCxn id="14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317433C-F075-AC66-4745-56564EC7F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C6AD35-43EB-0D15-0A8C-56FD9C8BBA4B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C6AD35-43EB-0D15-0A8C-56FD9C8BB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4B66CD-AE8F-A4E7-7C67-9A6B9DB25639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4B66CD-AE8F-A4E7-7C67-9A6B9DB2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5159A8B-BEF9-4E44-51D8-6EEE4157DDFB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5159A8B-BEF9-4E44-51D8-6EEE4157D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83BCCBF-7921-12A9-B8AF-02F594D79287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83BCCBF-7921-12A9-B8AF-02F594D79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0A776DF-588E-B30B-1B7F-6C6B32D7F8E9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D60CE1-2345-DC7E-4465-75F03158013A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2C67-2207-AB7A-80FE-07F22D676EE3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4B25AE-3B71-B85B-4212-75FE060B8830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EBAEF5-2DE2-8971-E7A9-BC4BA231399D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E7BA4-0EF9-0F3A-9E60-D98DAF27F9FC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3B75A8-3ADF-1381-FB3D-27968A4323E1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C1E590-A99F-65D6-BACF-65FF8ED64857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C1E590-A99F-65D6-BACF-65FF8ED648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460550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MST: Prim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43C53B-DE1F-480A-90CB-7151F1278F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91/182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42F0653-FDA7-4E47-B7F6-30C31F467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107235"/>
              </p:ext>
            </p:extLst>
          </p:nvPr>
        </p:nvGraphicFramePr>
        <p:xfrm>
          <a:off x="5535119" y="1779314"/>
          <a:ext cx="5031617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1</a:t>
                      </a: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70C0"/>
                          </a:solidFill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-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lang="en-US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∞</a:t>
                      </a:r>
                      <a:endParaRPr lang="en-US" sz="24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8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 rot="5400000">
            <a:off x="8385491" y="4041144"/>
            <a:ext cx="513460" cy="30518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686047" y="5398001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Z</a:t>
            </a:r>
          </a:p>
        </p:txBody>
      </p:sp>
      <p:sp>
        <p:nvSpPr>
          <p:cNvPr id="44" name="Rectangle 43"/>
          <p:cNvSpPr/>
          <p:nvPr/>
        </p:nvSpPr>
        <p:spPr>
          <a:xfrm rot="5400000">
            <a:off x="8401412" y="4657571"/>
            <a:ext cx="513460" cy="3051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 Rounded MT Bold" panose="020F070403050403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01968" y="601442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 flipH="1">
            <a:off x="7132236" y="6014428"/>
            <a:ext cx="3331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 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5BD44-2074-4289-94E0-012A53EED19F}"/>
              </a:ext>
            </a:extLst>
          </p:cNvPr>
          <p:cNvSpPr/>
          <p:nvPr/>
        </p:nvSpPr>
        <p:spPr>
          <a:xfrm>
            <a:off x="7132236" y="5365106"/>
            <a:ext cx="3035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 , 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F6F8D5-1F1A-40E7-BB6E-B259AE0146DE}"/>
              </a:ext>
            </a:extLst>
          </p:cNvPr>
          <p:cNvSpPr txBox="1"/>
          <p:nvPr/>
        </p:nvSpPr>
        <p:spPr>
          <a:xfrm>
            <a:off x="491003" y="5683472"/>
            <a:ext cx="5277470" cy="8699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nearest[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]= index of the nearest node in Z to v</a:t>
            </a:r>
            <a:r>
              <a:rPr lang="en-US" baseline="-25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distance[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]= W[nearest[</a:t>
            </a:r>
            <a:r>
              <a:rPr lang="en-US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]][v</a:t>
            </a:r>
            <a:r>
              <a:rPr lang="en-US" baseline="-25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]</a:t>
            </a:r>
            <a:endParaRPr lang="en-US" baseline="-25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F9826D3-40A4-4834-ABE1-99B48212A001}"/>
              </a:ext>
            </a:extLst>
          </p:cNvPr>
          <p:cNvSpPr/>
          <p:nvPr/>
        </p:nvSpPr>
        <p:spPr>
          <a:xfrm>
            <a:off x="7124801" y="5971178"/>
            <a:ext cx="69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(1,3)</a:t>
            </a:r>
            <a:endParaRPr lang="en-US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32FAF6-8E5D-4330-8C91-E0E36843BF40}"/>
              </a:ext>
            </a:extLst>
          </p:cNvPr>
          <p:cNvSpPr txBox="1"/>
          <p:nvPr/>
        </p:nvSpPr>
        <p:spPr>
          <a:xfrm>
            <a:off x="8190073" y="4580647"/>
            <a:ext cx="1216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UPDATE!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B026DF-6B01-5DDE-6F38-D03BFD9B7EAE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097669" y="3434342"/>
            <a:ext cx="2198288" cy="93317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B1ACAB-6881-0AF2-659A-E51D0364B2D8}"/>
              </a:ext>
            </a:extLst>
          </p:cNvPr>
          <p:cNvCxnSpPr>
            <a:stCxn id="8" idx="5"/>
          </p:cNvCxnSpPr>
          <p:nvPr/>
        </p:nvCxnSpPr>
        <p:spPr>
          <a:xfrm>
            <a:off x="2328832" y="3162018"/>
            <a:ext cx="1158049" cy="13377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91A3FD-B79D-0934-1492-C19C17F06B69}"/>
              </a:ext>
            </a:extLst>
          </p:cNvPr>
          <p:cNvCxnSpPr/>
          <p:nvPr/>
        </p:nvCxnSpPr>
        <p:spPr>
          <a:xfrm flipH="1" flipV="1">
            <a:off x="2174848" y="3077522"/>
            <a:ext cx="1856048" cy="24517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6704D-924E-6E62-F76A-51188AA2E7E1}"/>
              </a:ext>
            </a:extLst>
          </p:cNvPr>
          <p:cNvCxnSpPr/>
          <p:nvPr/>
        </p:nvCxnSpPr>
        <p:spPr>
          <a:xfrm flipV="1">
            <a:off x="1948920" y="3181462"/>
            <a:ext cx="175670" cy="1109474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16">
            <a:extLst>
              <a:ext uri="{FF2B5EF4-FFF2-40B4-BE49-F238E27FC236}">
                <a16:creationId xmlns:a16="http://schemas.microsoft.com/office/drawing/2014/main" id="{2FD5763B-B20E-E710-0852-6F27742C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083" y="2790269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0E02D1-00DD-E45E-6E72-26ED56D7E2DE}"/>
              </a:ext>
            </a:extLst>
          </p:cNvPr>
          <p:cNvCxnSpPr/>
          <p:nvPr/>
        </p:nvCxnSpPr>
        <p:spPr>
          <a:xfrm flipH="1">
            <a:off x="2120774" y="4499783"/>
            <a:ext cx="1119177" cy="6846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38CC4B-69DF-2A53-E241-4F4C48D2558A}"/>
              </a:ext>
            </a:extLst>
          </p:cNvPr>
          <p:cNvCxnSpPr>
            <a:cxnSpLocks/>
          </p:cNvCxnSpPr>
          <p:nvPr/>
        </p:nvCxnSpPr>
        <p:spPr>
          <a:xfrm>
            <a:off x="1167927" y="3635918"/>
            <a:ext cx="563889" cy="86386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6">
            <a:extLst>
              <a:ext uri="{FF2B5EF4-FFF2-40B4-BE49-F238E27FC236}">
                <a16:creationId xmlns:a16="http://schemas.microsoft.com/office/drawing/2014/main" id="{6CB4EF37-1238-DDE7-F0BE-19A60978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6531" y="4282018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45923550-742D-1BAF-25C1-C5774360F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178" y="3309850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A0359F1A-6213-ACCD-5E20-D9B4B147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75" y="43037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558932-A5C2-7B6C-EE17-02EB002DC339}"/>
              </a:ext>
            </a:extLst>
          </p:cNvPr>
          <p:cNvCxnSpPr>
            <a:stCxn id="13" idx="7"/>
          </p:cNvCxnSpPr>
          <p:nvPr/>
        </p:nvCxnSpPr>
        <p:spPr>
          <a:xfrm flipV="1">
            <a:off x="3603924" y="3129039"/>
            <a:ext cx="650011" cy="123847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7BA933D-C214-ABEF-284D-E8BC19DA2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21" y="2895425"/>
            <a:ext cx="435531" cy="43553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775F1E-9B20-4261-05DF-22B45A9F9396}"/>
                  </a:ext>
                </a:extLst>
              </p:cNvPr>
              <p:cNvSpPr txBox="1"/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775F1E-9B20-4261-05DF-22B45A9F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549" y="2800512"/>
                <a:ext cx="49077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4C8EB3-CCC3-3272-E8F3-6F0B53591B72}"/>
                  </a:ext>
                </a:extLst>
              </p:cNvPr>
              <p:cNvSpPr txBox="1"/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4C8EB3-CCC3-3272-E8F3-6F0B53591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28" y="2917373"/>
                <a:ext cx="490775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B475E1D-8713-89BB-7FF1-24143EB71D31}"/>
                  </a:ext>
                </a:extLst>
              </p:cNvPr>
              <p:cNvSpPr/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B475E1D-8713-89BB-7FF1-24143EB71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60" y="3328256"/>
                <a:ext cx="4907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459268-6651-00B9-E244-2020AE1374EB}"/>
                  </a:ext>
                </a:extLst>
              </p:cNvPr>
              <p:cNvSpPr/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459268-6651-00B9-E244-2020AE137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82" y="4319043"/>
                <a:ext cx="490775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5D71050-542F-E057-7CC2-D3F51054668D}"/>
              </a:ext>
            </a:extLst>
          </p:cNvPr>
          <p:cNvSpPr txBox="1"/>
          <p:nvPr/>
        </p:nvSpPr>
        <p:spPr>
          <a:xfrm>
            <a:off x="3062379" y="266042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A4997E-EB8F-AC61-FC72-650EB83FE909}"/>
              </a:ext>
            </a:extLst>
          </p:cNvPr>
          <p:cNvSpPr/>
          <p:nvPr/>
        </p:nvSpPr>
        <p:spPr>
          <a:xfrm>
            <a:off x="3641898" y="349970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01D6F2-BFBC-E0E6-0B87-7B91C3E16A44}"/>
              </a:ext>
            </a:extLst>
          </p:cNvPr>
          <p:cNvSpPr/>
          <p:nvPr/>
        </p:nvSpPr>
        <p:spPr>
          <a:xfrm>
            <a:off x="2805996" y="342749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8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9A149-9E0C-4BEC-ADA4-28AECFA2238F}"/>
              </a:ext>
            </a:extLst>
          </p:cNvPr>
          <p:cNvSpPr/>
          <p:nvPr/>
        </p:nvSpPr>
        <p:spPr>
          <a:xfrm>
            <a:off x="2039448" y="335491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10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7CCAE8-4DD2-2DE8-4561-0EA36F807044}"/>
              </a:ext>
            </a:extLst>
          </p:cNvPr>
          <p:cNvSpPr/>
          <p:nvPr/>
        </p:nvSpPr>
        <p:spPr>
          <a:xfrm>
            <a:off x="2459422" y="451824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4B8A65-BF78-7118-52F2-E3CD31364BD2}"/>
              </a:ext>
            </a:extLst>
          </p:cNvPr>
          <p:cNvSpPr/>
          <p:nvPr/>
        </p:nvSpPr>
        <p:spPr>
          <a:xfrm>
            <a:off x="1124997" y="4038118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E8F20-9454-FC58-0C57-06038607750B}"/>
              </a:ext>
            </a:extLst>
          </p:cNvPr>
          <p:cNvSpPr/>
          <p:nvPr/>
        </p:nvSpPr>
        <p:spPr>
          <a:xfrm>
            <a:off x="2313899" y="40381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14</a:t>
            </a:r>
            <a:endParaRPr lang="en-US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F9BF45-8219-B011-C282-B620AD977D3F}"/>
                  </a:ext>
                </a:extLst>
              </p:cNvPr>
              <p:cNvSpPr/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F9BF45-8219-B011-C282-B620AD977D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72" y="4299171"/>
                <a:ext cx="4971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2264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92/182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AFC344-BB2E-4B33-80B8-9080BDDE2B4E}"/>
              </a:ext>
            </a:extLst>
          </p:cNvPr>
          <p:cNvCxnSpPr>
            <a:stCxn id="85" idx="0"/>
            <a:endCxn id="82" idx="4"/>
          </p:cNvCxnSpPr>
          <p:nvPr/>
        </p:nvCxnSpPr>
        <p:spPr>
          <a:xfrm flipV="1">
            <a:off x="9862775" y="2675695"/>
            <a:ext cx="1271079" cy="201722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F2C9268-B72B-495B-B3C8-446178F6054C}"/>
              </a:ext>
            </a:extLst>
          </p:cNvPr>
          <p:cNvCxnSpPr>
            <a:stCxn id="85" idx="0"/>
            <a:endCxn id="72" idx="4"/>
          </p:cNvCxnSpPr>
          <p:nvPr/>
        </p:nvCxnSpPr>
        <p:spPr>
          <a:xfrm flipV="1">
            <a:off x="9862775" y="2695349"/>
            <a:ext cx="151447" cy="199757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8CB1C90-57A2-4DF4-95B4-9A944EBE6550}"/>
              </a:ext>
            </a:extLst>
          </p:cNvPr>
          <p:cNvCxnSpPr>
            <a:stCxn id="86" idx="0"/>
            <a:endCxn id="71" idx="2"/>
          </p:cNvCxnSpPr>
          <p:nvPr/>
        </p:nvCxnSpPr>
        <p:spPr>
          <a:xfrm flipH="1" flipV="1">
            <a:off x="9089157" y="2633536"/>
            <a:ext cx="804455" cy="2097055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59423DE5-ACB7-4996-A372-442F5781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5009" y="469291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456E9CA-8B73-4589-8FFA-D9A19F0968CC}"/>
              </a:ext>
            </a:extLst>
          </p:cNvPr>
          <p:cNvSpPr/>
          <p:nvPr/>
        </p:nvSpPr>
        <p:spPr>
          <a:xfrm>
            <a:off x="9693076" y="473059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B63AF11-8C8C-4404-9256-63A2848D0FF6}"/>
              </a:ext>
            </a:extLst>
          </p:cNvPr>
          <p:cNvSpPr/>
          <p:nvPr/>
        </p:nvSpPr>
        <p:spPr>
          <a:xfrm>
            <a:off x="10492594" y="346081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E895860-C2B3-40BD-87B0-F24577C47BB5}"/>
              </a:ext>
            </a:extLst>
          </p:cNvPr>
          <p:cNvSpPr/>
          <p:nvPr/>
        </p:nvSpPr>
        <p:spPr>
          <a:xfrm>
            <a:off x="9716078" y="306167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E096446-C8B0-4A39-BF59-CF55D1D65002}"/>
              </a:ext>
            </a:extLst>
          </p:cNvPr>
          <p:cNvSpPr/>
          <p:nvPr/>
        </p:nvSpPr>
        <p:spPr>
          <a:xfrm>
            <a:off x="9281454" y="375928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03074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134" name="Rectangle 133">
            <a:extLst>
              <a:ext uri="{FF2B5EF4-FFF2-40B4-BE49-F238E27FC236}">
                <a16:creationId xmlns:a16="http://schemas.microsoft.com/office/drawing/2014/main" id="{1600C702-D879-486A-B5D2-BE3EFD83B003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7195697-DA77-44A6-8731-8F038996012C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70E1114-5A97-4FE6-B17C-481E47CB858A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DB0CD50-56AF-41B4-A6EE-7E4DE27C96D8}"/>
              </a:ext>
            </a:extLst>
          </p:cNvPr>
          <p:cNvSpPr/>
          <p:nvPr/>
        </p:nvSpPr>
        <p:spPr>
          <a:xfrm>
            <a:off x="10376191" y="3728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14596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93/182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/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1AD390-6331-4179-BE91-A69FDA6CDC7B}"/>
              </a:ext>
            </a:extLst>
          </p:cNvPr>
          <p:cNvCxnSpPr>
            <a:cxnSpLocks/>
            <a:stCxn id="44" idx="3"/>
            <a:endCxn id="82" idx="3"/>
          </p:cNvCxnSpPr>
          <p:nvPr/>
        </p:nvCxnSpPr>
        <p:spPr>
          <a:xfrm flipV="1">
            <a:off x="7098275" y="2611913"/>
            <a:ext cx="3881595" cy="121823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27DC22-58A3-40AA-8958-F404A805AD2D}"/>
              </a:ext>
            </a:extLst>
          </p:cNvPr>
          <p:cNvCxnSpPr>
            <a:cxnSpLocks/>
            <a:stCxn id="43" idx="6"/>
            <a:endCxn id="81" idx="2"/>
          </p:cNvCxnSpPr>
          <p:nvPr/>
        </p:nvCxnSpPr>
        <p:spPr>
          <a:xfrm flipV="1">
            <a:off x="7136452" y="2651098"/>
            <a:ext cx="2928125" cy="1176955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1FCA46-0ACB-44CA-8061-0EF82F9804F1}"/>
              </a:ext>
            </a:extLst>
          </p:cNvPr>
          <p:cNvCxnSpPr>
            <a:cxnSpLocks/>
            <a:stCxn id="44" idx="3"/>
            <a:endCxn id="69" idx="4"/>
          </p:cNvCxnSpPr>
          <p:nvPr/>
        </p:nvCxnSpPr>
        <p:spPr>
          <a:xfrm flipV="1">
            <a:off x="7098275" y="2677875"/>
            <a:ext cx="1958823" cy="115227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16">
            <a:extLst>
              <a:ext uri="{FF2B5EF4-FFF2-40B4-BE49-F238E27FC236}">
                <a16:creationId xmlns:a16="http://schemas.microsoft.com/office/drawing/2014/main" id="{B1E5419A-AC90-4102-9EFE-42E51C079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921" y="361028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6697203" y="3645482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DBFEB24-A821-426E-B28D-570B9FC1D1F9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D6C054-5020-4A25-9C22-82AFDCDB3548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53C09A-ACEE-4FE6-9CE8-F6FDAB8A5DC6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763A78-7CD4-4C4F-B2DD-9AE24FF6FC52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85288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94/182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/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chemeClr val="tx2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57746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95/182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/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55442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96/182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800022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70521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97/182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26461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65C794-61AD-40FC-821F-83D03025F6B4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8363353" y="2703989"/>
            <a:ext cx="836550" cy="2005726"/>
          </a:xfrm>
          <a:prstGeom prst="line">
            <a:avLst/>
          </a:prstGeom>
          <a:ln w="38100">
            <a:solidFill>
              <a:srgbClr val="ED8428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CD9CCE6-3FED-4C5A-BFB5-18C6D38F5186}"/>
              </a:ext>
            </a:extLst>
          </p:cNvPr>
          <p:cNvSpPr/>
          <p:nvPr/>
        </p:nvSpPr>
        <p:spPr>
          <a:xfrm>
            <a:off x="8404389" y="3497528"/>
            <a:ext cx="404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∞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0ABD1F-780D-E442-BA7A-C1FB587DC0DF}"/>
              </a:ext>
            </a:extLst>
          </p:cNvPr>
          <p:cNvSpPr/>
          <p:nvPr/>
        </p:nvSpPr>
        <p:spPr>
          <a:xfrm>
            <a:off x="2118831" y="2251387"/>
            <a:ext cx="836550" cy="3251200"/>
          </a:xfrm>
          <a:prstGeom prst="rect">
            <a:avLst/>
          </a:prstGeom>
          <a:noFill/>
          <a:ln w="57150">
            <a:solidFill>
              <a:srgbClr val="ED8428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80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98/182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100740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65C794-61AD-40FC-821F-83D03025F6B4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8363353" y="2703989"/>
            <a:ext cx="836550" cy="2005726"/>
          </a:xfrm>
          <a:prstGeom prst="line">
            <a:avLst/>
          </a:prstGeom>
          <a:ln w="38100">
            <a:solidFill>
              <a:srgbClr val="ED8428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CD9CCE6-3FED-4C5A-BFB5-18C6D38F5186}"/>
              </a:ext>
            </a:extLst>
          </p:cNvPr>
          <p:cNvSpPr/>
          <p:nvPr/>
        </p:nvSpPr>
        <p:spPr>
          <a:xfrm>
            <a:off x="8404389" y="3497528"/>
            <a:ext cx="404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∞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55207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99/182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124576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3D5B9F-1297-987B-E8DA-6D3E46CCCB7A}"/>
              </a:ext>
            </a:extLst>
          </p:cNvPr>
          <p:cNvSpPr/>
          <p:nvPr/>
        </p:nvSpPr>
        <p:spPr>
          <a:xfrm>
            <a:off x="4150831" y="2251387"/>
            <a:ext cx="836550" cy="325120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07096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100/182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39008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B53424-68F9-489A-9095-3FD73DBFD15C}"/>
              </a:ext>
            </a:extLst>
          </p:cNvPr>
          <p:cNvGrpSpPr/>
          <p:nvPr/>
        </p:nvGrpSpPr>
        <p:grpSpPr>
          <a:xfrm>
            <a:off x="4375421" y="3622520"/>
            <a:ext cx="5301453" cy="2941650"/>
            <a:chOff x="4375421" y="3622520"/>
            <a:chExt cx="5301453" cy="294165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B5D0CFA-3C44-4901-BB6D-545115F5F5CF}"/>
                </a:ext>
              </a:extLst>
            </p:cNvPr>
            <p:cNvSpPr/>
            <p:nvPr/>
          </p:nvSpPr>
          <p:spPr>
            <a:xfrm>
              <a:off x="9234302" y="3622520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A66B530-D8B6-411F-94B9-C15223CD5AA2}"/>
                </a:ext>
              </a:extLst>
            </p:cNvPr>
            <p:cNvSpPr/>
            <p:nvPr/>
          </p:nvSpPr>
          <p:spPr>
            <a:xfrm>
              <a:off x="4375421" y="4424931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A5F14DBD-0134-48B8-AC95-2705E01D655D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rot="10800000" flipV="1">
              <a:off x="7194572" y="3865428"/>
              <a:ext cx="2039730" cy="1445983"/>
            </a:xfrm>
            <a:prstGeom prst="bentConnector2">
              <a:avLst/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C65083E0-BB8D-44DF-B4BF-8816995822AC}"/>
                </a:ext>
              </a:extLst>
            </p:cNvPr>
            <p:cNvCxnSpPr>
              <a:cxnSpLocks/>
              <a:stCxn id="38" idx="5"/>
            </p:cNvCxnSpPr>
            <p:nvPr/>
          </p:nvCxnSpPr>
          <p:spPr>
            <a:xfrm rot="16200000" flipH="1">
              <a:off x="5661195" y="3931587"/>
              <a:ext cx="471810" cy="22878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Delay 54">
              <a:extLst>
                <a:ext uri="{FF2B5EF4-FFF2-40B4-BE49-F238E27FC236}">
                  <a16:creationId xmlns:a16="http://schemas.microsoft.com/office/drawing/2014/main" id="{B6BF0C10-7FEF-4864-AB99-A1F39AA09F6E}"/>
                </a:ext>
              </a:extLst>
            </p:cNvPr>
            <p:cNvSpPr/>
            <p:nvPr/>
          </p:nvSpPr>
          <p:spPr>
            <a:xfrm rot="5400000">
              <a:off x="6864614" y="5250802"/>
              <a:ext cx="501295" cy="607035"/>
            </a:xfrm>
            <a:prstGeom prst="flowChartDelay">
              <a:avLst/>
            </a:prstGeom>
            <a:solidFill>
              <a:srgbClr val="346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BD5EF1-49DD-4304-9A88-2D4DF8249FAC}"/>
                </a:ext>
              </a:extLst>
            </p:cNvPr>
            <p:cNvSpPr txBox="1"/>
            <p:nvPr/>
          </p:nvSpPr>
          <p:spPr>
            <a:xfrm>
              <a:off x="6813736" y="5309806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min</a:t>
              </a:r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E833B20-77C6-4FA9-BDAD-D313956E0DF1}"/>
                </a:ext>
              </a:extLst>
            </p:cNvPr>
            <p:cNvCxnSpPr>
              <a:stCxn id="55" idx="3"/>
            </p:cNvCxnSpPr>
            <p:nvPr/>
          </p:nvCxnSpPr>
          <p:spPr>
            <a:xfrm flipH="1">
              <a:off x="7105338" y="5804967"/>
              <a:ext cx="9923" cy="281040"/>
            </a:xfrm>
            <a:prstGeom prst="straightConnector1">
              <a:avLst/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2656DF9-E9E9-49EF-9848-A1C38D35FF88}"/>
                </a:ext>
              </a:extLst>
            </p:cNvPr>
            <p:cNvSpPr/>
            <p:nvPr/>
          </p:nvSpPr>
          <p:spPr>
            <a:xfrm>
              <a:off x="6884052" y="6078353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4B5E452-5D79-423F-9722-F3D97EBC6199}"/>
              </a:ext>
            </a:extLst>
          </p:cNvPr>
          <p:cNvSpPr/>
          <p:nvPr/>
        </p:nvSpPr>
        <p:spPr>
          <a:xfrm>
            <a:off x="6953999" y="6117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b="1" dirty="0"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DE7733-9F7E-4C0B-9EAF-53018C07FC44}"/>
              </a:ext>
            </a:extLst>
          </p:cNvPr>
          <p:cNvSpPr txBox="1"/>
          <p:nvPr/>
        </p:nvSpPr>
        <p:spPr>
          <a:xfrm>
            <a:off x="2490551" y="5726082"/>
            <a:ext cx="382027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Min{</a:t>
            </a:r>
            <a:r>
              <a:rPr lang="en-US" sz="2400" dirty="0">
                <a:latin typeface="Arial Rounded MT Bold" panose="020F0704030504030204" pitchFamily="34" charset="0"/>
              </a:rPr>
              <a:t>distance[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latin typeface="Arial Rounded MT Bold" panose="020F0704030504030204" pitchFamily="34" charset="0"/>
              </a:rPr>
              <a:t>],W[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latin typeface="Arial Rounded MT Bold" panose="020F0704030504030204" pitchFamily="34" charset="0"/>
              </a:rPr>
              <a:t>][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latin typeface="Arial Rounded MT Bold" panose="020F0704030504030204" pitchFamily="34" charset="0"/>
              </a:rPr>
              <a:t>]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456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101/182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603671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24353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102/182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374378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DC3B2A-CC39-8EA8-53B4-97900E4F24CF}"/>
              </a:ext>
            </a:extLst>
          </p:cNvPr>
          <p:cNvSpPr/>
          <p:nvPr/>
        </p:nvSpPr>
        <p:spPr>
          <a:xfrm>
            <a:off x="4811231" y="2251387"/>
            <a:ext cx="836550" cy="3251200"/>
          </a:xfrm>
          <a:prstGeom prst="rect">
            <a:avLst/>
          </a:prstGeom>
          <a:noFill/>
          <a:ln w="57150">
            <a:solidFill>
              <a:srgbClr val="AD0FA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67569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103/182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36397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90949A1-79DF-4815-815D-FBE9964BC811}"/>
              </a:ext>
            </a:extLst>
          </p:cNvPr>
          <p:cNvGrpSpPr/>
          <p:nvPr/>
        </p:nvGrpSpPr>
        <p:grpSpPr>
          <a:xfrm>
            <a:off x="5027293" y="4049585"/>
            <a:ext cx="6140919" cy="2499493"/>
            <a:chOff x="4375421" y="4064677"/>
            <a:chExt cx="6140919" cy="2499493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BC5C835-C9F3-473D-92D4-877A9A839C78}"/>
                </a:ext>
              </a:extLst>
            </p:cNvPr>
            <p:cNvSpPr/>
            <p:nvPr/>
          </p:nvSpPr>
          <p:spPr>
            <a:xfrm>
              <a:off x="10073768" y="4064677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5EBC2D0-1B92-4EBF-B03F-BDBC50483BAE}"/>
                </a:ext>
              </a:extLst>
            </p:cNvPr>
            <p:cNvSpPr/>
            <p:nvPr/>
          </p:nvSpPr>
          <p:spPr>
            <a:xfrm>
              <a:off x="4375421" y="4424931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5E0411F8-0242-4CB1-88F7-67DA9F3452A3}"/>
                </a:ext>
              </a:extLst>
            </p:cNvPr>
            <p:cNvCxnSpPr>
              <a:cxnSpLocks/>
              <a:stCxn id="37" idx="2"/>
              <a:endCxn id="47" idx="0"/>
            </p:cNvCxnSpPr>
            <p:nvPr/>
          </p:nvCxnSpPr>
          <p:spPr>
            <a:xfrm rot="10800000" flipV="1">
              <a:off x="7115262" y="4307586"/>
              <a:ext cx="2958507" cy="1002220"/>
            </a:xfrm>
            <a:prstGeom prst="bentConnector2">
              <a:avLst/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707D4F88-4C2E-419B-8727-2892B47A14E9}"/>
                </a:ext>
              </a:extLst>
            </p:cNvPr>
            <p:cNvCxnSpPr>
              <a:cxnSpLocks/>
              <a:stCxn id="38" idx="5"/>
            </p:cNvCxnSpPr>
            <p:nvPr/>
          </p:nvCxnSpPr>
          <p:spPr>
            <a:xfrm rot="16200000" flipH="1">
              <a:off x="5661195" y="3931587"/>
              <a:ext cx="471810" cy="22878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lowchart: Delay 45">
              <a:extLst>
                <a:ext uri="{FF2B5EF4-FFF2-40B4-BE49-F238E27FC236}">
                  <a16:creationId xmlns:a16="http://schemas.microsoft.com/office/drawing/2014/main" id="{49F4A37E-FAC0-41F5-B78C-302623AF0A7F}"/>
                </a:ext>
              </a:extLst>
            </p:cNvPr>
            <p:cNvSpPr/>
            <p:nvPr/>
          </p:nvSpPr>
          <p:spPr>
            <a:xfrm rot="5400000">
              <a:off x="6864614" y="5250802"/>
              <a:ext cx="501295" cy="607035"/>
            </a:xfrm>
            <a:prstGeom prst="flowChartDelay">
              <a:avLst/>
            </a:prstGeom>
            <a:solidFill>
              <a:srgbClr val="346C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F5B044-DD33-4F4B-889F-0510633BC2C1}"/>
                </a:ext>
              </a:extLst>
            </p:cNvPr>
            <p:cNvSpPr txBox="1"/>
            <p:nvPr/>
          </p:nvSpPr>
          <p:spPr>
            <a:xfrm>
              <a:off x="6813736" y="5309806"/>
              <a:ext cx="603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min</a:t>
              </a:r>
              <a:endParaRPr lang="en-US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7EC09C6-27C3-4E2E-BB60-CB6EE58AD421}"/>
                </a:ext>
              </a:extLst>
            </p:cNvPr>
            <p:cNvCxnSpPr>
              <a:stCxn id="46" idx="3"/>
            </p:cNvCxnSpPr>
            <p:nvPr/>
          </p:nvCxnSpPr>
          <p:spPr>
            <a:xfrm flipH="1">
              <a:off x="7105338" y="5804967"/>
              <a:ext cx="9923" cy="281040"/>
            </a:xfrm>
            <a:prstGeom prst="straightConnector1">
              <a:avLst/>
            </a:prstGeom>
            <a:ln w="28575">
              <a:solidFill>
                <a:srgbClr val="346C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F9A6FFD-60D8-4429-A086-02997613FD6F}"/>
                </a:ext>
              </a:extLst>
            </p:cNvPr>
            <p:cNvSpPr/>
            <p:nvPr/>
          </p:nvSpPr>
          <p:spPr>
            <a:xfrm>
              <a:off x="6884052" y="6078353"/>
              <a:ext cx="442572" cy="485817"/>
            </a:xfrm>
            <a:prstGeom prst="ellipse">
              <a:avLst/>
            </a:prstGeom>
            <a:noFill/>
            <a:ln w="28575" cmpd="sng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2EE7B8EB-98A2-4FC5-875E-3151BB5FE2CA}"/>
              </a:ext>
            </a:extLst>
          </p:cNvPr>
          <p:cNvSpPr/>
          <p:nvPr/>
        </p:nvSpPr>
        <p:spPr>
          <a:xfrm>
            <a:off x="7605871" y="610278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b="1" dirty="0"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7B3004-3C9E-4A22-BF10-4BE80ABFE55F}"/>
              </a:ext>
            </a:extLst>
          </p:cNvPr>
          <p:cNvSpPr txBox="1"/>
          <p:nvPr/>
        </p:nvSpPr>
        <p:spPr>
          <a:xfrm>
            <a:off x="2490551" y="5726082"/>
            <a:ext cx="382027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Min{</a:t>
            </a:r>
            <a:r>
              <a:rPr lang="en-US" sz="2400" dirty="0">
                <a:latin typeface="Arial Rounded MT Bold" panose="020F0704030504030204" pitchFamily="34" charset="0"/>
              </a:rPr>
              <a:t>distance[</a:t>
            </a:r>
            <a:r>
              <a:rPr lang="en-US" sz="24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400" dirty="0">
                <a:latin typeface="Arial Rounded MT Bold" panose="020F0704030504030204" pitchFamily="34" charset="0"/>
              </a:rPr>
              <a:t>],W[</a:t>
            </a:r>
            <a:r>
              <a:rPr lang="en-US" sz="24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400" dirty="0">
                <a:latin typeface="Arial Rounded MT Bold" panose="020F0704030504030204" pitchFamily="34" charset="0"/>
              </a:rPr>
              <a:t>][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latin typeface="Arial Rounded MT Bold" panose="020F0704030504030204" pitchFamily="34" charset="0"/>
              </a:rPr>
              <a:t>]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02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104/182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881961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3793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105/182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833865"/>
              </p:ext>
            </p:extLst>
          </p:nvPr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7DB4C5-F230-40AB-A259-221D688B4C74}"/>
              </a:ext>
            </a:extLst>
          </p:cNvPr>
          <p:cNvSpPr txBox="1"/>
          <p:nvPr/>
        </p:nvSpPr>
        <p:spPr>
          <a:xfrm>
            <a:off x="2490551" y="5726082"/>
            <a:ext cx="208454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nearest[</a:t>
            </a:r>
            <a:r>
              <a:rPr lang="en-US" sz="2400" dirty="0">
                <a:solidFill>
                  <a:srgbClr val="AD0FA2"/>
                </a:solidFill>
                <a:latin typeface="Arial Rounded MT Bold" panose="020F0704030504030204" pitchFamily="34" charset="0"/>
              </a:rPr>
              <a:t>6</a:t>
            </a:r>
            <a:r>
              <a:rPr lang="en-US" sz="2400" dirty="0">
                <a:latin typeface="Arial Rounded MT Bold" panose="020F0704030504030204" pitchFamily="34" charset="0"/>
              </a:rPr>
              <a:t>]=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endParaRPr lang="en-US" sz="2400" dirty="0">
              <a:solidFill>
                <a:srgbClr val="346C8A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36538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106/182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/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2CB79B-D179-48F9-98E0-3A8FDD44C739}"/>
              </a:ext>
            </a:extLst>
          </p:cNvPr>
          <p:cNvSpPr txBox="1"/>
          <p:nvPr/>
        </p:nvSpPr>
        <p:spPr>
          <a:xfrm>
            <a:off x="1088971" y="5612878"/>
            <a:ext cx="681116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UPDATE: </a:t>
            </a:r>
            <a:r>
              <a:rPr lang="en-US" sz="2400" dirty="0">
                <a:latin typeface="Arial Rounded MT Bold" panose="020F0704030504030204" pitchFamily="34" charset="0"/>
              </a:rPr>
              <a:t>distance[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]=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Min{</a:t>
            </a:r>
            <a:r>
              <a:rPr lang="en-US" sz="2400" dirty="0">
                <a:latin typeface="Arial Rounded MT Bold" panose="020F0704030504030204" pitchFamily="34" charset="0"/>
              </a:rPr>
              <a:t>distance[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],W[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][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</a:t>
            </a:r>
            <a:r>
              <a:rPr lang="en-US" sz="2400" dirty="0">
                <a:latin typeface="Arial Rounded MT Bold" panose="020F0704030504030204" pitchFamily="34" charset="0"/>
              </a:rPr>
              <a:t>]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2945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Prim: updating nearest[]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6421B-6629-4B3E-B30C-7CA8F897E38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107/182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FDCAF3-13CF-4227-A04D-FF156E4B340F}"/>
              </a:ext>
            </a:extLst>
          </p:cNvPr>
          <p:cNvCxnSpPr>
            <a:stCxn id="88" idx="0"/>
            <a:endCxn id="82" idx="4"/>
          </p:cNvCxnSpPr>
          <p:nvPr/>
        </p:nvCxnSpPr>
        <p:spPr>
          <a:xfrm flipV="1">
            <a:off x="9199903" y="2675695"/>
            <a:ext cx="1933951" cy="2034020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F5685C-CA20-4D8F-9D35-1D898D0483AD}"/>
              </a:ext>
            </a:extLst>
          </p:cNvPr>
          <p:cNvCxnSpPr>
            <a:stCxn id="88" idx="0"/>
            <a:endCxn id="71" idx="2"/>
          </p:cNvCxnSpPr>
          <p:nvPr/>
        </p:nvCxnSpPr>
        <p:spPr>
          <a:xfrm flipH="1" flipV="1">
            <a:off x="9089157" y="2633536"/>
            <a:ext cx="110746" cy="2076179"/>
          </a:xfrm>
          <a:prstGeom prst="line">
            <a:avLst/>
          </a:prstGeom>
          <a:ln w="38100">
            <a:solidFill>
              <a:srgbClr val="ED8428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D9A52BA-D29E-4202-89E9-115A44AAC837}"/>
              </a:ext>
            </a:extLst>
          </p:cNvPr>
          <p:cNvCxnSpPr>
            <a:stCxn id="90" idx="0"/>
            <a:endCxn id="81" idx="2"/>
          </p:cNvCxnSpPr>
          <p:nvPr/>
        </p:nvCxnSpPr>
        <p:spPr>
          <a:xfrm flipH="1" flipV="1">
            <a:off x="10064577" y="2651098"/>
            <a:ext cx="557631" cy="204400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11F17FC-8209-485D-A77C-D9C7DE2C3E4B}"/>
              </a:ext>
            </a:extLst>
          </p:cNvPr>
          <p:cNvCxnSpPr>
            <a:stCxn id="89" idx="0"/>
            <a:endCxn id="71" idx="2"/>
          </p:cNvCxnSpPr>
          <p:nvPr/>
        </p:nvCxnSpPr>
        <p:spPr>
          <a:xfrm flipH="1" flipV="1">
            <a:off x="9089157" y="2633536"/>
            <a:ext cx="1502214" cy="2023893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A93C7B-ECC3-4B0A-B589-A636083ECC74}"/>
              </a:ext>
            </a:extLst>
          </p:cNvPr>
          <p:cNvCxnSpPr>
            <a:stCxn id="92" idx="0"/>
            <a:endCxn id="82" idx="4"/>
          </p:cNvCxnSpPr>
          <p:nvPr/>
        </p:nvCxnSpPr>
        <p:spPr>
          <a:xfrm flipH="1" flipV="1">
            <a:off x="11133854" y="2675695"/>
            <a:ext cx="154320" cy="2034020"/>
          </a:xfrm>
          <a:prstGeom prst="line">
            <a:avLst/>
          </a:prstGeom>
          <a:ln w="38100">
            <a:solidFill>
              <a:srgbClr val="AD0FA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>
            <a:extLst>
              <a:ext uri="{FF2B5EF4-FFF2-40B4-BE49-F238E27FC236}">
                <a16:creationId xmlns:a16="http://schemas.microsoft.com/office/drawing/2014/main" id="{583D675C-D914-4215-A7F6-32A76BE87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2138" y="468805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ED8428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BCA524-4ACC-41DC-B4D9-A1E30029CC07}"/>
              </a:ext>
            </a:extLst>
          </p:cNvPr>
          <p:cNvSpPr txBox="1"/>
          <p:nvPr/>
        </p:nvSpPr>
        <p:spPr>
          <a:xfrm>
            <a:off x="8999367" y="4709715"/>
            <a:ext cx="401072" cy="369332"/>
          </a:xfrm>
          <a:prstGeom prst="rect">
            <a:avLst/>
          </a:prstGeom>
          <a:noFill/>
          <a:ln w="57150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7E1212-3F5B-4B48-AD5D-FDB3B2E6D800}"/>
              </a:ext>
            </a:extLst>
          </p:cNvPr>
          <p:cNvSpPr/>
          <p:nvPr/>
        </p:nvSpPr>
        <p:spPr>
          <a:xfrm>
            <a:off x="8864450" y="3560776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3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B5DA65-7368-4AD2-8333-CFE4ED7DC01D}"/>
              </a:ext>
            </a:extLst>
          </p:cNvPr>
          <p:cNvSpPr/>
          <p:nvPr/>
        </p:nvSpPr>
        <p:spPr>
          <a:xfrm>
            <a:off x="10505099" y="277272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ED8428"/>
                </a:solidFill>
                <a:latin typeface="Arial Rounded MT Bold" panose="020F0704030504030204" pitchFamily="34" charset="0"/>
              </a:rPr>
              <a:t>9</a:t>
            </a:r>
            <a:endParaRPr lang="en-US" dirty="0">
              <a:solidFill>
                <a:srgbClr val="ED8428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7C6002-67E6-4C0A-9AE9-1DFE4A0793A3}"/>
              </a:ext>
            </a:extLst>
          </p:cNvPr>
          <p:cNvSpPr/>
          <p:nvPr/>
        </p:nvSpPr>
        <p:spPr>
          <a:xfrm>
            <a:off x="11223572" y="3543695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5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842B12-FA21-4A3C-BE54-E0186F4BC2B5}"/>
              </a:ext>
            </a:extLst>
          </p:cNvPr>
          <p:cNvSpPr/>
          <p:nvPr/>
        </p:nvSpPr>
        <p:spPr>
          <a:xfrm>
            <a:off x="9449202" y="2918879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7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4384287-8757-40B2-B9DD-96DADEF2528E}"/>
              </a:ext>
            </a:extLst>
          </p:cNvPr>
          <p:cNvSpPr/>
          <p:nvPr/>
        </p:nvSpPr>
        <p:spPr>
          <a:xfrm>
            <a:off x="10303544" y="347287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33" name="Table 132">
            <a:extLst>
              <a:ext uri="{FF2B5EF4-FFF2-40B4-BE49-F238E27FC236}">
                <a16:creationId xmlns:a16="http://schemas.microsoft.com/office/drawing/2014/main" id="{90BA7638-3E35-4803-8E19-DE2BE5AE3C2C}"/>
              </a:ext>
            </a:extLst>
          </p:cNvPr>
          <p:cNvGraphicFramePr>
            <a:graphicFrameLocks noGrp="1"/>
          </p:cNvGraphicFramePr>
          <p:nvPr/>
        </p:nvGraphicFramePr>
        <p:xfrm>
          <a:off x="-115461" y="2281766"/>
          <a:ext cx="6340053" cy="2655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727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683967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775167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6876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360307630"/>
                    </a:ext>
                  </a:extLst>
                </a:gridCol>
                <a:gridCol w="654218">
                  <a:extLst>
                    <a:ext uri="{9D8B030D-6E8A-4147-A177-3AD203B41FA5}">
                      <a16:colId xmlns:a16="http://schemas.microsoft.com/office/drawing/2014/main" val="2044393686"/>
                    </a:ext>
                  </a:extLst>
                </a:gridCol>
              </a:tblGrid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nearest</a:t>
                      </a:r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191252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7030A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D8428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D8428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AAC9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AAC9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AD0FA2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7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9240156"/>
                  </a:ext>
                </a:extLst>
              </a:tr>
              <a:tr h="53111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 Rounded MT Bold" panose="020F0704030504030204" pitchFamily="34" charset="0"/>
                        </a:rPr>
                        <a:t>distance</a:t>
                      </a:r>
                      <a:endParaRPr lang="en-US" sz="2000" b="1" dirty="0">
                        <a:solidFill>
                          <a:schemeClr val="accent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84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6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AD0FA2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D0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63382"/>
                  </a:ext>
                </a:extLst>
              </a:tr>
            </a:tbl>
          </a:graphicData>
        </a:graphic>
      </p:graphicFrame>
      <p:sp>
        <p:nvSpPr>
          <p:cNvPr id="69" name="Oval 16">
            <a:extLst>
              <a:ext uri="{FF2B5EF4-FFF2-40B4-BE49-F238E27FC236}">
                <a16:creationId xmlns:a16="http://schemas.microsoft.com/office/drawing/2014/main" id="{12223782-58E9-412A-871A-9C597B75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332" y="224234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3CE9BD-5002-461A-BFB6-9AF6C71840B7}"/>
              </a:ext>
            </a:extLst>
          </p:cNvPr>
          <p:cNvSpPr txBox="1"/>
          <p:nvPr/>
        </p:nvSpPr>
        <p:spPr>
          <a:xfrm>
            <a:off x="8888621" y="226420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985C7B9F-976F-4D41-9E84-FDD5636CE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6456" y="2259818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CD8E7-3F7C-4965-9C18-AF1F3C4D1960}"/>
              </a:ext>
            </a:extLst>
          </p:cNvPr>
          <p:cNvSpPr txBox="1"/>
          <p:nvPr/>
        </p:nvSpPr>
        <p:spPr>
          <a:xfrm>
            <a:off x="9864041" y="22817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9A6A6524-DEDB-4D16-BB03-A50C92479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6088" y="2240164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39DD5B-8491-4E4B-8831-FAF1C7733B95}"/>
              </a:ext>
            </a:extLst>
          </p:cNvPr>
          <p:cNvSpPr/>
          <p:nvPr/>
        </p:nvSpPr>
        <p:spPr>
          <a:xfrm>
            <a:off x="10975870" y="226509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AD1E6-CFAE-468F-ACB4-395D6E2F0EE4}"/>
              </a:ext>
            </a:extLst>
          </p:cNvPr>
          <p:cNvCxnSpPr>
            <a:cxnSpLocks/>
            <a:stCxn id="92" idx="0"/>
            <a:endCxn id="34" idx="5"/>
          </p:cNvCxnSpPr>
          <p:nvPr/>
        </p:nvCxnSpPr>
        <p:spPr>
          <a:xfrm flipH="1" flipV="1">
            <a:off x="8374400" y="2671852"/>
            <a:ext cx="2913774" cy="2037863"/>
          </a:xfrm>
          <a:prstGeom prst="line">
            <a:avLst/>
          </a:prstGeom>
          <a:ln w="38100">
            <a:solidFill>
              <a:srgbClr val="AD0FA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FF1E89-0C27-4248-8331-5616799C6F30}"/>
              </a:ext>
            </a:extLst>
          </p:cNvPr>
          <p:cNvCxnSpPr>
            <a:cxnSpLocks/>
            <a:stCxn id="89" idx="0"/>
            <a:endCxn id="34" idx="5"/>
          </p:cNvCxnSpPr>
          <p:nvPr/>
        </p:nvCxnSpPr>
        <p:spPr>
          <a:xfrm flipH="1" flipV="1">
            <a:off x="8374400" y="2671852"/>
            <a:ext cx="2216971" cy="1985577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9FA1D2-01A7-4256-9EFC-C81C6836FFF1}"/>
              </a:ext>
            </a:extLst>
          </p:cNvPr>
          <p:cNvSpPr/>
          <p:nvPr/>
        </p:nvSpPr>
        <p:spPr>
          <a:xfrm>
            <a:off x="10775414" y="411612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D0FA2"/>
                </a:solidFill>
                <a:latin typeface="Arial Rounded MT Bold" panose="020F0704030504030204" pitchFamily="34" charset="0"/>
              </a:rPr>
              <a:t>2</a:t>
            </a:r>
            <a:endParaRPr lang="en-US" dirty="0">
              <a:solidFill>
                <a:srgbClr val="AD0FA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88ADFC-0C96-4430-80F2-5FC0338E5958}"/>
              </a:ext>
            </a:extLst>
          </p:cNvPr>
          <p:cNvSpPr/>
          <p:nvPr/>
        </p:nvSpPr>
        <p:spPr>
          <a:xfrm>
            <a:off x="9326432" y="363998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8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4" name="Oval 16">
            <a:extLst>
              <a:ext uri="{FF2B5EF4-FFF2-40B4-BE49-F238E27FC236}">
                <a16:creationId xmlns:a16="http://schemas.microsoft.com/office/drawing/2014/main" id="{00EAC9FA-9A10-4662-AA9E-02A8B379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651" y="2300103"/>
            <a:ext cx="435531" cy="43553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84B8E-99FD-4918-9B98-9EB1682F8E0E}"/>
              </a:ext>
            </a:extLst>
          </p:cNvPr>
          <p:cNvSpPr/>
          <p:nvPr/>
        </p:nvSpPr>
        <p:spPr>
          <a:xfrm>
            <a:off x="8037110" y="2317417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465BE31A-53AE-477C-9963-84BEAFC0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3605" y="4657429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0B5074-7F73-4EE1-909A-7A5D7BF36E16}"/>
              </a:ext>
            </a:extLst>
          </p:cNvPr>
          <p:cNvSpPr/>
          <p:nvPr/>
        </p:nvSpPr>
        <p:spPr>
          <a:xfrm>
            <a:off x="10421672" y="4695101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1" name="Oval 16">
            <a:extLst>
              <a:ext uri="{FF2B5EF4-FFF2-40B4-BE49-F238E27FC236}">
                <a16:creationId xmlns:a16="http://schemas.microsoft.com/office/drawing/2014/main" id="{2B013D22-79D8-4A0C-ABBC-D9D7AD5FD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9571" y="4672043"/>
            <a:ext cx="435531" cy="435531"/>
          </a:xfrm>
          <a:prstGeom prst="ellipse">
            <a:avLst/>
          </a:prstGeom>
          <a:solidFill>
            <a:srgbClr val="42B82E"/>
          </a:solidFill>
          <a:ln w="57150">
            <a:solidFill>
              <a:srgbClr val="AD0FA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064702-59C3-4F69-8F03-B3758F16E192}"/>
              </a:ext>
            </a:extLst>
          </p:cNvPr>
          <p:cNvSpPr/>
          <p:nvPr/>
        </p:nvSpPr>
        <p:spPr>
          <a:xfrm>
            <a:off x="11087638" y="4709715"/>
            <a:ext cx="401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25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</a:t>
            </a:r>
            <a:endParaRPr lang="en-US" b="1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2CB79B-D179-48F9-98E0-3A8FDD44C739}"/>
              </a:ext>
            </a:extLst>
          </p:cNvPr>
          <p:cNvSpPr txBox="1"/>
          <p:nvPr/>
        </p:nvSpPr>
        <p:spPr>
          <a:xfrm>
            <a:off x="322333" y="5665611"/>
            <a:ext cx="874758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UPDATE: IF </a:t>
            </a:r>
            <a:r>
              <a:rPr lang="en-US" sz="2400" dirty="0">
                <a:latin typeface="Arial Rounded MT Bold" panose="020F0704030504030204" pitchFamily="34" charset="0"/>
              </a:rPr>
              <a:t>W[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][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</a:t>
            </a:r>
            <a:r>
              <a:rPr lang="en-US" sz="2400" dirty="0">
                <a:latin typeface="Arial Rounded MT Bold" panose="020F0704030504030204" pitchFamily="34" charset="0"/>
              </a:rPr>
              <a:t>]&lt; distance[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  THEN </a:t>
            </a:r>
            <a:r>
              <a:rPr lang="en-US" sz="2400" dirty="0">
                <a:latin typeface="Arial Rounded MT Bold" panose="020F0704030504030204" pitchFamily="34" charset="0"/>
              </a:rPr>
              <a:t>distance[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]=W[</a:t>
            </a:r>
            <a:r>
              <a:rPr lang="en-US" sz="2400" dirty="0" err="1">
                <a:solidFill>
                  <a:srgbClr val="42B82E"/>
                </a:solidFill>
                <a:latin typeface="Arial Rounded MT Bold" panose="020F0704030504030204" pitchFamily="34" charset="0"/>
              </a:rPr>
              <a:t>i</a:t>
            </a:r>
            <a:r>
              <a:rPr lang="en-US" sz="2400" dirty="0">
                <a:latin typeface="Arial Rounded MT Bold" panose="020F0704030504030204" pitchFamily="34" charset="0"/>
              </a:rPr>
              <a:t>][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</a:t>
            </a:r>
            <a:r>
              <a:rPr lang="en-US" sz="2400" dirty="0">
                <a:latin typeface="Arial Rounded MT Bold" panose="020F0704030504030204" pitchFamily="34" charset="0"/>
              </a:rPr>
              <a:t>]</a:t>
            </a:r>
            <a:r>
              <a:rPr lang="en-US" sz="2400" dirty="0">
                <a:solidFill>
                  <a:srgbClr val="346C8A"/>
                </a:solidFill>
                <a:latin typeface="Arial Rounded MT Bold" panose="020F0704030504030204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10393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Prim’s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1E7FB-52CE-4327-863E-9C711F47791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108/182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516900" y="1863328"/>
            <a:ext cx="111213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Prim(W)</a:t>
            </a:r>
            <a:endParaRPr lang="en-US" altLang="en-US" sz="1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F=Ø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FOR 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  <a:r>
              <a:rPr lang="en-US" altLang="en-US" sz="1800" i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v</a:t>
            </a:r>
            <a:r>
              <a:rPr lang="en-US" altLang="en-US" sz="1800" i="1" baseline="-250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1800" i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 in Z</a:t>
            </a:r>
            <a:endParaRPr lang="en-US" altLang="en-US" sz="1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nearest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]=1  </a:t>
            </a:r>
            <a:r>
              <a:rPr lang="en-US" altLang="en-US" sz="1800" i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Z has only one element (v</a:t>
            </a:r>
            <a:r>
              <a:rPr lang="en-US" altLang="en-US" sz="1800" i="1" baseline="-250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800" i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distance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]=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W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[1][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FOR j=1 TO n-1 DO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 b=index of minimum element in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distance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 a=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nearest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[b]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((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distance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.delete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nearest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.delete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     FOR EACH 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in distance DO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 IF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W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][b]&lt;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distance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 THEN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distance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]=W[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][b]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					  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nearest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]=b</a:t>
            </a:r>
          </a:p>
          <a:p>
            <a:pPr marL="0" indent="0"/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RETURN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EDA6CD-C7C5-42B5-96D5-AE2E55AC8743}"/>
              </a:ext>
            </a:extLst>
          </p:cNvPr>
          <p:cNvSpPr/>
          <p:nvPr/>
        </p:nvSpPr>
        <p:spPr>
          <a:xfrm>
            <a:off x="581192" y="2171074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2796A-A3DD-40B2-8BC5-3F2220FBCD5A}"/>
              </a:ext>
            </a:extLst>
          </p:cNvPr>
          <p:cNvSpPr/>
          <p:nvPr/>
        </p:nvSpPr>
        <p:spPr>
          <a:xfrm>
            <a:off x="581192" y="2471325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D7DA2D-DAC5-4E2C-87AD-713209374C6D}"/>
              </a:ext>
            </a:extLst>
          </p:cNvPr>
          <p:cNvSpPr/>
          <p:nvPr/>
        </p:nvSpPr>
        <p:spPr>
          <a:xfrm>
            <a:off x="581192" y="2771576"/>
            <a:ext cx="7135906" cy="541250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AE7E5-1191-43D3-90FA-48F0DE8EDEA3}"/>
              </a:ext>
            </a:extLst>
          </p:cNvPr>
          <p:cNvSpPr/>
          <p:nvPr/>
        </p:nvSpPr>
        <p:spPr>
          <a:xfrm>
            <a:off x="581192" y="3307337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0EBCF8-D3A4-473E-A6D0-5F91C6CE4FCB}"/>
              </a:ext>
            </a:extLst>
          </p:cNvPr>
          <p:cNvSpPr/>
          <p:nvPr/>
        </p:nvSpPr>
        <p:spPr>
          <a:xfrm>
            <a:off x="581192" y="6019914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1D4C9-055D-497B-98CE-B268DC8C9DC3}"/>
              </a:ext>
            </a:extLst>
          </p:cNvPr>
          <p:cNvSpPr/>
          <p:nvPr/>
        </p:nvSpPr>
        <p:spPr>
          <a:xfrm>
            <a:off x="581192" y="3542676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DBEAFA-2FE3-4461-B8FC-442625DEAE49}"/>
              </a:ext>
            </a:extLst>
          </p:cNvPr>
          <p:cNvSpPr/>
          <p:nvPr/>
        </p:nvSpPr>
        <p:spPr>
          <a:xfrm>
            <a:off x="581192" y="3842909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073B56-468E-419D-9B12-74C6A82E0610}"/>
              </a:ext>
            </a:extLst>
          </p:cNvPr>
          <p:cNvSpPr/>
          <p:nvPr/>
        </p:nvSpPr>
        <p:spPr>
          <a:xfrm>
            <a:off x="561245" y="4117013"/>
            <a:ext cx="7135906" cy="305722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D4208-222A-4A51-9EAB-DD76904122F4}"/>
              </a:ext>
            </a:extLst>
          </p:cNvPr>
          <p:cNvSpPr/>
          <p:nvPr/>
        </p:nvSpPr>
        <p:spPr>
          <a:xfrm>
            <a:off x="563745" y="4359352"/>
            <a:ext cx="7135906" cy="617381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FC614-6E05-4A94-8ADB-BD35782A025B}"/>
              </a:ext>
            </a:extLst>
          </p:cNvPr>
          <p:cNvSpPr/>
          <p:nvPr/>
        </p:nvSpPr>
        <p:spPr>
          <a:xfrm>
            <a:off x="581192" y="4957822"/>
            <a:ext cx="7135906" cy="1057700"/>
          </a:xfrm>
          <a:prstGeom prst="rect">
            <a:avLst/>
          </a:prstGeom>
          <a:solidFill>
            <a:srgbClr val="ED842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788C37-0D50-4901-B68D-B902495FA37E}"/>
                  </a:ext>
                </a:extLst>
              </p:cNvPr>
              <p:cNvSpPr txBox="1"/>
              <p:nvPr/>
            </p:nvSpPr>
            <p:spPr>
              <a:xfrm>
                <a:off x="9456016" y="5385525"/>
                <a:ext cx="1001236" cy="43088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B788C37-0D50-4901-B68D-B902495FA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016" y="5385525"/>
                <a:ext cx="100123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2862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Prim’s Algorithm: Wrap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273BC-BE95-4912-BC78-96A9C6DB5B5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123/182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8C81C-C5C0-4542-BC57-9DFF9C749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54" y="2450264"/>
            <a:ext cx="10659291" cy="28964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A9A9AB-975B-4F3A-9A6D-5446D32248B2}"/>
              </a:ext>
            </a:extLst>
          </p:cNvPr>
          <p:cNvCxnSpPr/>
          <p:nvPr/>
        </p:nvCxnSpPr>
        <p:spPr>
          <a:xfrm>
            <a:off x="766354" y="2865120"/>
            <a:ext cx="106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519063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9A4E606-00CE-47CF-8893-CB30D3C051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124/182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weighted directed graph, find the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the other nodes.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  <a:blipFill>
                <a:blip r:embed="rId4"/>
                <a:stretch>
                  <a:fillRect b="-2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337237" y="6021098"/>
            <a:ext cx="17987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G=(V,E)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ECAD84-51BB-4822-9B9F-5614D2C1E84C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856230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6BF33E-39C4-4C79-AD2C-F407C1F29781}"/>
              </a:ext>
            </a:extLst>
          </p:cNvPr>
          <p:cNvCxnSpPr/>
          <p:nvPr/>
        </p:nvCxnSpPr>
        <p:spPr>
          <a:xfrm flipH="1">
            <a:off x="3081712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93B2B8-B091-4925-82AA-FACE48E8204E}"/>
              </a:ext>
            </a:extLst>
          </p:cNvPr>
          <p:cNvCxnSpPr/>
          <p:nvPr/>
        </p:nvCxnSpPr>
        <p:spPr>
          <a:xfrm flipH="1">
            <a:off x="1756194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408A5F-BE9F-411A-A71E-59192A733BA3}"/>
              </a:ext>
            </a:extLst>
          </p:cNvPr>
          <p:cNvCxnSpPr>
            <a:stCxn id="44" idx="1"/>
          </p:cNvCxnSpPr>
          <p:nvPr/>
        </p:nvCxnSpPr>
        <p:spPr>
          <a:xfrm flipH="1">
            <a:off x="1712652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5C16E7-D377-441F-B566-F7B9F545458E}"/>
              </a:ext>
            </a:extLst>
          </p:cNvPr>
          <p:cNvCxnSpPr/>
          <p:nvPr/>
        </p:nvCxnSpPr>
        <p:spPr>
          <a:xfrm flipV="1">
            <a:off x="1473320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6">
            <a:extLst>
              <a:ext uri="{FF2B5EF4-FFF2-40B4-BE49-F238E27FC236}">
                <a16:creationId xmlns:a16="http://schemas.microsoft.com/office/drawing/2014/main" id="{B2606E60-565A-4229-ACCF-1C35BE974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887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7164A2-F28C-4554-A8D6-F5264ECA6297}"/>
              </a:ext>
            </a:extLst>
          </p:cNvPr>
          <p:cNvCxnSpPr/>
          <p:nvPr/>
        </p:nvCxnSpPr>
        <p:spPr>
          <a:xfrm flipH="1">
            <a:off x="1629552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C13EF3-9456-4564-A9AE-79486E188415}"/>
              </a:ext>
            </a:extLst>
          </p:cNvPr>
          <p:cNvCxnSpPr/>
          <p:nvPr/>
        </p:nvCxnSpPr>
        <p:spPr>
          <a:xfrm flipH="1">
            <a:off x="1635600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6">
            <a:extLst>
              <a:ext uri="{FF2B5EF4-FFF2-40B4-BE49-F238E27FC236}">
                <a16:creationId xmlns:a16="http://schemas.microsoft.com/office/drawing/2014/main" id="{E24AB143-F008-49B5-98F2-9BBFA1F0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16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33E221-0465-456D-A619-25A2F23482EA}"/>
              </a:ext>
            </a:extLst>
          </p:cNvPr>
          <p:cNvCxnSpPr/>
          <p:nvPr/>
        </p:nvCxnSpPr>
        <p:spPr>
          <a:xfrm>
            <a:off x="3127214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B8005692-4F79-4EBB-8E13-5B85D2B4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825" y="399372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37F041-AB8B-4EA6-B54B-5CC468ADB3A9}"/>
              </a:ext>
            </a:extLst>
          </p:cNvPr>
          <p:cNvSpPr txBox="1"/>
          <p:nvPr/>
        </p:nvSpPr>
        <p:spPr>
          <a:xfrm>
            <a:off x="1495488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083C1C-C727-4C24-8C5E-E659396C5D67}"/>
              </a:ext>
            </a:extLst>
          </p:cNvPr>
          <p:cNvSpPr txBox="1"/>
          <p:nvPr/>
        </p:nvSpPr>
        <p:spPr>
          <a:xfrm>
            <a:off x="3593006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4149C-F7E2-4FF9-ABE6-9B0086C2D2B9}"/>
              </a:ext>
            </a:extLst>
          </p:cNvPr>
          <p:cNvSpPr/>
          <p:nvPr/>
        </p:nvSpPr>
        <p:spPr>
          <a:xfrm>
            <a:off x="2816452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41B5D0FC-29E5-4777-9E1C-56B97203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335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6499-F86F-4F7F-A7A7-7E36FD1D60BC}"/>
              </a:ext>
            </a:extLst>
          </p:cNvPr>
          <p:cNvSpPr txBox="1"/>
          <p:nvPr/>
        </p:nvSpPr>
        <p:spPr>
          <a:xfrm>
            <a:off x="1230740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869306-291A-4222-8568-4BA3900D74FD}"/>
              </a:ext>
            </a:extLst>
          </p:cNvPr>
          <p:cNvSpPr txBox="1"/>
          <p:nvPr/>
        </p:nvSpPr>
        <p:spPr>
          <a:xfrm>
            <a:off x="1178662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F856CD-763C-4875-8426-1F45A611651E}"/>
              </a:ext>
            </a:extLst>
          </p:cNvPr>
          <p:cNvSpPr txBox="1"/>
          <p:nvPr/>
        </p:nvSpPr>
        <p:spPr>
          <a:xfrm>
            <a:off x="2494477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593B1-432C-440A-BB07-13BD135C6B66}"/>
              </a:ext>
            </a:extLst>
          </p:cNvPr>
          <p:cNvSpPr txBox="1"/>
          <p:nvPr/>
        </p:nvSpPr>
        <p:spPr>
          <a:xfrm>
            <a:off x="1882794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B2E5C-106C-4DE5-9C66-6F29274FCDF8}"/>
              </a:ext>
            </a:extLst>
          </p:cNvPr>
          <p:cNvSpPr txBox="1"/>
          <p:nvPr/>
        </p:nvSpPr>
        <p:spPr>
          <a:xfrm>
            <a:off x="1779101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69C56-7B33-4454-BADB-20B7AA5D0164}"/>
              </a:ext>
            </a:extLst>
          </p:cNvPr>
          <p:cNvSpPr txBox="1"/>
          <p:nvPr/>
        </p:nvSpPr>
        <p:spPr>
          <a:xfrm>
            <a:off x="2179148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9ECFF2-FDA4-473A-A782-E5FE80B5464A}"/>
              </a:ext>
            </a:extLst>
          </p:cNvPr>
          <p:cNvSpPr txBox="1"/>
          <p:nvPr/>
        </p:nvSpPr>
        <p:spPr>
          <a:xfrm>
            <a:off x="2809612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003E3-2E0C-447E-A231-05C593D4BA14}"/>
              </a:ext>
            </a:extLst>
          </p:cNvPr>
          <p:cNvSpPr txBox="1"/>
          <p:nvPr/>
        </p:nvSpPr>
        <p:spPr>
          <a:xfrm>
            <a:off x="3470921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B1B7E1-AEEA-4739-8189-CDCF08BFA057}"/>
              </a:ext>
            </a:extLst>
          </p:cNvPr>
          <p:cNvSpPr txBox="1"/>
          <p:nvPr/>
        </p:nvSpPr>
        <p:spPr>
          <a:xfrm>
            <a:off x="3441890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9A943377-6C9E-43CE-BD1D-5D6BEBC98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979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1BA840-4024-4B68-8A9A-9A032B1396D8}"/>
              </a:ext>
            </a:extLst>
          </p:cNvPr>
          <p:cNvSpPr/>
          <p:nvPr/>
        </p:nvSpPr>
        <p:spPr>
          <a:xfrm>
            <a:off x="2789389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4322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9A4E606-00CE-47CF-8893-CB30D3C051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125/182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weighted directed graph, find the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the other nodes.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  <a:blipFill>
                <a:blip r:embed="rId4"/>
                <a:stretch>
                  <a:fillRect b="-2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319572" y="6036768"/>
            <a:ext cx="17987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G=(V,E)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ECAD84-51BB-4822-9B9F-5614D2C1E84C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856230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6BF33E-39C4-4C79-AD2C-F407C1F29781}"/>
              </a:ext>
            </a:extLst>
          </p:cNvPr>
          <p:cNvCxnSpPr/>
          <p:nvPr/>
        </p:nvCxnSpPr>
        <p:spPr>
          <a:xfrm flipH="1">
            <a:off x="3081712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93B2B8-B091-4925-82AA-FACE48E8204E}"/>
              </a:ext>
            </a:extLst>
          </p:cNvPr>
          <p:cNvCxnSpPr/>
          <p:nvPr/>
        </p:nvCxnSpPr>
        <p:spPr>
          <a:xfrm flipH="1">
            <a:off x="1756194" y="3340936"/>
            <a:ext cx="1057327" cy="642062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408A5F-BE9F-411A-A71E-59192A733BA3}"/>
              </a:ext>
            </a:extLst>
          </p:cNvPr>
          <p:cNvCxnSpPr>
            <a:stCxn id="44" idx="1"/>
          </p:cNvCxnSpPr>
          <p:nvPr/>
        </p:nvCxnSpPr>
        <p:spPr>
          <a:xfrm flipH="1">
            <a:off x="1712652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5C16E7-D377-441F-B566-F7B9F545458E}"/>
              </a:ext>
            </a:extLst>
          </p:cNvPr>
          <p:cNvCxnSpPr/>
          <p:nvPr/>
        </p:nvCxnSpPr>
        <p:spPr>
          <a:xfrm flipV="1">
            <a:off x="1473320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6">
            <a:extLst>
              <a:ext uri="{FF2B5EF4-FFF2-40B4-BE49-F238E27FC236}">
                <a16:creationId xmlns:a16="http://schemas.microsoft.com/office/drawing/2014/main" id="{B2606E60-565A-4229-ACCF-1C35BE974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887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7164A2-F28C-4554-A8D6-F5264ECA6297}"/>
              </a:ext>
            </a:extLst>
          </p:cNvPr>
          <p:cNvCxnSpPr/>
          <p:nvPr/>
        </p:nvCxnSpPr>
        <p:spPr>
          <a:xfrm flipH="1">
            <a:off x="1629552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C13EF3-9456-4564-A9AE-79486E188415}"/>
              </a:ext>
            </a:extLst>
          </p:cNvPr>
          <p:cNvCxnSpPr/>
          <p:nvPr/>
        </p:nvCxnSpPr>
        <p:spPr>
          <a:xfrm flipH="1">
            <a:off x="1635600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6">
            <a:extLst>
              <a:ext uri="{FF2B5EF4-FFF2-40B4-BE49-F238E27FC236}">
                <a16:creationId xmlns:a16="http://schemas.microsoft.com/office/drawing/2014/main" id="{E24AB143-F008-49B5-98F2-9BBFA1F0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16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33E221-0465-456D-A619-25A2F23482EA}"/>
              </a:ext>
            </a:extLst>
          </p:cNvPr>
          <p:cNvCxnSpPr/>
          <p:nvPr/>
        </p:nvCxnSpPr>
        <p:spPr>
          <a:xfrm>
            <a:off x="3127214" y="3349897"/>
            <a:ext cx="664364" cy="651261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B8005692-4F79-4EBB-8E13-5B85D2B4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825" y="3993724"/>
            <a:ext cx="435531" cy="435531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37F041-AB8B-4EA6-B54B-5CC468ADB3A9}"/>
              </a:ext>
            </a:extLst>
          </p:cNvPr>
          <p:cNvSpPr txBox="1"/>
          <p:nvPr/>
        </p:nvSpPr>
        <p:spPr>
          <a:xfrm>
            <a:off x="1495488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083C1C-C727-4C24-8C5E-E659396C5D67}"/>
              </a:ext>
            </a:extLst>
          </p:cNvPr>
          <p:cNvSpPr txBox="1"/>
          <p:nvPr/>
        </p:nvSpPr>
        <p:spPr>
          <a:xfrm>
            <a:off x="3593006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4149C-F7E2-4FF9-ABE6-9B0086C2D2B9}"/>
              </a:ext>
            </a:extLst>
          </p:cNvPr>
          <p:cNvSpPr/>
          <p:nvPr/>
        </p:nvSpPr>
        <p:spPr>
          <a:xfrm>
            <a:off x="2816452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41B5D0FC-29E5-4777-9E1C-56B97203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335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6499-F86F-4F7F-A7A7-7E36FD1D60BC}"/>
              </a:ext>
            </a:extLst>
          </p:cNvPr>
          <p:cNvSpPr txBox="1"/>
          <p:nvPr/>
        </p:nvSpPr>
        <p:spPr>
          <a:xfrm>
            <a:off x="1230740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869306-291A-4222-8568-4BA3900D74FD}"/>
              </a:ext>
            </a:extLst>
          </p:cNvPr>
          <p:cNvSpPr txBox="1"/>
          <p:nvPr/>
        </p:nvSpPr>
        <p:spPr>
          <a:xfrm>
            <a:off x="1178662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F856CD-763C-4875-8426-1F45A611651E}"/>
              </a:ext>
            </a:extLst>
          </p:cNvPr>
          <p:cNvSpPr txBox="1"/>
          <p:nvPr/>
        </p:nvSpPr>
        <p:spPr>
          <a:xfrm>
            <a:off x="2494477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593B1-432C-440A-BB07-13BD135C6B66}"/>
              </a:ext>
            </a:extLst>
          </p:cNvPr>
          <p:cNvSpPr txBox="1"/>
          <p:nvPr/>
        </p:nvSpPr>
        <p:spPr>
          <a:xfrm>
            <a:off x="1882794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B2E5C-106C-4DE5-9C66-6F29274FCDF8}"/>
              </a:ext>
            </a:extLst>
          </p:cNvPr>
          <p:cNvSpPr txBox="1"/>
          <p:nvPr/>
        </p:nvSpPr>
        <p:spPr>
          <a:xfrm>
            <a:off x="1779101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69C56-7B33-4454-BADB-20B7AA5D0164}"/>
              </a:ext>
            </a:extLst>
          </p:cNvPr>
          <p:cNvSpPr txBox="1"/>
          <p:nvPr/>
        </p:nvSpPr>
        <p:spPr>
          <a:xfrm>
            <a:off x="2179148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9ECFF2-FDA4-473A-A782-E5FE80B5464A}"/>
              </a:ext>
            </a:extLst>
          </p:cNvPr>
          <p:cNvSpPr txBox="1"/>
          <p:nvPr/>
        </p:nvSpPr>
        <p:spPr>
          <a:xfrm>
            <a:off x="2809612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003E3-2E0C-447E-A231-05C593D4BA14}"/>
              </a:ext>
            </a:extLst>
          </p:cNvPr>
          <p:cNvSpPr txBox="1"/>
          <p:nvPr/>
        </p:nvSpPr>
        <p:spPr>
          <a:xfrm>
            <a:off x="3470921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B1B7E1-AEEA-4739-8189-CDCF08BFA057}"/>
              </a:ext>
            </a:extLst>
          </p:cNvPr>
          <p:cNvSpPr txBox="1"/>
          <p:nvPr/>
        </p:nvSpPr>
        <p:spPr>
          <a:xfrm>
            <a:off x="3441890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9A943377-6C9E-43CE-BD1D-5D6BEBC98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979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1BA840-4024-4B68-8A9A-9A032B1396D8}"/>
              </a:ext>
            </a:extLst>
          </p:cNvPr>
          <p:cNvSpPr/>
          <p:nvPr/>
        </p:nvSpPr>
        <p:spPr>
          <a:xfrm>
            <a:off x="2789389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9929B7-105C-426F-9246-D2F957805C96}"/>
                  </a:ext>
                </a:extLst>
              </p:cNvPr>
              <p:cNvSpPr txBox="1"/>
              <p:nvPr/>
            </p:nvSpPr>
            <p:spPr>
              <a:xfrm>
                <a:off x="5998186" y="4101384"/>
                <a:ext cx="3418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𝑆𝑃</m:t>
                    </m:r>
                    <m:r>
                      <a:rPr lang="en-US" sz="24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 dirty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sz="24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aseline="-25000" dirty="0">
                    <a:solidFill>
                      <a:srgbClr val="FF00FF"/>
                    </a:solidFill>
                  </a:rPr>
                  <a:t> </a:t>
                </a:r>
                <a:endParaRPr lang="en-US" sz="24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9929B7-105C-426F-9246-D2F957805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86" y="4101384"/>
                <a:ext cx="3418436" cy="461665"/>
              </a:xfrm>
              <a:prstGeom prst="rect">
                <a:avLst/>
              </a:prstGeom>
              <a:blipFill>
                <a:blip r:embed="rId5"/>
                <a:stretch>
                  <a:fillRect l="-535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438814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9A4E606-00CE-47CF-8893-CB30D3C051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126/182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weighted directed graph, find the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the other nodes.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  <a:blipFill>
                <a:blip r:embed="rId4"/>
                <a:stretch>
                  <a:fillRect b="-2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282950" y="5994851"/>
            <a:ext cx="17987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G=(V,E)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ECAD84-51BB-4822-9B9F-5614D2C1E84C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856230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6BF33E-39C4-4C79-AD2C-F407C1F29781}"/>
              </a:ext>
            </a:extLst>
          </p:cNvPr>
          <p:cNvCxnSpPr/>
          <p:nvPr/>
        </p:nvCxnSpPr>
        <p:spPr>
          <a:xfrm flipH="1">
            <a:off x="3081712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93B2B8-B091-4925-82AA-FACE48E8204E}"/>
              </a:ext>
            </a:extLst>
          </p:cNvPr>
          <p:cNvCxnSpPr/>
          <p:nvPr/>
        </p:nvCxnSpPr>
        <p:spPr>
          <a:xfrm flipH="1">
            <a:off x="1756194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408A5F-BE9F-411A-A71E-59192A733BA3}"/>
              </a:ext>
            </a:extLst>
          </p:cNvPr>
          <p:cNvCxnSpPr>
            <a:stCxn id="44" idx="1"/>
          </p:cNvCxnSpPr>
          <p:nvPr/>
        </p:nvCxnSpPr>
        <p:spPr>
          <a:xfrm flipH="1">
            <a:off x="1712652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5C16E7-D377-441F-B566-F7B9F545458E}"/>
              </a:ext>
            </a:extLst>
          </p:cNvPr>
          <p:cNvCxnSpPr/>
          <p:nvPr/>
        </p:nvCxnSpPr>
        <p:spPr>
          <a:xfrm flipV="1">
            <a:off x="1473320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6">
            <a:extLst>
              <a:ext uri="{FF2B5EF4-FFF2-40B4-BE49-F238E27FC236}">
                <a16:creationId xmlns:a16="http://schemas.microsoft.com/office/drawing/2014/main" id="{B2606E60-565A-4229-ACCF-1C35BE974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887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7164A2-F28C-4554-A8D6-F5264ECA6297}"/>
              </a:ext>
            </a:extLst>
          </p:cNvPr>
          <p:cNvCxnSpPr/>
          <p:nvPr/>
        </p:nvCxnSpPr>
        <p:spPr>
          <a:xfrm flipH="1">
            <a:off x="1629552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C13EF3-9456-4564-A9AE-79486E188415}"/>
              </a:ext>
            </a:extLst>
          </p:cNvPr>
          <p:cNvCxnSpPr/>
          <p:nvPr/>
        </p:nvCxnSpPr>
        <p:spPr>
          <a:xfrm flipH="1">
            <a:off x="1635600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6">
            <a:extLst>
              <a:ext uri="{FF2B5EF4-FFF2-40B4-BE49-F238E27FC236}">
                <a16:creationId xmlns:a16="http://schemas.microsoft.com/office/drawing/2014/main" id="{E24AB143-F008-49B5-98F2-9BBFA1F0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16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33E221-0465-456D-A619-25A2F23482EA}"/>
              </a:ext>
            </a:extLst>
          </p:cNvPr>
          <p:cNvCxnSpPr/>
          <p:nvPr/>
        </p:nvCxnSpPr>
        <p:spPr>
          <a:xfrm>
            <a:off x="3127214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B8005692-4F79-4EBB-8E13-5B85D2B4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825" y="399372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37F041-AB8B-4EA6-B54B-5CC468ADB3A9}"/>
              </a:ext>
            </a:extLst>
          </p:cNvPr>
          <p:cNvSpPr txBox="1"/>
          <p:nvPr/>
        </p:nvSpPr>
        <p:spPr>
          <a:xfrm>
            <a:off x="1495488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083C1C-C727-4C24-8C5E-E659396C5D67}"/>
              </a:ext>
            </a:extLst>
          </p:cNvPr>
          <p:cNvSpPr txBox="1"/>
          <p:nvPr/>
        </p:nvSpPr>
        <p:spPr>
          <a:xfrm>
            <a:off x="3593006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4149C-F7E2-4FF9-ABE6-9B0086C2D2B9}"/>
              </a:ext>
            </a:extLst>
          </p:cNvPr>
          <p:cNvSpPr/>
          <p:nvPr/>
        </p:nvSpPr>
        <p:spPr>
          <a:xfrm>
            <a:off x="2816452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41B5D0FC-29E5-4777-9E1C-56B97203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335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6499-F86F-4F7F-A7A7-7E36FD1D60BC}"/>
              </a:ext>
            </a:extLst>
          </p:cNvPr>
          <p:cNvSpPr txBox="1"/>
          <p:nvPr/>
        </p:nvSpPr>
        <p:spPr>
          <a:xfrm>
            <a:off x="1230740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869306-291A-4222-8568-4BA3900D74FD}"/>
              </a:ext>
            </a:extLst>
          </p:cNvPr>
          <p:cNvSpPr txBox="1"/>
          <p:nvPr/>
        </p:nvSpPr>
        <p:spPr>
          <a:xfrm>
            <a:off x="1178662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F856CD-763C-4875-8426-1F45A611651E}"/>
              </a:ext>
            </a:extLst>
          </p:cNvPr>
          <p:cNvSpPr txBox="1"/>
          <p:nvPr/>
        </p:nvSpPr>
        <p:spPr>
          <a:xfrm>
            <a:off x="2494477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593B1-432C-440A-BB07-13BD135C6B66}"/>
              </a:ext>
            </a:extLst>
          </p:cNvPr>
          <p:cNvSpPr txBox="1"/>
          <p:nvPr/>
        </p:nvSpPr>
        <p:spPr>
          <a:xfrm>
            <a:off x="1882794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B2E5C-106C-4DE5-9C66-6F29274FCDF8}"/>
              </a:ext>
            </a:extLst>
          </p:cNvPr>
          <p:cNvSpPr txBox="1"/>
          <p:nvPr/>
        </p:nvSpPr>
        <p:spPr>
          <a:xfrm>
            <a:off x="1779101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69C56-7B33-4454-BADB-20B7AA5D0164}"/>
              </a:ext>
            </a:extLst>
          </p:cNvPr>
          <p:cNvSpPr txBox="1"/>
          <p:nvPr/>
        </p:nvSpPr>
        <p:spPr>
          <a:xfrm>
            <a:off x="2179148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9ECFF2-FDA4-473A-A782-E5FE80B5464A}"/>
              </a:ext>
            </a:extLst>
          </p:cNvPr>
          <p:cNvSpPr txBox="1"/>
          <p:nvPr/>
        </p:nvSpPr>
        <p:spPr>
          <a:xfrm>
            <a:off x="2809612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003E3-2E0C-447E-A231-05C593D4BA14}"/>
              </a:ext>
            </a:extLst>
          </p:cNvPr>
          <p:cNvSpPr txBox="1"/>
          <p:nvPr/>
        </p:nvSpPr>
        <p:spPr>
          <a:xfrm>
            <a:off x="3470921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B1B7E1-AEEA-4739-8189-CDCF08BFA057}"/>
              </a:ext>
            </a:extLst>
          </p:cNvPr>
          <p:cNvSpPr txBox="1"/>
          <p:nvPr/>
        </p:nvSpPr>
        <p:spPr>
          <a:xfrm>
            <a:off x="3441890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9A943377-6C9E-43CE-BD1D-5D6BEBC98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979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1BA840-4024-4B68-8A9A-9A032B1396D8}"/>
              </a:ext>
            </a:extLst>
          </p:cNvPr>
          <p:cNvSpPr/>
          <p:nvPr/>
        </p:nvSpPr>
        <p:spPr>
          <a:xfrm>
            <a:off x="2789389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32" name="Striped Right Arrow 67">
            <a:extLst>
              <a:ext uri="{FF2B5EF4-FFF2-40B4-BE49-F238E27FC236}">
                <a16:creationId xmlns:a16="http://schemas.microsoft.com/office/drawing/2014/main" id="{D2A425A3-C8A2-4505-9F7F-3D990C6A0A8B}"/>
              </a:ext>
            </a:extLst>
          </p:cNvPr>
          <p:cNvSpPr/>
          <p:nvPr/>
        </p:nvSpPr>
        <p:spPr>
          <a:xfrm>
            <a:off x="4459342" y="4530384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359F23-5B63-4FAA-B5A9-F7DF297E4CCB}"/>
                  </a:ext>
                </a:extLst>
              </p:cNvPr>
              <p:cNvSpPr txBox="1"/>
              <p:nvPr/>
            </p:nvSpPr>
            <p:spPr>
              <a:xfrm>
                <a:off x="5421071" y="4101384"/>
                <a:ext cx="61874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four shortest paths: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359F23-5B63-4FAA-B5A9-F7DF297E4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071" y="4101384"/>
                <a:ext cx="6187463" cy="830997"/>
              </a:xfrm>
              <a:prstGeom prst="rect">
                <a:avLst/>
              </a:prstGeom>
              <a:blipFill>
                <a:blip r:embed="rId5"/>
                <a:stretch>
                  <a:fillRect l="-1478" t="-5882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81BAB9E-ADAE-4E21-B7E0-D79B157382CC}"/>
              </a:ext>
            </a:extLst>
          </p:cNvPr>
          <p:cNvSpPr txBox="1"/>
          <p:nvPr/>
        </p:nvSpPr>
        <p:spPr>
          <a:xfrm>
            <a:off x="4279782" y="4175822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95829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9A4E606-00CE-47CF-8893-CB30D3C0512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127/182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38912" lvl="0" indent="-320040">
                  <a:lnSpc>
                    <a:spcPct val="150000"/>
                  </a:lnSpc>
                  <a:buClr>
                    <a:srgbClr val="F0AD00"/>
                  </a:buClr>
                  <a:buSzPct val="80000"/>
                  <a:buFont typeface="Wingdings 2"/>
                  <a:buChar char=""/>
                </a:pPr>
                <a:r>
                  <a:rPr lang="en-US" sz="2400" dirty="0">
                    <a:solidFill>
                      <a:prstClr val="black"/>
                    </a:solidFill>
                  </a:rPr>
                  <a:t>Given a weighted directed graph, find the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to the other nodes.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9" y="1903294"/>
                <a:ext cx="11341295" cy="589072"/>
              </a:xfrm>
              <a:prstGeom prst="rect">
                <a:avLst/>
              </a:prstGeom>
              <a:blipFill>
                <a:blip r:embed="rId4"/>
                <a:stretch>
                  <a:fillRect b="-2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209241" y="6021098"/>
            <a:ext cx="17987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G=(V,E)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ECAD84-51BB-4822-9B9F-5614D2C1E84C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856230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6BF33E-39C4-4C79-AD2C-F407C1F29781}"/>
              </a:ext>
            </a:extLst>
          </p:cNvPr>
          <p:cNvCxnSpPr/>
          <p:nvPr/>
        </p:nvCxnSpPr>
        <p:spPr>
          <a:xfrm flipH="1">
            <a:off x="3081712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93B2B8-B091-4925-82AA-FACE48E8204E}"/>
              </a:ext>
            </a:extLst>
          </p:cNvPr>
          <p:cNvCxnSpPr/>
          <p:nvPr/>
        </p:nvCxnSpPr>
        <p:spPr>
          <a:xfrm flipH="1">
            <a:off x="1756194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408A5F-BE9F-411A-A71E-59192A733BA3}"/>
              </a:ext>
            </a:extLst>
          </p:cNvPr>
          <p:cNvCxnSpPr>
            <a:stCxn id="44" idx="1"/>
          </p:cNvCxnSpPr>
          <p:nvPr/>
        </p:nvCxnSpPr>
        <p:spPr>
          <a:xfrm flipH="1">
            <a:off x="1712652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C5C16E7-D377-441F-B566-F7B9F545458E}"/>
              </a:ext>
            </a:extLst>
          </p:cNvPr>
          <p:cNvCxnSpPr/>
          <p:nvPr/>
        </p:nvCxnSpPr>
        <p:spPr>
          <a:xfrm flipV="1">
            <a:off x="1473320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16">
            <a:extLst>
              <a:ext uri="{FF2B5EF4-FFF2-40B4-BE49-F238E27FC236}">
                <a16:creationId xmlns:a16="http://schemas.microsoft.com/office/drawing/2014/main" id="{B2606E60-565A-4229-ACCF-1C35BE974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887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7164A2-F28C-4554-A8D6-F5264ECA6297}"/>
              </a:ext>
            </a:extLst>
          </p:cNvPr>
          <p:cNvCxnSpPr/>
          <p:nvPr/>
        </p:nvCxnSpPr>
        <p:spPr>
          <a:xfrm flipH="1">
            <a:off x="1629552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9C13EF3-9456-4564-A9AE-79486E188415}"/>
              </a:ext>
            </a:extLst>
          </p:cNvPr>
          <p:cNvCxnSpPr/>
          <p:nvPr/>
        </p:nvCxnSpPr>
        <p:spPr>
          <a:xfrm flipH="1">
            <a:off x="1635600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16">
            <a:extLst>
              <a:ext uri="{FF2B5EF4-FFF2-40B4-BE49-F238E27FC236}">
                <a16:creationId xmlns:a16="http://schemas.microsoft.com/office/drawing/2014/main" id="{E24AB143-F008-49B5-98F2-9BBFA1F0A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16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33E221-0465-456D-A619-25A2F23482EA}"/>
              </a:ext>
            </a:extLst>
          </p:cNvPr>
          <p:cNvCxnSpPr/>
          <p:nvPr/>
        </p:nvCxnSpPr>
        <p:spPr>
          <a:xfrm>
            <a:off x="3127214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B8005692-4F79-4EBB-8E13-5B85D2B45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825" y="399372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37F041-AB8B-4EA6-B54B-5CC468ADB3A9}"/>
              </a:ext>
            </a:extLst>
          </p:cNvPr>
          <p:cNvSpPr txBox="1"/>
          <p:nvPr/>
        </p:nvSpPr>
        <p:spPr>
          <a:xfrm>
            <a:off x="1495488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083C1C-C727-4C24-8C5E-E659396C5D67}"/>
              </a:ext>
            </a:extLst>
          </p:cNvPr>
          <p:cNvSpPr txBox="1"/>
          <p:nvPr/>
        </p:nvSpPr>
        <p:spPr>
          <a:xfrm>
            <a:off x="3593006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B4149C-F7E2-4FF9-ABE6-9B0086C2D2B9}"/>
              </a:ext>
            </a:extLst>
          </p:cNvPr>
          <p:cNvSpPr/>
          <p:nvPr/>
        </p:nvSpPr>
        <p:spPr>
          <a:xfrm>
            <a:off x="2816452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41B5D0FC-29E5-4777-9E1C-56B97203A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335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BD6499-F86F-4F7F-A7A7-7E36FD1D60BC}"/>
              </a:ext>
            </a:extLst>
          </p:cNvPr>
          <p:cNvSpPr txBox="1"/>
          <p:nvPr/>
        </p:nvSpPr>
        <p:spPr>
          <a:xfrm>
            <a:off x="1230740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869306-291A-4222-8568-4BA3900D74FD}"/>
              </a:ext>
            </a:extLst>
          </p:cNvPr>
          <p:cNvSpPr txBox="1"/>
          <p:nvPr/>
        </p:nvSpPr>
        <p:spPr>
          <a:xfrm>
            <a:off x="1178662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F856CD-763C-4875-8426-1F45A611651E}"/>
              </a:ext>
            </a:extLst>
          </p:cNvPr>
          <p:cNvSpPr txBox="1"/>
          <p:nvPr/>
        </p:nvSpPr>
        <p:spPr>
          <a:xfrm>
            <a:off x="2494477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593B1-432C-440A-BB07-13BD135C6B66}"/>
              </a:ext>
            </a:extLst>
          </p:cNvPr>
          <p:cNvSpPr txBox="1"/>
          <p:nvPr/>
        </p:nvSpPr>
        <p:spPr>
          <a:xfrm>
            <a:off x="1882794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B2E5C-106C-4DE5-9C66-6F29274FCDF8}"/>
              </a:ext>
            </a:extLst>
          </p:cNvPr>
          <p:cNvSpPr txBox="1"/>
          <p:nvPr/>
        </p:nvSpPr>
        <p:spPr>
          <a:xfrm>
            <a:off x="1779101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69C56-7B33-4454-BADB-20B7AA5D0164}"/>
              </a:ext>
            </a:extLst>
          </p:cNvPr>
          <p:cNvSpPr txBox="1"/>
          <p:nvPr/>
        </p:nvSpPr>
        <p:spPr>
          <a:xfrm>
            <a:off x="2179148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9ECFF2-FDA4-473A-A782-E5FE80B5464A}"/>
              </a:ext>
            </a:extLst>
          </p:cNvPr>
          <p:cNvSpPr txBox="1"/>
          <p:nvPr/>
        </p:nvSpPr>
        <p:spPr>
          <a:xfrm>
            <a:off x="2809612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003E3-2E0C-447E-A231-05C593D4BA14}"/>
              </a:ext>
            </a:extLst>
          </p:cNvPr>
          <p:cNvSpPr txBox="1"/>
          <p:nvPr/>
        </p:nvSpPr>
        <p:spPr>
          <a:xfrm>
            <a:off x="3470921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B1B7E1-AEEA-4739-8189-CDCF08BFA057}"/>
              </a:ext>
            </a:extLst>
          </p:cNvPr>
          <p:cNvSpPr txBox="1"/>
          <p:nvPr/>
        </p:nvSpPr>
        <p:spPr>
          <a:xfrm>
            <a:off x="3441890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4" name="Oval 16">
            <a:extLst>
              <a:ext uri="{FF2B5EF4-FFF2-40B4-BE49-F238E27FC236}">
                <a16:creationId xmlns:a16="http://schemas.microsoft.com/office/drawing/2014/main" id="{9A943377-6C9E-43CE-BD1D-5D6BEBC98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979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1BA840-4024-4B68-8A9A-9A032B1396D8}"/>
              </a:ext>
            </a:extLst>
          </p:cNvPr>
          <p:cNvSpPr/>
          <p:nvPr/>
        </p:nvSpPr>
        <p:spPr>
          <a:xfrm>
            <a:off x="2789389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32" name="Striped Right Arrow 67">
            <a:extLst>
              <a:ext uri="{FF2B5EF4-FFF2-40B4-BE49-F238E27FC236}">
                <a16:creationId xmlns:a16="http://schemas.microsoft.com/office/drawing/2014/main" id="{D2A425A3-C8A2-4505-9F7F-3D990C6A0A8B}"/>
              </a:ext>
            </a:extLst>
          </p:cNvPr>
          <p:cNvSpPr/>
          <p:nvPr/>
        </p:nvSpPr>
        <p:spPr>
          <a:xfrm>
            <a:off x="4369402" y="4530384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359F23-5B63-4FAA-B5A9-F7DF297E4CCB}"/>
                  </a:ext>
                </a:extLst>
              </p:cNvPr>
              <p:cNvSpPr txBox="1"/>
              <p:nvPr/>
            </p:nvSpPr>
            <p:spPr>
              <a:xfrm>
                <a:off x="5331131" y="4101384"/>
                <a:ext cx="68000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Lengths of these four shortest paths: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𝑆𝑃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𝑆𝑃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400" i="1" baseline="-25000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359F23-5B63-4FAA-B5A9-F7DF297E4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131" y="4101384"/>
                <a:ext cx="6800067" cy="830997"/>
              </a:xfrm>
              <a:prstGeom prst="rect">
                <a:avLst/>
              </a:prstGeom>
              <a:blipFill>
                <a:blip r:embed="rId5"/>
                <a:stretch>
                  <a:fillRect l="-1435" t="-5882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81BAB9E-ADAE-4E21-B7E0-D79B157382CC}"/>
              </a:ext>
            </a:extLst>
          </p:cNvPr>
          <p:cNvSpPr txBox="1"/>
          <p:nvPr/>
        </p:nvSpPr>
        <p:spPr>
          <a:xfrm>
            <a:off x="4189842" y="4175822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5715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Graph: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C7742-AFEB-46AF-8EA7-43E932F541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128/182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2471" y="5436805"/>
            <a:ext cx="6299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G</a:t>
            </a:r>
          </a:p>
        </p:txBody>
      </p:sp>
      <p:sp>
        <p:nvSpPr>
          <p:cNvPr id="68" name="Striped Right Arrow 67"/>
          <p:cNvSpPr/>
          <p:nvPr/>
        </p:nvSpPr>
        <p:spPr>
          <a:xfrm>
            <a:off x="3759204" y="3862728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31969"/>
              </p:ext>
            </p:extLst>
          </p:nvPr>
        </p:nvGraphicFramePr>
        <p:xfrm>
          <a:off x="4628965" y="2499416"/>
          <a:ext cx="3142434" cy="285304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3739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23739">
                  <a:extLst>
                    <a:ext uri="{9D8B030D-6E8A-4147-A177-3AD203B41FA5}">
                      <a16:colId xmlns:a16="http://schemas.microsoft.com/office/drawing/2014/main" val="4244960412"/>
                    </a:ext>
                  </a:extLst>
                </a:gridCol>
                <a:gridCol w="52373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476389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71089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2373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942222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882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115065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="0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∞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∞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00189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867993" y="5429546"/>
            <a:ext cx="6892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</a:t>
            </a:r>
          </a:p>
        </p:txBody>
      </p:sp>
      <p:sp>
        <p:nvSpPr>
          <p:cNvPr id="76" name="Striped Right Arrow 75"/>
          <p:cNvSpPr/>
          <p:nvPr/>
        </p:nvSpPr>
        <p:spPr>
          <a:xfrm>
            <a:off x="7917546" y="3869988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813231"/>
              </p:ext>
            </p:extLst>
          </p:nvPr>
        </p:nvGraphicFramePr>
        <p:xfrm>
          <a:off x="8842518" y="3224943"/>
          <a:ext cx="2768292" cy="95101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6138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61382">
                  <a:extLst>
                    <a:ext uri="{9D8B030D-6E8A-4147-A177-3AD203B41FA5}">
                      <a16:colId xmlns:a16="http://schemas.microsoft.com/office/drawing/2014/main" val="2712028853"/>
                    </a:ext>
                  </a:extLst>
                </a:gridCol>
                <a:gridCol w="461382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461382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461382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138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098576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sz="1600" baseline="-25000" dirty="0">
                          <a:latin typeface="Arial Rounded MT Bold" panose="020F0704030504030204" pitchFamily="34" charset="0"/>
                        </a:rPr>
                        <a:t>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35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30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20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</a:tbl>
          </a:graphicData>
        </a:graphic>
      </p:graphicFrame>
      <p:sp>
        <p:nvSpPr>
          <p:cNvPr id="78" name="Rectangle 77"/>
          <p:cNvSpPr/>
          <p:nvPr/>
        </p:nvSpPr>
        <p:spPr>
          <a:xfrm>
            <a:off x="10026335" y="5436806"/>
            <a:ext cx="609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</a:t>
            </a:r>
          </a:p>
        </p:txBody>
      </p:sp>
      <p:cxnSp>
        <p:nvCxnSpPr>
          <p:cNvPr id="79" name="Straight Connector 78"/>
          <p:cNvCxnSpPr>
            <a:stCxn id="87" idx="1"/>
          </p:cNvCxnSpPr>
          <p:nvPr/>
        </p:nvCxnSpPr>
        <p:spPr>
          <a:xfrm flipH="1" flipV="1">
            <a:off x="1099227" y="3797789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2324709" y="3983353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999191" y="2891231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9" idx="1"/>
          </p:cNvCxnSpPr>
          <p:nvPr/>
        </p:nvCxnSpPr>
        <p:spPr>
          <a:xfrm flipH="1">
            <a:off x="955649" y="3607801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716317" y="3645389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16"/>
          <p:cNvSpPr>
            <a:spLocks noChangeArrowheads="1"/>
          </p:cNvSpPr>
          <p:nvPr/>
        </p:nvSpPr>
        <p:spPr bwMode="auto">
          <a:xfrm>
            <a:off x="737884" y="3438863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 flipH="1">
            <a:off x="872549" y="3797789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H="1">
            <a:off x="878597" y="5051641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16"/>
          <p:cNvSpPr>
            <a:spLocks noChangeArrowheads="1"/>
          </p:cNvSpPr>
          <p:nvPr/>
        </p:nvSpPr>
        <p:spPr bwMode="auto">
          <a:xfrm>
            <a:off x="2044413" y="4829303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2370211" y="2900192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16"/>
          <p:cNvSpPr>
            <a:spLocks noChangeArrowheads="1"/>
          </p:cNvSpPr>
          <p:nvPr/>
        </p:nvSpPr>
        <p:spPr bwMode="auto">
          <a:xfrm>
            <a:off x="2809822" y="354401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38485" y="348401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36003" y="357258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9449" y="4860819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93" name="Oval 16"/>
          <p:cNvSpPr>
            <a:spLocks noChangeArrowheads="1"/>
          </p:cNvSpPr>
          <p:nvPr/>
        </p:nvSpPr>
        <p:spPr bwMode="auto">
          <a:xfrm>
            <a:off x="467332" y="4930612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73737" y="497154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1659" y="402685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37474" y="3328902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5791" y="282377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2098" y="401062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22145" y="4724544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2609" y="383735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13918" y="420202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84887" y="295380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3" name="Oval 16"/>
          <p:cNvSpPr>
            <a:spLocks noChangeArrowheads="1"/>
          </p:cNvSpPr>
          <p:nvPr/>
        </p:nvSpPr>
        <p:spPr bwMode="auto">
          <a:xfrm>
            <a:off x="2012976" y="254295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032386" y="256711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4754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129/182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9906" y="1911839"/>
            <a:ext cx="9885419" cy="49468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</a:t>
            </a:r>
            <a:r>
              <a:rPr lang="en-US" sz="2000" b="1" dirty="0"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latin typeface="Arial Rounded MT Bold" panose="020F0704030504030204" pitchFamily="34" charset="0"/>
              </a:rPr>
              <a:t>)= </a:t>
            </a:r>
            <a:r>
              <a:rPr lang="en-US" sz="2000" dirty="0">
                <a:latin typeface="Arial Rounded MT Bold" panose="020F0704030504030204" pitchFamily="34" charset="0"/>
              </a:rPr>
              <a:t>shortest path from </a:t>
            </a:r>
            <a:r>
              <a:rPr lang="en-US" sz="2000" b="1" dirty="0"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</a:t>
            </a:r>
            <a:r>
              <a:rPr lang="en-US" sz="2000" dirty="0">
                <a:latin typeface="Arial Rounded MT Bold" panose="020F0704030504030204" pitchFamily="34" charset="0"/>
              </a:rPr>
              <a:t> to </a:t>
            </a:r>
            <a:r>
              <a:rPr lang="en-US" sz="2000" b="1" dirty="0"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latin typeface="Arial Rounded MT Bold" panose="020F0704030504030204" pitchFamily="34" charset="0"/>
              </a:rPr>
              <a:t> which passes through some vertices in </a:t>
            </a:r>
            <a:r>
              <a:rPr lang="en-US" sz="2000" b="1" dirty="0">
                <a:latin typeface="Arial Rounded MT Bold" panose="020F0704030504030204" pitchFamily="34" charset="0"/>
              </a:rPr>
              <a:t>S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238668" y="5944072"/>
            <a:ext cx="130837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 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 v</a:t>
            </a:r>
            <a:r>
              <a:rPr lang="en-US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204947" y="6095625"/>
            <a:ext cx="2077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 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89" name="Striped Right Arrow 188"/>
          <p:cNvSpPr/>
          <p:nvPr/>
        </p:nvSpPr>
        <p:spPr>
          <a:xfrm>
            <a:off x="7100583" y="4000767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9A686-A32A-4842-AD04-63AFC2C7B2DA}"/>
              </a:ext>
            </a:extLst>
          </p:cNvPr>
          <p:cNvSpPr/>
          <p:nvPr/>
        </p:nvSpPr>
        <p:spPr>
          <a:xfrm>
            <a:off x="4085742" y="6321262"/>
            <a:ext cx="165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88" name="Striped Right Arrow 188">
            <a:extLst>
              <a:ext uri="{FF2B5EF4-FFF2-40B4-BE49-F238E27FC236}">
                <a16:creationId xmlns:a16="http://schemas.microsoft.com/office/drawing/2014/main" id="{134B9B04-1F99-4776-99B5-5977705FCDB3}"/>
              </a:ext>
            </a:extLst>
          </p:cNvPr>
          <p:cNvSpPr/>
          <p:nvPr/>
        </p:nvSpPr>
        <p:spPr>
          <a:xfrm>
            <a:off x="3203343" y="4066260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F96E50B-0FB5-484C-A65F-879AC34ED0F4}"/>
              </a:ext>
            </a:extLst>
          </p:cNvPr>
          <p:cNvCxnSpPr>
            <a:stCxn id="177" idx="1"/>
          </p:cNvCxnSpPr>
          <p:nvPr/>
        </p:nvCxnSpPr>
        <p:spPr>
          <a:xfrm flipH="1" flipV="1">
            <a:off x="881867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55C6F72-4728-42C7-9B71-0012CFA67F30}"/>
              </a:ext>
            </a:extLst>
          </p:cNvPr>
          <p:cNvCxnSpPr/>
          <p:nvPr/>
        </p:nvCxnSpPr>
        <p:spPr>
          <a:xfrm flipH="1">
            <a:off x="2107349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EB4848A-F14E-4A51-BE80-EDF55DCC8DBC}"/>
              </a:ext>
            </a:extLst>
          </p:cNvPr>
          <p:cNvCxnSpPr/>
          <p:nvPr/>
        </p:nvCxnSpPr>
        <p:spPr>
          <a:xfrm flipH="1">
            <a:off x="781831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5CC7AF1-2E94-40EE-950E-330DDB696BA7}"/>
              </a:ext>
            </a:extLst>
          </p:cNvPr>
          <p:cNvCxnSpPr>
            <a:stCxn id="179" idx="1"/>
          </p:cNvCxnSpPr>
          <p:nvPr/>
        </p:nvCxnSpPr>
        <p:spPr>
          <a:xfrm flipH="1">
            <a:off x="738289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4640884-FDE9-4CF3-B3A9-92BE530E52F8}"/>
              </a:ext>
            </a:extLst>
          </p:cNvPr>
          <p:cNvCxnSpPr/>
          <p:nvPr/>
        </p:nvCxnSpPr>
        <p:spPr>
          <a:xfrm flipV="1">
            <a:off x="498957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6">
            <a:extLst>
              <a:ext uri="{FF2B5EF4-FFF2-40B4-BE49-F238E27FC236}">
                <a16:creationId xmlns:a16="http://schemas.microsoft.com/office/drawing/2014/main" id="{1E78BBA1-8A11-4C5A-95E2-88D0E7F0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24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3B337E3-DDFF-4384-9191-709DDDF53D6D}"/>
              </a:ext>
            </a:extLst>
          </p:cNvPr>
          <p:cNvCxnSpPr/>
          <p:nvPr/>
        </p:nvCxnSpPr>
        <p:spPr>
          <a:xfrm flipH="1">
            <a:off x="655189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07A235A8-121E-4215-9A8A-1226E34B3643}"/>
              </a:ext>
            </a:extLst>
          </p:cNvPr>
          <p:cNvCxnSpPr/>
          <p:nvPr/>
        </p:nvCxnSpPr>
        <p:spPr>
          <a:xfrm flipH="1">
            <a:off x="661237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6">
            <a:extLst>
              <a:ext uri="{FF2B5EF4-FFF2-40B4-BE49-F238E27FC236}">
                <a16:creationId xmlns:a16="http://schemas.microsoft.com/office/drawing/2014/main" id="{A20E4371-B268-4950-8AAF-D3167C23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053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C8EF2DD3-DF7F-485A-881C-8BF5B1B0CF3F}"/>
              </a:ext>
            </a:extLst>
          </p:cNvPr>
          <p:cNvCxnSpPr/>
          <p:nvPr/>
        </p:nvCxnSpPr>
        <p:spPr>
          <a:xfrm>
            <a:off x="2152851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Oval 16">
            <a:extLst>
              <a:ext uri="{FF2B5EF4-FFF2-40B4-BE49-F238E27FC236}">
                <a16:creationId xmlns:a16="http://schemas.microsoft.com/office/drawing/2014/main" id="{1864F3D7-9C2B-4D15-8A6B-E3E6FA44D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462" y="399372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934E37-EF45-425B-84D1-ED9C87DE8C28}"/>
              </a:ext>
            </a:extLst>
          </p:cNvPr>
          <p:cNvSpPr txBox="1"/>
          <p:nvPr/>
        </p:nvSpPr>
        <p:spPr>
          <a:xfrm>
            <a:off x="521125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BFEDB9D-0AF7-4D73-9463-A86EAE28FB16}"/>
              </a:ext>
            </a:extLst>
          </p:cNvPr>
          <p:cNvSpPr txBox="1"/>
          <p:nvPr/>
        </p:nvSpPr>
        <p:spPr>
          <a:xfrm>
            <a:off x="2618643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A3D5C1F-7369-4D7E-8E50-F091968B5CEA}"/>
              </a:ext>
            </a:extLst>
          </p:cNvPr>
          <p:cNvSpPr/>
          <p:nvPr/>
        </p:nvSpPr>
        <p:spPr>
          <a:xfrm>
            <a:off x="1842089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83" name="Oval 16">
            <a:extLst>
              <a:ext uri="{FF2B5EF4-FFF2-40B4-BE49-F238E27FC236}">
                <a16:creationId xmlns:a16="http://schemas.microsoft.com/office/drawing/2014/main" id="{3717F275-912E-427D-8452-864B63AC5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72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6E1B76C-1068-4B6E-895F-D10DA29AFE37}"/>
              </a:ext>
            </a:extLst>
          </p:cNvPr>
          <p:cNvSpPr txBox="1"/>
          <p:nvPr/>
        </p:nvSpPr>
        <p:spPr>
          <a:xfrm>
            <a:off x="256377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E7D3F3C-5691-4EE2-BCB0-001E5A3DA398}"/>
              </a:ext>
            </a:extLst>
          </p:cNvPr>
          <p:cNvSpPr txBox="1"/>
          <p:nvPr/>
        </p:nvSpPr>
        <p:spPr>
          <a:xfrm>
            <a:off x="204299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C000769-8D7C-4805-BB26-885B4238ACC5}"/>
              </a:ext>
            </a:extLst>
          </p:cNvPr>
          <p:cNvSpPr txBox="1"/>
          <p:nvPr/>
        </p:nvSpPr>
        <p:spPr>
          <a:xfrm>
            <a:off x="1520114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F3B099B-0334-4D72-B7F6-E5A425D6A2F9}"/>
              </a:ext>
            </a:extLst>
          </p:cNvPr>
          <p:cNvSpPr txBox="1"/>
          <p:nvPr/>
        </p:nvSpPr>
        <p:spPr>
          <a:xfrm>
            <a:off x="908431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D298384-D888-43A4-A88A-A5799CDC0AC7}"/>
              </a:ext>
            </a:extLst>
          </p:cNvPr>
          <p:cNvSpPr txBox="1"/>
          <p:nvPr/>
        </p:nvSpPr>
        <p:spPr>
          <a:xfrm>
            <a:off x="804738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20C2BAD-AFA5-4061-9711-21212369DB7B}"/>
              </a:ext>
            </a:extLst>
          </p:cNvPr>
          <p:cNvSpPr txBox="1"/>
          <p:nvPr/>
        </p:nvSpPr>
        <p:spPr>
          <a:xfrm>
            <a:off x="1204785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F77F8F3-F02E-447D-8BEB-5EDE68E5F2A9}"/>
              </a:ext>
            </a:extLst>
          </p:cNvPr>
          <p:cNvSpPr txBox="1"/>
          <p:nvPr/>
        </p:nvSpPr>
        <p:spPr>
          <a:xfrm>
            <a:off x="1835249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931F975-0620-4347-82F2-96460D939D28}"/>
              </a:ext>
            </a:extLst>
          </p:cNvPr>
          <p:cNvSpPr txBox="1"/>
          <p:nvPr/>
        </p:nvSpPr>
        <p:spPr>
          <a:xfrm>
            <a:off x="2496558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A3883F2-4427-4DB4-8054-B8C46C5E2F3E}"/>
              </a:ext>
            </a:extLst>
          </p:cNvPr>
          <p:cNvSpPr txBox="1"/>
          <p:nvPr/>
        </p:nvSpPr>
        <p:spPr>
          <a:xfrm>
            <a:off x="2467527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95" name="Oval 16">
            <a:extLst>
              <a:ext uri="{FF2B5EF4-FFF2-40B4-BE49-F238E27FC236}">
                <a16:creationId xmlns:a16="http://schemas.microsoft.com/office/drawing/2014/main" id="{AD91CA75-71D1-48A4-AC9D-0A29E3DA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616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44E810E-094A-4AC7-A799-9CC4B1D86754}"/>
              </a:ext>
            </a:extLst>
          </p:cNvPr>
          <p:cNvSpPr/>
          <p:nvPr/>
        </p:nvSpPr>
        <p:spPr>
          <a:xfrm>
            <a:off x="1815026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8E5EEC7-576F-4A88-8EDB-A383B63B0D2D}"/>
              </a:ext>
            </a:extLst>
          </p:cNvPr>
          <p:cNvCxnSpPr>
            <a:stCxn id="205" idx="1"/>
          </p:cNvCxnSpPr>
          <p:nvPr/>
        </p:nvCxnSpPr>
        <p:spPr>
          <a:xfrm flipH="1" flipV="1">
            <a:off x="4516985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3EF9E53-4A90-4869-BE9C-EE38ADACE2C5}"/>
              </a:ext>
            </a:extLst>
          </p:cNvPr>
          <p:cNvCxnSpPr/>
          <p:nvPr/>
        </p:nvCxnSpPr>
        <p:spPr>
          <a:xfrm flipH="1">
            <a:off x="5742467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3D3973A-A490-414B-8B13-86216F21FDE3}"/>
              </a:ext>
            </a:extLst>
          </p:cNvPr>
          <p:cNvCxnSpPr/>
          <p:nvPr/>
        </p:nvCxnSpPr>
        <p:spPr>
          <a:xfrm flipH="1">
            <a:off x="4416949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1097E0F-BEDD-499A-90FB-8E1D568F9893}"/>
              </a:ext>
            </a:extLst>
          </p:cNvPr>
          <p:cNvCxnSpPr>
            <a:stCxn id="207" idx="1"/>
          </p:cNvCxnSpPr>
          <p:nvPr/>
        </p:nvCxnSpPr>
        <p:spPr>
          <a:xfrm flipH="1">
            <a:off x="4373407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BA45BA0-77AE-4D47-9964-0EC89D790EB1}"/>
              </a:ext>
            </a:extLst>
          </p:cNvPr>
          <p:cNvCxnSpPr/>
          <p:nvPr/>
        </p:nvCxnSpPr>
        <p:spPr>
          <a:xfrm flipV="1">
            <a:off x="4134075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16">
            <a:extLst>
              <a:ext uri="{FF2B5EF4-FFF2-40B4-BE49-F238E27FC236}">
                <a16:creationId xmlns:a16="http://schemas.microsoft.com/office/drawing/2014/main" id="{6D8835AC-7BB1-4F81-AD71-5CC0D5DA0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5642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F7E964E4-9A9E-43FC-B322-0F08593E9D48}"/>
              </a:ext>
            </a:extLst>
          </p:cNvPr>
          <p:cNvCxnSpPr/>
          <p:nvPr/>
        </p:nvCxnSpPr>
        <p:spPr>
          <a:xfrm flipH="1">
            <a:off x="4290307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713761F4-9289-4B62-A635-FD0683361E4C}"/>
              </a:ext>
            </a:extLst>
          </p:cNvPr>
          <p:cNvCxnSpPr/>
          <p:nvPr/>
        </p:nvCxnSpPr>
        <p:spPr>
          <a:xfrm flipH="1">
            <a:off x="4296355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16">
            <a:extLst>
              <a:ext uri="{FF2B5EF4-FFF2-40B4-BE49-F238E27FC236}">
                <a16:creationId xmlns:a16="http://schemas.microsoft.com/office/drawing/2014/main" id="{465D16D7-616B-4C5B-8016-BFAE1B158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171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DB86078-6DEB-481F-82D1-9E5D0B11190F}"/>
              </a:ext>
            </a:extLst>
          </p:cNvPr>
          <p:cNvCxnSpPr/>
          <p:nvPr/>
        </p:nvCxnSpPr>
        <p:spPr>
          <a:xfrm>
            <a:off x="5787969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Oval 16">
            <a:extLst>
              <a:ext uri="{FF2B5EF4-FFF2-40B4-BE49-F238E27FC236}">
                <a16:creationId xmlns:a16="http://schemas.microsoft.com/office/drawing/2014/main" id="{C97EA0A1-8883-41D5-8711-CD46642C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580" y="399372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DEB78DE-08EE-44DA-B49B-B30B3EDBE27F}"/>
              </a:ext>
            </a:extLst>
          </p:cNvPr>
          <p:cNvSpPr txBox="1"/>
          <p:nvPr/>
        </p:nvSpPr>
        <p:spPr>
          <a:xfrm>
            <a:off x="4156243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D5E6FED-5CAE-464C-BE54-9FFEC4435369}"/>
              </a:ext>
            </a:extLst>
          </p:cNvPr>
          <p:cNvSpPr txBox="1"/>
          <p:nvPr/>
        </p:nvSpPr>
        <p:spPr>
          <a:xfrm>
            <a:off x="6253761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BFF2D9A1-6189-4C72-8E1A-ECE90F5CB61B}"/>
              </a:ext>
            </a:extLst>
          </p:cNvPr>
          <p:cNvSpPr/>
          <p:nvPr/>
        </p:nvSpPr>
        <p:spPr>
          <a:xfrm>
            <a:off x="5477207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211" name="Oval 16">
            <a:extLst>
              <a:ext uri="{FF2B5EF4-FFF2-40B4-BE49-F238E27FC236}">
                <a16:creationId xmlns:a16="http://schemas.microsoft.com/office/drawing/2014/main" id="{4D4B67B0-87CE-4331-A931-4B3CD6C1D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5090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651C0B-F2B7-4322-8753-1FCE561AB37C}"/>
              </a:ext>
            </a:extLst>
          </p:cNvPr>
          <p:cNvSpPr txBox="1"/>
          <p:nvPr/>
        </p:nvSpPr>
        <p:spPr>
          <a:xfrm>
            <a:off x="3891495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3DE7F08-FD96-4BC9-872C-DE620777EF3D}"/>
              </a:ext>
            </a:extLst>
          </p:cNvPr>
          <p:cNvSpPr txBox="1"/>
          <p:nvPr/>
        </p:nvSpPr>
        <p:spPr>
          <a:xfrm>
            <a:off x="3839417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21CE03A-C7A1-4407-ABEB-3F6CFB499361}"/>
              </a:ext>
            </a:extLst>
          </p:cNvPr>
          <p:cNvSpPr txBox="1"/>
          <p:nvPr/>
        </p:nvSpPr>
        <p:spPr>
          <a:xfrm>
            <a:off x="5155232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9701106-0B49-4F43-B34A-D3136D9A14BF}"/>
              </a:ext>
            </a:extLst>
          </p:cNvPr>
          <p:cNvSpPr txBox="1"/>
          <p:nvPr/>
        </p:nvSpPr>
        <p:spPr>
          <a:xfrm>
            <a:off x="4543549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6774C4C-9931-427D-98D7-A063723FD54F}"/>
              </a:ext>
            </a:extLst>
          </p:cNvPr>
          <p:cNvSpPr txBox="1"/>
          <p:nvPr/>
        </p:nvSpPr>
        <p:spPr>
          <a:xfrm>
            <a:off x="4439856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8D979E0-8E6E-4F14-A4C0-56DEB433D1F1}"/>
              </a:ext>
            </a:extLst>
          </p:cNvPr>
          <p:cNvSpPr txBox="1"/>
          <p:nvPr/>
        </p:nvSpPr>
        <p:spPr>
          <a:xfrm>
            <a:off x="4839903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3ABC0EE-C275-4AE6-BDDC-BA1E2CBC1E56}"/>
              </a:ext>
            </a:extLst>
          </p:cNvPr>
          <p:cNvSpPr txBox="1"/>
          <p:nvPr/>
        </p:nvSpPr>
        <p:spPr>
          <a:xfrm>
            <a:off x="5470367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1012ECE-E9C1-4FDB-91E8-780259C57674}"/>
              </a:ext>
            </a:extLst>
          </p:cNvPr>
          <p:cNvSpPr txBox="1"/>
          <p:nvPr/>
        </p:nvSpPr>
        <p:spPr>
          <a:xfrm>
            <a:off x="6131676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79B0DB9-DD05-46B7-BAD7-B48F804767EC}"/>
              </a:ext>
            </a:extLst>
          </p:cNvPr>
          <p:cNvSpPr txBox="1"/>
          <p:nvPr/>
        </p:nvSpPr>
        <p:spPr>
          <a:xfrm>
            <a:off x="6102645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21" name="Oval 16">
            <a:extLst>
              <a:ext uri="{FF2B5EF4-FFF2-40B4-BE49-F238E27FC236}">
                <a16:creationId xmlns:a16="http://schemas.microsoft.com/office/drawing/2014/main" id="{DC5D1F7B-4BBB-41E5-A3C9-222D5E3C8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734" y="299266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C6D80DF-85E2-4D81-AEBF-E4CAB9CF7CA4}"/>
              </a:ext>
            </a:extLst>
          </p:cNvPr>
          <p:cNvSpPr/>
          <p:nvPr/>
        </p:nvSpPr>
        <p:spPr>
          <a:xfrm>
            <a:off x="5450144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0E2B87A-C157-49F6-AF59-91394578144E}"/>
              </a:ext>
            </a:extLst>
          </p:cNvPr>
          <p:cNvCxnSpPr>
            <a:stCxn id="231" idx="1"/>
          </p:cNvCxnSpPr>
          <p:nvPr/>
        </p:nvCxnSpPr>
        <p:spPr>
          <a:xfrm flipH="1" flipV="1">
            <a:off x="8559340" y="423500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61A35BC-F364-4F54-AEA4-180390E889D6}"/>
              </a:ext>
            </a:extLst>
          </p:cNvPr>
          <p:cNvCxnSpPr/>
          <p:nvPr/>
        </p:nvCxnSpPr>
        <p:spPr>
          <a:xfrm flipH="1">
            <a:off x="9784822" y="442056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A7D095F-9041-43B2-A8F1-71D06B33A3E7}"/>
              </a:ext>
            </a:extLst>
          </p:cNvPr>
          <p:cNvCxnSpPr/>
          <p:nvPr/>
        </p:nvCxnSpPr>
        <p:spPr>
          <a:xfrm flipH="1">
            <a:off x="8459304" y="3328446"/>
            <a:ext cx="1057327" cy="642062"/>
          </a:xfrm>
          <a:prstGeom prst="line">
            <a:avLst/>
          </a:prstGeom>
          <a:ln w="28575">
            <a:solidFill>
              <a:srgbClr val="FF0000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C995F20-60EF-421D-A9CC-1305E5B5828A}"/>
              </a:ext>
            </a:extLst>
          </p:cNvPr>
          <p:cNvCxnSpPr>
            <a:stCxn id="233" idx="1"/>
          </p:cNvCxnSpPr>
          <p:nvPr/>
        </p:nvCxnSpPr>
        <p:spPr>
          <a:xfrm flipH="1">
            <a:off x="8415762" y="404501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9D6C59E-D216-445B-81A8-0280396903EE}"/>
              </a:ext>
            </a:extLst>
          </p:cNvPr>
          <p:cNvCxnSpPr/>
          <p:nvPr/>
        </p:nvCxnSpPr>
        <p:spPr>
          <a:xfrm flipV="1">
            <a:off x="8176430" y="408260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16">
            <a:extLst>
              <a:ext uri="{FF2B5EF4-FFF2-40B4-BE49-F238E27FC236}">
                <a16:creationId xmlns:a16="http://schemas.microsoft.com/office/drawing/2014/main" id="{2A6B6D11-8E28-4C7C-A3C7-4767E3B3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997" y="387607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70AA121-6AB2-4CD1-8B3B-D5AA2ABE2953}"/>
              </a:ext>
            </a:extLst>
          </p:cNvPr>
          <p:cNvCxnSpPr/>
          <p:nvPr/>
        </p:nvCxnSpPr>
        <p:spPr>
          <a:xfrm flipH="1">
            <a:off x="8332662" y="4235004"/>
            <a:ext cx="2162026" cy="124132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825A62C-DC89-427B-8832-BBAB9A3F2DE8}"/>
              </a:ext>
            </a:extLst>
          </p:cNvPr>
          <p:cNvCxnSpPr/>
          <p:nvPr/>
        </p:nvCxnSpPr>
        <p:spPr>
          <a:xfrm flipH="1">
            <a:off x="8338710" y="548885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16">
            <a:extLst>
              <a:ext uri="{FF2B5EF4-FFF2-40B4-BE49-F238E27FC236}">
                <a16:creationId xmlns:a16="http://schemas.microsoft.com/office/drawing/2014/main" id="{1F7AB29D-7426-43E1-B455-03F29277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526" y="52665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EC6FD9C-0D36-4F1C-AF8C-5B27E35D3426}"/>
              </a:ext>
            </a:extLst>
          </p:cNvPr>
          <p:cNvCxnSpPr/>
          <p:nvPr/>
        </p:nvCxnSpPr>
        <p:spPr>
          <a:xfrm>
            <a:off x="9830324" y="3337407"/>
            <a:ext cx="664364" cy="65126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16">
            <a:extLst>
              <a:ext uri="{FF2B5EF4-FFF2-40B4-BE49-F238E27FC236}">
                <a16:creationId xmlns:a16="http://schemas.microsoft.com/office/drawing/2014/main" id="{BBECD893-5143-457C-B48F-8B19448BB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9935" y="398123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A3CD86D5-DCD1-4E3F-A47B-6C4A48E6DC5F}"/>
              </a:ext>
            </a:extLst>
          </p:cNvPr>
          <p:cNvSpPr txBox="1"/>
          <p:nvPr/>
        </p:nvSpPr>
        <p:spPr>
          <a:xfrm>
            <a:off x="8198598" y="392122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767DAD-F675-4736-9344-D768C019BE02}"/>
              </a:ext>
            </a:extLst>
          </p:cNvPr>
          <p:cNvSpPr txBox="1"/>
          <p:nvPr/>
        </p:nvSpPr>
        <p:spPr>
          <a:xfrm>
            <a:off x="10296116" y="40098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6271083-A204-48AA-ABBC-844F3B1B593E}"/>
              </a:ext>
            </a:extLst>
          </p:cNvPr>
          <p:cNvSpPr/>
          <p:nvPr/>
        </p:nvSpPr>
        <p:spPr>
          <a:xfrm>
            <a:off x="9519562" y="529803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2FC8371E-8C4B-4B37-ABC1-77A49BEA8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445" y="536782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EF71E5B7-1F92-4356-BF32-8951B03E7D92}"/>
              </a:ext>
            </a:extLst>
          </p:cNvPr>
          <p:cNvSpPr txBox="1"/>
          <p:nvPr/>
        </p:nvSpPr>
        <p:spPr>
          <a:xfrm>
            <a:off x="7933850" y="54087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17E18B4-EEBC-4212-AF98-784BD2BC7B64}"/>
              </a:ext>
            </a:extLst>
          </p:cNvPr>
          <p:cNvSpPr txBox="1"/>
          <p:nvPr/>
        </p:nvSpPr>
        <p:spPr>
          <a:xfrm>
            <a:off x="7881772" y="446406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10AD784-CADB-49D9-8415-3463278470F7}"/>
              </a:ext>
            </a:extLst>
          </p:cNvPr>
          <p:cNvSpPr txBox="1"/>
          <p:nvPr/>
        </p:nvSpPr>
        <p:spPr>
          <a:xfrm>
            <a:off x="9197587" y="376611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1A975D0-F18F-48A9-B156-0C23D4646E9E}"/>
              </a:ext>
            </a:extLst>
          </p:cNvPr>
          <p:cNvSpPr txBox="1"/>
          <p:nvPr/>
        </p:nvSpPr>
        <p:spPr>
          <a:xfrm>
            <a:off x="8585904" y="32609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C8D0BFA-CA9E-4E0D-990C-95EDFD69BC84}"/>
              </a:ext>
            </a:extLst>
          </p:cNvPr>
          <p:cNvSpPr txBox="1"/>
          <p:nvPr/>
        </p:nvSpPr>
        <p:spPr>
          <a:xfrm>
            <a:off x="8482211" y="444783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1787E08-8C50-4167-994B-A99220B34701}"/>
              </a:ext>
            </a:extLst>
          </p:cNvPr>
          <p:cNvSpPr txBox="1"/>
          <p:nvPr/>
        </p:nvSpPr>
        <p:spPr>
          <a:xfrm>
            <a:off x="8882258" y="516175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7ABF17C-5172-4EC8-A692-A848DE1A65FC}"/>
              </a:ext>
            </a:extLst>
          </p:cNvPr>
          <p:cNvSpPr txBox="1"/>
          <p:nvPr/>
        </p:nvSpPr>
        <p:spPr>
          <a:xfrm>
            <a:off x="9512722" y="427457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64E60BC-DF15-4999-AF0B-D74DAE0F0FD8}"/>
              </a:ext>
            </a:extLst>
          </p:cNvPr>
          <p:cNvSpPr txBox="1"/>
          <p:nvPr/>
        </p:nvSpPr>
        <p:spPr>
          <a:xfrm>
            <a:off x="10174031" y="463924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B5F02B0-347B-445B-A4EA-BD2C08F3EADF}"/>
              </a:ext>
            </a:extLst>
          </p:cNvPr>
          <p:cNvSpPr txBox="1"/>
          <p:nvPr/>
        </p:nvSpPr>
        <p:spPr>
          <a:xfrm>
            <a:off x="10145000" y="339101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47" name="Oval 16">
            <a:extLst>
              <a:ext uri="{FF2B5EF4-FFF2-40B4-BE49-F238E27FC236}">
                <a16:creationId xmlns:a16="http://schemas.microsoft.com/office/drawing/2014/main" id="{2234DB5F-39F5-481F-B078-67330B851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3089" y="298017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19481B2-AD4A-46B9-B70B-8CC682174329}"/>
              </a:ext>
            </a:extLst>
          </p:cNvPr>
          <p:cNvSpPr/>
          <p:nvPr/>
        </p:nvSpPr>
        <p:spPr>
          <a:xfrm>
            <a:off x="9492499" y="300433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749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188" grpId="0"/>
      <p:bldP spid="189" grpId="0" animBg="1"/>
      <p:bldP spid="3" grpId="0"/>
      <p:bldP spid="88" grpId="0" animBg="1"/>
      <p:bldP spid="202" grpId="0" animBg="1"/>
      <p:bldP spid="205" grpId="0" animBg="1"/>
      <p:bldP spid="207" grpId="0" animBg="1"/>
      <p:bldP spid="208" grpId="0"/>
      <p:bldP spid="209" grpId="0"/>
      <p:bldP spid="210" grpId="0"/>
      <p:bldP spid="211" grpId="0" animBg="1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 animBg="1"/>
      <p:bldP spid="222" grpId="0"/>
      <p:bldP spid="228" grpId="0" animBg="1"/>
      <p:bldP spid="231" grpId="0" animBg="1"/>
      <p:bldP spid="233" grpId="0" animBg="1"/>
      <p:bldP spid="234" grpId="0"/>
      <p:bldP spid="235" grpId="0"/>
      <p:bldP spid="236" grpId="0"/>
      <p:bldP spid="237" grpId="0" animBg="1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45" grpId="0"/>
      <p:bldP spid="246" grpId="0"/>
      <p:bldP spid="247" grpId="0" animBg="1"/>
      <p:bldP spid="248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130/182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9906" y="1911839"/>
            <a:ext cx="9885419" cy="49468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</a:t>
            </a:r>
            <a:r>
              <a:rPr lang="en-US" sz="2000" b="1" dirty="0">
                <a:latin typeface="Arial Rounded MT Bold" panose="020F0704030504030204" pitchFamily="34" charset="0"/>
              </a:rPr>
              <a:t>,v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i</a:t>
            </a:r>
            <a:r>
              <a:rPr lang="en-US" sz="2000" b="1" dirty="0">
                <a:latin typeface="Arial Rounded MT Bold" panose="020F0704030504030204" pitchFamily="34" charset="0"/>
              </a:rPr>
              <a:t>)= </a:t>
            </a:r>
            <a:r>
              <a:rPr lang="en-US" sz="2000" dirty="0">
                <a:latin typeface="Arial Rounded MT Bold" panose="020F0704030504030204" pitchFamily="34" charset="0"/>
              </a:rPr>
              <a:t>shortest path from </a:t>
            </a:r>
            <a:r>
              <a:rPr lang="en-US" sz="2000" b="1" dirty="0"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</a:t>
            </a:r>
            <a:r>
              <a:rPr lang="en-US" sz="2000" dirty="0">
                <a:latin typeface="Arial Rounded MT Bold" panose="020F0704030504030204" pitchFamily="34" charset="0"/>
              </a:rPr>
              <a:t> to </a:t>
            </a:r>
            <a:r>
              <a:rPr lang="en-US" sz="2000" b="1" dirty="0">
                <a:latin typeface="Arial Rounded MT Bold" panose="020F0704030504030204" pitchFamily="34" charset="0"/>
              </a:rPr>
              <a:t>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i</a:t>
            </a:r>
            <a:r>
              <a:rPr lang="en-US" sz="2000" dirty="0">
                <a:latin typeface="Arial Rounded MT Bold" panose="020F0704030504030204" pitchFamily="34" charset="0"/>
              </a:rPr>
              <a:t> which passes through some vertices in </a:t>
            </a:r>
            <a:r>
              <a:rPr lang="en-US" sz="2000" b="1" dirty="0">
                <a:latin typeface="Arial Rounded MT Bold" panose="020F0704030504030204" pitchFamily="34" charset="0"/>
              </a:rPr>
              <a:t>S</a:t>
            </a:r>
            <a:r>
              <a:rPr lang="en-US" sz="2000" dirty="0"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238668" y="5944072"/>
            <a:ext cx="130837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 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 v</a:t>
            </a:r>
            <a:r>
              <a:rPr lang="en-US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204947" y="6095625"/>
            <a:ext cx="2077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 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89" name="Striped Right Arrow 188"/>
          <p:cNvSpPr/>
          <p:nvPr/>
        </p:nvSpPr>
        <p:spPr>
          <a:xfrm>
            <a:off x="7100583" y="4000767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9A686-A32A-4842-AD04-63AFC2C7B2DA}"/>
              </a:ext>
            </a:extLst>
          </p:cNvPr>
          <p:cNvSpPr/>
          <p:nvPr/>
        </p:nvSpPr>
        <p:spPr>
          <a:xfrm>
            <a:off x="4085742" y="6321262"/>
            <a:ext cx="165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88" name="Striped Right Arrow 188">
            <a:extLst>
              <a:ext uri="{FF2B5EF4-FFF2-40B4-BE49-F238E27FC236}">
                <a16:creationId xmlns:a16="http://schemas.microsoft.com/office/drawing/2014/main" id="{134B9B04-1F99-4776-99B5-5977705FCDB3}"/>
              </a:ext>
            </a:extLst>
          </p:cNvPr>
          <p:cNvSpPr/>
          <p:nvPr/>
        </p:nvSpPr>
        <p:spPr>
          <a:xfrm>
            <a:off x="3203343" y="4066260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F96E50B-0FB5-484C-A65F-879AC34ED0F4}"/>
              </a:ext>
            </a:extLst>
          </p:cNvPr>
          <p:cNvCxnSpPr>
            <a:stCxn id="177" idx="1"/>
          </p:cNvCxnSpPr>
          <p:nvPr/>
        </p:nvCxnSpPr>
        <p:spPr>
          <a:xfrm flipH="1" flipV="1">
            <a:off x="881867" y="4247494"/>
            <a:ext cx="1008968" cy="1095296"/>
          </a:xfrm>
          <a:prstGeom prst="line">
            <a:avLst/>
          </a:prstGeom>
          <a:ln w="28575">
            <a:solidFill>
              <a:srgbClr val="AD0FA2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55C6F72-4728-42C7-9B71-0012CFA67F30}"/>
              </a:ext>
            </a:extLst>
          </p:cNvPr>
          <p:cNvCxnSpPr/>
          <p:nvPr/>
        </p:nvCxnSpPr>
        <p:spPr>
          <a:xfrm flipH="1">
            <a:off x="2107349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EB4848A-F14E-4A51-BE80-EDF55DCC8DBC}"/>
              </a:ext>
            </a:extLst>
          </p:cNvPr>
          <p:cNvCxnSpPr/>
          <p:nvPr/>
        </p:nvCxnSpPr>
        <p:spPr>
          <a:xfrm flipH="1">
            <a:off x="781831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45CC7AF1-2E94-40EE-950E-330DDB696BA7}"/>
              </a:ext>
            </a:extLst>
          </p:cNvPr>
          <p:cNvCxnSpPr>
            <a:stCxn id="179" idx="1"/>
          </p:cNvCxnSpPr>
          <p:nvPr/>
        </p:nvCxnSpPr>
        <p:spPr>
          <a:xfrm flipH="1">
            <a:off x="738289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4640884-FDE9-4CF3-B3A9-92BE530E52F8}"/>
              </a:ext>
            </a:extLst>
          </p:cNvPr>
          <p:cNvCxnSpPr/>
          <p:nvPr/>
        </p:nvCxnSpPr>
        <p:spPr>
          <a:xfrm flipV="1">
            <a:off x="498957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val 16">
            <a:extLst>
              <a:ext uri="{FF2B5EF4-FFF2-40B4-BE49-F238E27FC236}">
                <a16:creationId xmlns:a16="http://schemas.microsoft.com/office/drawing/2014/main" id="{1E78BBA1-8A11-4C5A-95E2-88D0E7F0B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24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3B337E3-DDFF-4384-9191-709DDDF53D6D}"/>
              </a:ext>
            </a:extLst>
          </p:cNvPr>
          <p:cNvCxnSpPr/>
          <p:nvPr/>
        </p:nvCxnSpPr>
        <p:spPr>
          <a:xfrm flipH="1">
            <a:off x="655189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07A235A8-121E-4215-9A8A-1226E34B3643}"/>
              </a:ext>
            </a:extLst>
          </p:cNvPr>
          <p:cNvCxnSpPr/>
          <p:nvPr/>
        </p:nvCxnSpPr>
        <p:spPr>
          <a:xfrm flipH="1">
            <a:off x="661237" y="5501346"/>
            <a:ext cx="1242911" cy="96736"/>
          </a:xfrm>
          <a:prstGeom prst="line">
            <a:avLst/>
          </a:prstGeom>
          <a:ln w="28575">
            <a:solidFill>
              <a:srgbClr val="AD0FA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6">
            <a:extLst>
              <a:ext uri="{FF2B5EF4-FFF2-40B4-BE49-F238E27FC236}">
                <a16:creationId xmlns:a16="http://schemas.microsoft.com/office/drawing/2014/main" id="{A20E4371-B268-4950-8AAF-D3167C23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053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C8EF2DD3-DF7F-485A-881C-8BF5B1B0CF3F}"/>
              </a:ext>
            </a:extLst>
          </p:cNvPr>
          <p:cNvCxnSpPr/>
          <p:nvPr/>
        </p:nvCxnSpPr>
        <p:spPr>
          <a:xfrm>
            <a:off x="2152851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Oval 16">
            <a:extLst>
              <a:ext uri="{FF2B5EF4-FFF2-40B4-BE49-F238E27FC236}">
                <a16:creationId xmlns:a16="http://schemas.microsoft.com/office/drawing/2014/main" id="{1864F3D7-9C2B-4D15-8A6B-E3E6FA44D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462" y="399372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934E37-EF45-425B-84D1-ED9C87DE8C28}"/>
              </a:ext>
            </a:extLst>
          </p:cNvPr>
          <p:cNvSpPr txBox="1"/>
          <p:nvPr/>
        </p:nvSpPr>
        <p:spPr>
          <a:xfrm>
            <a:off x="521125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BFEDB9D-0AF7-4D73-9463-A86EAE28FB16}"/>
              </a:ext>
            </a:extLst>
          </p:cNvPr>
          <p:cNvSpPr txBox="1"/>
          <p:nvPr/>
        </p:nvSpPr>
        <p:spPr>
          <a:xfrm>
            <a:off x="2618643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A3D5C1F-7369-4D7E-8E50-F091968B5CEA}"/>
              </a:ext>
            </a:extLst>
          </p:cNvPr>
          <p:cNvSpPr/>
          <p:nvPr/>
        </p:nvSpPr>
        <p:spPr>
          <a:xfrm>
            <a:off x="1842089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83" name="Oval 16">
            <a:extLst>
              <a:ext uri="{FF2B5EF4-FFF2-40B4-BE49-F238E27FC236}">
                <a16:creationId xmlns:a16="http://schemas.microsoft.com/office/drawing/2014/main" id="{3717F275-912E-427D-8452-864B63AC5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72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6E1B76C-1068-4B6E-895F-D10DA29AFE37}"/>
              </a:ext>
            </a:extLst>
          </p:cNvPr>
          <p:cNvSpPr txBox="1"/>
          <p:nvPr/>
        </p:nvSpPr>
        <p:spPr>
          <a:xfrm>
            <a:off x="256377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E7D3F3C-5691-4EE2-BCB0-001E5A3DA398}"/>
              </a:ext>
            </a:extLst>
          </p:cNvPr>
          <p:cNvSpPr txBox="1"/>
          <p:nvPr/>
        </p:nvSpPr>
        <p:spPr>
          <a:xfrm>
            <a:off x="204299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C000769-8D7C-4805-BB26-885B4238ACC5}"/>
              </a:ext>
            </a:extLst>
          </p:cNvPr>
          <p:cNvSpPr txBox="1"/>
          <p:nvPr/>
        </p:nvSpPr>
        <p:spPr>
          <a:xfrm>
            <a:off x="1520114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F3B099B-0334-4D72-B7F6-E5A425D6A2F9}"/>
              </a:ext>
            </a:extLst>
          </p:cNvPr>
          <p:cNvSpPr txBox="1"/>
          <p:nvPr/>
        </p:nvSpPr>
        <p:spPr>
          <a:xfrm>
            <a:off x="908431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D298384-D888-43A4-A88A-A5799CDC0AC7}"/>
              </a:ext>
            </a:extLst>
          </p:cNvPr>
          <p:cNvSpPr txBox="1"/>
          <p:nvPr/>
        </p:nvSpPr>
        <p:spPr>
          <a:xfrm>
            <a:off x="804738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20C2BAD-AFA5-4061-9711-21212369DB7B}"/>
              </a:ext>
            </a:extLst>
          </p:cNvPr>
          <p:cNvSpPr txBox="1"/>
          <p:nvPr/>
        </p:nvSpPr>
        <p:spPr>
          <a:xfrm>
            <a:off x="1204785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F77F8F3-F02E-447D-8BEB-5EDE68E5F2A9}"/>
              </a:ext>
            </a:extLst>
          </p:cNvPr>
          <p:cNvSpPr txBox="1"/>
          <p:nvPr/>
        </p:nvSpPr>
        <p:spPr>
          <a:xfrm>
            <a:off x="1835249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8931F975-0620-4347-82F2-96460D939D28}"/>
              </a:ext>
            </a:extLst>
          </p:cNvPr>
          <p:cNvSpPr txBox="1"/>
          <p:nvPr/>
        </p:nvSpPr>
        <p:spPr>
          <a:xfrm>
            <a:off x="2496558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A3883F2-4427-4DB4-8054-B8C46C5E2F3E}"/>
              </a:ext>
            </a:extLst>
          </p:cNvPr>
          <p:cNvSpPr txBox="1"/>
          <p:nvPr/>
        </p:nvSpPr>
        <p:spPr>
          <a:xfrm>
            <a:off x="2467527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95" name="Oval 16">
            <a:extLst>
              <a:ext uri="{FF2B5EF4-FFF2-40B4-BE49-F238E27FC236}">
                <a16:creationId xmlns:a16="http://schemas.microsoft.com/office/drawing/2014/main" id="{AD91CA75-71D1-48A4-AC9D-0A29E3DA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616" y="299266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44E810E-094A-4AC7-A799-9CC4B1D86754}"/>
              </a:ext>
            </a:extLst>
          </p:cNvPr>
          <p:cNvSpPr/>
          <p:nvPr/>
        </p:nvSpPr>
        <p:spPr>
          <a:xfrm>
            <a:off x="1815026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8E5EEC7-576F-4A88-8EDB-A383B63B0D2D}"/>
              </a:ext>
            </a:extLst>
          </p:cNvPr>
          <p:cNvCxnSpPr>
            <a:stCxn id="205" idx="1"/>
          </p:cNvCxnSpPr>
          <p:nvPr/>
        </p:nvCxnSpPr>
        <p:spPr>
          <a:xfrm flipH="1" flipV="1">
            <a:off x="4516985" y="424749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3EF9E53-4A90-4869-BE9C-EE38ADACE2C5}"/>
              </a:ext>
            </a:extLst>
          </p:cNvPr>
          <p:cNvCxnSpPr/>
          <p:nvPr/>
        </p:nvCxnSpPr>
        <p:spPr>
          <a:xfrm flipH="1">
            <a:off x="5742467" y="443305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3D3973A-A490-414B-8B13-86216F21FDE3}"/>
              </a:ext>
            </a:extLst>
          </p:cNvPr>
          <p:cNvCxnSpPr/>
          <p:nvPr/>
        </p:nvCxnSpPr>
        <p:spPr>
          <a:xfrm flipH="1">
            <a:off x="4416949" y="334093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1097E0F-BEDD-499A-90FB-8E1D568F9893}"/>
              </a:ext>
            </a:extLst>
          </p:cNvPr>
          <p:cNvCxnSpPr>
            <a:stCxn id="207" idx="1"/>
          </p:cNvCxnSpPr>
          <p:nvPr/>
        </p:nvCxnSpPr>
        <p:spPr>
          <a:xfrm flipH="1">
            <a:off x="4373407" y="405750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BA45BA0-77AE-4D47-9964-0EC89D790EB1}"/>
              </a:ext>
            </a:extLst>
          </p:cNvPr>
          <p:cNvCxnSpPr/>
          <p:nvPr/>
        </p:nvCxnSpPr>
        <p:spPr>
          <a:xfrm flipV="1">
            <a:off x="4134075" y="409509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16">
            <a:extLst>
              <a:ext uri="{FF2B5EF4-FFF2-40B4-BE49-F238E27FC236}">
                <a16:creationId xmlns:a16="http://schemas.microsoft.com/office/drawing/2014/main" id="{6D8835AC-7BB1-4F81-AD71-5CC0D5DA0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5642" y="388856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F7E964E4-9A9E-43FC-B322-0F08593E9D48}"/>
              </a:ext>
            </a:extLst>
          </p:cNvPr>
          <p:cNvCxnSpPr/>
          <p:nvPr/>
        </p:nvCxnSpPr>
        <p:spPr>
          <a:xfrm flipH="1">
            <a:off x="4290307" y="424749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713761F4-9289-4B62-A635-FD0683361E4C}"/>
              </a:ext>
            </a:extLst>
          </p:cNvPr>
          <p:cNvCxnSpPr/>
          <p:nvPr/>
        </p:nvCxnSpPr>
        <p:spPr>
          <a:xfrm flipH="1">
            <a:off x="4296355" y="550134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16">
            <a:extLst>
              <a:ext uri="{FF2B5EF4-FFF2-40B4-BE49-F238E27FC236}">
                <a16:creationId xmlns:a16="http://schemas.microsoft.com/office/drawing/2014/main" id="{465D16D7-616B-4C5B-8016-BFAE1B158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171" y="527900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DB86078-6DEB-481F-82D1-9E5D0B11190F}"/>
              </a:ext>
            </a:extLst>
          </p:cNvPr>
          <p:cNvCxnSpPr/>
          <p:nvPr/>
        </p:nvCxnSpPr>
        <p:spPr>
          <a:xfrm>
            <a:off x="5787969" y="334989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Oval 16">
            <a:extLst>
              <a:ext uri="{FF2B5EF4-FFF2-40B4-BE49-F238E27FC236}">
                <a16:creationId xmlns:a16="http://schemas.microsoft.com/office/drawing/2014/main" id="{C97EA0A1-8883-41D5-8711-CD46642C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580" y="399372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DEB78DE-08EE-44DA-B49B-B30B3EDBE27F}"/>
              </a:ext>
            </a:extLst>
          </p:cNvPr>
          <p:cNvSpPr txBox="1"/>
          <p:nvPr/>
        </p:nvSpPr>
        <p:spPr>
          <a:xfrm>
            <a:off x="4156243" y="393371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D5E6FED-5CAE-464C-BE54-9FFEC4435369}"/>
              </a:ext>
            </a:extLst>
          </p:cNvPr>
          <p:cNvSpPr txBox="1"/>
          <p:nvPr/>
        </p:nvSpPr>
        <p:spPr>
          <a:xfrm>
            <a:off x="6253761" y="40222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BFF2D9A1-6189-4C72-8E1A-ECE90F5CB61B}"/>
              </a:ext>
            </a:extLst>
          </p:cNvPr>
          <p:cNvSpPr/>
          <p:nvPr/>
        </p:nvSpPr>
        <p:spPr>
          <a:xfrm>
            <a:off x="5477207" y="531052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211" name="Oval 16">
            <a:extLst>
              <a:ext uri="{FF2B5EF4-FFF2-40B4-BE49-F238E27FC236}">
                <a16:creationId xmlns:a16="http://schemas.microsoft.com/office/drawing/2014/main" id="{4D4B67B0-87CE-4331-A931-4B3CD6C1D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5090" y="538031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651C0B-F2B7-4322-8753-1FCE561AB37C}"/>
              </a:ext>
            </a:extLst>
          </p:cNvPr>
          <p:cNvSpPr txBox="1"/>
          <p:nvPr/>
        </p:nvSpPr>
        <p:spPr>
          <a:xfrm>
            <a:off x="3891495" y="542125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3DE7F08-FD96-4BC9-872C-DE620777EF3D}"/>
              </a:ext>
            </a:extLst>
          </p:cNvPr>
          <p:cNvSpPr txBox="1"/>
          <p:nvPr/>
        </p:nvSpPr>
        <p:spPr>
          <a:xfrm>
            <a:off x="3839417" y="44765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21CE03A-C7A1-4407-ABEB-3F6CFB499361}"/>
              </a:ext>
            </a:extLst>
          </p:cNvPr>
          <p:cNvSpPr txBox="1"/>
          <p:nvPr/>
        </p:nvSpPr>
        <p:spPr>
          <a:xfrm>
            <a:off x="5155232" y="377860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9701106-0B49-4F43-B34A-D3136D9A14BF}"/>
              </a:ext>
            </a:extLst>
          </p:cNvPr>
          <p:cNvSpPr txBox="1"/>
          <p:nvPr/>
        </p:nvSpPr>
        <p:spPr>
          <a:xfrm>
            <a:off x="4543549" y="327347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6774C4C-9931-427D-98D7-A063723FD54F}"/>
              </a:ext>
            </a:extLst>
          </p:cNvPr>
          <p:cNvSpPr txBox="1"/>
          <p:nvPr/>
        </p:nvSpPr>
        <p:spPr>
          <a:xfrm>
            <a:off x="4439856" y="44603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8D979E0-8E6E-4F14-A4C0-56DEB433D1F1}"/>
              </a:ext>
            </a:extLst>
          </p:cNvPr>
          <p:cNvSpPr txBox="1"/>
          <p:nvPr/>
        </p:nvSpPr>
        <p:spPr>
          <a:xfrm>
            <a:off x="4839903" y="517424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3ABC0EE-C275-4AE6-BDDC-BA1E2CBC1E56}"/>
              </a:ext>
            </a:extLst>
          </p:cNvPr>
          <p:cNvSpPr txBox="1"/>
          <p:nvPr/>
        </p:nvSpPr>
        <p:spPr>
          <a:xfrm>
            <a:off x="5470367" y="428706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1012ECE-E9C1-4FDB-91E8-780259C57674}"/>
              </a:ext>
            </a:extLst>
          </p:cNvPr>
          <p:cNvSpPr txBox="1"/>
          <p:nvPr/>
        </p:nvSpPr>
        <p:spPr>
          <a:xfrm>
            <a:off x="6131676" y="465173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79B0DB9-DD05-46B7-BAD7-B48F804767EC}"/>
              </a:ext>
            </a:extLst>
          </p:cNvPr>
          <p:cNvSpPr txBox="1"/>
          <p:nvPr/>
        </p:nvSpPr>
        <p:spPr>
          <a:xfrm>
            <a:off x="6102645" y="340350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21" name="Oval 16">
            <a:extLst>
              <a:ext uri="{FF2B5EF4-FFF2-40B4-BE49-F238E27FC236}">
                <a16:creationId xmlns:a16="http://schemas.microsoft.com/office/drawing/2014/main" id="{DC5D1F7B-4BBB-41E5-A3C9-222D5E3C8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734" y="299266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C6D80DF-85E2-4D81-AEBF-E4CAB9CF7CA4}"/>
              </a:ext>
            </a:extLst>
          </p:cNvPr>
          <p:cNvSpPr/>
          <p:nvPr/>
        </p:nvSpPr>
        <p:spPr>
          <a:xfrm>
            <a:off x="5450144" y="301682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0E2B87A-C157-49F6-AF59-91394578144E}"/>
              </a:ext>
            </a:extLst>
          </p:cNvPr>
          <p:cNvCxnSpPr>
            <a:stCxn id="231" idx="1"/>
          </p:cNvCxnSpPr>
          <p:nvPr/>
        </p:nvCxnSpPr>
        <p:spPr>
          <a:xfrm flipH="1" flipV="1">
            <a:off x="8559340" y="423500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61A35BC-F364-4F54-AEA4-180390E889D6}"/>
              </a:ext>
            </a:extLst>
          </p:cNvPr>
          <p:cNvCxnSpPr/>
          <p:nvPr/>
        </p:nvCxnSpPr>
        <p:spPr>
          <a:xfrm flipH="1">
            <a:off x="9784822" y="442056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A7D095F-9041-43B2-A8F1-71D06B33A3E7}"/>
              </a:ext>
            </a:extLst>
          </p:cNvPr>
          <p:cNvCxnSpPr/>
          <p:nvPr/>
        </p:nvCxnSpPr>
        <p:spPr>
          <a:xfrm flipH="1">
            <a:off x="8459304" y="3328446"/>
            <a:ext cx="1057327" cy="642062"/>
          </a:xfrm>
          <a:prstGeom prst="line">
            <a:avLst/>
          </a:prstGeom>
          <a:ln w="28575">
            <a:solidFill>
              <a:srgbClr val="FF0000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C995F20-60EF-421D-A9CC-1305E5B5828A}"/>
              </a:ext>
            </a:extLst>
          </p:cNvPr>
          <p:cNvCxnSpPr>
            <a:stCxn id="233" idx="1"/>
          </p:cNvCxnSpPr>
          <p:nvPr/>
        </p:nvCxnSpPr>
        <p:spPr>
          <a:xfrm flipH="1">
            <a:off x="8415762" y="404501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9D6C59E-D216-445B-81A8-0280396903EE}"/>
              </a:ext>
            </a:extLst>
          </p:cNvPr>
          <p:cNvCxnSpPr/>
          <p:nvPr/>
        </p:nvCxnSpPr>
        <p:spPr>
          <a:xfrm flipV="1">
            <a:off x="8176430" y="408260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Oval 16">
            <a:extLst>
              <a:ext uri="{FF2B5EF4-FFF2-40B4-BE49-F238E27FC236}">
                <a16:creationId xmlns:a16="http://schemas.microsoft.com/office/drawing/2014/main" id="{2A6B6D11-8E28-4C7C-A3C7-4767E3B3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997" y="387607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70AA121-6AB2-4CD1-8B3B-D5AA2ABE2953}"/>
              </a:ext>
            </a:extLst>
          </p:cNvPr>
          <p:cNvCxnSpPr/>
          <p:nvPr/>
        </p:nvCxnSpPr>
        <p:spPr>
          <a:xfrm flipH="1">
            <a:off x="8332662" y="4235004"/>
            <a:ext cx="2162026" cy="124132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825A62C-DC89-427B-8832-BBAB9A3F2DE8}"/>
              </a:ext>
            </a:extLst>
          </p:cNvPr>
          <p:cNvCxnSpPr/>
          <p:nvPr/>
        </p:nvCxnSpPr>
        <p:spPr>
          <a:xfrm flipH="1">
            <a:off x="8338710" y="548885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16">
            <a:extLst>
              <a:ext uri="{FF2B5EF4-FFF2-40B4-BE49-F238E27FC236}">
                <a16:creationId xmlns:a16="http://schemas.microsoft.com/office/drawing/2014/main" id="{1F7AB29D-7426-43E1-B455-03F29277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526" y="526651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EC6FD9C-0D36-4F1C-AF8C-5B27E35D3426}"/>
              </a:ext>
            </a:extLst>
          </p:cNvPr>
          <p:cNvCxnSpPr/>
          <p:nvPr/>
        </p:nvCxnSpPr>
        <p:spPr>
          <a:xfrm>
            <a:off x="9830324" y="3337407"/>
            <a:ext cx="664364" cy="651261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16">
            <a:extLst>
              <a:ext uri="{FF2B5EF4-FFF2-40B4-BE49-F238E27FC236}">
                <a16:creationId xmlns:a16="http://schemas.microsoft.com/office/drawing/2014/main" id="{BBECD893-5143-457C-B48F-8B19448BB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9935" y="398123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A3CD86D5-DCD1-4E3F-A47B-6C4A48E6DC5F}"/>
              </a:ext>
            </a:extLst>
          </p:cNvPr>
          <p:cNvSpPr txBox="1"/>
          <p:nvPr/>
        </p:nvSpPr>
        <p:spPr>
          <a:xfrm>
            <a:off x="8198598" y="392122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767DAD-F675-4736-9344-D768C019BE02}"/>
              </a:ext>
            </a:extLst>
          </p:cNvPr>
          <p:cNvSpPr txBox="1"/>
          <p:nvPr/>
        </p:nvSpPr>
        <p:spPr>
          <a:xfrm>
            <a:off x="10296116" y="40098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6271083-A204-48AA-ABBC-844F3B1B593E}"/>
              </a:ext>
            </a:extLst>
          </p:cNvPr>
          <p:cNvSpPr/>
          <p:nvPr/>
        </p:nvSpPr>
        <p:spPr>
          <a:xfrm>
            <a:off x="9519562" y="529803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2FC8371E-8C4B-4B37-ABC1-77A49BEA8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445" y="536782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EF71E5B7-1F92-4356-BF32-8951B03E7D92}"/>
              </a:ext>
            </a:extLst>
          </p:cNvPr>
          <p:cNvSpPr txBox="1"/>
          <p:nvPr/>
        </p:nvSpPr>
        <p:spPr>
          <a:xfrm>
            <a:off x="7933850" y="54087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17E18B4-EEBC-4212-AF98-784BD2BC7B64}"/>
              </a:ext>
            </a:extLst>
          </p:cNvPr>
          <p:cNvSpPr txBox="1"/>
          <p:nvPr/>
        </p:nvSpPr>
        <p:spPr>
          <a:xfrm>
            <a:off x="7881772" y="446406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10AD784-CADB-49D9-8415-3463278470F7}"/>
              </a:ext>
            </a:extLst>
          </p:cNvPr>
          <p:cNvSpPr txBox="1"/>
          <p:nvPr/>
        </p:nvSpPr>
        <p:spPr>
          <a:xfrm>
            <a:off x="9197587" y="376611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1A975D0-F18F-48A9-B156-0C23D4646E9E}"/>
              </a:ext>
            </a:extLst>
          </p:cNvPr>
          <p:cNvSpPr txBox="1"/>
          <p:nvPr/>
        </p:nvSpPr>
        <p:spPr>
          <a:xfrm>
            <a:off x="8585904" y="32609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C8D0BFA-CA9E-4E0D-990C-95EDFD69BC84}"/>
              </a:ext>
            </a:extLst>
          </p:cNvPr>
          <p:cNvSpPr txBox="1"/>
          <p:nvPr/>
        </p:nvSpPr>
        <p:spPr>
          <a:xfrm>
            <a:off x="8482211" y="444783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1787E08-8C50-4167-994B-A99220B34701}"/>
              </a:ext>
            </a:extLst>
          </p:cNvPr>
          <p:cNvSpPr txBox="1"/>
          <p:nvPr/>
        </p:nvSpPr>
        <p:spPr>
          <a:xfrm>
            <a:off x="8882258" y="516175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47ABF17C-5172-4EC8-A692-A848DE1A65FC}"/>
              </a:ext>
            </a:extLst>
          </p:cNvPr>
          <p:cNvSpPr txBox="1"/>
          <p:nvPr/>
        </p:nvSpPr>
        <p:spPr>
          <a:xfrm>
            <a:off x="9512722" y="427457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64E60BC-DF15-4999-AF0B-D74DAE0F0FD8}"/>
              </a:ext>
            </a:extLst>
          </p:cNvPr>
          <p:cNvSpPr txBox="1"/>
          <p:nvPr/>
        </p:nvSpPr>
        <p:spPr>
          <a:xfrm>
            <a:off x="10174031" y="463924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B5F02B0-347B-445B-A4EA-BD2C08F3EADF}"/>
              </a:ext>
            </a:extLst>
          </p:cNvPr>
          <p:cNvSpPr txBox="1"/>
          <p:nvPr/>
        </p:nvSpPr>
        <p:spPr>
          <a:xfrm>
            <a:off x="10145000" y="339101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247" name="Oval 16">
            <a:extLst>
              <a:ext uri="{FF2B5EF4-FFF2-40B4-BE49-F238E27FC236}">
                <a16:creationId xmlns:a16="http://schemas.microsoft.com/office/drawing/2014/main" id="{2234DB5F-39F5-481F-B078-67330B851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3089" y="298017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19481B2-AD4A-46B9-B70B-8CC682174329}"/>
              </a:ext>
            </a:extLst>
          </p:cNvPr>
          <p:cNvSpPr/>
          <p:nvPr/>
        </p:nvSpPr>
        <p:spPr>
          <a:xfrm>
            <a:off x="9492499" y="300433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408D9A-9A80-4199-8000-F348109A1EB0}"/>
              </a:ext>
            </a:extLst>
          </p:cNvPr>
          <p:cNvSpPr/>
          <p:nvPr/>
        </p:nvSpPr>
        <p:spPr>
          <a:xfrm>
            <a:off x="462657" y="5967165"/>
            <a:ext cx="1917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D012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aseline="-25000" dirty="0">
                <a:solidFill>
                  <a:srgbClr val="D012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D012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 v</a:t>
            </a:r>
            <a:r>
              <a:rPr lang="en-US" sz="2800" baseline="-25000" dirty="0">
                <a:solidFill>
                  <a:srgbClr val="D012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D012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95315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131/182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471464" y="2790887"/>
            <a:ext cx="2072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{ }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F7B58B-4B69-4C67-BB5D-7292AB02C751}"/>
              </a:ext>
            </a:extLst>
          </p:cNvPr>
          <p:cNvSpPr/>
          <p:nvPr/>
        </p:nvSpPr>
        <p:spPr>
          <a:xfrm>
            <a:off x="489221" y="5448431"/>
            <a:ext cx="2244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87" name="Striped Right Arrow 188">
            <a:extLst>
              <a:ext uri="{FF2B5EF4-FFF2-40B4-BE49-F238E27FC236}">
                <a16:creationId xmlns:a16="http://schemas.microsoft.com/office/drawing/2014/main" id="{1B8420F7-C669-4814-A270-A05971953939}"/>
              </a:ext>
            </a:extLst>
          </p:cNvPr>
          <p:cNvSpPr/>
          <p:nvPr/>
        </p:nvSpPr>
        <p:spPr>
          <a:xfrm>
            <a:off x="5583059" y="2989053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C96F6FB-A82C-4681-896C-5502FF7088CE}"/>
              </a:ext>
            </a:extLst>
          </p:cNvPr>
          <p:cNvSpPr/>
          <p:nvPr/>
        </p:nvSpPr>
        <p:spPr>
          <a:xfrm>
            <a:off x="6004799" y="2833237"/>
            <a:ext cx="22025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{v }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18" name="Striped Right Arrow 188">
            <a:extLst>
              <a:ext uri="{FF2B5EF4-FFF2-40B4-BE49-F238E27FC236}">
                <a16:creationId xmlns:a16="http://schemas.microsoft.com/office/drawing/2014/main" id="{249CDFBC-68CC-42BE-BD2F-71EDE254BEDD}"/>
              </a:ext>
            </a:extLst>
          </p:cNvPr>
          <p:cNvSpPr/>
          <p:nvPr/>
        </p:nvSpPr>
        <p:spPr>
          <a:xfrm>
            <a:off x="8193489" y="3028149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9CF9D07-56E2-451A-953A-2B4078EDBE8C}"/>
              </a:ext>
            </a:extLst>
          </p:cNvPr>
          <p:cNvSpPr/>
          <p:nvPr/>
        </p:nvSpPr>
        <p:spPr>
          <a:xfrm>
            <a:off x="8706430" y="2858170"/>
            <a:ext cx="24070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{ </a:t>
            </a:r>
            <a:r>
              <a:rPr lang="en-US" sz="28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v,u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20" name="Striped Right Arrow 188">
            <a:extLst>
              <a:ext uri="{FF2B5EF4-FFF2-40B4-BE49-F238E27FC236}">
                <a16:creationId xmlns:a16="http://schemas.microsoft.com/office/drawing/2014/main" id="{5C9E6AB5-0AB6-43E3-BBFD-4DC466DF532B}"/>
              </a:ext>
            </a:extLst>
          </p:cNvPr>
          <p:cNvSpPr/>
          <p:nvPr/>
        </p:nvSpPr>
        <p:spPr>
          <a:xfrm>
            <a:off x="11041972" y="3044007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0CEDDC2-A982-428F-8861-8EFDCFA41BCF}"/>
              </a:ext>
            </a:extLst>
          </p:cNvPr>
          <p:cNvSpPr/>
          <p:nvPr/>
        </p:nvSpPr>
        <p:spPr>
          <a:xfrm>
            <a:off x="3414272" y="3856247"/>
            <a:ext cx="25481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{</a:t>
            </a:r>
            <a:r>
              <a:rPr lang="en-US" sz="28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u,v,z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A51F0-E777-4C3D-A18E-4934A46C1247}"/>
              </a:ext>
            </a:extLst>
          </p:cNvPr>
          <p:cNvSpPr/>
          <p:nvPr/>
        </p:nvSpPr>
        <p:spPr>
          <a:xfrm>
            <a:off x="9668418" y="3909638"/>
            <a:ext cx="20310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=</a:t>
            </a: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BE15B8C-D5F2-4722-8B3E-43553B59C35E}"/>
              </a:ext>
            </a:extLst>
          </p:cNvPr>
          <p:cNvSpPr/>
          <p:nvPr/>
        </p:nvSpPr>
        <p:spPr>
          <a:xfrm>
            <a:off x="6444214" y="3882355"/>
            <a:ext cx="34384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{v2,v3 ,v4,v5 }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(v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25" name="Striped Right Arrow 188">
            <a:extLst>
              <a:ext uri="{FF2B5EF4-FFF2-40B4-BE49-F238E27FC236}">
                <a16:creationId xmlns:a16="http://schemas.microsoft.com/office/drawing/2014/main" id="{7A531F90-DAB8-4E91-AAB6-7B7F419FC537}"/>
              </a:ext>
            </a:extLst>
          </p:cNvPr>
          <p:cNvSpPr/>
          <p:nvPr/>
        </p:nvSpPr>
        <p:spPr>
          <a:xfrm>
            <a:off x="5998328" y="4088069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D5C5F21-F689-42A4-B6FC-4CB467F91F41}"/>
              </a:ext>
            </a:extLst>
          </p:cNvPr>
          <p:cNvCxnSpPr>
            <a:stCxn id="50" idx="1"/>
          </p:cNvCxnSpPr>
          <p:nvPr/>
        </p:nvCxnSpPr>
        <p:spPr>
          <a:xfrm flipH="1" flipV="1">
            <a:off x="1016786" y="361791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6B033E-AABE-47E9-862F-D091D3309441}"/>
              </a:ext>
            </a:extLst>
          </p:cNvPr>
          <p:cNvCxnSpPr/>
          <p:nvPr/>
        </p:nvCxnSpPr>
        <p:spPr>
          <a:xfrm flipH="1">
            <a:off x="2242268" y="380347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53600F-BA3C-4605-AD46-4789C4F6D5EA}"/>
              </a:ext>
            </a:extLst>
          </p:cNvPr>
          <p:cNvCxnSpPr/>
          <p:nvPr/>
        </p:nvCxnSpPr>
        <p:spPr>
          <a:xfrm flipH="1">
            <a:off x="916750" y="2711356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EBD8C6-080B-450C-A831-F7D74A77C4B9}"/>
              </a:ext>
            </a:extLst>
          </p:cNvPr>
          <p:cNvCxnSpPr>
            <a:stCxn id="52" idx="1"/>
          </p:cNvCxnSpPr>
          <p:nvPr/>
        </p:nvCxnSpPr>
        <p:spPr>
          <a:xfrm flipH="1">
            <a:off x="873208" y="3427926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D4D7818-506F-4C3C-B69F-F5836B6A778F}"/>
              </a:ext>
            </a:extLst>
          </p:cNvPr>
          <p:cNvCxnSpPr/>
          <p:nvPr/>
        </p:nvCxnSpPr>
        <p:spPr>
          <a:xfrm flipV="1">
            <a:off x="633876" y="346551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16">
            <a:extLst>
              <a:ext uri="{FF2B5EF4-FFF2-40B4-BE49-F238E27FC236}">
                <a16:creationId xmlns:a16="http://schemas.microsoft.com/office/drawing/2014/main" id="{BA1D6EDB-E54A-49B7-A4F8-74B50D768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43" y="325898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A26CD23-411B-458C-A4D4-FB5D3F1CADE6}"/>
              </a:ext>
            </a:extLst>
          </p:cNvPr>
          <p:cNvCxnSpPr/>
          <p:nvPr/>
        </p:nvCxnSpPr>
        <p:spPr>
          <a:xfrm flipH="1">
            <a:off x="790108" y="361791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451181-B560-4AF7-80AE-327C73C30AF5}"/>
              </a:ext>
            </a:extLst>
          </p:cNvPr>
          <p:cNvCxnSpPr/>
          <p:nvPr/>
        </p:nvCxnSpPr>
        <p:spPr>
          <a:xfrm flipH="1">
            <a:off x="796156" y="487176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>
            <a:extLst>
              <a:ext uri="{FF2B5EF4-FFF2-40B4-BE49-F238E27FC236}">
                <a16:creationId xmlns:a16="http://schemas.microsoft.com/office/drawing/2014/main" id="{FF83C5C0-4F33-4264-A231-F126B7D62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1972" y="464942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340909-D161-422A-BCD2-95AD315D0F0B}"/>
              </a:ext>
            </a:extLst>
          </p:cNvPr>
          <p:cNvCxnSpPr/>
          <p:nvPr/>
        </p:nvCxnSpPr>
        <p:spPr>
          <a:xfrm>
            <a:off x="2287770" y="2720317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16">
            <a:extLst>
              <a:ext uri="{FF2B5EF4-FFF2-40B4-BE49-F238E27FC236}">
                <a16:creationId xmlns:a16="http://schemas.microsoft.com/office/drawing/2014/main" id="{5978FF1D-4788-4AF9-A27F-3BA7603C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81" y="336414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B26B4-70A6-4225-A8CE-57C734C57457}"/>
              </a:ext>
            </a:extLst>
          </p:cNvPr>
          <p:cNvSpPr txBox="1"/>
          <p:nvPr/>
        </p:nvSpPr>
        <p:spPr>
          <a:xfrm>
            <a:off x="656044" y="330413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57E39A-94EE-47AF-A1A1-003F439244B8}"/>
              </a:ext>
            </a:extLst>
          </p:cNvPr>
          <p:cNvSpPr txBox="1"/>
          <p:nvPr/>
        </p:nvSpPr>
        <p:spPr>
          <a:xfrm>
            <a:off x="2753562" y="339271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3C695DE-F9A9-4459-A717-8B53FDC45ADC}"/>
              </a:ext>
            </a:extLst>
          </p:cNvPr>
          <p:cNvSpPr/>
          <p:nvPr/>
        </p:nvSpPr>
        <p:spPr>
          <a:xfrm>
            <a:off x="1977008" y="468094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5DD4125B-097C-4168-AB7A-DBAFBB2B5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91" y="475073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5BE1C2-7AD1-47A7-8CCE-6757887067AF}"/>
              </a:ext>
            </a:extLst>
          </p:cNvPr>
          <p:cNvSpPr txBox="1"/>
          <p:nvPr/>
        </p:nvSpPr>
        <p:spPr>
          <a:xfrm>
            <a:off x="391296" y="479167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B1C8B4-8998-4CC4-9266-0E1F087FC443}"/>
              </a:ext>
            </a:extLst>
          </p:cNvPr>
          <p:cNvSpPr txBox="1"/>
          <p:nvPr/>
        </p:nvSpPr>
        <p:spPr>
          <a:xfrm>
            <a:off x="339218" y="384697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340555-B6A0-408E-9A63-02289E236042}"/>
              </a:ext>
            </a:extLst>
          </p:cNvPr>
          <p:cNvSpPr txBox="1"/>
          <p:nvPr/>
        </p:nvSpPr>
        <p:spPr>
          <a:xfrm>
            <a:off x="1655033" y="3149027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B384E7-FF09-4F24-8071-5A1DB22A08C5}"/>
              </a:ext>
            </a:extLst>
          </p:cNvPr>
          <p:cNvSpPr txBox="1"/>
          <p:nvPr/>
        </p:nvSpPr>
        <p:spPr>
          <a:xfrm>
            <a:off x="1043350" y="264389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9F9BAD-5932-457E-9230-2CC5ECC52099}"/>
              </a:ext>
            </a:extLst>
          </p:cNvPr>
          <p:cNvSpPr txBox="1"/>
          <p:nvPr/>
        </p:nvSpPr>
        <p:spPr>
          <a:xfrm>
            <a:off x="939657" y="383074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B655A1-758B-4FEE-846C-685C9622D2BB}"/>
              </a:ext>
            </a:extLst>
          </p:cNvPr>
          <p:cNvSpPr txBox="1"/>
          <p:nvPr/>
        </p:nvSpPr>
        <p:spPr>
          <a:xfrm>
            <a:off x="1339704" y="454466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221274-0752-4F66-A22B-9C8948FDD074}"/>
              </a:ext>
            </a:extLst>
          </p:cNvPr>
          <p:cNvSpPr txBox="1"/>
          <p:nvPr/>
        </p:nvSpPr>
        <p:spPr>
          <a:xfrm>
            <a:off x="1970168" y="365748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298E7E-AD35-413A-9E13-5C4942E543A0}"/>
              </a:ext>
            </a:extLst>
          </p:cNvPr>
          <p:cNvSpPr txBox="1"/>
          <p:nvPr/>
        </p:nvSpPr>
        <p:spPr>
          <a:xfrm>
            <a:off x="2631477" y="402215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CCC61F-751A-4955-B3FB-6DE17D121A59}"/>
              </a:ext>
            </a:extLst>
          </p:cNvPr>
          <p:cNvSpPr txBox="1"/>
          <p:nvPr/>
        </p:nvSpPr>
        <p:spPr>
          <a:xfrm>
            <a:off x="2602446" y="27739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66" name="Oval 16">
            <a:extLst>
              <a:ext uri="{FF2B5EF4-FFF2-40B4-BE49-F238E27FC236}">
                <a16:creationId xmlns:a16="http://schemas.microsoft.com/office/drawing/2014/main" id="{F8A4AD80-4536-4AAD-9B8B-1D60BC214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535" y="2363082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2E28724-319E-4EAB-BD42-8460043F4198}"/>
              </a:ext>
            </a:extLst>
          </p:cNvPr>
          <p:cNvSpPr/>
          <p:nvPr/>
        </p:nvSpPr>
        <p:spPr>
          <a:xfrm>
            <a:off x="1949945" y="238724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294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/>
      <p:bldP spid="87" grpId="0" animBg="1"/>
      <p:bldP spid="117" grpId="0"/>
      <p:bldP spid="118" grpId="0" animBg="1"/>
      <p:bldP spid="119" grpId="0"/>
      <p:bldP spid="120" grpId="0" animBg="1"/>
      <p:bldP spid="121" grpId="0"/>
      <p:bldP spid="5" grpId="0"/>
      <p:bldP spid="123" grpId="0"/>
      <p:bldP spid="12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132/182</a:t>
            </a:r>
          </a:p>
        </p:txBody>
      </p:sp>
      <p:cxnSp>
        <p:nvCxnSpPr>
          <p:cNvPr id="134" name="Straight Connector 133"/>
          <p:cNvCxnSpPr>
            <a:stCxn id="142" idx="1"/>
          </p:cNvCxnSpPr>
          <p:nvPr/>
        </p:nvCxnSpPr>
        <p:spPr>
          <a:xfrm flipH="1" flipV="1">
            <a:off x="823461" y="4088069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flipH="1">
            <a:off x="2048943" y="4273633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H="1" flipV="1">
            <a:off x="636342" y="4016397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V="1">
            <a:off x="440551" y="3935669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H="1">
            <a:off x="596783" y="4088069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H="1">
            <a:off x="602831" y="5341921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6"/>
          <p:cNvSpPr>
            <a:spLocks noChangeArrowheads="1"/>
          </p:cNvSpPr>
          <p:nvPr/>
        </p:nvSpPr>
        <p:spPr bwMode="auto">
          <a:xfrm>
            <a:off x="1768647" y="5119583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4" name="Oval 16"/>
          <p:cNvSpPr>
            <a:spLocks noChangeArrowheads="1"/>
          </p:cNvSpPr>
          <p:nvPr/>
        </p:nvSpPr>
        <p:spPr bwMode="auto">
          <a:xfrm>
            <a:off x="2534056" y="383429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49176" y="385624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816714" y="5157255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48" name="Oval 16"/>
          <p:cNvSpPr>
            <a:spLocks noChangeArrowheads="1"/>
          </p:cNvSpPr>
          <p:nvPr/>
        </p:nvSpPr>
        <p:spPr bwMode="auto">
          <a:xfrm>
            <a:off x="191566" y="5220892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36851" y="525399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5893" y="431713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01979" y="3643225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0025" y="311405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54496" y="426008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46379" y="5014824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85007" y="414396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438152" y="44923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09121" y="324408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418231" y="3774633"/>
            <a:ext cx="764953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 } </a:t>
            </a:r>
          </a:p>
        </p:txBody>
      </p:sp>
      <p:sp>
        <p:nvSpPr>
          <p:cNvPr id="189" name="Striped Right Arrow 188"/>
          <p:cNvSpPr/>
          <p:nvPr/>
        </p:nvSpPr>
        <p:spPr>
          <a:xfrm>
            <a:off x="7744339" y="3993807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A7472A5-8CAD-4468-93AA-F249CC3138C3}"/>
              </a:ext>
            </a:extLst>
          </p:cNvPr>
          <p:cNvCxnSpPr>
            <a:cxnSpLocks/>
            <a:endCxn id="145" idx="0"/>
          </p:cNvCxnSpPr>
          <p:nvPr/>
        </p:nvCxnSpPr>
        <p:spPr>
          <a:xfrm flipH="1">
            <a:off x="735186" y="3181511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5EDF4C5-BF6F-406F-BE08-45C3CDBCFD94}"/>
              </a:ext>
            </a:extLst>
          </p:cNvPr>
          <p:cNvCxnSpPr>
            <a:cxnSpLocks/>
            <a:stCxn id="158" idx="5"/>
          </p:cNvCxnSpPr>
          <p:nvPr/>
        </p:nvCxnSpPr>
        <p:spPr>
          <a:xfrm>
            <a:off x="2108959" y="3204986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73F7B58B-4B69-4C67-BB5D-7292AB02C751}"/>
              </a:ext>
            </a:extLst>
          </p:cNvPr>
          <p:cNvSpPr/>
          <p:nvPr/>
        </p:nvSpPr>
        <p:spPr>
          <a:xfrm>
            <a:off x="721604" y="1995666"/>
            <a:ext cx="2244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117" name="Striped Right Arrow 188">
            <a:extLst>
              <a:ext uri="{FF2B5EF4-FFF2-40B4-BE49-F238E27FC236}">
                <a16:creationId xmlns:a16="http://schemas.microsoft.com/office/drawing/2014/main" id="{D8D302A4-D12C-4968-BCDA-FD5675B35B31}"/>
              </a:ext>
            </a:extLst>
          </p:cNvPr>
          <p:cNvSpPr/>
          <p:nvPr/>
        </p:nvSpPr>
        <p:spPr>
          <a:xfrm>
            <a:off x="3537787" y="4113889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B2325F0-C51A-49EE-83EC-39222B84D1A2}"/>
              </a:ext>
            </a:extLst>
          </p:cNvPr>
          <p:cNvSpPr/>
          <p:nvPr/>
        </p:nvSpPr>
        <p:spPr>
          <a:xfrm>
            <a:off x="7619318" y="3578887"/>
            <a:ext cx="915637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sp>
        <p:nvSpPr>
          <p:cNvPr id="139" name="Oval 16"/>
          <p:cNvSpPr>
            <a:spLocks noChangeArrowheads="1"/>
          </p:cNvSpPr>
          <p:nvPr/>
        </p:nvSpPr>
        <p:spPr bwMode="auto">
          <a:xfrm>
            <a:off x="462118" y="3729143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11407" y="37510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58" name="Oval 16"/>
          <p:cNvSpPr>
            <a:spLocks noChangeArrowheads="1"/>
          </p:cNvSpPr>
          <p:nvPr/>
        </p:nvSpPr>
        <p:spPr bwMode="auto">
          <a:xfrm>
            <a:off x="1737210" y="2833237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767012" y="2858170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B11DEC5-C64D-4B7A-BBAB-A7487E2327D9}"/>
              </a:ext>
            </a:extLst>
          </p:cNvPr>
          <p:cNvCxnSpPr>
            <a:stCxn id="126" idx="1"/>
          </p:cNvCxnSpPr>
          <p:nvPr/>
        </p:nvCxnSpPr>
        <p:spPr>
          <a:xfrm flipH="1" flipV="1">
            <a:off x="5138286" y="4040015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528C604-9B04-45E2-9070-A2A59B16FD4D}"/>
              </a:ext>
            </a:extLst>
          </p:cNvPr>
          <p:cNvCxnSpPr/>
          <p:nvPr/>
        </p:nvCxnSpPr>
        <p:spPr>
          <a:xfrm flipH="1">
            <a:off x="6363768" y="4225579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702C8E8-6FE2-470C-9199-99253F3D876F}"/>
              </a:ext>
            </a:extLst>
          </p:cNvPr>
          <p:cNvCxnSpPr/>
          <p:nvPr/>
        </p:nvCxnSpPr>
        <p:spPr>
          <a:xfrm flipH="1" flipV="1">
            <a:off x="4951167" y="3968343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2E8FF6E-F9F9-40C6-892F-3CC4C912E0E5}"/>
              </a:ext>
            </a:extLst>
          </p:cNvPr>
          <p:cNvCxnSpPr/>
          <p:nvPr/>
        </p:nvCxnSpPr>
        <p:spPr>
          <a:xfrm flipV="1">
            <a:off x="4755376" y="3887615"/>
            <a:ext cx="230510" cy="1318322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F3A2A4E-65FF-4E86-810B-995BDF14CEF0}"/>
              </a:ext>
            </a:extLst>
          </p:cNvPr>
          <p:cNvCxnSpPr/>
          <p:nvPr/>
        </p:nvCxnSpPr>
        <p:spPr>
          <a:xfrm flipH="1">
            <a:off x="4911608" y="4040015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CF7831E-9CD2-427A-9183-27A9CC1D78C8}"/>
              </a:ext>
            </a:extLst>
          </p:cNvPr>
          <p:cNvCxnSpPr/>
          <p:nvPr/>
        </p:nvCxnSpPr>
        <p:spPr>
          <a:xfrm flipH="1">
            <a:off x="4917656" y="5293867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6">
            <a:extLst>
              <a:ext uri="{FF2B5EF4-FFF2-40B4-BE49-F238E27FC236}">
                <a16:creationId xmlns:a16="http://schemas.microsoft.com/office/drawing/2014/main" id="{0D11AAA1-D763-425F-BD92-39AECCF7D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472" y="507152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7" name="Oval 16">
            <a:extLst>
              <a:ext uri="{FF2B5EF4-FFF2-40B4-BE49-F238E27FC236}">
                <a16:creationId xmlns:a16="http://schemas.microsoft.com/office/drawing/2014/main" id="{5F5A45FC-38D7-4D6D-9CE8-751B6608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881" y="378624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170F6A3-7710-4B61-B9BA-A0166871445B}"/>
              </a:ext>
            </a:extLst>
          </p:cNvPr>
          <p:cNvSpPr txBox="1"/>
          <p:nvPr/>
        </p:nvSpPr>
        <p:spPr>
          <a:xfrm>
            <a:off x="6864001" y="38081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735458A-F57C-439D-B984-F901A529FCDA}"/>
              </a:ext>
            </a:extLst>
          </p:cNvPr>
          <p:cNvSpPr/>
          <p:nvPr/>
        </p:nvSpPr>
        <p:spPr>
          <a:xfrm>
            <a:off x="6131539" y="510920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EDE26ED2-65A2-4EBA-BE91-F7C26CA4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391" y="517283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B83F291-E35D-4BF3-9DF1-E94008581EFC}"/>
              </a:ext>
            </a:extLst>
          </p:cNvPr>
          <p:cNvSpPr txBox="1"/>
          <p:nvPr/>
        </p:nvSpPr>
        <p:spPr>
          <a:xfrm>
            <a:off x="4551676" y="520593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021CA2-0831-4BF1-A247-40DD642FEFD0}"/>
              </a:ext>
            </a:extLst>
          </p:cNvPr>
          <p:cNvSpPr txBox="1"/>
          <p:nvPr/>
        </p:nvSpPr>
        <p:spPr>
          <a:xfrm>
            <a:off x="4460718" y="426907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E3D515B-E127-4ABB-B5B6-BCBC5C3ACAD3}"/>
              </a:ext>
            </a:extLst>
          </p:cNvPr>
          <p:cNvSpPr txBox="1"/>
          <p:nvPr/>
        </p:nvSpPr>
        <p:spPr>
          <a:xfrm>
            <a:off x="5816804" y="3595171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6EEB438-9186-4A25-BE65-95371DE3C15B}"/>
              </a:ext>
            </a:extLst>
          </p:cNvPr>
          <p:cNvSpPr txBox="1"/>
          <p:nvPr/>
        </p:nvSpPr>
        <p:spPr>
          <a:xfrm>
            <a:off x="5164850" y="306599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0015AFF-CE82-4A93-90B2-69714ED9029C}"/>
              </a:ext>
            </a:extLst>
          </p:cNvPr>
          <p:cNvSpPr txBox="1"/>
          <p:nvPr/>
        </p:nvSpPr>
        <p:spPr>
          <a:xfrm>
            <a:off x="5069321" y="421202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A38C049-A13C-4C3C-A251-94E52166AE97}"/>
              </a:ext>
            </a:extLst>
          </p:cNvPr>
          <p:cNvSpPr txBox="1"/>
          <p:nvPr/>
        </p:nvSpPr>
        <p:spPr>
          <a:xfrm>
            <a:off x="5461204" y="4966770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423C351-7A10-4057-8A61-2194A638A287}"/>
              </a:ext>
            </a:extLst>
          </p:cNvPr>
          <p:cNvSpPr txBox="1"/>
          <p:nvPr/>
        </p:nvSpPr>
        <p:spPr>
          <a:xfrm>
            <a:off x="6099832" y="409591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391E483-F44C-4091-9A65-EEA9C1E9DB19}"/>
              </a:ext>
            </a:extLst>
          </p:cNvPr>
          <p:cNvSpPr txBox="1"/>
          <p:nvPr/>
        </p:nvSpPr>
        <p:spPr>
          <a:xfrm>
            <a:off x="6752977" y="44442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498616A-E550-4149-84B5-343EC480614A}"/>
              </a:ext>
            </a:extLst>
          </p:cNvPr>
          <p:cNvSpPr txBox="1"/>
          <p:nvPr/>
        </p:nvSpPr>
        <p:spPr>
          <a:xfrm>
            <a:off x="6723946" y="319602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30BA8D6-FAB3-4853-92E8-15D52478BE03}"/>
              </a:ext>
            </a:extLst>
          </p:cNvPr>
          <p:cNvCxnSpPr>
            <a:cxnSpLocks/>
            <a:endCxn id="169" idx="0"/>
          </p:cNvCxnSpPr>
          <p:nvPr/>
        </p:nvCxnSpPr>
        <p:spPr>
          <a:xfrm flipH="1">
            <a:off x="5050011" y="3133457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147EFE9-D90C-40CB-AFFB-9714C25B696F}"/>
              </a:ext>
            </a:extLst>
          </p:cNvPr>
          <p:cNvCxnSpPr>
            <a:cxnSpLocks/>
            <a:stCxn id="170" idx="5"/>
          </p:cNvCxnSpPr>
          <p:nvPr/>
        </p:nvCxnSpPr>
        <p:spPr>
          <a:xfrm>
            <a:off x="6423784" y="3156932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">
            <a:extLst>
              <a:ext uri="{FF2B5EF4-FFF2-40B4-BE49-F238E27FC236}">
                <a16:creationId xmlns:a16="http://schemas.microsoft.com/office/drawing/2014/main" id="{92C72C99-7F43-4640-8A1D-0B9F12C5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943" y="3681089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CBE2B1D-10F3-4185-BBF0-DA7594C67ABF}"/>
              </a:ext>
            </a:extLst>
          </p:cNvPr>
          <p:cNvSpPr txBox="1"/>
          <p:nvPr/>
        </p:nvSpPr>
        <p:spPr>
          <a:xfrm>
            <a:off x="4826232" y="370294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70" name="Oval 16">
            <a:extLst>
              <a:ext uri="{FF2B5EF4-FFF2-40B4-BE49-F238E27FC236}">
                <a16:creationId xmlns:a16="http://schemas.microsoft.com/office/drawing/2014/main" id="{BC282D27-B497-4563-BA5E-6389C4CB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035" y="2785183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4221DDD-819D-4431-985C-BCDF82825628}"/>
              </a:ext>
            </a:extLst>
          </p:cNvPr>
          <p:cNvSpPr/>
          <p:nvPr/>
        </p:nvSpPr>
        <p:spPr>
          <a:xfrm>
            <a:off x="6081837" y="281011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AE7BF65-C358-4EB6-B653-78D3189F70B1}"/>
              </a:ext>
            </a:extLst>
          </p:cNvPr>
          <p:cNvCxnSpPr>
            <a:stCxn id="178" idx="1"/>
          </p:cNvCxnSpPr>
          <p:nvPr/>
        </p:nvCxnSpPr>
        <p:spPr>
          <a:xfrm flipH="1" flipV="1">
            <a:off x="9457957" y="3847644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450E2D3-B1D8-4BD8-AF86-14AB9F1EE9D6}"/>
              </a:ext>
            </a:extLst>
          </p:cNvPr>
          <p:cNvCxnSpPr/>
          <p:nvPr/>
        </p:nvCxnSpPr>
        <p:spPr>
          <a:xfrm flipH="1">
            <a:off x="10683439" y="403320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B5425CD-BA85-4EB6-B90E-E437DFC3D7B4}"/>
              </a:ext>
            </a:extLst>
          </p:cNvPr>
          <p:cNvCxnSpPr/>
          <p:nvPr/>
        </p:nvCxnSpPr>
        <p:spPr>
          <a:xfrm flipH="1" flipV="1">
            <a:off x="9270838" y="3775972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3A4F4D2-B8DC-47FA-8771-555EA28FD328}"/>
              </a:ext>
            </a:extLst>
          </p:cNvPr>
          <p:cNvCxnSpPr/>
          <p:nvPr/>
        </p:nvCxnSpPr>
        <p:spPr>
          <a:xfrm flipV="1">
            <a:off x="9075047" y="3695244"/>
            <a:ext cx="230510" cy="1318322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2F3C3CB-A5B7-4E4B-96A9-40F0F748C8CA}"/>
              </a:ext>
            </a:extLst>
          </p:cNvPr>
          <p:cNvCxnSpPr/>
          <p:nvPr/>
        </p:nvCxnSpPr>
        <p:spPr>
          <a:xfrm flipH="1">
            <a:off x="9231279" y="384764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7D2D751-BEFC-4D54-8528-1134FE085FCD}"/>
              </a:ext>
            </a:extLst>
          </p:cNvPr>
          <p:cNvCxnSpPr/>
          <p:nvPr/>
        </p:nvCxnSpPr>
        <p:spPr>
          <a:xfrm flipH="1">
            <a:off x="9237327" y="5101496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6">
            <a:extLst>
              <a:ext uri="{FF2B5EF4-FFF2-40B4-BE49-F238E27FC236}">
                <a16:creationId xmlns:a16="http://schemas.microsoft.com/office/drawing/2014/main" id="{E6043A3B-E96A-42F6-B951-402123DE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3143" y="487915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9" name="Oval 16">
            <a:extLst>
              <a:ext uri="{FF2B5EF4-FFF2-40B4-BE49-F238E27FC236}">
                <a16:creationId xmlns:a16="http://schemas.microsoft.com/office/drawing/2014/main" id="{81BB24AC-31AE-4C01-8D5D-4339EA1EF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552" y="359387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3C7D92D-11ED-4CB9-8962-9F0D3D864133}"/>
              </a:ext>
            </a:extLst>
          </p:cNvPr>
          <p:cNvSpPr txBox="1"/>
          <p:nvPr/>
        </p:nvSpPr>
        <p:spPr>
          <a:xfrm>
            <a:off x="11183672" y="361582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7A91542-3C5E-4902-95EF-E50079D81369}"/>
              </a:ext>
            </a:extLst>
          </p:cNvPr>
          <p:cNvSpPr/>
          <p:nvPr/>
        </p:nvSpPr>
        <p:spPr>
          <a:xfrm>
            <a:off x="10451210" y="4916830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82" name="Oval 16">
            <a:extLst>
              <a:ext uri="{FF2B5EF4-FFF2-40B4-BE49-F238E27FC236}">
                <a16:creationId xmlns:a16="http://schemas.microsoft.com/office/drawing/2014/main" id="{C625F020-F441-4E5B-886B-01E9C90D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062" y="498046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C76ED11-CAE9-4F3D-9029-D059E9E24451}"/>
              </a:ext>
            </a:extLst>
          </p:cNvPr>
          <p:cNvSpPr txBox="1"/>
          <p:nvPr/>
        </p:nvSpPr>
        <p:spPr>
          <a:xfrm>
            <a:off x="8871347" y="501356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1535135-B4F0-43C8-BDA5-2E2440AC022A}"/>
              </a:ext>
            </a:extLst>
          </p:cNvPr>
          <p:cNvSpPr txBox="1"/>
          <p:nvPr/>
        </p:nvSpPr>
        <p:spPr>
          <a:xfrm>
            <a:off x="8780389" y="40767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B7B12D-5F18-42A3-A272-90A2CC50152A}"/>
              </a:ext>
            </a:extLst>
          </p:cNvPr>
          <p:cNvSpPr txBox="1"/>
          <p:nvPr/>
        </p:nvSpPr>
        <p:spPr>
          <a:xfrm>
            <a:off x="10136475" y="3402800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D8D438D-1CF1-4C0B-B79C-EEBC40390283}"/>
              </a:ext>
            </a:extLst>
          </p:cNvPr>
          <p:cNvSpPr txBox="1"/>
          <p:nvPr/>
        </p:nvSpPr>
        <p:spPr>
          <a:xfrm>
            <a:off x="9484521" y="28736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DDCF09B-22DD-40EC-B0A6-409EB5BA17B0}"/>
              </a:ext>
            </a:extLst>
          </p:cNvPr>
          <p:cNvSpPr txBox="1"/>
          <p:nvPr/>
        </p:nvSpPr>
        <p:spPr>
          <a:xfrm>
            <a:off x="9388992" y="401965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3E725A9-1F8D-4A97-B6BD-479259E0B44A}"/>
              </a:ext>
            </a:extLst>
          </p:cNvPr>
          <p:cNvSpPr txBox="1"/>
          <p:nvPr/>
        </p:nvSpPr>
        <p:spPr>
          <a:xfrm>
            <a:off x="9780875" y="477439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753FDBE-D7C2-4CB9-90C0-AA3AB42F9AF0}"/>
              </a:ext>
            </a:extLst>
          </p:cNvPr>
          <p:cNvSpPr txBox="1"/>
          <p:nvPr/>
        </p:nvSpPr>
        <p:spPr>
          <a:xfrm>
            <a:off x="10419503" y="390354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B94373C-40F0-4C46-BF58-400817A0CD5E}"/>
              </a:ext>
            </a:extLst>
          </p:cNvPr>
          <p:cNvSpPr txBox="1"/>
          <p:nvPr/>
        </p:nvSpPr>
        <p:spPr>
          <a:xfrm>
            <a:off x="11072648" y="425188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4E99C2B-BD5A-4CDB-8DC4-AF5A086949DB}"/>
              </a:ext>
            </a:extLst>
          </p:cNvPr>
          <p:cNvSpPr txBox="1"/>
          <p:nvPr/>
        </p:nvSpPr>
        <p:spPr>
          <a:xfrm>
            <a:off x="11043617" y="300365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A1B5791-AC23-4774-84C8-BDD66A33148D}"/>
              </a:ext>
            </a:extLst>
          </p:cNvPr>
          <p:cNvCxnSpPr>
            <a:cxnSpLocks/>
            <a:endCxn id="196" idx="0"/>
          </p:cNvCxnSpPr>
          <p:nvPr/>
        </p:nvCxnSpPr>
        <p:spPr>
          <a:xfrm flipH="1">
            <a:off x="9369682" y="2941086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6BAF467-C94F-4C8E-9A8A-292504B16973}"/>
              </a:ext>
            </a:extLst>
          </p:cNvPr>
          <p:cNvCxnSpPr>
            <a:cxnSpLocks/>
            <a:stCxn id="197" idx="5"/>
          </p:cNvCxnSpPr>
          <p:nvPr/>
        </p:nvCxnSpPr>
        <p:spPr>
          <a:xfrm>
            <a:off x="10743455" y="2964561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Oval 16">
            <a:extLst>
              <a:ext uri="{FF2B5EF4-FFF2-40B4-BE49-F238E27FC236}">
                <a16:creationId xmlns:a16="http://schemas.microsoft.com/office/drawing/2014/main" id="{D70FAAC2-F979-4DD2-A317-FAF72B51E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614" y="348871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1AED56B-B8E6-4F9C-BB22-8DF58B919C45}"/>
              </a:ext>
            </a:extLst>
          </p:cNvPr>
          <p:cNvSpPr txBox="1"/>
          <p:nvPr/>
        </p:nvSpPr>
        <p:spPr>
          <a:xfrm>
            <a:off x="9145903" y="351057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97" name="Oval 16">
            <a:extLst>
              <a:ext uri="{FF2B5EF4-FFF2-40B4-BE49-F238E27FC236}">
                <a16:creationId xmlns:a16="http://schemas.microsoft.com/office/drawing/2014/main" id="{E33E672F-F04C-4338-8EF5-FB2589793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706" y="259281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6629CAD-1182-4E59-BD3A-966AAADBDE32}"/>
              </a:ext>
            </a:extLst>
          </p:cNvPr>
          <p:cNvSpPr/>
          <p:nvPr/>
        </p:nvSpPr>
        <p:spPr>
          <a:xfrm>
            <a:off x="10401508" y="2617745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094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189" grpId="0" animBg="1"/>
      <p:bldP spid="117" grpId="0" animBg="1"/>
      <p:bldP spid="118" grpId="0"/>
      <p:bldP spid="126" grpId="0" animBg="1"/>
      <p:bldP spid="127" grpId="0" animBg="1"/>
      <p:bldP spid="128" grpId="0"/>
      <p:bldP spid="129" grpId="0"/>
      <p:bldP spid="130" grpId="0" animBg="1"/>
      <p:bldP spid="131" grpId="0"/>
      <p:bldP spid="132" grpId="0"/>
      <p:bldP spid="136" grpId="0"/>
      <p:bldP spid="143" grpId="0"/>
      <p:bldP spid="160" grpId="0"/>
      <p:bldP spid="162" grpId="0"/>
      <p:bldP spid="163" grpId="0"/>
      <p:bldP spid="164" grpId="0"/>
      <p:bldP spid="165" grpId="0"/>
      <p:bldP spid="168" grpId="0" animBg="1"/>
      <p:bldP spid="169" grpId="0"/>
      <p:bldP spid="170" grpId="0" animBg="1"/>
      <p:bldP spid="171" grpId="0"/>
      <p:bldP spid="178" grpId="0" animBg="1"/>
      <p:bldP spid="179" grpId="0" animBg="1"/>
      <p:bldP spid="180" grpId="0"/>
      <p:bldP spid="181" grpId="0"/>
      <p:bldP spid="182" grpId="0" animBg="1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92" grpId="0"/>
      <p:bldP spid="195" grpId="0" animBg="1"/>
      <p:bldP spid="196" grpId="0"/>
      <p:bldP spid="197" grpId="0" animBg="1"/>
      <p:bldP spid="19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133/182</a:t>
            </a:r>
          </a:p>
        </p:txBody>
      </p:sp>
      <p:cxnSp>
        <p:nvCxnSpPr>
          <p:cNvPr id="134" name="Straight Connector 133"/>
          <p:cNvCxnSpPr>
            <a:stCxn id="142" idx="1"/>
          </p:cNvCxnSpPr>
          <p:nvPr/>
        </p:nvCxnSpPr>
        <p:spPr>
          <a:xfrm flipH="1" flipV="1">
            <a:off x="823461" y="4088069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flipH="1">
            <a:off x="2048943" y="4273633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H="1" flipV="1">
            <a:off x="636342" y="4016397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V="1">
            <a:off x="440551" y="3935669"/>
            <a:ext cx="230510" cy="1318322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H="1">
            <a:off x="596783" y="4088069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H="1">
            <a:off x="602831" y="5341921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6"/>
          <p:cNvSpPr>
            <a:spLocks noChangeArrowheads="1"/>
          </p:cNvSpPr>
          <p:nvPr/>
        </p:nvSpPr>
        <p:spPr bwMode="auto">
          <a:xfrm>
            <a:off x="1768647" y="5119583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4" name="Oval 16"/>
          <p:cNvSpPr>
            <a:spLocks noChangeArrowheads="1"/>
          </p:cNvSpPr>
          <p:nvPr/>
        </p:nvSpPr>
        <p:spPr bwMode="auto">
          <a:xfrm>
            <a:off x="2534056" y="383429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49176" y="385624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816714" y="5157255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48" name="Oval 16"/>
          <p:cNvSpPr>
            <a:spLocks noChangeArrowheads="1"/>
          </p:cNvSpPr>
          <p:nvPr/>
        </p:nvSpPr>
        <p:spPr bwMode="auto">
          <a:xfrm>
            <a:off x="191566" y="5220892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236851" y="525399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5893" y="431713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501979" y="3643225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50025" y="311405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54496" y="426008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46379" y="5014824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85007" y="414396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438152" y="44923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09121" y="324408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192458" y="3786245"/>
            <a:ext cx="1212191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sp>
        <p:nvSpPr>
          <p:cNvPr id="189" name="Striped Right Arrow 188"/>
          <p:cNvSpPr/>
          <p:nvPr/>
        </p:nvSpPr>
        <p:spPr>
          <a:xfrm>
            <a:off x="7500926" y="3993808"/>
            <a:ext cx="1089555" cy="258076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A7472A5-8CAD-4468-93AA-F249CC3138C3}"/>
              </a:ext>
            </a:extLst>
          </p:cNvPr>
          <p:cNvCxnSpPr>
            <a:cxnSpLocks/>
            <a:endCxn id="145" idx="0"/>
          </p:cNvCxnSpPr>
          <p:nvPr/>
        </p:nvCxnSpPr>
        <p:spPr>
          <a:xfrm flipH="1">
            <a:off x="735186" y="3181511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5EDF4C5-BF6F-406F-BE08-45C3CDBCFD94}"/>
              </a:ext>
            </a:extLst>
          </p:cNvPr>
          <p:cNvCxnSpPr>
            <a:cxnSpLocks/>
            <a:stCxn id="158" idx="5"/>
          </p:cNvCxnSpPr>
          <p:nvPr/>
        </p:nvCxnSpPr>
        <p:spPr>
          <a:xfrm>
            <a:off x="2108959" y="3204986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73F7B58B-4B69-4C67-BB5D-7292AB02C751}"/>
              </a:ext>
            </a:extLst>
          </p:cNvPr>
          <p:cNvSpPr/>
          <p:nvPr/>
        </p:nvSpPr>
        <p:spPr>
          <a:xfrm>
            <a:off x="721604" y="1995666"/>
            <a:ext cx="2244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117" name="Striped Right Arrow 188">
            <a:extLst>
              <a:ext uri="{FF2B5EF4-FFF2-40B4-BE49-F238E27FC236}">
                <a16:creationId xmlns:a16="http://schemas.microsoft.com/office/drawing/2014/main" id="{D8D302A4-D12C-4968-BCDA-FD5675B35B31}"/>
              </a:ext>
            </a:extLst>
          </p:cNvPr>
          <p:cNvSpPr/>
          <p:nvPr/>
        </p:nvSpPr>
        <p:spPr>
          <a:xfrm>
            <a:off x="3537787" y="4113889"/>
            <a:ext cx="512941" cy="21593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B2325F0-C51A-49EE-83EC-39222B84D1A2}"/>
              </a:ext>
            </a:extLst>
          </p:cNvPr>
          <p:cNvSpPr/>
          <p:nvPr/>
        </p:nvSpPr>
        <p:spPr>
          <a:xfrm>
            <a:off x="7345166" y="3578887"/>
            <a:ext cx="1628226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sp>
        <p:nvSpPr>
          <p:cNvPr id="139" name="Oval 16"/>
          <p:cNvSpPr>
            <a:spLocks noChangeArrowheads="1"/>
          </p:cNvSpPr>
          <p:nvPr/>
        </p:nvSpPr>
        <p:spPr bwMode="auto">
          <a:xfrm>
            <a:off x="462118" y="3729143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11407" y="375100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58" name="Oval 16"/>
          <p:cNvSpPr>
            <a:spLocks noChangeArrowheads="1"/>
          </p:cNvSpPr>
          <p:nvPr/>
        </p:nvSpPr>
        <p:spPr bwMode="auto">
          <a:xfrm>
            <a:off x="1737210" y="2833237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1767012" y="2858170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B11DEC5-C64D-4B7A-BBAB-A7487E2327D9}"/>
              </a:ext>
            </a:extLst>
          </p:cNvPr>
          <p:cNvCxnSpPr>
            <a:stCxn id="126" idx="1"/>
          </p:cNvCxnSpPr>
          <p:nvPr/>
        </p:nvCxnSpPr>
        <p:spPr>
          <a:xfrm flipH="1" flipV="1">
            <a:off x="5138286" y="4040015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528C604-9B04-45E2-9070-A2A59B16FD4D}"/>
              </a:ext>
            </a:extLst>
          </p:cNvPr>
          <p:cNvCxnSpPr/>
          <p:nvPr/>
        </p:nvCxnSpPr>
        <p:spPr>
          <a:xfrm flipH="1">
            <a:off x="6363768" y="4225579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702C8E8-6FE2-470C-9199-99253F3D876F}"/>
              </a:ext>
            </a:extLst>
          </p:cNvPr>
          <p:cNvCxnSpPr/>
          <p:nvPr/>
        </p:nvCxnSpPr>
        <p:spPr>
          <a:xfrm flipH="1" flipV="1">
            <a:off x="4951167" y="3968343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2E8FF6E-F9F9-40C6-892F-3CC4C912E0E5}"/>
              </a:ext>
            </a:extLst>
          </p:cNvPr>
          <p:cNvCxnSpPr/>
          <p:nvPr/>
        </p:nvCxnSpPr>
        <p:spPr>
          <a:xfrm flipV="1">
            <a:off x="4755376" y="3887615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F3A2A4E-65FF-4E86-810B-995BDF14CEF0}"/>
              </a:ext>
            </a:extLst>
          </p:cNvPr>
          <p:cNvCxnSpPr/>
          <p:nvPr/>
        </p:nvCxnSpPr>
        <p:spPr>
          <a:xfrm flipH="1">
            <a:off x="4911608" y="4040015"/>
            <a:ext cx="2162026" cy="1241322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CF7831E-9CD2-427A-9183-27A9CC1D78C8}"/>
              </a:ext>
            </a:extLst>
          </p:cNvPr>
          <p:cNvCxnSpPr/>
          <p:nvPr/>
        </p:nvCxnSpPr>
        <p:spPr>
          <a:xfrm flipH="1">
            <a:off x="4917656" y="5293867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6">
            <a:extLst>
              <a:ext uri="{FF2B5EF4-FFF2-40B4-BE49-F238E27FC236}">
                <a16:creationId xmlns:a16="http://schemas.microsoft.com/office/drawing/2014/main" id="{0D11AAA1-D763-425F-BD92-39AECCF7D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472" y="507152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7" name="Oval 16">
            <a:extLst>
              <a:ext uri="{FF2B5EF4-FFF2-40B4-BE49-F238E27FC236}">
                <a16:creationId xmlns:a16="http://schemas.microsoft.com/office/drawing/2014/main" id="{5F5A45FC-38D7-4D6D-9CE8-751B6608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881" y="3786245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170F6A3-7710-4B61-B9BA-A0166871445B}"/>
              </a:ext>
            </a:extLst>
          </p:cNvPr>
          <p:cNvSpPr txBox="1"/>
          <p:nvPr/>
        </p:nvSpPr>
        <p:spPr>
          <a:xfrm>
            <a:off x="6864001" y="380819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735458A-F57C-439D-B984-F901A529FCDA}"/>
              </a:ext>
            </a:extLst>
          </p:cNvPr>
          <p:cNvSpPr/>
          <p:nvPr/>
        </p:nvSpPr>
        <p:spPr>
          <a:xfrm>
            <a:off x="6131539" y="510920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EDE26ED2-65A2-4EBA-BE91-F7C26CA4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391" y="5172838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B83F291-E35D-4BF3-9DF1-E94008581EFC}"/>
              </a:ext>
            </a:extLst>
          </p:cNvPr>
          <p:cNvSpPr txBox="1"/>
          <p:nvPr/>
        </p:nvSpPr>
        <p:spPr>
          <a:xfrm>
            <a:off x="4551676" y="520593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021CA2-0831-4BF1-A247-40DD642FEFD0}"/>
              </a:ext>
            </a:extLst>
          </p:cNvPr>
          <p:cNvSpPr txBox="1"/>
          <p:nvPr/>
        </p:nvSpPr>
        <p:spPr>
          <a:xfrm>
            <a:off x="4460718" y="426907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E3D515B-E127-4ABB-B5B6-BCBC5C3ACAD3}"/>
              </a:ext>
            </a:extLst>
          </p:cNvPr>
          <p:cNvSpPr txBox="1"/>
          <p:nvPr/>
        </p:nvSpPr>
        <p:spPr>
          <a:xfrm>
            <a:off x="5816804" y="3595171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6EEB438-9186-4A25-BE65-95371DE3C15B}"/>
              </a:ext>
            </a:extLst>
          </p:cNvPr>
          <p:cNvSpPr txBox="1"/>
          <p:nvPr/>
        </p:nvSpPr>
        <p:spPr>
          <a:xfrm>
            <a:off x="5164850" y="306599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80015AFF-CE82-4A93-90B2-69714ED9029C}"/>
              </a:ext>
            </a:extLst>
          </p:cNvPr>
          <p:cNvSpPr txBox="1"/>
          <p:nvPr/>
        </p:nvSpPr>
        <p:spPr>
          <a:xfrm>
            <a:off x="5069321" y="421202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A38C049-A13C-4C3C-A251-94E52166AE97}"/>
              </a:ext>
            </a:extLst>
          </p:cNvPr>
          <p:cNvSpPr txBox="1"/>
          <p:nvPr/>
        </p:nvSpPr>
        <p:spPr>
          <a:xfrm>
            <a:off x="5461204" y="4966770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423C351-7A10-4057-8A61-2194A638A287}"/>
              </a:ext>
            </a:extLst>
          </p:cNvPr>
          <p:cNvSpPr txBox="1"/>
          <p:nvPr/>
        </p:nvSpPr>
        <p:spPr>
          <a:xfrm>
            <a:off x="6099832" y="409591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391E483-F44C-4091-9A65-EEA9C1E9DB19}"/>
              </a:ext>
            </a:extLst>
          </p:cNvPr>
          <p:cNvSpPr txBox="1"/>
          <p:nvPr/>
        </p:nvSpPr>
        <p:spPr>
          <a:xfrm>
            <a:off x="6752977" y="444425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498616A-E550-4149-84B5-343EC480614A}"/>
              </a:ext>
            </a:extLst>
          </p:cNvPr>
          <p:cNvSpPr txBox="1"/>
          <p:nvPr/>
        </p:nvSpPr>
        <p:spPr>
          <a:xfrm>
            <a:off x="6723946" y="319602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30BA8D6-FAB3-4853-92E8-15D52478BE03}"/>
              </a:ext>
            </a:extLst>
          </p:cNvPr>
          <p:cNvCxnSpPr>
            <a:cxnSpLocks/>
            <a:endCxn id="169" idx="0"/>
          </p:cNvCxnSpPr>
          <p:nvPr/>
        </p:nvCxnSpPr>
        <p:spPr>
          <a:xfrm flipH="1">
            <a:off x="5050011" y="3133457"/>
            <a:ext cx="1045568" cy="569492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147EFE9-D90C-40CB-AFFB-9714C25B696F}"/>
              </a:ext>
            </a:extLst>
          </p:cNvPr>
          <p:cNvCxnSpPr>
            <a:cxnSpLocks/>
            <a:stCxn id="170" idx="5"/>
          </p:cNvCxnSpPr>
          <p:nvPr/>
        </p:nvCxnSpPr>
        <p:spPr>
          <a:xfrm>
            <a:off x="6423784" y="3156932"/>
            <a:ext cx="649850" cy="636747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">
            <a:extLst>
              <a:ext uri="{FF2B5EF4-FFF2-40B4-BE49-F238E27FC236}">
                <a16:creationId xmlns:a16="http://schemas.microsoft.com/office/drawing/2014/main" id="{92C72C99-7F43-4640-8A1D-0B9F12C5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943" y="3681089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CBE2B1D-10F3-4185-BBF0-DA7594C67ABF}"/>
              </a:ext>
            </a:extLst>
          </p:cNvPr>
          <p:cNvSpPr txBox="1"/>
          <p:nvPr/>
        </p:nvSpPr>
        <p:spPr>
          <a:xfrm>
            <a:off x="4826232" y="370294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70" name="Oval 16">
            <a:extLst>
              <a:ext uri="{FF2B5EF4-FFF2-40B4-BE49-F238E27FC236}">
                <a16:creationId xmlns:a16="http://schemas.microsoft.com/office/drawing/2014/main" id="{BC282D27-B497-4563-BA5E-6389C4CB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035" y="2785183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4221DDD-819D-4431-985C-BCDF82825628}"/>
              </a:ext>
            </a:extLst>
          </p:cNvPr>
          <p:cNvSpPr/>
          <p:nvPr/>
        </p:nvSpPr>
        <p:spPr>
          <a:xfrm>
            <a:off x="6081837" y="281011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AE7BF65-C358-4EB6-B653-78D3189F70B1}"/>
              </a:ext>
            </a:extLst>
          </p:cNvPr>
          <p:cNvCxnSpPr>
            <a:stCxn id="178" idx="1"/>
          </p:cNvCxnSpPr>
          <p:nvPr/>
        </p:nvCxnSpPr>
        <p:spPr>
          <a:xfrm flipH="1" flipV="1">
            <a:off x="9457957" y="3847644"/>
            <a:ext cx="1008968" cy="1095296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450E2D3-B1D8-4BD8-AF86-14AB9F1EE9D6}"/>
              </a:ext>
            </a:extLst>
          </p:cNvPr>
          <p:cNvCxnSpPr/>
          <p:nvPr/>
        </p:nvCxnSpPr>
        <p:spPr>
          <a:xfrm flipH="1">
            <a:off x="10683439" y="4033208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B5425CD-BA85-4EB6-B90E-E437DFC3D7B4}"/>
              </a:ext>
            </a:extLst>
          </p:cNvPr>
          <p:cNvCxnSpPr/>
          <p:nvPr/>
        </p:nvCxnSpPr>
        <p:spPr>
          <a:xfrm flipH="1" flipV="1">
            <a:off x="9270838" y="3775972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3A4F4D2-B8DC-47FA-8771-555EA28FD328}"/>
              </a:ext>
            </a:extLst>
          </p:cNvPr>
          <p:cNvCxnSpPr/>
          <p:nvPr/>
        </p:nvCxnSpPr>
        <p:spPr>
          <a:xfrm flipV="1">
            <a:off x="9075047" y="3695244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2F3C3CB-A5B7-4E4B-96A9-40F0F748C8CA}"/>
              </a:ext>
            </a:extLst>
          </p:cNvPr>
          <p:cNvCxnSpPr/>
          <p:nvPr/>
        </p:nvCxnSpPr>
        <p:spPr>
          <a:xfrm flipH="1">
            <a:off x="9231279" y="3847644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7D2D751-BEFC-4D54-8528-1134FE085FCD}"/>
              </a:ext>
            </a:extLst>
          </p:cNvPr>
          <p:cNvCxnSpPr/>
          <p:nvPr/>
        </p:nvCxnSpPr>
        <p:spPr>
          <a:xfrm flipH="1">
            <a:off x="9237327" y="5101496"/>
            <a:ext cx="1242911" cy="96736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6">
            <a:extLst>
              <a:ext uri="{FF2B5EF4-FFF2-40B4-BE49-F238E27FC236}">
                <a16:creationId xmlns:a16="http://schemas.microsoft.com/office/drawing/2014/main" id="{E6043A3B-E96A-42F6-B951-402123DE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3143" y="4879158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9" name="Oval 16">
            <a:extLst>
              <a:ext uri="{FF2B5EF4-FFF2-40B4-BE49-F238E27FC236}">
                <a16:creationId xmlns:a16="http://schemas.microsoft.com/office/drawing/2014/main" id="{81BB24AC-31AE-4C01-8D5D-4339EA1EF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552" y="359387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3C7D92D-11ED-4CB9-8962-9F0D3D864133}"/>
              </a:ext>
            </a:extLst>
          </p:cNvPr>
          <p:cNvSpPr txBox="1"/>
          <p:nvPr/>
        </p:nvSpPr>
        <p:spPr>
          <a:xfrm>
            <a:off x="11183672" y="361582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7A91542-3C5E-4902-95EF-E50079D81369}"/>
              </a:ext>
            </a:extLst>
          </p:cNvPr>
          <p:cNvSpPr/>
          <p:nvPr/>
        </p:nvSpPr>
        <p:spPr>
          <a:xfrm>
            <a:off x="10451210" y="4916830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82" name="Oval 16">
            <a:extLst>
              <a:ext uri="{FF2B5EF4-FFF2-40B4-BE49-F238E27FC236}">
                <a16:creationId xmlns:a16="http://schemas.microsoft.com/office/drawing/2014/main" id="{C625F020-F441-4E5B-886B-01E9C90D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062" y="4980467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C76ED11-CAE9-4F3D-9029-D059E9E24451}"/>
              </a:ext>
            </a:extLst>
          </p:cNvPr>
          <p:cNvSpPr txBox="1"/>
          <p:nvPr/>
        </p:nvSpPr>
        <p:spPr>
          <a:xfrm>
            <a:off x="8871347" y="501356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1535135-B4F0-43C8-BDA5-2E2440AC022A}"/>
              </a:ext>
            </a:extLst>
          </p:cNvPr>
          <p:cNvSpPr txBox="1"/>
          <p:nvPr/>
        </p:nvSpPr>
        <p:spPr>
          <a:xfrm>
            <a:off x="8780389" y="40767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B7B12D-5F18-42A3-A272-90A2CC50152A}"/>
              </a:ext>
            </a:extLst>
          </p:cNvPr>
          <p:cNvSpPr txBox="1"/>
          <p:nvPr/>
        </p:nvSpPr>
        <p:spPr>
          <a:xfrm>
            <a:off x="10136475" y="3402800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D8D438D-1CF1-4C0B-B79C-EEBC40390283}"/>
              </a:ext>
            </a:extLst>
          </p:cNvPr>
          <p:cNvSpPr txBox="1"/>
          <p:nvPr/>
        </p:nvSpPr>
        <p:spPr>
          <a:xfrm>
            <a:off x="9484521" y="287362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DDCF09B-22DD-40EC-B0A6-409EB5BA17B0}"/>
              </a:ext>
            </a:extLst>
          </p:cNvPr>
          <p:cNvSpPr txBox="1"/>
          <p:nvPr/>
        </p:nvSpPr>
        <p:spPr>
          <a:xfrm>
            <a:off x="9388992" y="401965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3E725A9-1F8D-4A97-B6BD-479259E0B44A}"/>
              </a:ext>
            </a:extLst>
          </p:cNvPr>
          <p:cNvSpPr txBox="1"/>
          <p:nvPr/>
        </p:nvSpPr>
        <p:spPr>
          <a:xfrm>
            <a:off x="9780875" y="4774399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753FDBE-D7C2-4CB9-90C0-AA3AB42F9AF0}"/>
              </a:ext>
            </a:extLst>
          </p:cNvPr>
          <p:cNvSpPr txBox="1"/>
          <p:nvPr/>
        </p:nvSpPr>
        <p:spPr>
          <a:xfrm>
            <a:off x="10419503" y="390354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B94373C-40F0-4C46-BF58-400817A0CD5E}"/>
              </a:ext>
            </a:extLst>
          </p:cNvPr>
          <p:cNvSpPr txBox="1"/>
          <p:nvPr/>
        </p:nvSpPr>
        <p:spPr>
          <a:xfrm>
            <a:off x="11072648" y="425188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4E99C2B-BD5A-4CDB-8DC4-AF5A086949DB}"/>
              </a:ext>
            </a:extLst>
          </p:cNvPr>
          <p:cNvSpPr txBox="1"/>
          <p:nvPr/>
        </p:nvSpPr>
        <p:spPr>
          <a:xfrm>
            <a:off x="11043617" y="300365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A1B5791-AC23-4774-84C8-BDD66A33148D}"/>
              </a:ext>
            </a:extLst>
          </p:cNvPr>
          <p:cNvCxnSpPr>
            <a:cxnSpLocks/>
            <a:endCxn id="196" idx="0"/>
          </p:cNvCxnSpPr>
          <p:nvPr/>
        </p:nvCxnSpPr>
        <p:spPr>
          <a:xfrm flipH="1">
            <a:off x="9369682" y="2941086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6BAF467-C94F-4C8E-9A8A-292504B16973}"/>
              </a:ext>
            </a:extLst>
          </p:cNvPr>
          <p:cNvCxnSpPr>
            <a:cxnSpLocks/>
            <a:stCxn id="197" idx="5"/>
          </p:cNvCxnSpPr>
          <p:nvPr/>
        </p:nvCxnSpPr>
        <p:spPr>
          <a:xfrm>
            <a:off x="10743455" y="2964561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Oval 16">
            <a:extLst>
              <a:ext uri="{FF2B5EF4-FFF2-40B4-BE49-F238E27FC236}">
                <a16:creationId xmlns:a16="http://schemas.microsoft.com/office/drawing/2014/main" id="{D70FAAC2-F979-4DD2-A317-FAF72B51E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614" y="3488718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1AED56B-B8E6-4F9C-BB22-8DF58B919C45}"/>
              </a:ext>
            </a:extLst>
          </p:cNvPr>
          <p:cNvSpPr txBox="1"/>
          <p:nvPr/>
        </p:nvSpPr>
        <p:spPr>
          <a:xfrm>
            <a:off x="9145903" y="351057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97" name="Oval 16">
            <a:extLst>
              <a:ext uri="{FF2B5EF4-FFF2-40B4-BE49-F238E27FC236}">
                <a16:creationId xmlns:a16="http://schemas.microsoft.com/office/drawing/2014/main" id="{E33E672F-F04C-4338-8EF5-FB2589793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706" y="259281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6629CAD-1182-4E59-BD3A-966AAADBDE32}"/>
              </a:ext>
            </a:extLst>
          </p:cNvPr>
          <p:cNvSpPr/>
          <p:nvPr/>
        </p:nvSpPr>
        <p:spPr>
          <a:xfrm>
            <a:off x="10401508" y="2617745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568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189" grpId="0" animBg="1"/>
      <p:bldP spid="117" grpId="0" animBg="1"/>
      <p:bldP spid="118" grpId="0"/>
      <p:bldP spid="126" grpId="0" animBg="1"/>
      <p:bldP spid="127" grpId="0" animBg="1"/>
      <p:bldP spid="128" grpId="0"/>
      <p:bldP spid="129" grpId="0"/>
      <p:bldP spid="130" grpId="0" animBg="1"/>
      <p:bldP spid="131" grpId="0"/>
      <p:bldP spid="132" grpId="0"/>
      <p:bldP spid="136" grpId="0"/>
      <p:bldP spid="143" grpId="0"/>
      <p:bldP spid="160" grpId="0"/>
      <p:bldP spid="162" grpId="0"/>
      <p:bldP spid="163" grpId="0"/>
      <p:bldP spid="164" grpId="0"/>
      <p:bldP spid="165" grpId="0"/>
      <p:bldP spid="168" grpId="0" animBg="1"/>
      <p:bldP spid="169" grpId="0"/>
      <p:bldP spid="170" grpId="0" animBg="1"/>
      <p:bldP spid="171" grpId="0"/>
      <p:bldP spid="178" grpId="0" animBg="1"/>
      <p:bldP spid="179" grpId="0" animBg="1"/>
      <p:bldP spid="180" grpId="0"/>
      <p:bldP spid="181" grpId="0"/>
      <p:bldP spid="182" grpId="0" animBg="1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92" grpId="0"/>
      <p:bldP spid="195" grpId="0" animBg="1"/>
      <p:bldP spid="196" grpId="0"/>
      <p:bldP spid="197" grpId="0" animBg="1"/>
      <p:bldP spid="198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147CF-9B55-46E7-9CC0-005E5EE9E4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134/182</a:t>
            </a:r>
          </a:p>
        </p:txBody>
      </p:sp>
      <p:sp>
        <p:nvSpPr>
          <p:cNvPr id="189" name="Striped Right Arrow 188"/>
          <p:cNvSpPr/>
          <p:nvPr/>
        </p:nvSpPr>
        <p:spPr>
          <a:xfrm>
            <a:off x="3572278" y="4235856"/>
            <a:ext cx="1599918" cy="253363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F7B58B-4B69-4C67-BB5D-7292AB02C751}"/>
              </a:ext>
            </a:extLst>
          </p:cNvPr>
          <p:cNvSpPr/>
          <p:nvPr/>
        </p:nvSpPr>
        <p:spPr>
          <a:xfrm>
            <a:off x="721604" y="1995666"/>
            <a:ext cx="2244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8872" lvl="0">
              <a:buClr>
                <a:srgbClr val="F0AD00"/>
              </a:buClr>
              <a:buSzPct val="80000"/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SP(v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1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,v</a:t>
            </a:r>
            <a:r>
              <a:rPr lang="en-US" sz="28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2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)=?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B2325F0-C51A-49EE-83EC-39222B84D1A2}"/>
              </a:ext>
            </a:extLst>
          </p:cNvPr>
          <p:cNvSpPr/>
          <p:nvPr/>
        </p:nvSpPr>
        <p:spPr>
          <a:xfrm>
            <a:off x="3473820" y="3876456"/>
            <a:ext cx="1871991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baseline="-10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 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AE7BF65-C358-4EB6-B653-78D3189F70B1}"/>
              </a:ext>
            </a:extLst>
          </p:cNvPr>
          <p:cNvCxnSpPr>
            <a:stCxn id="178" idx="1"/>
          </p:cNvCxnSpPr>
          <p:nvPr/>
        </p:nvCxnSpPr>
        <p:spPr>
          <a:xfrm flipH="1" flipV="1">
            <a:off x="6185841" y="4089692"/>
            <a:ext cx="1008968" cy="1095296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450E2D3-B1D8-4BD8-AF86-14AB9F1EE9D6}"/>
              </a:ext>
            </a:extLst>
          </p:cNvPr>
          <p:cNvCxnSpPr/>
          <p:nvPr/>
        </p:nvCxnSpPr>
        <p:spPr>
          <a:xfrm flipH="1">
            <a:off x="7411323" y="4275256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B5425CD-BA85-4EB6-B90E-E437DFC3D7B4}"/>
              </a:ext>
            </a:extLst>
          </p:cNvPr>
          <p:cNvCxnSpPr/>
          <p:nvPr/>
        </p:nvCxnSpPr>
        <p:spPr>
          <a:xfrm flipH="1" flipV="1">
            <a:off x="5998722" y="4018020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3A4F4D2-B8DC-47FA-8771-555EA28FD328}"/>
              </a:ext>
            </a:extLst>
          </p:cNvPr>
          <p:cNvCxnSpPr/>
          <p:nvPr/>
        </p:nvCxnSpPr>
        <p:spPr>
          <a:xfrm flipV="1">
            <a:off x="5802931" y="3937292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2F3C3CB-A5B7-4E4B-96A9-40F0F748C8CA}"/>
              </a:ext>
            </a:extLst>
          </p:cNvPr>
          <p:cNvCxnSpPr/>
          <p:nvPr/>
        </p:nvCxnSpPr>
        <p:spPr>
          <a:xfrm flipH="1">
            <a:off x="5959163" y="4089692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7D2D751-BEFC-4D54-8528-1134FE085FCD}"/>
              </a:ext>
            </a:extLst>
          </p:cNvPr>
          <p:cNvCxnSpPr/>
          <p:nvPr/>
        </p:nvCxnSpPr>
        <p:spPr>
          <a:xfrm flipH="1">
            <a:off x="5965211" y="5343544"/>
            <a:ext cx="1242911" cy="96736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6">
            <a:extLst>
              <a:ext uri="{FF2B5EF4-FFF2-40B4-BE49-F238E27FC236}">
                <a16:creationId xmlns:a16="http://schemas.microsoft.com/office/drawing/2014/main" id="{E6043A3B-E96A-42F6-B951-402123DE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27" y="512120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9" name="Oval 16">
            <a:extLst>
              <a:ext uri="{FF2B5EF4-FFF2-40B4-BE49-F238E27FC236}">
                <a16:creationId xmlns:a16="http://schemas.microsoft.com/office/drawing/2014/main" id="{81BB24AC-31AE-4C01-8D5D-4339EA1EF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436" y="383592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3C7D92D-11ED-4CB9-8962-9F0D3D864133}"/>
              </a:ext>
            </a:extLst>
          </p:cNvPr>
          <p:cNvSpPr txBox="1"/>
          <p:nvPr/>
        </p:nvSpPr>
        <p:spPr>
          <a:xfrm>
            <a:off x="7911556" y="385787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7A91542-3C5E-4902-95EF-E50079D81369}"/>
              </a:ext>
            </a:extLst>
          </p:cNvPr>
          <p:cNvSpPr/>
          <p:nvPr/>
        </p:nvSpPr>
        <p:spPr>
          <a:xfrm>
            <a:off x="7179094" y="5158878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82" name="Oval 16">
            <a:extLst>
              <a:ext uri="{FF2B5EF4-FFF2-40B4-BE49-F238E27FC236}">
                <a16:creationId xmlns:a16="http://schemas.microsoft.com/office/drawing/2014/main" id="{C625F020-F441-4E5B-886B-01E9C90D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946" y="5222515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C76ED11-CAE9-4F3D-9029-D059E9E24451}"/>
              </a:ext>
            </a:extLst>
          </p:cNvPr>
          <p:cNvSpPr txBox="1"/>
          <p:nvPr/>
        </p:nvSpPr>
        <p:spPr>
          <a:xfrm>
            <a:off x="5599231" y="525561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1535135-B4F0-43C8-BDA5-2E2440AC022A}"/>
              </a:ext>
            </a:extLst>
          </p:cNvPr>
          <p:cNvSpPr txBox="1"/>
          <p:nvPr/>
        </p:nvSpPr>
        <p:spPr>
          <a:xfrm>
            <a:off x="5508273" y="4318753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B7B12D-5F18-42A3-A272-90A2CC50152A}"/>
              </a:ext>
            </a:extLst>
          </p:cNvPr>
          <p:cNvSpPr txBox="1"/>
          <p:nvPr/>
        </p:nvSpPr>
        <p:spPr>
          <a:xfrm>
            <a:off x="6864359" y="3644848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D8D438D-1CF1-4C0B-B79C-EEBC40390283}"/>
              </a:ext>
            </a:extLst>
          </p:cNvPr>
          <p:cNvSpPr txBox="1"/>
          <p:nvPr/>
        </p:nvSpPr>
        <p:spPr>
          <a:xfrm>
            <a:off x="6212405" y="311567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DDCF09B-22DD-40EC-B0A6-409EB5BA17B0}"/>
              </a:ext>
            </a:extLst>
          </p:cNvPr>
          <p:cNvSpPr txBox="1"/>
          <p:nvPr/>
        </p:nvSpPr>
        <p:spPr>
          <a:xfrm>
            <a:off x="6116876" y="42617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3E725A9-1F8D-4A97-B6BD-479259E0B44A}"/>
              </a:ext>
            </a:extLst>
          </p:cNvPr>
          <p:cNvSpPr txBox="1"/>
          <p:nvPr/>
        </p:nvSpPr>
        <p:spPr>
          <a:xfrm>
            <a:off x="6508759" y="5016447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753FDBE-D7C2-4CB9-90C0-AA3AB42F9AF0}"/>
              </a:ext>
            </a:extLst>
          </p:cNvPr>
          <p:cNvSpPr txBox="1"/>
          <p:nvPr/>
        </p:nvSpPr>
        <p:spPr>
          <a:xfrm>
            <a:off x="7147387" y="414558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B94373C-40F0-4C46-BF58-400817A0CD5E}"/>
              </a:ext>
            </a:extLst>
          </p:cNvPr>
          <p:cNvSpPr txBox="1"/>
          <p:nvPr/>
        </p:nvSpPr>
        <p:spPr>
          <a:xfrm>
            <a:off x="7800532" y="449393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4E99C2B-BD5A-4CDB-8DC4-AF5A086949DB}"/>
              </a:ext>
            </a:extLst>
          </p:cNvPr>
          <p:cNvSpPr txBox="1"/>
          <p:nvPr/>
        </p:nvSpPr>
        <p:spPr>
          <a:xfrm>
            <a:off x="7771501" y="32457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A1B5791-AC23-4774-84C8-BDD66A33148D}"/>
              </a:ext>
            </a:extLst>
          </p:cNvPr>
          <p:cNvCxnSpPr>
            <a:cxnSpLocks/>
            <a:endCxn id="196" idx="0"/>
          </p:cNvCxnSpPr>
          <p:nvPr/>
        </p:nvCxnSpPr>
        <p:spPr>
          <a:xfrm flipH="1">
            <a:off x="6097566" y="3183134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E6BAF467-C94F-4C8E-9A8A-292504B16973}"/>
              </a:ext>
            </a:extLst>
          </p:cNvPr>
          <p:cNvCxnSpPr>
            <a:cxnSpLocks/>
            <a:stCxn id="197" idx="5"/>
          </p:cNvCxnSpPr>
          <p:nvPr/>
        </p:nvCxnSpPr>
        <p:spPr>
          <a:xfrm>
            <a:off x="7471339" y="3206609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Oval 16">
            <a:extLst>
              <a:ext uri="{FF2B5EF4-FFF2-40B4-BE49-F238E27FC236}">
                <a16:creationId xmlns:a16="http://schemas.microsoft.com/office/drawing/2014/main" id="{D70FAAC2-F979-4DD2-A317-FAF72B51E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498" y="3730766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1AED56B-B8E6-4F9C-BB22-8DF58B919C45}"/>
              </a:ext>
            </a:extLst>
          </p:cNvPr>
          <p:cNvSpPr txBox="1"/>
          <p:nvPr/>
        </p:nvSpPr>
        <p:spPr>
          <a:xfrm>
            <a:off x="5873787" y="37526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97" name="Oval 16">
            <a:extLst>
              <a:ext uri="{FF2B5EF4-FFF2-40B4-BE49-F238E27FC236}">
                <a16:creationId xmlns:a16="http://schemas.microsoft.com/office/drawing/2014/main" id="{E33E672F-F04C-4338-8EF5-FB2589793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590" y="2834860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6629CAD-1182-4E59-BD3A-966AAADBDE32}"/>
              </a:ext>
            </a:extLst>
          </p:cNvPr>
          <p:cNvSpPr/>
          <p:nvPr/>
        </p:nvSpPr>
        <p:spPr>
          <a:xfrm>
            <a:off x="7129392" y="285979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FB14D56-90CD-44D8-A9E2-7D9E20A1731A}"/>
              </a:ext>
            </a:extLst>
          </p:cNvPr>
          <p:cNvCxnSpPr>
            <a:stCxn id="96" idx="1"/>
          </p:cNvCxnSpPr>
          <p:nvPr/>
        </p:nvCxnSpPr>
        <p:spPr>
          <a:xfrm flipH="1" flipV="1">
            <a:off x="977501" y="4307458"/>
            <a:ext cx="1008968" cy="1095296"/>
          </a:xfrm>
          <a:prstGeom prst="line">
            <a:avLst/>
          </a:prstGeom>
          <a:ln w="28575">
            <a:solidFill>
              <a:srgbClr val="FF00FF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1FFAB08-AA60-49F6-84AC-9FFB4AD1E395}"/>
              </a:ext>
            </a:extLst>
          </p:cNvPr>
          <p:cNvCxnSpPr/>
          <p:nvPr/>
        </p:nvCxnSpPr>
        <p:spPr>
          <a:xfrm flipH="1">
            <a:off x="2202983" y="4493022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1E00641-1C2B-4D53-921D-93B4FB529F30}"/>
              </a:ext>
            </a:extLst>
          </p:cNvPr>
          <p:cNvCxnSpPr/>
          <p:nvPr/>
        </p:nvCxnSpPr>
        <p:spPr>
          <a:xfrm flipH="1" flipV="1">
            <a:off x="790382" y="4235786"/>
            <a:ext cx="1921757" cy="245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13E2FB7-60FA-46E7-9BD1-89B3E2E73C6B}"/>
              </a:ext>
            </a:extLst>
          </p:cNvPr>
          <p:cNvCxnSpPr/>
          <p:nvPr/>
        </p:nvCxnSpPr>
        <p:spPr>
          <a:xfrm flipV="1">
            <a:off x="594591" y="4155058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F77BB4A-4159-4F4F-A60D-6F5543E86E87}"/>
              </a:ext>
            </a:extLst>
          </p:cNvPr>
          <p:cNvCxnSpPr/>
          <p:nvPr/>
        </p:nvCxnSpPr>
        <p:spPr>
          <a:xfrm flipH="1">
            <a:off x="750823" y="4307458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4040B72-9FA5-43BF-9344-2DC2E513D49E}"/>
              </a:ext>
            </a:extLst>
          </p:cNvPr>
          <p:cNvCxnSpPr/>
          <p:nvPr/>
        </p:nvCxnSpPr>
        <p:spPr>
          <a:xfrm flipH="1">
            <a:off x="756871" y="5561310"/>
            <a:ext cx="1242911" cy="96736"/>
          </a:xfrm>
          <a:prstGeom prst="line">
            <a:avLst/>
          </a:prstGeom>
          <a:ln w="28575">
            <a:solidFill>
              <a:srgbClr val="FF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16">
            <a:extLst>
              <a:ext uri="{FF2B5EF4-FFF2-40B4-BE49-F238E27FC236}">
                <a16:creationId xmlns:a16="http://schemas.microsoft.com/office/drawing/2014/main" id="{4DEE5D00-65E1-4FFA-A261-ADD26C739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687" y="5338972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Oval 16">
            <a:extLst>
              <a:ext uri="{FF2B5EF4-FFF2-40B4-BE49-F238E27FC236}">
                <a16:creationId xmlns:a16="http://schemas.microsoft.com/office/drawing/2014/main" id="{588DD890-78DC-48B8-9573-337D837D0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096" y="4053688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07AF92-58FF-4E96-85F8-2A6CCC90B18B}"/>
              </a:ext>
            </a:extLst>
          </p:cNvPr>
          <p:cNvSpPr txBox="1"/>
          <p:nvPr/>
        </p:nvSpPr>
        <p:spPr>
          <a:xfrm>
            <a:off x="2703216" y="40756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E29AF0-FDD0-481B-BAEC-45444C04481F}"/>
              </a:ext>
            </a:extLst>
          </p:cNvPr>
          <p:cNvSpPr/>
          <p:nvPr/>
        </p:nvSpPr>
        <p:spPr>
          <a:xfrm>
            <a:off x="1970754" y="5376644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0" name="Oval 16">
            <a:extLst>
              <a:ext uri="{FF2B5EF4-FFF2-40B4-BE49-F238E27FC236}">
                <a16:creationId xmlns:a16="http://schemas.microsoft.com/office/drawing/2014/main" id="{01FE780A-C189-47C8-89A1-6058F88B7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06" y="5440281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4F77805-1043-411F-8F5E-D9F8CF4623DD}"/>
              </a:ext>
            </a:extLst>
          </p:cNvPr>
          <p:cNvSpPr txBox="1"/>
          <p:nvPr/>
        </p:nvSpPr>
        <p:spPr>
          <a:xfrm>
            <a:off x="390891" y="547338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0984B8D-3270-4A00-A854-7D1E5F340EE9}"/>
              </a:ext>
            </a:extLst>
          </p:cNvPr>
          <p:cNvSpPr txBox="1"/>
          <p:nvPr/>
        </p:nvSpPr>
        <p:spPr>
          <a:xfrm>
            <a:off x="299933" y="453651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8BFC2E-5C50-4069-BD0E-FA17216522DB}"/>
              </a:ext>
            </a:extLst>
          </p:cNvPr>
          <p:cNvSpPr txBox="1"/>
          <p:nvPr/>
        </p:nvSpPr>
        <p:spPr>
          <a:xfrm>
            <a:off x="1656019" y="3862614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84FDCB7-C573-4364-878B-64C43F123F21}"/>
              </a:ext>
            </a:extLst>
          </p:cNvPr>
          <p:cNvSpPr txBox="1"/>
          <p:nvPr/>
        </p:nvSpPr>
        <p:spPr>
          <a:xfrm>
            <a:off x="1004065" y="333344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8B323C1-83C8-4202-961F-1D8BE10F417E}"/>
              </a:ext>
            </a:extLst>
          </p:cNvPr>
          <p:cNvSpPr txBox="1"/>
          <p:nvPr/>
        </p:nvSpPr>
        <p:spPr>
          <a:xfrm>
            <a:off x="908536" y="447947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BEF6961-A4E5-46A0-B062-D11B04901FB2}"/>
              </a:ext>
            </a:extLst>
          </p:cNvPr>
          <p:cNvSpPr txBox="1"/>
          <p:nvPr/>
        </p:nvSpPr>
        <p:spPr>
          <a:xfrm>
            <a:off x="1300419" y="5234213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A1C4B7-E7F3-42E1-ABCF-C6105F865EE4}"/>
              </a:ext>
            </a:extLst>
          </p:cNvPr>
          <p:cNvSpPr txBox="1"/>
          <p:nvPr/>
        </p:nvSpPr>
        <p:spPr>
          <a:xfrm>
            <a:off x="1939047" y="436335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FA3CB2A-E682-42BF-9813-27312320917E}"/>
              </a:ext>
            </a:extLst>
          </p:cNvPr>
          <p:cNvSpPr txBox="1"/>
          <p:nvPr/>
        </p:nvSpPr>
        <p:spPr>
          <a:xfrm>
            <a:off x="2592192" y="471169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D8510FF-2622-4816-86DD-571E4117D7D4}"/>
              </a:ext>
            </a:extLst>
          </p:cNvPr>
          <p:cNvSpPr txBox="1"/>
          <p:nvPr/>
        </p:nvSpPr>
        <p:spPr>
          <a:xfrm>
            <a:off x="2563161" y="346347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759E759-7B2E-4769-9A8B-4E202A1B9FF9}"/>
              </a:ext>
            </a:extLst>
          </p:cNvPr>
          <p:cNvCxnSpPr>
            <a:cxnSpLocks/>
            <a:endCxn id="113" idx="0"/>
          </p:cNvCxnSpPr>
          <p:nvPr/>
        </p:nvCxnSpPr>
        <p:spPr>
          <a:xfrm flipH="1">
            <a:off x="889226" y="3400900"/>
            <a:ext cx="1045568" cy="56949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3EFD71A-B6DF-4EB3-B452-D30603E4E78C}"/>
              </a:ext>
            </a:extLst>
          </p:cNvPr>
          <p:cNvCxnSpPr>
            <a:cxnSpLocks/>
            <a:stCxn id="114" idx="5"/>
          </p:cNvCxnSpPr>
          <p:nvPr/>
        </p:nvCxnSpPr>
        <p:spPr>
          <a:xfrm>
            <a:off x="2262999" y="3424375"/>
            <a:ext cx="649850" cy="636747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6">
            <a:extLst>
              <a:ext uri="{FF2B5EF4-FFF2-40B4-BE49-F238E27FC236}">
                <a16:creationId xmlns:a16="http://schemas.microsoft.com/office/drawing/2014/main" id="{0511636A-5313-4B2D-95D7-5F533D031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58" y="3948532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ED2F43D-1B50-40A5-A536-E5FF0722AF45}"/>
              </a:ext>
            </a:extLst>
          </p:cNvPr>
          <p:cNvSpPr txBox="1"/>
          <p:nvPr/>
        </p:nvSpPr>
        <p:spPr>
          <a:xfrm>
            <a:off x="665447" y="397039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14" name="Oval 16">
            <a:extLst>
              <a:ext uri="{FF2B5EF4-FFF2-40B4-BE49-F238E27FC236}">
                <a16:creationId xmlns:a16="http://schemas.microsoft.com/office/drawing/2014/main" id="{CECCDA7A-EC8C-44F8-87E0-9B2F446F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250" y="305262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95D2FD5-F4E1-4E02-AA8B-B716D1B83138}"/>
              </a:ext>
            </a:extLst>
          </p:cNvPr>
          <p:cNvSpPr/>
          <p:nvPr/>
        </p:nvSpPr>
        <p:spPr>
          <a:xfrm>
            <a:off x="1921052" y="3077559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907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  <p:bldP spid="118" grpId="0"/>
      <p:bldP spid="178" grpId="0" animBg="1"/>
      <p:bldP spid="179" grpId="0" animBg="1"/>
      <p:bldP spid="180" grpId="0"/>
      <p:bldP spid="181" grpId="0"/>
      <p:bldP spid="182" grpId="0" animBg="1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92" grpId="0"/>
      <p:bldP spid="195" grpId="0" animBg="1"/>
      <p:bldP spid="196" grpId="0"/>
      <p:bldP spid="197" grpId="0" animBg="1"/>
      <p:bldP spid="198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Strategy!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5C95A39-1203-4B5F-ABDA-5BAFCB9B3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135/182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5D2599-36B0-44FA-8807-85534F8AE96C}"/>
              </a:ext>
            </a:extLst>
          </p:cNvPr>
          <p:cNvGrpSpPr/>
          <p:nvPr/>
        </p:nvGrpSpPr>
        <p:grpSpPr>
          <a:xfrm>
            <a:off x="3445172" y="2540122"/>
            <a:ext cx="4287037" cy="1150876"/>
            <a:chOff x="853999" y="3435645"/>
            <a:chExt cx="4287037" cy="1150876"/>
          </a:xfrm>
        </p:grpSpPr>
        <p:grpSp>
          <p:nvGrpSpPr>
            <p:cNvPr id="7" name="Group 6"/>
            <p:cNvGrpSpPr/>
            <p:nvPr/>
          </p:nvGrpSpPr>
          <p:grpSpPr>
            <a:xfrm>
              <a:off x="853999" y="3496925"/>
              <a:ext cx="450361" cy="435531"/>
              <a:chOff x="375029" y="3482411"/>
              <a:chExt cx="450361" cy="435531"/>
            </a:xfrm>
          </p:grpSpPr>
          <p:sp>
            <p:nvSpPr>
              <p:cNvPr id="10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05505" y="3435645"/>
              <a:ext cx="435531" cy="435531"/>
              <a:chOff x="7753506" y="2216439"/>
              <a:chExt cx="435531" cy="435531"/>
            </a:xfrm>
          </p:grpSpPr>
          <p:sp>
            <p:nvSpPr>
              <p:cNvPr id="13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798791" y="224953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i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4" name="Freeform 3"/>
            <p:cNvSpPr/>
            <p:nvPr/>
          </p:nvSpPr>
          <p:spPr>
            <a:xfrm>
              <a:off x="1291772" y="3495115"/>
              <a:ext cx="3425370" cy="1091406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3B00C4-F51F-42FF-B16C-D306C784D8D7}"/>
              </a:ext>
            </a:extLst>
          </p:cNvPr>
          <p:cNvGrpSpPr/>
          <p:nvPr/>
        </p:nvGrpSpPr>
        <p:grpSpPr>
          <a:xfrm>
            <a:off x="3494461" y="4572684"/>
            <a:ext cx="4287037" cy="1138722"/>
            <a:chOff x="3395883" y="5047874"/>
            <a:chExt cx="4287037" cy="1138722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6544804" y="5406012"/>
              <a:ext cx="750110" cy="44177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3395883" y="5047874"/>
              <a:ext cx="4287037" cy="1138722"/>
              <a:chOff x="5244575" y="2107588"/>
              <a:chExt cx="4287037" cy="1138722"/>
            </a:xfrm>
          </p:grpSpPr>
          <p:sp>
            <p:nvSpPr>
              <p:cNvPr id="34" name="Freeform 33"/>
              <p:cNvSpPr/>
              <p:nvPr/>
            </p:nvSpPr>
            <p:spPr>
              <a:xfrm rot="1104620">
                <a:off x="5513051" y="2601436"/>
                <a:ext cx="2775321" cy="644874"/>
              </a:xfrm>
              <a:custGeom>
                <a:avLst/>
                <a:gdLst>
                  <a:gd name="connsiteX0" fmla="*/ 0 w 4688114"/>
                  <a:gd name="connsiteY0" fmla="*/ 365692 h 1211483"/>
                  <a:gd name="connsiteX1" fmla="*/ 3164114 w 4688114"/>
                  <a:gd name="connsiteY1" fmla="*/ 1207521 h 1211483"/>
                  <a:gd name="connsiteX2" fmla="*/ 4064000 w 4688114"/>
                  <a:gd name="connsiteY2" fmla="*/ 60892 h 1211483"/>
                  <a:gd name="connsiteX3" fmla="*/ 4688114 w 4688114"/>
                  <a:gd name="connsiteY3" fmla="*/ 147978 h 1211483"/>
                  <a:gd name="connsiteX4" fmla="*/ 4688114 w 4688114"/>
                  <a:gd name="connsiteY4" fmla="*/ 147978 h 121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8114" h="1211483">
                    <a:moveTo>
                      <a:pt x="0" y="365692"/>
                    </a:moveTo>
                    <a:cubicBezTo>
                      <a:pt x="1243390" y="812006"/>
                      <a:pt x="2486781" y="1258321"/>
                      <a:pt x="3164114" y="1207521"/>
                    </a:cubicBezTo>
                    <a:cubicBezTo>
                      <a:pt x="3841447" y="1156721"/>
                      <a:pt x="3810000" y="237483"/>
                      <a:pt x="4064000" y="60892"/>
                    </a:cubicBezTo>
                    <a:cubicBezTo>
                      <a:pt x="4318000" y="-115699"/>
                      <a:pt x="4688114" y="147978"/>
                      <a:pt x="4688114" y="147978"/>
                    </a:cubicBezTo>
                    <a:lnTo>
                      <a:pt x="4688114" y="147978"/>
                    </a:lnTo>
                  </a:path>
                </a:pathLst>
              </a:custGeom>
              <a:noFill/>
              <a:ln w="28575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5244575" y="2168868"/>
                <a:ext cx="450361" cy="435531"/>
                <a:chOff x="375029" y="3482411"/>
                <a:chExt cx="450361" cy="435531"/>
              </a:xfrm>
            </p:grpSpPr>
            <p:sp>
              <p:nvSpPr>
                <p:cNvPr id="29" name="Oval 16"/>
                <p:cNvSpPr>
                  <a:spLocks noChangeArrowheads="1"/>
                </p:cNvSpPr>
                <p:nvPr/>
              </p:nvSpPr>
              <p:spPr bwMode="auto">
                <a:xfrm>
                  <a:off x="375029" y="3482411"/>
                  <a:ext cx="435531" cy="435531"/>
                </a:xfrm>
                <a:prstGeom prst="ellipse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424318" y="3504271"/>
                  <a:ext cx="4010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v</a:t>
                  </a:r>
                  <a:r>
                    <a:rPr lang="en-US" b="1" baseline="-25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</a:t>
                  </a:r>
                  <a:endPara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31" name="Group 30"/>
              <p:cNvGrpSpPr/>
              <p:nvPr/>
            </p:nvGrpSpPr>
            <p:grpSpPr>
              <a:xfrm>
                <a:off x="9096081" y="2107588"/>
                <a:ext cx="435531" cy="435531"/>
                <a:chOff x="7753506" y="2216439"/>
                <a:chExt cx="435531" cy="435531"/>
              </a:xfrm>
            </p:grpSpPr>
            <p:sp>
              <p:nvSpPr>
                <p:cNvPr id="32" name="Oval 16"/>
                <p:cNvSpPr>
                  <a:spLocks noChangeArrowheads="1"/>
                </p:cNvSpPr>
                <p:nvPr/>
              </p:nvSpPr>
              <p:spPr bwMode="auto">
                <a:xfrm>
                  <a:off x="7753506" y="2216439"/>
                  <a:ext cx="435531" cy="435531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7798791" y="2249538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v</a:t>
                  </a:r>
                  <a:r>
                    <a:rPr lang="en-US" b="1" baseline="-25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i</a:t>
                  </a:r>
                  <a:endPara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3" name="Group 2"/>
              <p:cNvGrpSpPr/>
              <p:nvPr/>
            </p:nvGrpSpPr>
            <p:grpSpPr>
              <a:xfrm>
                <a:off x="8101847" y="2725755"/>
                <a:ext cx="494023" cy="435531"/>
                <a:chOff x="5353671" y="4074561"/>
                <a:chExt cx="494023" cy="435531"/>
              </a:xfrm>
            </p:grpSpPr>
            <p:sp>
              <p:nvSpPr>
                <p:cNvPr id="14" name="Oval 16"/>
                <p:cNvSpPr>
                  <a:spLocks noChangeArrowheads="1"/>
                </p:cNvSpPr>
                <p:nvPr/>
              </p:nvSpPr>
              <p:spPr bwMode="auto">
                <a:xfrm>
                  <a:off x="5353671" y="4074561"/>
                  <a:ext cx="435531" cy="435531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5401738" y="4097719"/>
                  <a:ext cx="44595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 err="1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v</a:t>
                  </a:r>
                  <a:r>
                    <a:rPr lang="en-US" b="1" baseline="-25000" dirty="0" err="1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m</a:t>
                  </a:r>
                  <a:endPara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116887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136/182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420427" y="1938380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S={ }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BB595E3-DF43-41AD-97F5-10E5AEEF1718}"/>
              </a:ext>
            </a:extLst>
          </p:cNvPr>
          <p:cNvCxnSpPr>
            <a:stCxn id="118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6D83BEA-55C0-4358-934D-92BC1A8A6001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5CCBC64-70C3-4BCC-99E4-D32458D8878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BA0F87F-7C68-450E-B03A-513619E8E050}"/>
              </a:ext>
            </a:extLst>
          </p:cNvPr>
          <p:cNvCxnSpPr>
            <a:stCxn id="120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ABB2924-664F-42B5-8517-5B0BF8723D68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2F7CF9F7-39F1-4F74-9E09-995E00048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08964F4-23B5-4446-A8FF-B1C6E40C74B6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55C9CD-3767-40A6-BC69-C98B510F9713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6">
            <a:extLst>
              <a:ext uri="{FF2B5EF4-FFF2-40B4-BE49-F238E27FC236}">
                <a16:creationId xmlns:a16="http://schemas.microsoft.com/office/drawing/2014/main" id="{EBE8C270-B5FA-4C74-9B01-5AF68C93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3EC68C1-9542-4339-8628-CF0B5AC0646F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6">
            <a:extLst>
              <a:ext uri="{FF2B5EF4-FFF2-40B4-BE49-F238E27FC236}">
                <a16:creationId xmlns:a16="http://schemas.microsoft.com/office/drawing/2014/main" id="{497AB099-D216-498B-ACAA-7E8F5FC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DD4727D-EEDC-434C-86D1-0F541A1D2ABB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34634EF-E1C4-480F-A3BF-90ED5829CB93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82125F0-A1DF-4F6F-8ECA-5A31F0900EB1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24" name="Oval 16">
            <a:extLst>
              <a:ext uri="{FF2B5EF4-FFF2-40B4-BE49-F238E27FC236}">
                <a16:creationId xmlns:a16="http://schemas.microsoft.com/office/drawing/2014/main" id="{4A05F11F-D846-414C-B1CE-CE3B47D77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0C9211A-4E39-405F-B64B-FB007A1D2535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0BED8C6-A485-4E09-8325-C3326B251119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93CB57-8384-4D66-977D-A3E63FB70899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9BA17B5-6267-491A-B66A-F82FA7518519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350CAD0-D944-4B87-AFB3-6ED82D79E34A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3EB8FB8-B441-4C2E-BDC2-3E729C39036F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55915CF-C078-43CE-9CDC-6538E4BAA76B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1E5E517-DE99-4208-BDAD-CA95C1F61509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DDE00AC-D0AD-4F7F-9D96-DF199A6E762E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34" name="Oval 16">
            <a:extLst>
              <a:ext uri="{FF2B5EF4-FFF2-40B4-BE49-F238E27FC236}">
                <a16:creationId xmlns:a16="http://schemas.microsoft.com/office/drawing/2014/main" id="{108E5C8A-F970-47EA-827D-780AC5913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F698924-9CC9-4DE8-BFCD-0040C7262BDC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4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137/182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S={ }</a:t>
            </a: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9389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)|=30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latin typeface="Arial Rounded MT Bold" panose="020F0704030504030204" pitchFamily="34" charset="0"/>
              </a:rPr>
              <a:t>)|=100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latin typeface="Arial Rounded MT Bold" panose="020F0704030504030204" pitchFamily="34" charset="0"/>
              </a:rPr>
              <a:t>)|=10 </a:t>
            </a:r>
          </a:p>
        </p:txBody>
      </p:sp>
      <p:sp>
        <p:nvSpPr>
          <p:cNvPr id="33" name="Oval 16">
            <a:extLst>
              <a:ext uri="{FF2B5EF4-FFF2-40B4-BE49-F238E27FC236}">
                <a16:creationId xmlns:a16="http://schemas.microsoft.com/office/drawing/2014/main" id="{84DCC3EB-BD03-43E1-8663-5B1FA123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07" y="4354438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135588"/>
              <a:gd name="adj6" fmla="val 16690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097081" y="5665323"/>
            <a:ext cx="2512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|SP(v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, 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)|=10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A93D52-D7C3-49B2-BA70-AEE9A15CC929}"/>
              </a:ext>
            </a:extLst>
          </p:cNvPr>
          <p:cNvSpPr txBox="1"/>
          <p:nvPr/>
        </p:nvSpPr>
        <p:spPr>
          <a:xfrm>
            <a:off x="2692351" y="6237889"/>
            <a:ext cx="349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path cannot become shorter!!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199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13" grpId="0" animBg="1"/>
      <p:bldP spid="114" grpId="0"/>
      <p:bldP spid="11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138/182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13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9389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)|=30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latin typeface="Arial Rounded MT Bold" panose="020F0704030504030204" pitchFamily="34" charset="0"/>
              </a:rPr>
              <a:t>)|=100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latin typeface="Arial Rounded MT Bold" panose="020F0704030504030204" pitchFamily="34" charset="0"/>
              </a:rPr>
              <a:t>)|=10 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135588"/>
              <a:gd name="adj6" fmla="val 16690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805609" y="5665323"/>
            <a:ext cx="1095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0BF393C8-C074-45F4-90BA-4519BC1B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07" y="4354438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76013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139/182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13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41801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v2)|=50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v3)|=30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v4)|=20</a:t>
            </a:r>
          </a:p>
        </p:txBody>
      </p:sp>
      <p:sp>
        <p:nvSpPr>
          <p:cNvPr id="33" name="Oval 16">
            <a:extLst>
              <a:ext uri="{FF2B5EF4-FFF2-40B4-BE49-F238E27FC236}">
                <a16:creationId xmlns:a16="http://schemas.microsoft.com/office/drawing/2014/main" id="{84DCC3EB-BD03-43E1-8663-5B1FA123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364" y="3866045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223127"/>
              <a:gd name="adj6" fmla="val 16501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097082" y="5665323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|SP(v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, 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)|=20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A93D52-D7C3-49B2-BA70-AEE9A15CC929}"/>
              </a:ext>
            </a:extLst>
          </p:cNvPr>
          <p:cNvSpPr txBox="1"/>
          <p:nvPr/>
        </p:nvSpPr>
        <p:spPr>
          <a:xfrm>
            <a:off x="2692351" y="6237889"/>
            <a:ext cx="349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path cannot become shorter!!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704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13" grpId="0" animBg="1"/>
      <p:bldP spid="114" grpId="0"/>
      <p:bldP spid="11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140/182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2015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41801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v2)|=50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v3)|=30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|SPS (v1 , v4)|=20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226494"/>
              <a:gd name="adj6" fmla="val 165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613250" y="5665323"/>
            <a:ext cx="147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0BF393C8-C074-45F4-90BA-4519BC1B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535" y="3846154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459478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141/182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2015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96141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 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)|=40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 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)|=30</a:t>
            </a:r>
          </a:p>
        </p:txBody>
      </p:sp>
      <p:sp>
        <p:nvSpPr>
          <p:cNvPr id="33" name="Oval 16">
            <a:extLst>
              <a:ext uri="{FF2B5EF4-FFF2-40B4-BE49-F238E27FC236}">
                <a16:creationId xmlns:a16="http://schemas.microsoft.com/office/drawing/2014/main" id="{84DCC3EB-BD03-43E1-8663-5B1FA123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327" y="3409151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307299"/>
              <a:gd name="adj6" fmla="val 165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097082" y="5665323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|SP(v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, 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3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)|=30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A93D52-D7C3-49B2-BA70-AEE9A15CC929}"/>
              </a:ext>
            </a:extLst>
          </p:cNvPr>
          <p:cNvSpPr txBox="1"/>
          <p:nvPr/>
        </p:nvSpPr>
        <p:spPr>
          <a:xfrm>
            <a:off x="2692351" y="6237889"/>
            <a:ext cx="349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path cannot become shorter!!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618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13" grpId="0" animBg="1"/>
      <p:bldP spid="114" grpId="0"/>
      <p:bldP spid="11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142/182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2630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95635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)|=40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 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)|=30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303932"/>
              <a:gd name="adj6" fmla="val 1640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382417" y="5665323"/>
            <a:ext cx="1941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0BF393C8-C074-45F4-90BA-4519BC1B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327" y="3431129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758257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143/182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2630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49468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 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)|=35</a:t>
            </a:r>
          </a:p>
        </p:txBody>
      </p:sp>
      <p:sp>
        <p:nvSpPr>
          <p:cNvPr id="33" name="Oval 16">
            <a:extLst>
              <a:ext uri="{FF2B5EF4-FFF2-40B4-BE49-F238E27FC236}">
                <a16:creationId xmlns:a16="http://schemas.microsoft.com/office/drawing/2014/main" id="{84DCC3EB-BD03-43E1-8663-5B1FA123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433" y="2943809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389788"/>
              <a:gd name="adj6" fmla="val 16343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097082" y="5665323"/>
            <a:ext cx="2512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|SP(v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1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, v</a:t>
            </a:r>
            <a:r>
              <a:rPr lang="en-US" sz="2400" b="1" baseline="-25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2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)|=35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3A93D52-D7C3-49B2-BA70-AEE9A15CC929}"/>
              </a:ext>
            </a:extLst>
          </p:cNvPr>
          <p:cNvSpPr txBox="1"/>
          <p:nvPr/>
        </p:nvSpPr>
        <p:spPr>
          <a:xfrm>
            <a:off x="2692351" y="6237889"/>
            <a:ext cx="349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path cannot become shorter!!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9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13" grpId="0" animBg="1"/>
      <p:bldP spid="114" grpId="0"/>
      <p:bldP spid="115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144/182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3246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  <a:endParaRPr lang="en-US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49468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)|=35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sp>
        <p:nvSpPr>
          <p:cNvPr id="113" name="Line Callout 2 25">
            <a:extLst>
              <a:ext uri="{FF2B5EF4-FFF2-40B4-BE49-F238E27FC236}">
                <a16:creationId xmlns:a16="http://schemas.microsoft.com/office/drawing/2014/main" id="{94AABF8F-40FF-49B7-9F36-7C3E1BFA0E11}"/>
              </a:ext>
            </a:extLst>
          </p:cNvPr>
          <p:cNvSpPr/>
          <p:nvPr/>
        </p:nvSpPr>
        <p:spPr>
          <a:xfrm>
            <a:off x="2911724" y="5623323"/>
            <a:ext cx="2842767" cy="532521"/>
          </a:xfrm>
          <a:prstGeom prst="borderCallout2">
            <a:avLst>
              <a:gd name="adj1" fmla="val 50189"/>
              <a:gd name="adj2" fmla="val 98771"/>
              <a:gd name="adj3" fmla="val 44738"/>
              <a:gd name="adj4" fmla="val 166206"/>
              <a:gd name="adj5" fmla="val -394838"/>
              <a:gd name="adj6" fmla="val 1646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DC79ED-7D81-4C0F-A412-AA405AD8948B}"/>
              </a:ext>
            </a:extLst>
          </p:cNvPr>
          <p:cNvSpPr txBox="1"/>
          <p:nvPr/>
        </p:nvSpPr>
        <p:spPr>
          <a:xfrm>
            <a:off x="3151585" y="5665323"/>
            <a:ext cx="2403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S={v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 ,v</a:t>
            </a:r>
            <a:r>
              <a:rPr lang="en-US" sz="24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}</a:t>
            </a:r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0BF393C8-C074-45F4-90BA-4519BC1B8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035" y="2944059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715754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Implementation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145/182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32686" y="1886618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S={ }</a:t>
            </a: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9389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)|=50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)|=30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latin typeface="Arial Rounded MT Bold" panose="020F0704030504030204" pitchFamily="34" charset="0"/>
              </a:rPr>
              <a:t>)|=100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latin typeface="Arial Rounded MT Bold" panose="020F0704030504030204" pitchFamily="34" charset="0"/>
              </a:rPr>
              <a:t>)|=10 </a:t>
            </a:r>
          </a:p>
        </p:txBody>
      </p:sp>
      <p:sp>
        <p:nvSpPr>
          <p:cNvPr id="33" name="Oval 16">
            <a:extLst>
              <a:ext uri="{FF2B5EF4-FFF2-40B4-BE49-F238E27FC236}">
                <a16:creationId xmlns:a16="http://schemas.microsoft.com/office/drawing/2014/main" id="{84DCC3EB-BD03-43E1-8663-5B1FA123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07" y="4354438"/>
            <a:ext cx="3015624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55239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83FC2E23-D98A-452B-904D-9F2AE2143336}"/>
              </a:ext>
            </a:extLst>
          </p:cNvPr>
          <p:cNvSpPr/>
          <p:nvPr/>
        </p:nvSpPr>
        <p:spPr>
          <a:xfrm>
            <a:off x="7483660" y="5981345"/>
            <a:ext cx="467528" cy="440834"/>
          </a:xfrm>
          <a:prstGeom prst="rect">
            <a:avLst/>
          </a:prstGeom>
          <a:noFill/>
          <a:ln w="57150">
            <a:solidFill>
              <a:srgbClr val="19AA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C4FC59-7B1E-487A-9006-55A87F2E2FD1}"/>
              </a:ext>
            </a:extLst>
          </p:cNvPr>
          <p:cNvSpPr txBox="1"/>
          <p:nvPr/>
        </p:nvSpPr>
        <p:spPr>
          <a:xfrm>
            <a:off x="7457795" y="5335254"/>
            <a:ext cx="548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20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1" grpId="0" animBg="1"/>
      <p:bldP spid="42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Implementation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146/182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7141502" y="1886618"/>
            <a:ext cx="13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S={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1" name="Striped Right Arrow 76">
            <a:extLst>
              <a:ext uri="{FF2B5EF4-FFF2-40B4-BE49-F238E27FC236}">
                <a16:creationId xmlns:a16="http://schemas.microsoft.com/office/drawing/2014/main" id="{49C7B1C9-87E6-48BC-989B-355B0D494315}"/>
              </a:ext>
            </a:extLst>
          </p:cNvPr>
          <p:cNvSpPr/>
          <p:nvPr/>
        </p:nvSpPr>
        <p:spPr>
          <a:xfrm>
            <a:off x="4978404" y="381096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6132313" y="2928443"/>
            <a:ext cx="3197139" cy="141801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)|=?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)|=?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|SP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S</a:t>
            </a:r>
            <a:r>
              <a:rPr lang="en-US" sz="2000" b="1" dirty="0">
                <a:latin typeface="Arial Rounded MT Bold" panose="020F0704030504030204" pitchFamily="34" charset="0"/>
              </a:rPr>
              <a:t>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latin typeface="Arial Rounded MT Bold" panose="020F0704030504030204" pitchFamily="34" charset="0"/>
              </a:rPr>
              <a:t>)|=?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930979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5C4FC59-7B1E-487A-9006-55A87F2E2FD1}"/>
              </a:ext>
            </a:extLst>
          </p:cNvPr>
          <p:cNvSpPr txBox="1"/>
          <p:nvPr/>
        </p:nvSpPr>
        <p:spPr>
          <a:xfrm>
            <a:off x="8671552" y="5642733"/>
            <a:ext cx="156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UPDATE!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22140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/>
          <p:cNvCxnSpPr/>
          <p:nvPr/>
        </p:nvCxnSpPr>
        <p:spPr>
          <a:xfrm flipV="1">
            <a:off x="9361482" y="2130699"/>
            <a:ext cx="750110" cy="44177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Calculating D[ ]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5C95A39-1203-4B5F-ABDA-5BAFCB9B3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147/182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53999" y="3496925"/>
            <a:ext cx="450361" cy="435531"/>
            <a:chOff x="375029" y="3482411"/>
            <a:chExt cx="450361" cy="435531"/>
          </a:xfrm>
        </p:grpSpPr>
        <p:sp>
          <p:nvSpPr>
            <p:cNvPr id="10" name="Oval 16"/>
            <p:cNvSpPr>
              <a:spLocks noChangeArrowheads="1"/>
            </p:cNvSpPr>
            <p:nvPr/>
          </p:nvSpPr>
          <p:spPr bwMode="auto">
            <a:xfrm>
              <a:off x="375029" y="3482411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4318" y="350427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05505" y="3435645"/>
            <a:ext cx="435531" cy="435531"/>
            <a:chOff x="7753506" y="2216439"/>
            <a:chExt cx="435531" cy="435531"/>
          </a:xfrm>
        </p:grpSpPr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7753506" y="2216439"/>
              <a:ext cx="435531" cy="43553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98791" y="224953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i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1291772" y="3495115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40407" y="4533558"/>
            <a:ext cx="4287037" cy="1150876"/>
            <a:chOff x="5440520" y="4683870"/>
            <a:chExt cx="4287037" cy="1150876"/>
          </a:xfrm>
        </p:grpSpPr>
        <p:grpSp>
          <p:nvGrpSpPr>
            <p:cNvPr id="38" name="Group 37"/>
            <p:cNvGrpSpPr/>
            <p:nvPr/>
          </p:nvGrpSpPr>
          <p:grpSpPr>
            <a:xfrm>
              <a:off x="5440520" y="4745150"/>
              <a:ext cx="450361" cy="435531"/>
              <a:chOff x="375029" y="3482411"/>
              <a:chExt cx="450361" cy="435531"/>
            </a:xfrm>
          </p:grpSpPr>
          <p:sp>
            <p:nvSpPr>
              <p:cNvPr id="3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9292026" y="4683870"/>
              <a:ext cx="435531" cy="435531"/>
              <a:chOff x="7753506" y="2216439"/>
              <a:chExt cx="435531" cy="435531"/>
            </a:xfrm>
          </p:grpSpPr>
          <p:sp>
            <p:nvSpPr>
              <p:cNvPr id="4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798791" y="224953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vj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5878293" y="4743340"/>
              <a:ext cx="3425370" cy="1091406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2561" y="1772561"/>
            <a:ext cx="4287037" cy="1138722"/>
            <a:chOff x="5244575" y="2107588"/>
            <a:chExt cx="4287037" cy="1138722"/>
          </a:xfrm>
        </p:grpSpPr>
        <p:sp>
          <p:nvSpPr>
            <p:cNvPr id="34" name="Freeform 33"/>
            <p:cNvSpPr/>
            <p:nvPr/>
          </p:nvSpPr>
          <p:spPr>
            <a:xfrm rot="1104620">
              <a:off x="5513051" y="2601436"/>
              <a:ext cx="2775321" cy="644874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244575" y="2168868"/>
              <a:ext cx="450361" cy="435531"/>
              <a:chOff x="375029" y="3482411"/>
              <a:chExt cx="450361" cy="435531"/>
            </a:xfrm>
          </p:grpSpPr>
          <p:sp>
            <p:nvSpPr>
              <p:cNvPr id="2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9096081" y="2107588"/>
              <a:ext cx="435531" cy="435531"/>
              <a:chOff x="7753506" y="2216439"/>
              <a:chExt cx="435531" cy="435531"/>
            </a:xfrm>
          </p:grpSpPr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798791" y="224953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i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8101847" y="2725755"/>
              <a:ext cx="449139" cy="435531"/>
              <a:chOff x="5353671" y="4074561"/>
              <a:chExt cx="449139" cy="435531"/>
            </a:xfrm>
          </p:grpSpPr>
          <p:sp>
            <p:nvSpPr>
              <p:cNvPr id="14" name="Oval 16"/>
              <p:cNvSpPr>
                <a:spLocks noChangeArrowheads="1"/>
              </p:cNvSpPr>
              <p:nvPr/>
            </p:nvSpPr>
            <p:spPr bwMode="auto">
              <a:xfrm>
                <a:off x="5353671" y="4074561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01738" y="4097719"/>
                <a:ext cx="40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55" name="Left Brace 54"/>
          <p:cNvSpPr/>
          <p:nvPr/>
        </p:nvSpPr>
        <p:spPr>
          <a:xfrm>
            <a:off x="5609133" y="1931752"/>
            <a:ext cx="294588" cy="3427406"/>
          </a:xfrm>
          <a:prstGeom prst="leftBrace">
            <a:avLst>
              <a:gd name="adj1" fmla="val 41122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/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𝐧𝐞𝐰</m:t>
                          </m:r>
                        </m:sup>
                      </m:sSup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754651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/>
          <p:cNvCxnSpPr/>
          <p:nvPr/>
        </p:nvCxnSpPr>
        <p:spPr>
          <a:xfrm flipV="1">
            <a:off x="9361482" y="2130699"/>
            <a:ext cx="750110" cy="44177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Calculating D[ ]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5C95A39-1203-4B5F-ABDA-5BAFCB9B3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148/182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53999" y="3496925"/>
            <a:ext cx="450361" cy="435531"/>
            <a:chOff x="375029" y="3482411"/>
            <a:chExt cx="450361" cy="435531"/>
          </a:xfrm>
        </p:grpSpPr>
        <p:sp>
          <p:nvSpPr>
            <p:cNvPr id="10" name="Oval 16"/>
            <p:cNvSpPr>
              <a:spLocks noChangeArrowheads="1"/>
            </p:cNvSpPr>
            <p:nvPr/>
          </p:nvSpPr>
          <p:spPr bwMode="auto">
            <a:xfrm>
              <a:off x="375029" y="3482411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4318" y="350427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05505" y="3435645"/>
            <a:ext cx="435531" cy="435531"/>
            <a:chOff x="7753506" y="2216439"/>
            <a:chExt cx="435531" cy="435531"/>
          </a:xfrm>
        </p:grpSpPr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7753506" y="2216439"/>
              <a:ext cx="435531" cy="43553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98791" y="224953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i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1291772" y="3495115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40407" y="4533558"/>
            <a:ext cx="4287037" cy="1150876"/>
            <a:chOff x="5440520" y="4683870"/>
            <a:chExt cx="4287037" cy="1150876"/>
          </a:xfrm>
        </p:grpSpPr>
        <p:grpSp>
          <p:nvGrpSpPr>
            <p:cNvPr id="38" name="Group 37"/>
            <p:cNvGrpSpPr/>
            <p:nvPr/>
          </p:nvGrpSpPr>
          <p:grpSpPr>
            <a:xfrm>
              <a:off x="5440520" y="4745150"/>
              <a:ext cx="450361" cy="435531"/>
              <a:chOff x="375029" y="3482411"/>
              <a:chExt cx="450361" cy="435531"/>
            </a:xfrm>
          </p:grpSpPr>
          <p:sp>
            <p:nvSpPr>
              <p:cNvPr id="3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9292026" y="4683870"/>
              <a:ext cx="435531" cy="435531"/>
              <a:chOff x="7753506" y="2216439"/>
              <a:chExt cx="435531" cy="435531"/>
            </a:xfrm>
          </p:grpSpPr>
          <p:sp>
            <p:nvSpPr>
              <p:cNvPr id="4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798791" y="224953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vj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5878293" y="4743340"/>
              <a:ext cx="3425370" cy="1091406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2561" y="1772561"/>
            <a:ext cx="4287037" cy="1138722"/>
            <a:chOff x="5244575" y="2107588"/>
            <a:chExt cx="4287037" cy="1138722"/>
          </a:xfrm>
        </p:grpSpPr>
        <p:sp>
          <p:nvSpPr>
            <p:cNvPr id="34" name="Freeform 33"/>
            <p:cNvSpPr/>
            <p:nvPr/>
          </p:nvSpPr>
          <p:spPr>
            <a:xfrm rot="1104620">
              <a:off x="5513051" y="2601436"/>
              <a:ext cx="2775321" cy="644874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244575" y="2168868"/>
              <a:ext cx="450361" cy="435531"/>
              <a:chOff x="375029" y="3482411"/>
              <a:chExt cx="450361" cy="435531"/>
            </a:xfrm>
          </p:grpSpPr>
          <p:sp>
            <p:nvSpPr>
              <p:cNvPr id="2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9096081" y="2107588"/>
              <a:ext cx="435531" cy="435531"/>
              <a:chOff x="7753506" y="2216439"/>
              <a:chExt cx="435531" cy="435531"/>
            </a:xfrm>
          </p:grpSpPr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798791" y="224953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i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8101847" y="2725755"/>
              <a:ext cx="449139" cy="435531"/>
              <a:chOff x="5353671" y="4074561"/>
              <a:chExt cx="449139" cy="435531"/>
            </a:xfrm>
          </p:grpSpPr>
          <p:sp>
            <p:nvSpPr>
              <p:cNvPr id="14" name="Oval 16"/>
              <p:cNvSpPr>
                <a:spLocks noChangeArrowheads="1"/>
              </p:cNvSpPr>
              <p:nvPr/>
            </p:nvSpPr>
            <p:spPr bwMode="auto">
              <a:xfrm>
                <a:off x="5353671" y="4074561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01738" y="4097719"/>
                <a:ext cx="40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55" name="Left Brace 54"/>
          <p:cNvSpPr/>
          <p:nvPr/>
        </p:nvSpPr>
        <p:spPr>
          <a:xfrm>
            <a:off x="5609133" y="1931752"/>
            <a:ext cx="294588" cy="3427406"/>
          </a:xfrm>
          <a:prstGeom prst="leftBrace">
            <a:avLst>
              <a:gd name="adj1" fmla="val 41122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/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𝐨𝐥𝐝</m:t>
                          </m:r>
                        </m:sup>
                      </m:sSup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/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𝐧𝐞𝐰</m:t>
                          </m:r>
                        </m:sup>
                      </m:sSup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7834042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/>
          <p:cNvCxnSpPr/>
          <p:nvPr/>
        </p:nvCxnSpPr>
        <p:spPr>
          <a:xfrm flipV="1">
            <a:off x="9361482" y="2130699"/>
            <a:ext cx="750110" cy="44177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Calculating D[ ]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5C95A39-1203-4B5F-ABDA-5BAFCB9B3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149/182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53999" y="3496925"/>
            <a:ext cx="450361" cy="435531"/>
            <a:chOff x="375029" y="3482411"/>
            <a:chExt cx="450361" cy="435531"/>
          </a:xfrm>
        </p:grpSpPr>
        <p:sp>
          <p:nvSpPr>
            <p:cNvPr id="10" name="Oval 16"/>
            <p:cNvSpPr>
              <a:spLocks noChangeArrowheads="1"/>
            </p:cNvSpPr>
            <p:nvPr/>
          </p:nvSpPr>
          <p:spPr bwMode="auto">
            <a:xfrm>
              <a:off x="375029" y="3482411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4318" y="350427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05505" y="3435645"/>
            <a:ext cx="435531" cy="435531"/>
            <a:chOff x="7753506" y="2216439"/>
            <a:chExt cx="435531" cy="435531"/>
          </a:xfrm>
        </p:grpSpPr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7753506" y="2216439"/>
              <a:ext cx="435531" cy="43553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98791" y="224953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i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1291772" y="3495115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40407" y="4533558"/>
            <a:ext cx="4287037" cy="1150876"/>
            <a:chOff x="5440520" y="4683870"/>
            <a:chExt cx="4287037" cy="1150876"/>
          </a:xfrm>
        </p:grpSpPr>
        <p:grpSp>
          <p:nvGrpSpPr>
            <p:cNvPr id="38" name="Group 37"/>
            <p:cNvGrpSpPr/>
            <p:nvPr/>
          </p:nvGrpSpPr>
          <p:grpSpPr>
            <a:xfrm>
              <a:off x="5440520" y="4745150"/>
              <a:ext cx="450361" cy="435531"/>
              <a:chOff x="375029" y="3482411"/>
              <a:chExt cx="450361" cy="435531"/>
            </a:xfrm>
          </p:grpSpPr>
          <p:sp>
            <p:nvSpPr>
              <p:cNvPr id="3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9292026" y="4683870"/>
              <a:ext cx="435531" cy="435531"/>
              <a:chOff x="7753506" y="2216439"/>
              <a:chExt cx="435531" cy="435531"/>
            </a:xfrm>
          </p:grpSpPr>
          <p:sp>
            <p:nvSpPr>
              <p:cNvPr id="4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798791" y="224953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vj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5878293" y="4743340"/>
              <a:ext cx="3425370" cy="1091406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2561" y="1772561"/>
            <a:ext cx="4287037" cy="1138722"/>
            <a:chOff x="5244575" y="2107588"/>
            <a:chExt cx="4287037" cy="1138722"/>
          </a:xfrm>
        </p:grpSpPr>
        <p:sp>
          <p:nvSpPr>
            <p:cNvPr id="34" name="Freeform 33"/>
            <p:cNvSpPr/>
            <p:nvPr/>
          </p:nvSpPr>
          <p:spPr>
            <a:xfrm rot="1104620">
              <a:off x="5513051" y="2601436"/>
              <a:ext cx="2775321" cy="644874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244575" y="2168868"/>
              <a:ext cx="450361" cy="435531"/>
              <a:chOff x="375029" y="3482411"/>
              <a:chExt cx="450361" cy="435531"/>
            </a:xfrm>
          </p:grpSpPr>
          <p:sp>
            <p:nvSpPr>
              <p:cNvPr id="2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9096081" y="2107588"/>
              <a:ext cx="435531" cy="435531"/>
              <a:chOff x="7753506" y="2216439"/>
              <a:chExt cx="435531" cy="435531"/>
            </a:xfrm>
          </p:grpSpPr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798791" y="224953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i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8101847" y="2725755"/>
              <a:ext cx="449139" cy="435531"/>
              <a:chOff x="5353671" y="4074561"/>
              <a:chExt cx="449139" cy="435531"/>
            </a:xfrm>
          </p:grpSpPr>
          <p:sp>
            <p:nvSpPr>
              <p:cNvPr id="14" name="Oval 16"/>
              <p:cNvSpPr>
                <a:spLocks noChangeArrowheads="1"/>
              </p:cNvSpPr>
              <p:nvPr/>
            </p:nvSpPr>
            <p:spPr bwMode="auto">
              <a:xfrm>
                <a:off x="5353671" y="4074561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01738" y="4097719"/>
                <a:ext cx="40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55" name="Left Brace 54"/>
          <p:cNvSpPr/>
          <p:nvPr/>
        </p:nvSpPr>
        <p:spPr>
          <a:xfrm>
            <a:off x="5609133" y="1931752"/>
            <a:ext cx="294588" cy="3427406"/>
          </a:xfrm>
          <a:prstGeom prst="leftBrace">
            <a:avLst>
              <a:gd name="adj1" fmla="val 41122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836021-537D-4F9E-B896-4296B145CA67}"/>
                  </a:ext>
                </a:extLst>
              </p:cNvPr>
              <p:cNvSpPr txBox="1"/>
              <p:nvPr/>
            </p:nvSpPr>
            <p:spPr>
              <a:xfrm>
                <a:off x="1793642" y="5999200"/>
                <a:ext cx="6953314" cy="4476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⁡{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836021-537D-4F9E-B896-4296B145C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642" y="5999200"/>
                <a:ext cx="6953314" cy="4476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/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𝐨𝐥𝐝</m:t>
                          </m:r>
                        </m:sup>
                      </m:sSup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95E54F-C38F-49BF-8B4C-AF752B879055}"/>
                  </a:ext>
                </a:extLst>
              </p:cNvPr>
              <p:cNvSpPr/>
              <p:nvPr/>
            </p:nvSpPr>
            <p:spPr>
              <a:xfrm>
                <a:off x="7453057" y="3060344"/>
                <a:ext cx="2721450" cy="475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𝐨𝐥𝐝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2400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95E54F-C38F-49BF-8B4C-AF752B879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057" y="3060344"/>
                <a:ext cx="2721450" cy="4755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/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𝐧𝐞𝐰</m:t>
                          </m:r>
                        </m:sup>
                      </m:sSup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2858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/>
          <p:cNvCxnSpPr/>
          <p:nvPr/>
        </p:nvCxnSpPr>
        <p:spPr>
          <a:xfrm flipV="1">
            <a:off x="9361482" y="2130699"/>
            <a:ext cx="750110" cy="44177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Calculating D[ ]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5C95A39-1203-4B5F-ABDA-5BAFCB9B31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150/182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53999" y="3496925"/>
            <a:ext cx="450361" cy="435531"/>
            <a:chOff x="375029" y="3482411"/>
            <a:chExt cx="450361" cy="435531"/>
          </a:xfrm>
        </p:grpSpPr>
        <p:sp>
          <p:nvSpPr>
            <p:cNvPr id="10" name="Oval 16"/>
            <p:cNvSpPr>
              <a:spLocks noChangeArrowheads="1"/>
            </p:cNvSpPr>
            <p:nvPr/>
          </p:nvSpPr>
          <p:spPr bwMode="auto">
            <a:xfrm>
              <a:off x="375029" y="3482411"/>
              <a:ext cx="435531" cy="435531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4318" y="3504271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05505" y="3435645"/>
            <a:ext cx="435531" cy="435531"/>
            <a:chOff x="7753506" y="2216439"/>
            <a:chExt cx="435531" cy="435531"/>
          </a:xfrm>
        </p:grpSpPr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7753506" y="2216439"/>
              <a:ext cx="435531" cy="435531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98791" y="2249538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v</a:t>
              </a:r>
              <a:r>
                <a:rPr lang="en-US" b="1" baseline="-25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i</a:t>
              </a:r>
              <a:endParaRPr lang="en-US" b="1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" name="Freeform 3"/>
          <p:cNvSpPr/>
          <p:nvPr/>
        </p:nvSpPr>
        <p:spPr>
          <a:xfrm>
            <a:off x="1291772" y="3495115"/>
            <a:ext cx="3425370" cy="1091406"/>
          </a:xfrm>
          <a:custGeom>
            <a:avLst/>
            <a:gdLst>
              <a:gd name="connsiteX0" fmla="*/ 0 w 4688114"/>
              <a:gd name="connsiteY0" fmla="*/ 365692 h 1211483"/>
              <a:gd name="connsiteX1" fmla="*/ 3164114 w 4688114"/>
              <a:gd name="connsiteY1" fmla="*/ 1207521 h 1211483"/>
              <a:gd name="connsiteX2" fmla="*/ 4064000 w 4688114"/>
              <a:gd name="connsiteY2" fmla="*/ 60892 h 1211483"/>
              <a:gd name="connsiteX3" fmla="*/ 4688114 w 4688114"/>
              <a:gd name="connsiteY3" fmla="*/ 147978 h 1211483"/>
              <a:gd name="connsiteX4" fmla="*/ 4688114 w 4688114"/>
              <a:gd name="connsiteY4" fmla="*/ 147978 h 1211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8114" h="1211483">
                <a:moveTo>
                  <a:pt x="0" y="365692"/>
                </a:moveTo>
                <a:cubicBezTo>
                  <a:pt x="1243390" y="812006"/>
                  <a:pt x="2486781" y="1258321"/>
                  <a:pt x="3164114" y="1207521"/>
                </a:cubicBezTo>
                <a:cubicBezTo>
                  <a:pt x="3841447" y="1156721"/>
                  <a:pt x="3810000" y="237483"/>
                  <a:pt x="4064000" y="60892"/>
                </a:cubicBezTo>
                <a:cubicBezTo>
                  <a:pt x="4318000" y="-115699"/>
                  <a:pt x="4688114" y="147978"/>
                  <a:pt x="4688114" y="147978"/>
                </a:cubicBezTo>
                <a:lnTo>
                  <a:pt x="4688114" y="147978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40407" y="4533558"/>
            <a:ext cx="4287037" cy="1150876"/>
            <a:chOff x="5440520" y="4683870"/>
            <a:chExt cx="4287037" cy="1150876"/>
          </a:xfrm>
        </p:grpSpPr>
        <p:grpSp>
          <p:nvGrpSpPr>
            <p:cNvPr id="38" name="Group 37"/>
            <p:cNvGrpSpPr/>
            <p:nvPr/>
          </p:nvGrpSpPr>
          <p:grpSpPr>
            <a:xfrm>
              <a:off x="5440520" y="4745150"/>
              <a:ext cx="450361" cy="435531"/>
              <a:chOff x="375029" y="3482411"/>
              <a:chExt cx="450361" cy="435531"/>
            </a:xfrm>
          </p:grpSpPr>
          <p:sp>
            <p:nvSpPr>
              <p:cNvPr id="3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9292026" y="4683870"/>
              <a:ext cx="435531" cy="435531"/>
              <a:chOff x="7753506" y="2216439"/>
              <a:chExt cx="435531" cy="435531"/>
            </a:xfrm>
          </p:grpSpPr>
          <p:sp>
            <p:nvSpPr>
              <p:cNvPr id="4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798791" y="2249538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vj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5878293" y="4743340"/>
              <a:ext cx="3425370" cy="1091406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2561" y="1772561"/>
            <a:ext cx="4287037" cy="1138722"/>
            <a:chOff x="5244575" y="2107588"/>
            <a:chExt cx="4287037" cy="1138722"/>
          </a:xfrm>
        </p:grpSpPr>
        <p:sp>
          <p:nvSpPr>
            <p:cNvPr id="34" name="Freeform 33"/>
            <p:cNvSpPr/>
            <p:nvPr/>
          </p:nvSpPr>
          <p:spPr>
            <a:xfrm rot="1104620">
              <a:off x="5513051" y="2601436"/>
              <a:ext cx="2775321" cy="644874"/>
            </a:xfrm>
            <a:custGeom>
              <a:avLst/>
              <a:gdLst>
                <a:gd name="connsiteX0" fmla="*/ 0 w 4688114"/>
                <a:gd name="connsiteY0" fmla="*/ 365692 h 1211483"/>
                <a:gd name="connsiteX1" fmla="*/ 3164114 w 4688114"/>
                <a:gd name="connsiteY1" fmla="*/ 1207521 h 1211483"/>
                <a:gd name="connsiteX2" fmla="*/ 4064000 w 4688114"/>
                <a:gd name="connsiteY2" fmla="*/ 60892 h 1211483"/>
                <a:gd name="connsiteX3" fmla="*/ 4688114 w 4688114"/>
                <a:gd name="connsiteY3" fmla="*/ 147978 h 1211483"/>
                <a:gd name="connsiteX4" fmla="*/ 4688114 w 4688114"/>
                <a:gd name="connsiteY4" fmla="*/ 147978 h 12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8114" h="1211483">
                  <a:moveTo>
                    <a:pt x="0" y="365692"/>
                  </a:moveTo>
                  <a:cubicBezTo>
                    <a:pt x="1243390" y="812006"/>
                    <a:pt x="2486781" y="1258321"/>
                    <a:pt x="3164114" y="1207521"/>
                  </a:cubicBezTo>
                  <a:cubicBezTo>
                    <a:pt x="3841447" y="1156721"/>
                    <a:pt x="3810000" y="237483"/>
                    <a:pt x="4064000" y="60892"/>
                  </a:cubicBezTo>
                  <a:cubicBezTo>
                    <a:pt x="4318000" y="-115699"/>
                    <a:pt x="4688114" y="147978"/>
                    <a:pt x="4688114" y="147978"/>
                  </a:cubicBezTo>
                  <a:lnTo>
                    <a:pt x="4688114" y="147978"/>
                  </a:lnTo>
                </a:path>
              </a:pathLst>
            </a:custGeom>
            <a:noFill/>
            <a:ln w="28575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5244575" y="2168868"/>
              <a:ext cx="450361" cy="435531"/>
              <a:chOff x="375029" y="3482411"/>
              <a:chExt cx="450361" cy="435531"/>
            </a:xfrm>
          </p:grpSpPr>
          <p:sp>
            <p:nvSpPr>
              <p:cNvPr id="29" name="Oval 16"/>
              <p:cNvSpPr>
                <a:spLocks noChangeArrowheads="1"/>
              </p:cNvSpPr>
              <p:nvPr/>
            </p:nvSpPr>
            <p:spPr bwMode="auto">
              <a:xfrm>
                <a:off x="375029" y="3482411"/>
                <a:ext cx="435531" cy="435531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24318" y="3504271"/>
                <a:ext cx="401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9096081" y="2107588"/>
              <a:ext cx="435531" cy="435531"/>
              <a:chOff x="7753506" y="2216439"/>
              <a:chExt cx="435531" cy="435531"/>
            </a:xfrm>
          </p:grpSpPr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7753506" y="2216439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7798791" y="224953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i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8101847" y="2725755"/>
              <a:ext cx="494023" cy="435531"/>
              <a:chOff x="5353671" y="4074561"/>
              <a:chExt cx="494023" cy="435531"/>
            </a:xfrm>
          </p:grpSpPr>
          <p:sp>
            <p:nvSpPr>
              <p:cNvPr id="14" name="Oval 16"/>
              <p:cNvSpPr>
                <a:spLocks noChangeArrowheads="1"/>
              </p:cNvSpPr>
              <p:nvPr/>
            </p:nvSpPr>
            <p:spPr bwMode="auto">
              <a:xfrm>
                <a:off x="5353671" y="4074561"/>
                <a:ext cx="435531" cy="43553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401738" y="4097719"/>
                <a:ext cx="4459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v</a:t>
                </a:r>
                <a:r>
                  <a:rPr lang="en-US" b="1" baseline="-25000" dirty="0" err="1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m</a:t>
                </a:r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55" name="Left Brace 54"/>
          <p:cNvSpPr/>
          <p:nvPr/>
        </p:nvSpPr>
        <p:spPr>
          <a:xfrm>
            <a:off x="5609133" y="1931752"/>
            <a:ext cx="294588" cy="3427406"/>
          </a:xfrm>
          <a:prstGeom prst="leftBrace">
            <a:avLst>
              <a:gd name="adj1" fmla="val 41122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836021-537D-4F9E-B896-4296B145CA67}"/>
                  </a:ext>
                </a:extLst>
              </p:cNvPr>
              <p:cNvSpPr txBox="1"/>
              <p:nvPr/>
            </p:nvSpPr>
            <p:spPr>
              <a:xfrm>
                <a:off x="1793642" y="5999200"/>
                <a:ext cx="6953314" cy="44762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⁡{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836021-537D-4F9E-B896-4296B145C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642" y="5999200"/>
                <a:ext cx="6953314" cy="4476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/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𝐨𝐥𝐝</m:t>
                          </m:r>
                        </m:sup>
                      </m:sSup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EAA7727-E342-46F3-AB4F-D47C1B24E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219" y="4877011"/>
                <a:ext cx="1323247" cy="539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95E54F-C38F-49BF-8B4C-AF752B879055}"/>
                  </a:ext>
                </a:extLst>
              </p:cNvPr>
              <p:cNvSpPr/>
              <p:nvPr/>
            </p:nvSpPr>
            <p:spPr>
              <a:xfrm>
                <a:off x="7453057" y="3060344"/>
                <a:ext cx="2870529" cy="475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𝐨𝐥𝐝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</m:d>
                      <m:r>
                        <a:rPr lang="en-US" sz="2400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B05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495E54F-C38F-49BF-8B4C-AF752B879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057" y="3060344"/>
                <a:ext cx="2870529" cy="4755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/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𝐧𝐞𝐰</m:t>
                          </m:r>
                        </m:sup>
                      </m:sSup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6C9A77F-3918-46C3-BEC9-76741D4E3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992" y="3714690"/>
                <a:ext cx="144187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3695207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151/182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6491262" y="1886618"/>
            <a:ext cx="1399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S={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v</a:t>
            </a:r>
            <a:r>
              <a:rPr lang="en-US" sz="3200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482073" y="2928443"/>
            <a:ext cx="3197139" cy="141801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D[2]=?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D[3]=?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D[4]=?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/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5C4FC59-7B1E-487A-9006-55A87F2E2FD1}"/>
              </a:ext>
            </a:extLst>
          </p:cNvPr>
          <p:cNvSpPr txBox="1"/>
          <p:nvPr/>
        </p:nvSpPr>
        <p:spPr>
          <a:xfrm>
            <a:off x="5445760" y="4651935"/>
            <a:ext cx="156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UPDATE!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06257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152/182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142308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D[2]=min{D[2],D[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]+W[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][2]}=50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D[3]=min{D[3],D[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]+W[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][3]}=30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D[4]=min{D[4],D[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]+W[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dirty="0">
                <a:latin typeface="Arial Rounded MT Bold" panose="020F0704030504030204" pitchFamily="34" charset="0"/>
              </a:rPr>
              <a:t>][4]}=20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/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?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7083547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153/182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142308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D[2]=min{D[2],D[5]+W[5][2]}=50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D[3]=min{D[3],D[5]+W[5][3]}=30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D[4]=min{D[4],D[5]+W[5][4]}=20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74731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33" name="Oval 16">
            <a:extLst>
              <a:ext uri="{FF2B5EF4-FFF2-40B4-BE49-F238E27FC236}">
                <a16:creationId xmlns:a16="http://schemas.microsoft.com/office/drawing/2014/main" id="{71E01784-AD5F-401A-BA5C-6F0D014BE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349" y="3875760"/>
            <a:ext cx="4803652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FBADF0-5C55-4C24-B669-1775C4188DC2}"/>
              </a:ext>
            </a:extLst>
          </p:cNvPr>
          <p:cNvSpPr/>
          <p:nvPr/>
        </p:nvSpPr>
        <p:spPr>
          <a:xfrm>
            <a:off x="6904540" y="5981345"/>
            <a:ext cx="467528" cy="440834"/>
          </a:xfrm>
          <a:prstGeom prst="rect">
            <a:avLst/>
          </a:prstGeom>
          <a:noFill/>
          <a:ln w="57150">
            <a:solidFill>
              <a:srgbClr val="19AA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951A7-528D-4E88-9877-7285B2416F71}"/>
              </a:ext>
            </a:extLst>
          </p:cNvPr>
          <p:cNvSpPr txBox="1"/>
          <p:nvPr/>
        </p:nvSpPr>
        <p:spPr>
          <a:xfrm>
            <a:off x="6878675" y="5335254"/>
            <a:ext cx="548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632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7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154/182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95635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D[2]=?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D[3]=?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/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9502702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155/182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95635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latin typeface="Arial Rounded MT Bold" panose="020F0704030504030204" pitchFamily="34" charset="0"/>
              </a:rPr>
              <a:t>D[2]=min{D[2],D[</a:t>
            </a:r>
            <a:r>
              <a:rPr lang="pl-PL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pl-PL" sz="2000" dirty="0">
                <a:latin typeface="Arial Rounded MT Bold" panose="020F0704030504030204" pitchFamily="34" charset="0"/>
              </a:rPr>
              <a:t>]+W[</a:t>
            </a:r>
            <a:r>
              <a:rPr lang="pl-PL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pl-PL" sz="2000" dirty="0">
                <a:latin typeface="Arial Rounded MT Bold" panose="020F0704030504030204" pitchFamily="34" charset="0"/>
              </a:rPr>
              <a:t>][2]}=40</a:t>
            </a:r>
          </a:p>
          <a:p>
            <a:pPr>
              <a:lnSpc>
                <a:spcPct val="150000"/>
              </a:lnSpc>
            </a:pPr>
            <a:r>
              <a:rPr lang="pl-PL" sz="2000" dirty="0">
                <a:latin typeface="Arial Rounded MT Bold" panose="020F0704030504030204" pitchFamily="34" charset="0"/>
              </a:rPr>
              <a:t>D[3]=min{D[3],D[</a:t>
            </a:r>
            <a:r>
              <a:rPr lang="pl-PL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pl-PL" sz="2000" dirty="0">
                <a:latin typeface="Arial Rounded MT Bold" panose="020F0704030504030204" pitchFamily="34" charset="0"/>
              </a:rPr>
              <a:t>]+W[</a:t>
            </a:r>
            <a:r>
              <a:rPr lang="pl-PL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pl-PL" sz="2000" dirty="0">
                <a:latin typeface="Arial Rounded MT Bold" panose="020F0704030504030204" pitchFamily="34" charset="0"/>
              </a:rPr>
              <a:t>][3]}=30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485519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40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38" name="Oval 16">
            <a:extLst>
              <a:ext uri="{FF2B5EF4-FFF2-40B4-BE49-F238E27FC236}">
                <a16:creationId xmlns:a16="http://schemas.microsoft.com/office/drawing/2014/main" id="{D095D877-5D96-4506-9920-9DB824872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348" y="3425791"/>
            <a:ext cx="4803652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A9CF46-DA8A-49EF-AE46-78612ECA9E4C}"/>
              </a:ext>
            </a:extLst>
          </p:cNvPr>
          <p:cNvSpPr/>
          <p:nvPr/>
        </p:nvSpPr>
        <p:spPr>
          <a:xfrm>
            <a:off x="6297708" y="5963638"/>
            <a:ext cx="467528" cy="440834"/>
          </a:xfrm>
          <a:prstGeom prst="rect">
            <a:avLst/>
          </a:prstGeom>
          <a:noFill/>
          <a:ln w="57150">
            <a:solidFill>
              <a:srgbClr val="19AA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0C3B96-0271-4FFD-8CB9-0094F693CB5C}"/>
              </a:ext>
            </a:extLst>
          </p:cNvPr>
          <p:cNvSpPr txBox="1"/>
          <p:nvPr/>
        </p:nvSpPr>
        <p:spPr>
          <a:xfrm>
            <a:off x="6271843" y="5317547"/>
            <a:ext cx="548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232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156/182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49468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dirty="0">
                <a:latin typeface="Arial Rounded MT Bold" panose="020F0704030504030204" pitchFamily="34" charset="0"/>
              </a:rPr>
              <a:t>D[2]=</a:t>
            </a:r>
            <a:r>
              <a:rPr lang="en-US" sz="2000" dirty="0">
                <a:latin typeface="Arial Rounded MT Bold" panose="020F0704030504030204" pitchFamily="34" charset="0"/>
              </a:rPr>
              <a:t>min{D[2],D[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dirty="0">
                <a:latin typeface="Arial Rounded MT Bold" panose="020F0704030504030204" pitchFamily="34" charset="0"/>
              </a:rPr>
              <a:t>]+W[</a:t>
            </a:r>
            <a:r>
              <a:rPr lang="en-US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dirty="0">
                <a:latin typeface="Arial Rounded MT Bold" panose="020F0704030504030204" pitchFamily="34" charset="0"/>
              </a:rPr>
              <a:t>][2]}=35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6207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36" name="Oval 16">
            <a:extLst>
              <a:ext uri="{FF2B5EF4-FFF2-40B4-BE49-F238E27FC236}">
                <a16:creationId xmlns:a16="http://schemas.microsoft.com/office/drawing/2014/main" id="{B56B635F-FF8E-4620-8A9B-D15343023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348" y="2928443"/>
            <a:ext cx="4803652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17E7C7-82D3-41D7-B6C3-7A98E0994007}"/>
              </a:ext>
            </a:extLst>
          </p:cNvPr>
          <p:cNvSpPr/>
          <p:nvPr/>
        </p:nvSpPr>
        <p:spPr>
          <a:xfrm>
            <a:off x="5708304" y="5949902"/>
            <a:ext cx="467528" cy="440834"/>
          </a:xfrm>
          <a:prstGeom prst="rect">
            <a:avLst/>
          </a:prstGeom>
          <a:noFill/>
          <a:ln w="57150">
            <a:solidFill>
              <a:srgbClr val="19AA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0BE08E-6172-486A-AB04-C9F5E843E79D}"/>
              </a:ext>
            </a:extLst>
          </p:cNvPr>
          <p:cNvSpPr txBox="1"/>
          <p:nvPr/>
        </p:nvSpPr>
        <p:spPr>
          <a:xfrm>
            <a:off x="5682439" y="5303811"/>
            <a:ext cx="548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048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Updating 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0EC7-D3E1-4104-A260-E82E63097B9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157/182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A3DDCB1-DCAE-405B-9F76-2A0B1F9089D6}"/>
              </a:ext>
            </a:extLst>
          </p:cNvPr>
          <p:cNvSpPr txBox="1"/>
          <p:nvPr/>
        </p:nvSpPr>
        <p:spPr>
          <a:xfrm>
            <a:off x="5069840" y="2359034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m=2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FE93B3-092D-4911-9CF9-FF40D9A5AEB7}"/>
              </a:ext>
            </a:extLst>
          </p:cNvPr>
          <p:cNvSpPr/>
          <p:nvPr/>
        </p:nvSpPr>
        <p:spPr>
          <a:xfrm>
            <a:off x="5106153" y="2928443"/>
            <a:ext cx="4545847" cy="49468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0"/>
              </a:rPr>
              <a:t> 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EE1C840-F247-4A44-AE84-4B26CAEAABB1}"/>
              </a:ext>
            </a:extLst>
          </p:cNvPr>
          <p:cNvCxnSpPr>
            <a:cxnSpLocks/>
            <a:stCxn id="95" idx="1"/>
          </p:cNvCxnSpPr>
          <p:nvPr/>
        </p:nvCxnSpPr>
        <p:spPr>
          <a:xfrm flipH="1" flipV="1">
            <a:off x="2271396" y="3917826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DF17C7-853D-4B53-9DF6-2597E3794FD4}"/>
              </a:ext>
            </a:extLst>
          </p:cNvPr>
          <p:cNvCxnSpPr/>
          <p:nvPr/>
        </p:nvCxnSpPr>
        <p:spPr>
          <a:xfrm flipH="1">
            <a:off x="3496878" y="4103390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E8FAF98-2C8E-400E-8C2B-7288710E07B0}"/>
              </a:ext>
            </a:extLst>
          </p:cNvPr>
          <p:cNvCxnSpPr/>
          <p:nvPr/>
        </p:nvCxnSpPr>
        <p:spPr>
          <a:xfrm flipH="1">
            <a:off x="2171360" y="3011268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B6F923E-ECAD-452B-A1A5-32665327C894}"/>
              </a:ext>
            </a:extLst>
          </p:cNvPr>
          <p:cNvCxnSpPr>
            <a:stCxn id="97" idx="1"/>
          </p:cNvCxnSpPr>
          <p:nvPr/>
        </p:nvCxnSpPr>
        <p:spPr>
          <a:xfrm flipH="1">
            <a:off x="2127818" y="3727838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3C43B2-222D-482D-BC1A-E3BEDD684294}"/>
              </a:ext>
            </a:extLst>
          </p:cNvPr>
          <p:cNvCxnSpPr/>
          <p:nvPr/>
        </p:nvCxnSpPr>
        <p:spPr>
          <a:xfrm flipV="1">
            <a:off x="1888486" y="3765426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16">
            <a:extLst>
              <a:ext uri="{FF2B5EF4-FFF2-40B4-BE49-F238E27FC236}">
                <a16:creationId xmlns:a16="http://schemas.microsoft.com/office/drawing/2014/main" id="{47F0FC3F-0341-420E-BA86-4DF326F81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53" y="3558900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A6B28FC-87D3-46EB-8A8E-096975B64F92}"/>
              </a:ext>
            </a:extLst>
          </p:cNvPr>
          <p:cNvCxnSpPr/>
          <p:nvPr/>
        </p:nvCxnSpPr>
        <p:spPr>
          <a:xfrm flipH="1">
            <a:off x="2044718" y="3917826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FAEB690-6C8B-43DA-959E-E8E748F78BAD}"/>
              </a:ext>
            </a:extLst>
          </p:cNvPr>
          <p:cNvCxnSpPr/>
          <p:nvPr/>
        </p:nvCxnSpPr>
        <p:spPr>
          <a:xfrm flipH="1">
            <a:off x="2050766" y="5171678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16">
            <a:extLst>
              <a:ext uri="{FF2B5EF4-FFF2-40B4-BE49-F238E27FC236}">
                <a16:creationId xmlns:a16="http://schemas.microsoft.com/office/drawing/2014/main" id="{53ABD184-3349-4B61-B813-3B2C8EF09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582" y="4949340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F9BE16-D0A6-4F07-BF27-6E714E156F1C}"/>
              </a:ext>
            </a:extLst>
          </p:cNvPr>
          <p:cNvCxnSpPr/>
          <p:nvPr/>
        </p:nvCxnSpPr>
        <p:spPr>
          <a:xfrm>
            <a:off x="3542380" y="3020229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16">
            <a:extLst>
              <a:ext uri="{FF2B5EF4-FFF2-40B4-BE49-F238E27FC236}">
                <a16:creationId xmlns:a16="http://schemas.microsoft.com/office/drawing/2014/main" id="{E24C9121-5055-4584-B5B5-121BB2C0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991" y="3664056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BBAF04-A776-4E0D-8AFC-BB0F03D39CA5}"/>
              </a:ext>
            </a:extLst>
          </p:cNvPr>
          <p:cNvSpPr txBox="1"/>
          <p:nvPr/>
        </p:nvSpPr>
        <p:spPr>
          <a:xfrm>
            <a:off x="1910654" y="360405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61B2A6-2E46-420D-A444-0F968932ADA4}"/>
              </a:ext>
            </a:extLst>
          </p:cNvPr>
          <p:cNvSpPr txBox="1"/>
          <p:nvPr/>
        </p:nvSpPr>
        <p:spPr>
          <a:xfrm>
            <a:off x="4008172" y="36926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A1324FB-C632-4A8D-9777-06A962A6F57B}"/>
              </a:ext>
            </a:extLst>
          </p:cNvPr>
          <p:cNvSpPr/>
          <p:nvPr/>
        </p:nvSpPr>
        <p:spPr>
          <a:xfrm>
            <a:off x="3231618" y="4980856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C6D1F69C-6FEC-4755-96E9-8D9789111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501" y="5050649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245A91-D8BC-4C5D-96AC-70C91F7C9CB2}"/>
              </a:ext>
            </a:extLst>
          </p:cNvPr>
          <p:cNvSpPr txBox="1"/>
          <p:nvPr/>
        </p:nvSpPr>
        <p:spPr>
          <a:xfrm>
            <a:off x="1645906" y="50915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EB4A20-E0F1-4177-935C-87F2C5CE7E74}"/>
              </a:ext>
            </a:extLst>
          </p:cNvPr>
          <p:cNvSpPr txBox="1"/>
          <p:nvPr/>
        </p:nvSpPr>
        <p:spPr>
          <a:xfrm>
            <a:off x="1593828" y="414688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D66CDCD-681C-45F0-892D-E0BDB248F987}"/>
              </a:ext>
            </a:extLst>
          </p:cNvPr>
          <p:cNvSpPr txBox="1"/>
          <p:nvPr/>
        </p:nvSpPr>
        <p:spPr>
          <a:xfrm>
            <a:off x="2909643" y="344893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D7F414-F5B1-4160-8A51-058156D0129F}"/>
              </a:ext>
            </a:extLst>
          </p:cNvPr>
          <p:cNvSpPr txBox="1"/>
          <p:nvPr/>
        </p:nvSpPr>
        <p:spPr>
          <a:xfrm>
            <a:off x="2297960" y="294380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A165D-49A5-4E32-9430-10B37F8C76A4}"/>
              </a:ext>
            </a:extLst>
          </p:cNvPr>
          <p:cNvSpPr txBox="1"/>
          <p:nvPr/>
        </p:nvSpPr>
        <p:spPr>
          <a:xfrm>
            <a:off x="2194267" y="413065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DB1D58E-A503-4EF2-9C1D-FE7FEF524CD1}"/>
              </a:ext>
            </a:extLst>
          </p:cNvPr>
          <p:cNvSpPr txBox="1"/>
          <p:nvPr/>
        </p:nvSpPr>
        <p:spPr>
          <a:xfrm>
            <a:off x="2594314" y="4844581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5FA2693-9BCB-4E4F-BFD3-46531040F7FD}"/>
              </a:ext>
            </a:extLst>
          </p:cNvPr>
          <p:cNvSpPr txBox="1"/>
          <p:nvPr/>
        </p:nvSpPr>
        <p:spPr>
          <a:xfrm>
            <a:off x="3224778" y="39573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2D45EA-0E43-4474-AF23-9DFB171C9ACE}"/>
              </a:ext>
            </a:extLst>
          </p:cNvPr>
          <p:cNvSpPr txBox="1"/>
          <p:nvPr/>
        </p:nvSpPr>
        <p:spPr>
          <a:xfrm>
            <a:off x="3886087" y="432206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5EE3FF-7B70-48F0-BE53-76C83D0AFDD5}"/>
              </a:ext>
            </a:extLst>
          </p:cNvPr>
          <p:cNvSpPr txBox="1"/>
          <p:nvPr/>
        </p:nvSpPr>
        <p:spPr>
          <a:xfrm>
            <a:off x="3857056" y="30738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00A343DC-79AE-4C62-A7FE-0379501A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145" y="2662994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BBB35-E8DC-4605-A80B-0B40212808D2}"/>
              </a:ext>
            </a:extLst>
          </p:cNvPr>
          <p:cNvSpPr/>
          <p:nvPr/>
        </p:nvSpPr>
        <p:spPr>
          <a:xfrm>
            <a:off x="3204555" y="2687153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E1BADAE-B5FA-49AD-A67A-416463B7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552380"/>
              </p:ext>
            </p:extLst>
          </p:nvPr>
        </p:nvGraphicFramePr>
        <p:xfrm>
          <a:off x="4978404" y="5480630"/>
          <a:ext cx="3015623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62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7061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602311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61728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54385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-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60208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158/182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D[j]=min(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D[m]+W[m][j]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3077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159/182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ED8428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D[j]=min(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D[m]+W[m][j]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551265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160/182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ED8428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D[j]=min(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D[m]+W[m][j]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907587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161/182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ED8428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dirty="0">
                <a:highlight>
                  <a:srgbClr val="00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D[j]=min(</a:t>
            </a:r>
            <a:r>
              <a:rPr lang="en-US" alt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D[m]+W[m][j]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D[j]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22608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162/182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930000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ED8428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ED8428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dirty="0" err="1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highlight>
                  <a:srgbClr val="FF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dirty="0">
                <a:highlight>
                  <a:srgbClr val="00FF00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</a:t>
            </a:r>
            <a:r>
              <a:rPr lang="en-US" altLang="en-US" dirty="0">
                <a:solidFill>
                  <a:srgbClr val="FF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EACH j in D:</a:t>
            </a:r>
          </a:p>
          <a:p>
            <a:pPr marL="0" indent="0"/>
            <a:r>
              <a:rPr lang="en-US" altLang="en-US" dirty="0">
                <a:solidFill>
                  <a:srgbClr val="FF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  D[j]=min(D[m]+W[m][j],D[j])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668E59-D729-4FF9-A5A3-A6AE3A331461}"/>
              </a:ext>
            </a:extLst>
          </p:cNvPr>
          <p:cNvGrpSpPr/>
          <p:nvPr/>
        </p:nvGrpSpPr>
        <p:grpSpPr>
          <a:xfrm>
            <a:off x="4840941" y="2286000"/>
            <a:ext cx="6502486" cy="520672"/>
            <a:chOff x="4840941" y="2286000"/>
            <a:chExt cx="6502486" cy="52067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F1587B-6C08-4DE1-BFB0-5BCFB30BF193}"/>
                </a:ext>
              </a:extLst>
            </p:cNvPr>
            <p:cNvSpPr/>
            <p:nvPr/>
          </p:nvSpPr>
          <p:spPr>
            <a:xfrm>
              <a:off x="7055224" y="2286000"/>
              <a:ext cx="977152" cy="5020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F009C3-6EF0-4C45-AFE2-251BEBBADEB0}"/>
                </a:ext>
              </a:extLst>
            </p:cNvPr>
            <p:cNvSpPr/>
            <p:nvPr/>
          </p:nvSpPr>
          <p:spPr>
            <a:xfrm>
              <a:off x="8157882" y="2304648"/>
              <a:ext cx="645459" cy="502024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42B1B66-0A90-4F11-967A-F26B8CA21113}"/>
                    </a:ext>
                  </a:extLst>
                </p:cNvPr>
                <p:cNvSpPr txBox="1"/>
                <p:nvPr/>
              </p:nvSpPr>
              <p:spPr>
                <a:xfrm>
                  <a:off x="4840941" y="2288703"/>
                  <a:ext cx="6502486" cy="5091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rgbClr val="ED8428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rgbClr val="ED84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ED8428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dirty="0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b="0" i="1" dirty="0" smtClean="0">
                                    <a:solidFill>
                                      <a:srgbClr val="FF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FF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42B1B66-0A90-4F11-967A-F26B8CA21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0941" y="2288703"/>
                  <a:ext cx="6502486" cy="5091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18376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163/182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  <a:r>
              <a:rPr lang="en-US" altLang="en-US">
                <a:latin typeface="Consolas" panose="020B0609020204030204" pitchFamily="49" charset="0"/>
                <a:cs typeface="Courier New" panose="02070309020205020404" pitchFamily="49" charset="0"/>
              </a:rPr>
              <a:t>  D[j]=min(D[m]+W[m][j],D[j])</a:t>
            </a:r>
            <a:endParaRPr lang="en-US" alt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29176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164/182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D[j]=min(D[m]+W[m][j],D[j])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264603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165/182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US" altLang="en-US" i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 D[m]+W[m][j]&lt;D[j] THEN</a:t>
            </a:r>
          </a:p>
          <a:p>
            <a:pPr marL="0" indent="0"/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	 D[j]=D[m]+W[m][j]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224673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9702E-2D12-4E94-B9AD-B424FEBF453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166/182</a:t>
            </a:r>
          </a:p>
        </p:txBody>
      </p: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9085811" y="425801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53396" y="427996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i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6C60AA2-BE5E-4A2D-A6AC-BDB444474591}"/>
              </a:ext>
            </a:extLst>
          </p:cNvPr>
          <p:cNvSpPr/>
          <p:nvPr/>
        </p:nvSpPr>
        <p:spPr>
          <a:xfrm>
            <a:off x="2560320" y="4401085"/>
            <a:ext cx="6525491" cy="932148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6" name="Oval 16"/>
          <p:cNvSpPr>
            <a:spLocks noChangeArrowheads="1"/>
          </p:cNvSpPr>
          <p:nvPr/>
        </p:nvSpPr>
        <p:spPr bwMode="auto">
          <a:xfrm>
            <a:off x="2181593" y="46274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30882" y="464929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ED356-C0C1-4C64-BCAD-32E2F0054FEE}"/>
              </a:ext>
            </a:extLst>
          </p:cNvPr>
          <p:cNvSpPr txBox="1"/>
          <p:nvPr/>
        </p:nvSpPr>
        <p:spPr>
          <a:xfrm>
            <a:off x="491981" y="1971366"/>
            <a:ext cx="11289083" cy="114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For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=2,3,..,n: P[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]=index of the vertex right before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 on the shortest path from 1 to i: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P[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]=k:   SP(v</a:t>
            </a:r>
            <a:r>
              <a:rPr lang="en-US" sz="2400" baseline="-10000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,v</a:t>
            </a:r>
            <a:r>
              <a:rPr lang="en-US" sz="3200" baseline="-25000" dirty="0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)=(1,….,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k,i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523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9702E-2D12-4E94-B9AD-B424FEBF453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167/182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6C60AA2-BE5E-4A2D-A6AC-BDB444474591}"/>
              </a:ext>
            </a:extLst>
          </p:cNvPr>
          <p:cNvSpPr/>
          <p:nvPr/>
        </p:nvSpPr>
        <p:spPr>
          <a:xfrm>
            <a:off x="2560320" y="4401085"/>
            <a:ext cx="6525491" cy="932148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6" name="Oval 16"/>
          <p:cNvSpPr>
            <a:spLocks noChangeArrowheads="1"/>
          </p:cNvSpPr>
          <p:nvPr/>
        </p:nvSpPr>
        <p:spPr bwMode="auto">
          <a:xfrm>
            <a:off x="2181593" y="4627435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30882" y="464929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ED356-C0C1-4C64-BCAD-32E2F0054FEE}"/>
              </a:ext>
            </a:extLst>
          </p:cNvPr>
          <p:cNvSpPr txBox="1"/>
          <p:nvPr/>
        </p:nvSpPr>
        <p:spPr>
          <a:xfrm>
            <a:off x="491981" y="1971366"/>
            <a:ext cx="11289083" cy="114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For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=2,3,..,n: P[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]=index of the vertex right before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 on the shortest path from 1 to i: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P[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]=k:   SP(v</a:t>
            </a:r>
            <a:r>
              <a:rPr lang="en-US" sz="2400" baseline="-10000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,v</a:t>
            </a:r>
            <a:r>
              <a:rPr lang="en-US" sz="3200" baseline="-25000" dirty="0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)=(1,….,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k,i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848AA5-5AAF-44CC-8E9A-F91B9C63C46D}"/>
              </a:ext>
            </a:extLst>
          </p:cNvPr>
          <p:cNvSpPr/>
          <p:nvPr/>
        </p:nvSpPr>
        <p:spPr>
          <a:xfrm>
            <a:off x="8020800" y="4111785"/>
            <a:ext cx="1176000" cy="563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16"/>
          <p:cNvSpPr>
            <a:spLocks noChangeArrowheads="1"/>
          </p:cNvSpPr>
          <p:nvPr/>
        </p:nvSpPr>
        <p:spPr bwMode="auto">
          <a:xfrm>
            <a:off x="9085811" y="4258015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53396" y="427996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1B351-6C10-40B9-BD57-3344F4974999}"/>
              </a:ext>
            </a:extLst>
          </p:cNvPr>
          <p:cNvCxnSpPr>
            <a:stCxn id="3" idx="1"/>
            <a:endCxn id="61" idx="2"/>
          </p:cNvCxnSpPr>
          <p:nvPr/>
        </p:nvCxnSpPr>
        <p:spPr>
          <a:xfrm>
            <a:off x="8020800" y="4393493"/>
            <a:ext cx="1065011" cy="8228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6">
            <a:extLst>
              <a:ext uri="{FF2B5EF4-FFF2-40B4-BE49-F238E27FC236}">
                <a16:creationId xmlns:a16="http://schemas.microsoft.com/office/drawing/2014/main" id="{850B026E-F53C-43CC-A589-AACB25B9D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148" y="419190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33239-3D2D-4A0C-8BF3-40107ED728FA}"/>
              </a:ext>
            </a:extLst>
          </p:cNvPr>
          <p:cNvSpPr/>
          <p:nvPr/>
        </p:nvSpPr>
        <p:spPr>
          <a:xfrm>
            <a:off x="7660981" y="4216419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 err="1">
                <a:solidFill>
                  <a:prstClr val="black"/>
                </a:solidFill>
                <a:latin typeface="Arial Rounded MT Bold" panose="020F0704030504030204" pitchFamily="34" charset="0"/>
              </a:rPr>
              <a:t>k</a:t>
            </a:r>
            <a:endParaRPr lang="en-US" b="1" baseline="-100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13388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9702E-2D12-4E94-B9AD-B424FEBF453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168/182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ED356-C0C1-4C64-BCAD-32E2F0054FEE}"/>
              </a:ext>
            </a:extLst>
          </p:cNvPr>
          <p:cNvSpPr txBox="1"/>
          <p:nvPr/>
        </p:nvSpPr>
        <p:spPr>
          <a:xfrm>
            <a:off x="491981" y="1971366"/>
            <a:ext cx="11289083" cy="114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Palatino Linotype" panose="02040502050505030304" pitchFamily="18" charset="0"/>
              </a:rPr>
              <a:t>For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=2,3,..,n: P[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]=index of the vertex right before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 on the shortest path from 1 to i: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P[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]=k:   SP(v</a:t>
            </a:r>
            <a:r>
              <a:rPr lang="en-US" sz="2400" baseline="-10000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,v</a:t>
            </a:r>
            <a:r>
              <a:rPr lang="en-US" sz="3200" baseline="-25000" dirty="0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)=(1,….,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k,i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BEA45-8492-45B5-8D42-D1E3E7712319}"/>
              </a:ext>
            </a:extLst>
          </p:cNvPr>
          <p:cNvSpPr/>
          <p:nvPr/>
        </p:nvSpPr>
        <p:spPr>
          <a:xfrm>
            <a:off x="655620" y="3742860"/>
            <a:ext cx="6212278" cy="11291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3222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How to Calculate Path matrix, P?</a:t>
            </a:r>
          </a:p>
          <a:p>
            <a:pPr marL="633222" indent="-514350">
              <a:lnSpc>
                <a:spcPct val="150000"/>
              </a:lnSpc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latin typeface="Arial Rounded MT Bold" panose="020F0704030504030204" pitchFamily="34" charset="0"/>
              </a:rPr>
              <a:t>How to use P to find the best order?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503229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169/182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)=(1,…,2)</a:t>
            </a:r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967407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170/182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rgbClr val="FF00FF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)=(1,…,2)</a:t>
            </a:r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360211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171/182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rgbClr val="FF00FF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)=(1,…,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,2)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61136-1A21-4C41-9544-EC65269C3553}"/>
              </a:ext>
            </a:extLst>
          </p:cNvPr>
          <p:cNvSpPr/>
          <p:nvPr/>
        </p:nvSpPr>
        <p:spPr>
          <a:xfrm>
            <a:off x="6236305" y="3526971"/>
            <a:ext cx="1640114" cy="101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16162D-B4E9-4473-B344-6F2C8A7FC431}"/>
              </a:ext>
            </a:extLst>
          </p:cNvPr>
          <p:cNvCxnSpPr>
            <a:cxnSpLocks/>
          </p:cNvCxnSpPr>
          <p:nvPr/>
        </p:nvCxnSpPr>
        <p:spPr>
          <a:xfrm flipV="1">
            <a:off x="6470952" y="4069633"/>
            <a:ext cx="1220627" cy="2715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85F8DD77-5090-4112-919F-6D803FD9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062" y="388309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B2C0E-42A7-4947-B9C8-27891CF468E2}"/>
              </a:ext>
            </a:extLst>
          </p:cNvPr>
          <p:cNvSpPr txBox="1"/>
          <p:nvPr/>
        </p:nvSpPr>
        <p:spPr>
          <a:xfrm>
            <a:off x="6198169" y="388309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60720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172/182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rgbClr val="00B0F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)=(1,…,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,2)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61136-1A21-4C41-9544-EC65269C3553}"/>
              </a:ext>
            </a:extLst>
          </p:cNvPr>
          <p:cNvSpPr/>
          <p:nvPr/>
        </p:nvSpPr>
        <p:spPr>
          <a:xfrm>
            <a:off x="6236305" y="3526971"/>
            <a:ext cx="1640114" cy="101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16162D-B4E9-4473-B344-6F2C8A7FC431}"/>
              </a:ext>
            </a:extLst>
          </p:cNvPr>
          <p:cNvCxnSpPr>
            <a:cxnSpLocks/>
          </p:cNvCxnSpPr>
          <p:nvPr/>
        </p:nvCxnSpPr>
        <p:spPr>
          <a:xfrm flipV="1">
            <a:off x="6470952" y="4069633"/>
            <a:ext cx="1220627" cy="2715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85F8DD77-5090-4112-919F-6D803FD9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062" y="388309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B2C0E-42A7-4947-B9C8-27891CF468E2}"/>
              </a:ext>
            </a:extLst>
          </p:cNvPr>
          <p:cNvSpPr txBox="1"/>
          <p:nvPr/>
        </p:nvSpPr>
        <p:spPr>
          <a:xfrm>
            <a:off x="6198169" y="388309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38933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173/182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rgbClr val="00B0F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)=(1,…,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,2)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61136-1A21-4C41-9544-EC65269C3553}"/>
              </a:ext>
            </a:extLst>
          </p:cNvPr>
          <p:cNvSpPr/>
          <p:nvPr/>
        </p:nvSpPr>
        <p:spPr>
          <a:xfrm>
            <a:off x="6236305" y="3526971"/>
            <a:ext cx="1640114" cy="101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16162D-B4E9-4473-B344-6F2C8A7FC431}"/>
              </a:ext>
            </a:extLst>
          </p:cNvPr>
          <p:cNvCxnSpPr>
            <a:cxnSpLocks/>
          </p:cNvCxnSpPr>
          <p:nvPr/>
        </p:nvCxnSpPr>
        <p:spPr>
          <a:xfrm flipV="1">
            <a:off x="6470952" y="4069633"/>
            <a:ext cx="1220627" cy="2715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85F8DD77-5090-4112-919F-6D803FD9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062" y="388309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B2C0E-42A7-4947-B9C8-27891CF468E2}"/>
              </a:ext>
            </a:extLst>
          </p:cNvPr>
          <p:cNvSpPr txBox="1"/>
          <p:nvPr/>
        </p:nvSpPr>
        <p:spPr>
          <a:xfrm>
            <a:off x="6198169" y="388309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488488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174/182</a:t>
            </a: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4731553" y="2046491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rgbClr val="00B0F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07" name="Rectangle 106"/>
          <p:cNvSpPr/>
          <p:nvPr/>
        </p:nvSpPr>
        <p:spPr>
          <a:xfrm>
            <a:off x="4394567" y="5575274"/>
            <a:ext cx="2968153" cy="5062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latin typeface="Arial Rounded MT Bold" panose="020F0704030504030204" pitchFamily="34" charset="0"/>
              </a:rPr>
              <a:t>)=(</a:t>
            </a:r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</a:t>
            </a:r>
            <a:r>
              <a:rPr lang="en-US" sz="2000" b="1" dirty="0">
                <a:latin typeface="Arial Rounded MT Bold" panose="020F0704030504030204" pitchFamily="34" charset="0"/>
              </a:rPr>
              <a:t>,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latin typeface="Arial Rounded MT Bold" panose="020F0704030504030204" pitchFamily="34" charset="0"/>
              </a:rPr>
              <a:t>,2)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E8A26B1-C114-4B87-99DA-516785F0B5A1}"/>
              </a:ext>
            </a:extLst>
          </p:cNvPr>
          <p:cNvSpPr/>
          <p:nvPr/>
        </p:nvSpPr>
        <p:spPr>
          <a:xfrm>
            <a:off x="3749718" y="3998363"/>
            <a:ext cx="3973393" cy="722549"/>
          </a:xfrm>
          <a:custGeom>
            <a:avLst/>
            <a:gdLst>
              <a:gd name="connsiteX0" fmla="*/ 0 w 6525491"/>
              <a:gd name="connsiteY0" fmla="*/ 528362 h 932148"/>
              <a:gd name="connsiteX1" fmla="*/ 1271847 w 6525491"/>
              <a:gd name="connsiteY1" fmla="*/ 910748 h 932148"/>
              <a:gd name="connsiteX2" fmla="*/ 2552007 w 6525491"/>
              <a:gd name="connsiteY2" fmla="*/ 794370 h 932148"/>
              <a:gd name="connsiteX3" fmla="*/ 4364182 w 6525491"/>
              <a:gd name="connsiteY3" fmla="*/ 54537 h 932148"/>
              <a:gd name="connsiteX4" fmla="*/ 6525491 w 6525491"/>
              <a:gd name="connsiteY4" fmla="*/ 112726 h 932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5491" h="932148">
                <a:moveTo>
                  <a:pt x="0" y="528362"/>
                </a:moveTo>
                <a:cubicBezTo>
                  <a:pt x="423256" y="697387"/>
                  <a:pt x="846512" y="866413"/>
                  <a:pt x="1271847" y="910748"/>
                </a:cubicBezTo>
                <a:cubicBezTo>
                  <a:pt x="1697182" y="955083"/>
                  <a:pt x="2036618" y="937072"/>
                  <a:pt x="2552007" y="794370"/>
                </a:cubicBezTo>
                <a:cubicBezTo>
                  <a:pt x="3067396" y="651668"/>
                  <a:pt x="3701935" y="168144"/>
                  <a:pt x="4364182" y="54537"/>
                </a:cubicBezTo>
                <a:cubicBezTo>
                  <a:pt x="5026429" y="-59070"/>
                  <a:pt x="5775960" y="26828"/>
                  <a:pt x="6525491" y="112726"/>
                </a:cubicBezTo>
              </a:path>
            </a:pathLst>
          </a:custGeom>
          <a:noFill/>
          <a:ln w="28575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0AA0D-2AA6-4F54-A0A5-5F75F4CB912E}"/>
              </a:ext>
            </a:extLst>
          </p:cNvPr>
          <p:cNvSpPr/>
          <p:nvPr/>
        </p:nvSpPr>
        <p:spPr>
          <a:xfrm>
            <a:off x="4059219" y="2555432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61136-1A21-4C41-9544-EC65269C3553}"/>
              </a:ext>
            </a:extLst>
          </p:cNvPr>
          <p:cNvSpPr/>
          <p:nvPr/>
        </p:nvSpPr>
        <p:spPr>
          <a:xfrm>
            <a:off x="6236305" y="3526971"/>
            <a:ext cx="1640114" cy="101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6">
            <a:extLst>
              <a:ext uri="{FF2B5EF4-FFF2-40B4-BE49-F238E27FC236}">
                <a16:creationId xmlns:a16="http://schemas.microsoft.com/office/drawing/2014/main" id="{E1201B44-152F-41A3-AA5A-AB6CDA22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3998" y="3851866"/>
            <a:ext cx="435531" cy="435531"/>
          </a:xfrm>
          <a:prstGeom prst="ellipse">
            <a:avLst/>
          </a:prstGeom>
          <a:solidFill>
            <a:srgbClr val="F149D5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E3575-CD36-41D8-998B-978BCCF1B71C}"/>
              </a:ext>
            </a:extLst>
          </p:cNvPr>
          <p:cNvSpPr txBox="1"/>
          <p:nvPr/>
        </p:nvSpPr>
        <p:spPr>
          <a:xfrm>
            <a:off x="7754105" y="385186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16162D-B4E9-4473-B344-6F2C8A7FC431}"/>
              </a:ext>
            </a:extLst>
          </p:cNvPr>
          <p:cNvCxnSpPr>
            <a:cxnSpLocks/>
          </p:cNvCxnSpPr>
          <p:nvPr/>
        </p:nvCxnSpPr>
        <p:spPr>
          <a:xfrm flipV="1">
            <a:off x="6470952" y="4069633"/>
            <a:ext cx="1220627" cy="27152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4FD4B69-5202-4C6C-9730-0AE3E84EFD18}"/>
              </a:ext>
            </a:extLst>
          </p:cNvPr>
          <p:cNvSpPr/>
          <p:nvPr/>
        </p:nvSpPr>
        <p:spPr>
          <a:xfrm>
            <a:off x="3628769" y="4011685"/>
            <a:ext cx="2538405" cy="101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85F8DD77-5090-4112-919F-6D803FD9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062" y="3883091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B2C0E-42A7-4947-B9C8-27891CF468E2}"/>
              </a:ext>
            </a:extLst>
          </p:cNvPr>
          <p:cNvSpPr txBox="1"/>
          <p:nvPr/>
        </p:nvSpPr>
        <p:spPr>
          <a:xfrm>
            <a:off x="6198169" y="388309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</a:t>
            </a:r>
            <a:r>
              <a:rPr lang="en-US" b="1" baseline="-10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35" name="Oval 16">
            <a:extLst>
              <a:ext uri="{FF2B5EF4-FFF2-40B4-BE49-F238E27FC236}">
                <a16:creationId xmlns:a16="http://schemas.microsoft.com/office/drawing/2014/main" id="{EE52D399-C77D-4FCF-B706-3D60245D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18" y="4191947"/>
            <a:ext cx="435531" cy="435531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9ED019-2E07-4FAD-AC4F-EFF489E3B36B}"/>
              </a:ext>
            </a:extLst>
          </p:cNvPr>
          <p:cNvSpPr txBox="1"/>
          <p:nvPr/>
        </p:nvSpPr>
        <p:spPr>
          <a:xfrm>
            <a:off x="3335607" y="421380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5B883D-3058-405F-A414-C628D58AF31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739986" y="4100857"/>
            <a:ext cx="2398076" cy="272356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1650707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2DDEB-2642-43E9-B432-991B6A38AAF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175/182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83961" y="3645389"/>
            <a:ext cx="4351788" cy="193899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FF"/>
                </a:solidFill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FF00FF"/>
                </a:solidFill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2</a:t>
            </a:r>
            <a:r>
              <a:rPr lang="en-US" sz="2000" b="1" dirty="0">
                <a:solidFill>
                  <a:srgbClr val="FF00FF"/>
                </a:solidFill>
                <a:latin typeface="Arial Rounded MT Bold" panose="020F0704030504030204" pitchFamily="34" charset="0"/>
              </a:rPr>
              <a:t>)=(1,…,3,2)=(1,3,2)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highlight>
                  <a:srgbClr val="00FF00"/>
                </a:highlight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highlight>
                  <a:srgbClr val="00FF00"/>
                </a:highlight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highlight>
                  <a:srgbClr val="00FF00"/>
                </a:highlight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highlight>
                  <a:srgbClr val="00FF00"/>
                </a:highlight>
                <a:latin typeface="Arial Rounded MT Bold" panose="020F0704030504030204" pitchFamily="34" charset="0"/>
              </a:rPr>
              <a:t>3</a:t>
            </a:r>
            <a:r>
              <a:rPr lang="en-US" sz="2000" b="1" dirty="0">
                <a:highlight>
                  <a:srgbClr val="00FF00"/>
                </a:highlight>
                <a:latin typeface="Arial Rounded MT Bold" panose="020F0704030504030204" pitchFamily="34" charset="0"/>
              </a:rPr>
              <a:t>)=(1,3)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SP (v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4</a:t>
            </a:r>
            <a:r>
              <a:rPr lang="en-US" sz="20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)=(1,…,5,4)=(1,5,4)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SP ( v</a:t>
            </a:r>
            <a:r>
              <a:rPr lang="en-US" sz="2000" b="1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1 </a:t>
            </a:r>
            <a:r>
              <a:rPr lang="en-US" sz="2000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, v</a:t>
            </a:r>
            <a:r>
              <a:rPr lang="en-US" sz="2000" b="1" baseline="-250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5</a:t>
            </a:r>
            <a:r>
              <a:rPr lang="en-US" sz="2000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)=(1,5)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06EAC0B-CCD2-423E-A3DF-2AA171B33815}"/>
              </a:ext>
            </a:extLst>
          </p:cNvPr>
          <p:cNvGraphicFramePr>
            <a:graphicFrameLocks noGrp="1"/>
          </p:cNvGraphicFramePr>
          <p:nvPr/>
        </p:nvGraphicFramePr>
        <p:xfrm>
          <a:off x="5310673" y="1949178"/>
          <a:ext cx="2009725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FF00FF"/>
                          </a:solidFill>
                          <a:latin typeface="Arial Rounded MT Bold" panose="020F0704030504030204" pitchFamily="34" charset="0"/>
                        </a:rPr>
                        <a:t>2</a:t>
                      </a:r>
                      <a:endParaRPr lang="en-US" dirty="0">
                        <a:solidFill>
                          <a:srgbClr val="FF00FF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highlight>
                            <a:srgbClr val="00FF00"/>
                          </a:highlight>
                          <a:latin typeface="Arial Rounded MT Bold" panose="020F0704030504030204" pitchFamily="34" charset="0"/>
                        </a:rPr>
                        <a:t>3</a:t>
                      </a:r>
                      <a:endParaRPr lang="en-US" dirty="0">
                        <a:solidFill>
                          <a:schemeClr val="bg1"/>
                        </a:solidFill>
                        <a:highlight>
                          <a:srgbClr val="00FF00"/>
                        </a:highlight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00B0F0"/>
                          </a:solidFill>
                          <a:latin typeface="Arial Rounded MT Bold" panose="020F0704030504030204" pitchFamily="34" charset="0"/>
                        </a:rPr>
                        <a:t>4</a:t>
                      </a:r>
                      <a:endParaRPr lang="en-US" dirty="0">
                        <a:solidFill>
                          <a:srgbClr val="00B0F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D8428"/>
                          </a:solidFill>
                          <a:latin typeface="Arial Rounded MT Bold" panose="020F0704030504030204" pitchFamily="34" charset="0"/>
                        </a:rPr>
                        <a:t>v</a:t>
                      </a:r>
                      <a:r>
                        <a:rPr lang="en-US" baseline="-25000" dirty="0">
                          <a:solidFill>
                            <a:srgbClr val="ED8428"/>
                          </a:solidFill>
                          <a:latin typeface="Arial Rounded MT Bold" panose="020F0704030504030204" pitchFamily="34" charset="0"/>
                        </a:rPr>
                        <a:t>5</a:t>
                      </a:r>
                      <a:endParaRPr lang="en-US" dirty="0">
                        <a:solidFill>
                          <a:srgbClr val="ED8428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anose="020F0704030504030204" pitchFamily="34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1FD6AB04-211D-41B1-85F9-B904561428EA}"/>
              </a:ext>
            </a:extLst>
          </p:cNvPr>
          <p:cNvSpPr/>
          <p:nvPr/>
        </p:nvSpPr>
        <p:spPr>
          <a:xfrm>
            <a:off x="4638339" y="2458119"/>
            <a:ext cx="335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944676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9702E-2D12-4E94-B9AD-B424FEBF453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176/182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26050"/>
              </p:ext>
            </p:extLst>
          </p:nvPr>
        </p:nvGraphicFramePr>
        <p:xfrm>
          <a:off x="4729138" y="3597796"/>
          <a:ext cx="2933923" cy="8165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57591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66820">
                  <a:extLst>
                    <a:ext uri="{9D8B030D-6E8A-4147-A177-3AD203B41FA5}">
                      <a16:colId xmlns:a16="http://schemas.microsoft.com/office/drawing/2014/main" val="3486592282"/>
                    </a:ext>
                  </a:extLst>
                </a:gridCol>
                <a:gridCol w="46682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49275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0500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36029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508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36" name="Striped Right Arrow 76">
            <a:extLst>
              <a:ext uri="{FF2B5EF4-FFF2-40B4-BE49-F238E27FC236}">
                <a16:creationId xmlns:a16="http://schemas.microsoft.com/office/drawing/2014/main" id="{44E3363E-8E5C-460E-86AA-2134BD062EA7}"/>
              </a:ext>
            </a:extLst>
          </p:cNvPr>
          <p:cNvSpPr/>
          <p:nvPr/>
        </p:nvSpPr>
        <p:spPr>
          <a:xfrm>
            <a:off x="8109125" y="4754386"/>
            <a:ext cx="566057" cy="266730"/>
          </a:xfrm>
          <a:prstGeom prst="striped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0B0AB52-37C4-4FBA-A1AE-02147A23D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799538"/>
              </p:ext>
            </p:extLst>
          </p:nvPr>
        </p:nvGraphicFramePr>
        <p:xfrm>
          <a:off x="4669490" y="5100557"/>
          <a:ext cx="3240283" cy="83021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15815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515565">
                  <a:extLst>
                    <a:ext uri="{9D8B030D-6E8A-4147-A177-3AD203B41FA5}">
                      <a16:colId xmlns:a16="http://schemas.microsoft.com/office/drawing/2014/main" val="3486592282"/>
                    </a:ext>
                  </a:extLst>
                </a:gridCol>
                <a:gridCol w="515565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44208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5774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9138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358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100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6A01484-9CF0-4B5D-A5AA-D29299F0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486607"/>
              </p:ext>
            </p:extLst>
          </p:nvPr>
        </p:nvGraphicFramePr>
        <p:xfrm>
          <a:off x="8639540" y="3518354"/>
          <a:ext cx="2933923" cy="8165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57591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66820">
                  <a:extLst>
                    <a:ext uri="{9D8B030D-6E8A-4147-A177-3AD203B41FA5}">
                      <a16:colId xmlns:a16="http://schemas.microsoft.com/office/drawing/2014/main" val="3486592282"/>
                    </a:ext>
                  </a:extLst>
                </a:gridCol>
                <a:gridCol w="466820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49275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0500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44929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36029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508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D71DED8-76DF-4F53-835A-DD6E7D933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5722"/>
              </p:ext>
            </p:extLst>
          </p:nvPr>
        </p:nvGraphicFramePr>
        <p:xfrm>
          <a:off x="8579892" y="5021116"/>
          <a:ext cx="3062725" cy="8165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82070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87314">
                  <a:extLst>
                    <a:ext uri="{9D8B030D-6E8A-4147-A177-3AD203B41FA5}">
                      <a16:colId xmlns:a16="http://schemas.microsoft.com/office/drawing/2014/main" val="3486592282"/>
                    </a:ext>
                  </a:extLst>
                </a:gridCol>
                <a:gridCol w="487314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4387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27178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4462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336029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5083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35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Palatino Linotype" panose="02040502050505030304" pitchFamily="18" charset="0"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8EC0D58A-0445-4378-A836-30632ACACC0A}"/>
              </a:ext>
            </a:extLst>
          </p:cNvPr>
          <p:cNvSpPr txBox="1"/>
          <p:nvPr/>
        </p:nvSpPr>
        <p:spPr>
          <a:xfrm>
            <a:off x="491981" y="1971366"/>
            <a:ext cx="11289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For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=2,3,..,n: P[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]=index of the vertex right before </a:t>
            </a:r>
            <a:r>
              <a:rPr lang="en-US" sz="2400" dirty="0" err="1">
                <a:latin typeface="Palatino Linotype" panose="02040502050505030304" pitchFamily="18" charset="0"/>
              </a:rPr>
              <a:t>i</a:t>
            </a:r>
            <a:r>
              <a:rPr lang="en-US" sz="2400" dirty="0">
                <a:latin typeface="Palatino Linotype" panose="02040502050505030304" pitchFamily="18" charset="0"/>
              </a:rPr>
              <a:t> on the shortest path from 1 to i: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P[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]=k:   SP(v</a:t>
            </a:r>
            <a:r>
              <a:rPr lang="en-US" sz="2400" baseline="-10000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,v</a:t>
            </a:r>
            <a:r>
              <a:rPr lang="en-US" sz="3200" baseline="-25000" dirty="0">
                <a:solidFill>
                  <a:srgbClr val="FF0000"/>
                </a:solidFill>
                <a:latin typeface="Palatino Linotype" panose="0204050205050503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)=(1,….,</a:t>
            </a:r>
            <a:r>
              <a:rPr lang="en-US" sz="2400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k,i</a:t>
            </a:r>
            <a:r>
              <a:rPr lang="en-US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B28236-306E-42C3-8023-786DA43AB9EE}"/>
              </a:ext>
            </a:extLst>
          </p:cNvPr>
          <p:cNvCxnSpPr>
            <a:stCxn id="50" idx="1"/>
          </p:cNvCxnSpPr>
          <p:nvPr/>
        </p:nvCxnSpPr>
        <p:spPr>
          <a:xfrm flipH="1" flipV="1">
            <a:off x="1343778" y="4595231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1E9FCBF-EF75-430E-B4CF-1D9C14FC3FE9}"/>
              </a:ext>
            </a:extLst>
          </p:cNvPr>
          <p:cNvCxnSpPr/>
          <p:nvPr/>
        </p:nvCxnSpPr>
        <p:spPr>
          <a:xfrm flipH="1">
            <a:off x="2569260" y="4780795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5F41D0-422F-4E41-9F20-EEAA04720C2D}"/>
              </a:ext>
            </a:extLst>
          </p:cNvPr>
          <p:cNvCxnSpPr/>
          <p:nvPr/>
        </p:nvCxnSpPr>
        <p:spPr>
          <a:xfrm flipH="1">
            <a:off x="1243742" y="3688673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26B2521-4DD1-464E-BDDF-F6C9965C4AF6}"/>
              </a:ext>
            </a:extLst>
          </p:cNvPr>
          <p:cNvCxnSpPr>
            <a:stCxn id="80" idx="1"/>
          </p:cNvCxnSpPr>
          <p:nvPr/>
        </p:nvCxnSpPr>
        <p:spPr>
          <a:xfrm flipH="1">
            <a:off x="1200200" y="4405243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6DABC01-B4F3-4358-9D93-D863EB512705}"/>
              </a:ext>
            </a:extLst>
          </p:cNvPr>
          <p:cNvCxnSpPr/>
          <p:nvPr/>
        </p:nvCxnSpPr>
        <p:spPr>
          <a:xfrm flipV="1">
            <a:off x="960868" y="4442831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16">
            <a:extLst>
              <a:ext uri="{FF2B5EF4-FFF2-40B4-BE49-F238E27FC236}">
                <a16:creationId xmlns:a16="http://schemas.microsoft.com/office/drawing/2014/main" id="{CB118845-0ECE-464D-9582-619294B53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35" y="4236305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D1E770A-EE1D-49C2-8247-E4A791977D29}"/>
              </a:ext>
            </a:extLst>
          </p:cNvPr>
          <p:cNvCxnSpPr/>
          <p:nvPr/>
        </p:nvCxnSpPr>
        <p:spPr>
          <a:xfrm flipH="1">
            <a:off x="1117100" y="4595231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7DB4338-245A-454C-A6BC-46B8A994791E}"/>
              </a:ext>
            </a:extLst>
          </p:cNvPr>
          <p:cNvCxnSpPr/>
          <p:nvPr/>
        </p:nvCxnSpPr>
        <p:spPr>
          <a:xfrm flipH="1">
            <a:off x="1123148" y="5849083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>
            <a:extLst>
              <a:ext uri="{FF2B5EF4-FFF2-40B4-BE49-F238E27FC236}">
                <a16:creationId xmlns:a16="http://schemas.microsoft.com/office/drawing/2014/main" id="{B88A67FA-B6ED-4912-BBF1-C854127D2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964" y="5626745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20DCEF6-249E-481F-9A4F-BDB025A86497}"/>
              </a:ext>
            </a:extLst>
          </p:cNvPr>
          <p:cNvCxnSpPr/>
          <p:nvPr/>
        </p:nvCxnSpPr>
        <p:spPr>
          <a:xfrm>
            <a:off x="2614762" y="3697634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6">
            <a:extLst>
              <a:ext uri="{FF2B5EF4-FFF2-40B4-BE49-F238E27FC236}">
                <a16:creationId xmlns:a16="http://schemas.microsoft.com/office/drawing/2014/main" id="{E66D05A7-DA29-40C2-95E1-87ECB3C9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73" y="4341461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6A3A57-0F7F-4F5D-A82A-B8DD6CE39851}"/>
              </a:ext>
            </a:extLst>
          </p:cNvPr>
          <p:cNvSpPr txBox="1"/>
          <p:nvPr/>
        </p:nvSpPr>
        <p:spPr>
          <a:xfrm>
            <a:off x="983036" y="428145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463064-5B2E-47DC-8288-052EBAB39D5A}"/>
              </a:ext>
            </a:extLst>
          </p:cNvPr>
          <p:cNvSpPr txBox="1"/>
          <p:nvPr/>
        </p:nvSpPr>
        <p:spPr>
          <a:xfrm>
            <a:off x="3080554" y="43700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8ECD50D-7ED8-415D-B9F7-10361A22D7BE}"/>
              </a:ext>
            </a:extLst>
          </p:cNvPr>
          <p:cNvSpPr/>
          <p:nvPr/>
        </p:nvSpPr>
        <p:spPr>
          <a:xfrm>
            <a:off x="2304000" y="565826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84" name="Oval 16">
            <a:extLst>
              <a:ext uri="{FF2B5EF4-FFF2-40B4-BE49-F238E27FC236}">
                <a16:creationId xmlns:a16="http://schemas.microsoft.com/office/drawing/2014/main" id="{9B1F8023-2AB6-4CBE-A69B-3F2F9DDB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83" y="5728054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321D82-6C6C-4C68-B84F-E3E0F5C9B963}"/>
              </a:ext>
            </a:extLst>
          </p:cNvPr>
          <p:cNvSpPr txBox="1"/>
          <p:nvPr/>
        </p:nvSpPr>
        <p:spPr>
          <a:xfrm>
            <a:off x="718288" y="576899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6414E3-B0C9-4B0A-83B6-F19216E32FE3}"/>
              </a:ext>
            </a:extLst>
          </p:cNvPr>
          <p:cNvSpPr txBox="1"/>
          <p:nvPr/>
        </p:nvSpPr>
        <p:spPr>
          <a:xfrm>
            <a:off x="666210" y="482429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0B52111-6A7C-4709-95FA-926E5D69AFB5}"/>
              </a:ext>
            </a:extLst>
          </p:cNvPr>
          <p:cNvSpPr txBox="1"/>
          <p:nvPr/>
        </p:nvSpPr>
        <p:spPr>
          <a:xfrm>
            <a:off x="1982025" y="4126344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8D6723-1E1F-4E1C-93FE-AF0E69CA91BE}"/>
              </a:ext>
            </a:extLst>
          </p:cNvPr>
          <p:cNvSpPr txBox="1"/>
          <p:nvPr/>
        </p:nvSpPr>
        <p:spPr>
          <a:xfrm>
            <a:off x="1370342" y="362121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87A976-7942-4042-9F4E-081BAA738B79}"/>
              </a:ext>
            </a:extLst>
          </p:cNvPr>
          <p:cNvSpPr txBox="1"/>
          <p:nvPr/>
        </p:nvSpPr>
        <p:spPr>
          <a:xfrm>
            <a:off x="1266649" y="480806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410905-4D6C-41B5-B7BC-F290BCB07449}"/>
              </a:ext>
            </a:extLst>
          </p:cNvPr>
          <p:cNvSpPr txBox="1"/>
          <p:nvPr/>
        </p:nvSpPr>
        <p:spPr>
          <a:xfrm>
            <a:off x="1666696" y="5521986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1F6928B-D51E-48B1-9C1B-75E0DEB9938E}"/>
              </a:ext>
            </a:extLst>
          </p:cNvPr>
          <p:cNvSpPr txBox="1"/>
          <p:nvPr/>
        </p:nvSpPr>
        <p:spPr>
          <a:xfrm>
            <a:off x="2297160" y="463479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186B623-5146-4439-9770-DF752DCCF55F}"/>
              </a:ext>
            </a:extLst>
          </p:cNvPr>
          <p:cNvSpPr txBox="1"/>
          <p:nvPr/>
        </p:nvSpPr>
        <p:spPr>
          <a:xfrm>
            <a:off x="2958469" y="499947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575288-EB1D-4409-AE73-952597270B4A}"/>
              </a:ext>
            </a:extLst>
          </p:cNvPr>
          <p:cNvSpPr txBox="1"/>
          <p:nvPr/>
        </p:nvSpPr>
        <p:spPr>
          <a:xfrm>
            <a:off x="2929438" y="375124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356E34B9-50A3-4DDE-B13F-BC5B0DEE7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527" y="334039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6693997-91F2-4B00-AB24-93F0D95A3365}"/>
              </a:ext>
            </a:extLst>
          </p:cNvPr>
          <p:cNvSpPr/>
          <p:nvPr/>
        </p:nvSpPr>
        <p:spPr>
          <a:xfrm>
            <a:off x="2276937" y="3364558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44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</a:t>
            </a:r>
            <a:r>
              <a:rPr lang="en-US" dirty="0"/>
              <a:t>: Implementation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9702E-2D12-4E94-B9AD-B424FEBF453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177/182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97933"/>
              </p:ext>
            </p:extLst>
          </p:nvPr>
        </p:nvGraphicFramePr>
        <p:xfrm>
          <a:off x="5384716" y="3459792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71586"/>
              </p:ext>
            </p:extLst>
          </p:nvPr>
        </p:nvGraphicFramePr>
        <p:xfrm>
          <a:off x="9008841" y="3449037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3253F8-96D6-441A-B2F5-AC48D78DF4E5}"/>
              </a:ext>
            </a:extLst>
          </p:cNvPr>
          <p:cNvCxnSpPr>
            <a:stCxn id="43" idx="1"/>
          </p:cNvCxnSpPr>
          <p:nvPr/>
        </p:nvCxnSpPr>
        <p:spPr>
          <a:xfrm flipH="1" flipV="1">
            <a:off x="1343778" y="3873871"/>
            <a:ext cx="1008968" cy="109529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50F478-9E05-4A20-988D-F85DCCF7EE20}"/>
              </a:ext>
            </a:extLst>
          </p:cNvPr>
          <p:cNvCxnSpPr/>
          <p:nvPr/>
        </p:nvCxnSpPr>
        <p:spPr>
          <a:xfrm flipH="1">
            <a:off x="2569260" y="4059435"/>
            <a:ext cx="621465" cy="97070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C979B0-CDA8-4E05-9DA4-1A49E177F73C}"/>
              </a:ext>
            </a:extLst>
          </p:cNvPr>
          <p:cNvCxnSpPr/>
          <p:nvPr/>
        </p:nvCxnSpPr>
        <p:spPr>
          <a:xfrm flipH="1">
            <a:off x="1243742" y="2967313"/>
            <a:ext cx="1057327" cy="64206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9DF93C-736B-4CD1-8C03-9527F0492A47}"/>
              </a:ext>
            </a:extLst>
          </p:cNvPr>
          <p:cNvCxnSpPr>
            <a:stCxn id="45" idx="1"/>
          </p:cNvCxnSpPr>
          <p:nvPr/>
        </p:nvCxnSpPr>
        <p:spPr>
          <a:xfrm flipH="1">
            <a:off x="1200200" y="3683883"/>
            <a:ext cx="1917955" cy="118316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CD3845-5CC8-43B4-8FD2-50A4A68E4D27}"/>
              </a:ext>
            </a:extLst>
          </p:cNvPr>
          <p:cNvCxnSpPr/>
          <p:nvPr/>
        </p:nvCxnSpPr>
        <p:spPr>
          <a:xfrm flipV="1">
            <a:off x="960868" y="3721471"/>
            <a:ext cx="230510" cy="1318322"/>
          </a:xfrm>
          <a:prstGeom prst="line">
            <a:avLst/>
          </a:prstGeom>
          <a:ln w="28575">
            <a:solidFill>
              <a:schemeClr val="tx1"/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16">
            <a:extLst>
              <a:ext uri="{FF2B5EF4-FFF2-40B4-BE49-F238E27FC236}">
                <a16:creationId xmlns:a16="http://schemas.microsoft.com/office/drawing/2014/main" id="{6833DBF3-18AF-4334-A6FB-11310285D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35" y="3514945"/>
            <a:ext cx="435531" cy="43553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116CE0-5EFA-458E-984D-2F0321405537}"/>
              </a:ext>
            </a:extLst>
          </p:cNvPr>
          <p:cNvCxnSpPr/>
          <p:nvPr/>
        </p:nvCxnSpPr>
        <p:spPr>
          <a:xfrm flipH="1">
            <a:off x="1117100" y="3873871"/>
            <a:ext cx="2162026" cy="124132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6E1DBF-4435-489D-AA54-13F78F12D0BC}"/>
              </a:ext>
            </a:extLst>
          </p:cNvPr>
          <p:cNvCxnSpPr/>
          <p:nvPr/>
        </p:nvCxnSpPr>
        <p:spPr>
          <a:xfrm flipH="1">
            <a:off x="1123148" y="5127723"/>
            <a:ext cx="1242911" cy="9673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16">
            <a:extLst>
              <a:ext uri="{FF2B5EF4-FFF2-40B4-BE49-F238E27FC236}">
                <a16:creationId xmlns:a16="http://schemas.microsoft.com/office/drawing/2014/main" id="{0973367A-D231-45FA-A18C-F16905809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964" y="4905385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E2EE31E-4559-4105-948E-4EC895E28D69}"/>
              </a:ext>
            </a:extLst>
          </p:cNvPr>
          <p:cNvCxnSpPr/>
          <p:nvPr/>
        </p:nvCxnSpPr>
        <p:spPr>
          <a:xfrm>
            <a:off x="2614762" y="2976274"/>
            <a:ext cx="664364" cy="65126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16">
            <a:extLst>
              <a:ext uri="{FF2B5EF4-FFF2-40B4-BE49-F238E27FC236}">
                <a16:creationId xmlns:a16="http://schemas.microsoft.com/office/drawing/2014/main" id="{D88C8A87-15E2-45F9-AEBF-C49BA7605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73" y="3620101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3176BC-646D-4B9E-8E17-1BFFC770C590}"/>
              </a:ext>
            </a:extLst>
          </p:cNvPr>
          <p:cNvSpPr txBox="1"/>
          <p:nvPr/>
        </p:nvSpPr>
        <p:spPr>
          <a:xfrm>
            <a:off x="983036" y="356009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D5CA8-0409-42EC-AB80-156E86CBD06E}"/>
              </a:ext>
            </a:extLst>
          </p:cNvPr>
          <p:cNvSpPr txBox="1"/>
          <p:nvPr/>
        </p:nvSpPr>
        <p:spPr>
          <a:xfrm>
            <a:off x="3080554" y="364867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AB4BEB-5244-4746-B7D4-00D3BB1EC64B}"/>
              </a:ext>
            </a:extLst>
          </p:cNvPr>
          <p:cNvSpPr/>
          <p:nvPr/>
        </p:nvSpPr>
        <p:spPr>
          <a:xfrm>
            <a:off x="2304000" y="4936901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v3</a:t>
            </a:r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63F508F0-E936-40E6-9A09-1426BE1C0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83" y="5006694"/>
            <a:ext cx="435531" cy="435531"/>
          </a:xfrm>
          <a:prstGeom prst="ellipse">
            <a:avLst/>
          </a:prstGeom>
          <a:solidFill>
            <a:srgbClr val="EBEBE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425800-B5F7-47EB-AE1C-4EC46BA50AAA}"/>
              </a:ext>
            </a:extLst>
          </p:cNvPr>
          <p:cNvSpPr txBox="1"/>
          <p:nvPr/>
        </p:nvSpPr>
        <p:spPr>
          <a:xfrm>
            <a:off x="718288" y="504763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95A44B-6C3E-4A40-8930-FD1357BF095C}"/>
              </a:ext>
            </a:extLst>
          </p:cNvPr>
          <p:cNvSpPr txBox="1"/>
          <p:nvPr/>
        </p:nvSpPr>
        <p:spPr>
          <a:xfrm>
            <a:off x="666210" y="410293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4F5311-17AF-4C5D-B8B1-03B8103ACAA3}"/>
              </a:ext>
            </a:extLst>
          </p:cNvPr>
          <p:cNvSpPr txBox="1"/>
          <p:nvPr/>
        </p:nvSpPr>
        <p:spPr>
          <a:xfrm>
            <a:off x="1982025" y="3404984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FE4DEB-4558-498E-93C9-0FF408948E71}"/>
              </a:ext>
            </a:extLst>
          </p:cNvPr>
          <p:cNvSpPr txBox="1"/>
          <p:nvPr/>
        </p:nvSpPr>
        <p:spPr>
          <a:xfrm>
            <a:off x="1370342" y="289985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E077781-A4B1-433F-A07E-C925AAEAEA93}"/>
              </a:ext>
            </a:extLst>
          </p:cNvPr>
          <p:cNvSpPr txBox="1"/>
          <p:nvPr/>
        </p:nvSpPr>
        <p:spPr>
          <a:xfrm>
            <a:off x="1266649" y="408670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220811-3FBB-4E31-A2EA-0775E7F1C5D7}"/>
              </a:ext>
            </a:extLst>
          </p:cNvPr>
          <p:cNvSpPr txBox="1"/>
          <p:nvPr/>
        </p:nvSpPr>
        <p:spPr>
          <a:xfrm>
            <a:off x="1666696" y="4800626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071589-A601-44C9-A113-9C5771886DA8}"/>
              </a:ext>
            </a:extLst>
          </p:cNvPr>
          <p:cNvSpPr txBox="1"/>
          <p:nvPr/>
        </p:nvSpPr>
        <p:spPr>
          <a:xfrm>
            <a:off x="2297160" y="391343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92958C-1605-4E2D-B7E8-B41BC210085A}"/>
              </a:ext>
            </a:extLst>
          </p:cNvPr>
          <p:cNvSpPr txBox="1"/>
          <p:nvPr/>
        </p:nvSpPr>
        <p:spPr>
          <a:xfrm>
            <a:off x="2958469" y="4278111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9094D4-FB81-4753-B0B8-A05559D250A0}"/>
              </a:ext>
            </a:extLst>
          </p:cNvPr>
          <p:cNvSpPr txBox="1"/>
          <p:nvPr/>
        </p:nvSpPr>
        <p:spPr>
          <a:xfrm>
            <a:off x="2929438" y="302988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88" name="Oval 16">
            <a:extLst>
              <a:ext uri="{FF2B5EF4-FFF2-40B4-BE49-F238E27FC236}">
                <a16:creationId xmlns:a16="http://schemas.microsoft.com/office/drawing/2014/main" id="{AEEBBF32-14C1-47D5-811F-319C60FDC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527" y="2619039"/>
            <a:ext cx="435531" cy="435531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5CA4DE1-A980-4D7D-83B4-C6C156678113}"/>
              </a:ext>
            </a:extLst>
          </p:cNvPr>
          <p:cNvSpPr/>
          <p:nvPr/>
        </p:nvSpPr>
        <p:spPr>
          <a:xfrm>
            <a:off x="2276937" y="2643198"/>
            <a:ext cx="44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rial Rounded MT Bold" panose="020F0704030504030204" pitchFamily="34" charset="0"/>
              </a:rPr>
              <a:t>v5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004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BF638-BFE1-4F8E-8A48-9A6D06222A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178/182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0413" y="3541619"/>
            <a:ext cx="4053681" cy="129003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D[2]=min{D[2],D[5]+W[5][2]}=50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D[3]=min{D[3],D[5]+W[5][3]}=30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D[4]=min{D[4],D[5]+W[5][4]}=20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711503"/>
              </p:ext>
            </p:extLst>
          </p:nvPr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100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8BF26C-940E-453E-B5A7-D49B09E060CC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FB3E99B-3496-4813-B566-EB8E33E02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75674"/>
              </p:ext>
            </p:extLst>
          </p:nvPr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457009-AD58-EB2F-2A99-28EA01612CA7}"/>
              </a:ext>
            </a:extLst>
          </p:cNvPr>
          <p:cNvSpPr txBox="1"/>
          <p:nvPr/>
        </p:nvSpPr>
        <p:spPr>
          <a:xfrm>
            <a:off x="504190" y="3131715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90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E3EB-5DEA-B53E-EC5E-DB99162B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C4D3-0A88-2469-3630-9F10AC02B37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7B5BC-E9D4-6385-DF33-E3901A0114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178/182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8BD55D40-A076-3667-93B5-D0B4F2921436}"/>
              </a:ext>
            </a:extLst>
          </p:cNvPr>
          <p:cNvGraphicFramePr>
            <a:graphicFrameLocks noGrp="1"/>
          </p:cNvGraphicFramePr>
          <p:nvPr/>
        </p:nvGraphicFramePr>
        <p:xfrm>
          <a:off x="8677723" y="2590605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17DBF1E-ED84-459A-C81E-FA1091A933FC}"/>
              </a:ext>
            </a:extLst>
          </p:cNvPr>
          <p:cNvGraphicFramePr>
            <a:graphicFrameLocks noGrp="1"/>
          </p:cNvGraphicFramePr>
          <p:nvPr/>
        </p:nvGraphicFramePr>
        <p:xfrm>
          <a:off x="8755615" y="4477909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0C384AA7-3536-2DE8-468F-54FC5FDE7B32}"/>
              </a:ext>
            </a:extLst>
          </p:cNvPr>
          <p:cNvSpPr/>
          <p:nvPr/>
        </p:nvSpPr>
        <p:spPr>
          <a:xfrm>
            <a:off x="240413" y="3541619"/>
            <a:ext cx="4053681" cy="129003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D[2]=min{</a:t>
            </a:r>
            <a:r>
              <a:rPr lang="en-US" b="1" dirty="0">
                <a:solidFill>
                  <a:srgbClr val="00B050"/>
                </a:solidFill>
              </a:rPr>
              <a:t>D[2]</a:t>
            </a:r>
            <a:r>
              <a:rPr lang="en-US" b="1" dirty="0"/>
              <a:t>,D[5]+W[5][2]}=</a:t>
            </a:r>
            <a:r>
              <a:rPr lang="en-US" b="1" dirty="0">
                <a:solidFill>
                  <a:srgbClr val="00B050"/>
                </a:solidFill>
              </a:rPr>
              <a:t>50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D[3]=min{</a:t>
            </a:r>
            <a:r>
              <a:rPr lang="en-US" b="1" dirty="0">
                <a:solidFill>
                  <a:srgbClr val="00B050"/>
                </a:solidFill>
              </a:rPr>
              <a:t>D[3]</a:t>
            </a:r>
            <a:r>
              <a:rPr lang="en-US" b="1" dirty="0"/>
              <a:t>,D[5]+W[5][3]}=</a:t>
            </a:r>
            <a:r>
              <a:rPr lang="en-US" b="1" dirty="0">
                <a:solidFill>
                  <a:srgbClr val="00B050"/>
                </a:solidFill>
              </a:rPr>
              <a:t>30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D[4]=min{D[4],</a:t>
            </a:r>
            <a:r>
              <a:rPr lang="en-US" b="1" dirty="0">
                <a:solidFill>
                  <a:srgbClr val="FF0000"/>
                </a:solidFill>
              </a:rPr>
              <a:t>D[5]+W[5][4]</a:t>
            </a:r>
            <a:r>
              <a:rPr lang="en-US" b="1" dirty="0"/>
              <a:t>}=</a:t>
            </a:r>
            <a:r>
              <a:rPr lang="en-US" b="1" dirty="0">
                <a:solidFill>
                  <a:srgbClr val="FF0000"/>
                </a:solidFill>
              </a:rPr>
              <a:t>20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1CB0946D-A973-DB9A-F3BB-DB857FF472EE}"/>
              </a:ext>
            </a:extLst>
          </p:cNvPr>
          <p:cNvGraphicFramePr>
            <a:graphicFrameLocks noGrp="1"/>
          </p:cNvGraphicFramePr>
          <p:nvPr/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100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B2A45C-8EB8-46B0-CCB2-89D78515ED8D}"/>
              </a:ext>
            </a:extLst>
          </p:cNvPr>
          <p:cNvSpPr/>
          <p:nvPr/>
        </p:nvSpPr>
        <p:spPr>
          <a:xfrm>
            <a:off x="7037490" y="3494465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DBBC1-4CB0-9EE5-A02F-A389A30AA504}"/>
              </a:ext>
            </a:extLst>
          </p:cNvPr>
          <p:cNvSpPr txBox="1"/>
          <p:nvPr/>
        </p:nvSpPr>
        <p:spPr>
          <a:xfrm>
            <a:off x="8151151" y="3706038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0039-6A1A-1883-C299-3344F11E9C25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3BAB833-496F-47DF-A9C6-F3BD750A6175}"/>
              </a:ext>
            </a:extLst>
          </p:cNvPr>
          <p:cNvGraphicFramePr>
            <a:graphicFrameLocks noGrp="1"/>
          </p:cNvGraphicFramePr>
          <p:nvPr/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2DF4EAC-7913-D6E4-1FFE-219D12B75C28}"/>
              </a:ext>
            </a:extLst>
          </p:cNvPr>
          <p:cNvSpPr/>
          <p:nvPr/>
        </p:nvSpPr>
        <p:spPr>
          <a:xfrm>
            <a:off x="7083580" y="5506236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D9A29A-FD05-9291-AD8A-1CC791A2A0CD}"/>
              </a:ext>
            </a:extLst>
          </p:cNvPr>
          <p:cNvSpPr txBox="1"/>
          <p:nvPr/>
        </p:nvSpPr>
        <p:spPr>
          <a:xfrm>
            <a:off x="8197241" y="5717809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66E36A07-28AD-2BA1-E426-6A25F7141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21" y="4378883"/>
            <a:ext cx="4058772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Corbe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C7F56-89CC-26E0-511B-609854185C5F}"/>
              </a:ext>
            </a:extLst>
          </p:cNvPr>
          <p:cNvSpPr txBox="1"/>
          <p:nvPr/>
        </p:nvSpPr>
        <p:spPr>
          <a:xfrm>
            <a:off x="504190" y="3131715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89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6CF87-04CA-44ED-A710-891DBBDB54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179/182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1256" y="3378314"/>
            <a:ext cx="4301426" cy="87453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D[2]=min{D[2],D[4]+W[4][2]}=40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D[3]=min{D[3],D[4]+W[4][3]}=30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501A59A-E361-4620-88D2-3DCA2F02F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86646"/>
              </p:ext>
            </p:extLst>
          </p:nvPr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7ECDDF4-E67E-4BDE-A71F-D4BE76D257BE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F72B5F5-055B-4D1A-AE00-453B6010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457301"/>
              </p:ext>
            </p:extLst>
          </p:nvPr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73D785-3F17-1BF8-9592-BBB3E70F3080}"/>
              </a:ext>
            </a:extLst>
          </p:cNvPr>
          <p:cNvSpPr txBox="1"/>
          <p:nvPr/>
        </p:nvSpPr>
        <p:spPr>
          <a:xfrm>
            <a:off x="456064" y="2961904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95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DA3D-C22F-5831-76C2-360204C39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B5B9-A8C1-F202-8F5C-23ADAEC3477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FCA9E-1CCF-705D-2755-A1B0D3B4A9F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179/182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9A7D04B-6DBD-7F1A-0119-0AC47B602FF8}"/>
              </a:ext>
            </a:extLst>
          </p:cNvPr>
          <p:cNvSpPr/>
          <p:nvPr/>
        </p:nvSpPr>
        <p:spPr>
          <a:xfrm>
            <a:off x="351256" y="3378314"/>
            <a:ext cx="4301426" cy="874535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D[2]=min{D[2],</a:t>
            </a:r>
            <a:r>
              <a:rPr lang="en-US" b="1" dirty="0">
                <a:solidFill>
                  <a:srgbClr val="FF0000"/>
                </a:solidFill>
              </a:rPr>
              <a:t>D[4]+W[4][2]</a:t>
            </a:r>
            <a:r>
              <a:rPr lang="en-US" b="1" dirty="0"/>
              <a:t>}=</a:t>
            </a:r>
            <a:r>
              <a:rPr lang="en-US" b="1" dirty="0">
                <a:solidFill>
                  <a:srgbClr val="FF0000"/>
                </a:solidFill>
              </a:rPr>
              <a:t>40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D[3]=min{</a:t>
            </a:r>
            <a:r>
              <a:rPr lang="en-US" b="1" dirty="0">
                <a:solidFill>
                  <a:srgbClr val="42B82E"/>
                </a:solidFill>
              </a:rPr>
              <a:t>D[3],</a:t>
            </a:r>
            <a:r>
              <a:rPr lang="en-US" b="1" dirty="0"/>
              <a:t>D[4]+W[4][3]}=</a:t>
            </a:r>
            <a:r>
              <a:rPr lang="en-US" b="1" dirty="0">
                <a:solidFill>
                  <a:srgbClr val="42B82E"/>
                </a:solidFill>
              </a:rPr>
              <a:t>30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36CA58A-9092-F757-987D-98CE8C465D32}"/>
              </a:ext>
            </a:extLst>
          </p:cNvPr>
          <p:cNvGraphicFramePr>
            <a:graphicFrameLocks noGrp="1"/>
          </p:cNvGraphicFramePr>
          <p:nvPr/>
        </p:nvGraphicFramePr>
        <p:xfrm>
          <a:off x="8677723" y="2590605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40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EE16984-9759-0F50-8499-FDB0E24EA481}"/>
              </a:ext>
            </a:extLst>
          </p:cNvPr>
          <p:cNvGraphicFramePr>
            <a:graphicFrameLocks noGrp="1"/>
          </p:cNvGraphicFramePr>
          <p:nvPr/>
        </p:nvGraphicFramePr>
        <p:xfrm>
          <a:off x="8755615" y="4477909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C02479D-0384-A38A-4E65-B03035E715D2}"/>
              </a:ext>
            </a:extLst>
          </p:cNvPr>
          <p:cNvGraphicFramePr>
            <a:graphicFrameLocks noGrp="1"/>
          </p:cNvGraphicFramePr>
          <p:nvPr/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50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78A3FFE-5BF4-C23D-1CE4-A4A072486D48}"/>
              </a:ext>
            </a:extLst>
          </p:cNvPr>
          <p:cNvSpPr/>
          <p:nvPr/>
        </p:nvSpPr>
        <p:spPr>
          <a:xfrm>
            <a:off x="6004899" y="3524595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D6FAE6-7856-ED90-2306-4F3D544CB79E}"/>
              </a:ext>
            </a:extLst>
          </p:cNvPr>
          <p:cNvSpPr txBox="1"/>
          <p:nvPr/>
        </p:nvSpPr>
        <p:spPr>
          <a:xfrm>
            <a:off x="7413157" y="3687315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BD90EF-4CD9-7937-7126-14D4A66089DD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4D3E84B-8FAB-7654-3363-3B135071AA83}"/>
              </a:ext>
            </a:extLst>
          </p:cNvPr>
          <p:cNvGraphicFramePr>
            <a:graphicFrameLocks noGrp="1"/>
          </p:cNvGraphicFramePr>
          <p:nvPr/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D00DDD6-33BE-1079-F83E-F15E14B5BDF6}"/>
              </a:ext>
            </a:extLst>
          </p:cNvPr>
          <p:cNvSpPr/>
          <p:nvPr/>
        </p:nvSpPr>
        <p:spPr>
          <a:xfrm>
            <a:off x="6099015" y="5449244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BA775C-3DBB-A9DF-3F22-DDFAEEB98167}"/>
              </a:ext>
            </a:extLst>
          </p:cNvPr>
          <p:cNvSpPr txBox="1"/>
          <p:nvPr/>
        </p:nvSpPr>
        <p:spPr>
          <a:xfrm>
            <a:off x="7524888" y="5717809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856C0-5183-8DBD-0C59-C9EC4979FCBB}"/>
              </a:ext>
            </a:extLst>
          </p:cNvPr>
          <p:cNvSpPr txBox="1"/>
          <p:nvPr/>
        </p:nvSpPr>
        <p:spPr>
          <a:xfrm>
            <a:off x="456064" y="2961904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m=4</a:t>
            </a: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6B0D8944-528E-BE55-3CBF-A6E4D0E17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63" y="3811025"/>
            <a:ext cx="4123366" cy="542253"/>
          </a:xfrm>
          <a:prstGeom prst="ellipse">
            <a:avLst/>
          </a:prstGeom>
          <a:noFill/>
          <a:ln w="28575">
            <a:solidFill>
              <a:schemeClr val="accent3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Corb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548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6CF87-04CA-44ED-A710-891DBBDB54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180/182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501A59A-E361-4620-88D2-3DCA2F02F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953065"/>
              </p:ext>
            </p:extLst>
          </p:nvPr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40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7ECDDF4-E67E-4BDE-A71F-D4BE76D257BE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F72B5F5-055B-4D1A-AE00-453B6010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08643"/>
              </p:ext>
            </p:extLst>
          </p:nvPr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D2B9D8B5-F809-4CA7-9F8E-4E7DFCCADBD1}"/>
              </a:ext>
            </a:extLst>
          </p:cNvPr>
          <p:cNvSpPr/>
          <p:nvPr/>
        </p:nvSpPr>
        <p:spPr>
          <a:xfrm>
            <a:off x="514350" y="3936722"/>
            <a:ext cx="3779742" cy="43864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D[2]=min{D[2],D[3]+W[3][2]}=35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9DD35-6ADA-062A-12C0-85B191F9E07E}"/>
              </a:ext>
            </a:extLst>
          </p:cNvPr>
          <p:cNvSpPr txBox="1"/>
          <p:nvPr/>
        </p:nvSpPr>
        <p:spPr>
          <a:xfrm>
            <a:off x="456064" y="2961904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35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3CB7B-7921-270E-F29E-1DF24EDF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6AEC-2A2F-4079-08F7-F8BAC25B5DD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Dijkstra: Path Matrix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F9EA8-B0D4-7B37-6952-58C9A1CB9BD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180/182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202330A-5772-E3FE-C4B7-155A7C653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3465"/>
              </p:ext>
            </p:extLst>
          </p:nvPr>
        </p:nvGraphicFramePr>
        <p:xfrm>
          <a:off x="8677723" y="2590605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35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E03E886-4334-6F7A-32B6-6E04C9F39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986344"/>
              </p:ext>
            </p:extLst>
          </p:nvPr>
        </p:nvGraphicFramePr>
        <p:xfrm>
          <a:off x="8755615" y="4477909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B40EB9E-9DF5-D530-A784-ABDCABEC77E6}"/>
              </a:ext>
            </a:extLst>
          </p:cNvPr>
          <p:cNvGraphicFramePr>
            <a:graphicFrameLocks noGrp="1"/>
          </p:cNvGraphicFramePr>
          <p:nvPr/>
        </p:nvGraphicFramePr>
        <p:xfrm>
          <a:off x="5182487" y="2538041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40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30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0E8CA9E-AEB2-2F6D-3971-B912B93127A7}"/>
              </a:ext>
            </a:extLst>
          </p:cNvPr>
          <p:cNvSpPr/>
          <p:nvPr/>
        </p:nvSpPr>
        <p:spPr>
          <a:xfrm>
            <a:off x="6004899" y="3524595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9C6C19-412D-9477-127B-02CEAB237E50}"/>
              </a:ext>
            </a:extLst>
          </p:cNvPr>
          <p:cNvSpPr txBox="1"/>
          <p:nvPr/>
        </p:nvSpPr>
        <p:spPr>
          <a:xfrm>
            <a:off x="7413157" y="3687315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ABC773-6FF7-118A-59FA-42643B7B3DBE}"/>
              </a:ext>
            </a:extLst>
          </p:cNvPr>
          <p:cNvSpPr txBox="1"/>
          <p:nvPr/>
        </p:nvSpPr>
        <p:spPr>
          <a:xfrm flipH="1">
            <a:off x="6095999" y="1823282"/>
            <a:ext cx="493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                                                       New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C42E07B3-D06C-F847-F198-27A766F3A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92539"/>
              </p:ext>
            </p:extLst>
          </p:nvPr>
        </p:nvGraphicFramePr>
        <p:xfrm>
          <a:off x="5226564" y="4443014"/>
          <a:ext cx="2596579" cy="951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6854">
                  <a:extLst>
                    <a:ext uri="{9D8B030D-6E8A-4147-A177-3AD203B41FA5}">
                      <a16:colId xmlns:a16="http://schemas.microsoft.com/office/drawing/2014/main" val="2989644895"/>
                    </a:ext>
                  </a:extLst>
                </a:gridCol>
                <a:gridCol w="491319">
                  <a:extLst>
                    <a:ext uri="{9D8B030D-6E8A-4147-A177-3AD203B41FA5}">
                      <a16:colId xmlns:a16="http://schemas.microsoft.com/office/drawing/2014/main" val="2572560869"/>
                    </a:ext>
                  </a:extLst>
                </a:gridCol>
                <a:gridCol w="518615">
                  <a:extLst>
                    <a:ext uri="{9D8B030D-6E8A-4147-A177-3AD203B41FA5}">
                      <a16:colId xmlns:a16="http://schemas.microsoft.com/office/drawing/2014/main" val="1080161752"/>
                    </a:ext>
                  </a:extLst>
                </a:gridCol>
                <a:gridCol w="531511">
                  <a:extLst>
                    <a:ext uri="{9D8B030D-6E8A-4147-A177-3AD203B41FA5}">
                      <a16:colId xmlns:a16="http://schemas.microsoft.com/office/drawing/2014/main" val="3378961574"/>
                    </a:ext>
                  </a:extLst>
                </a:gridCol>
                <a:gridCol w="468280">
                  <a:extLst>
                    <a:ext uri="{9D8B030D-6E8A-4147-A177-3AD203B41FA5}">
                      <a16:colId xmlns:a16="http://schemas.microsoft.com/office/drawing/2014/main" val="1874499129"/>
                    </a:ext>
                  </a:extLst>
                </a:gridCol>
              </a:tblGrid>
              <a:tr h="475507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  <a:r>
                        <a:rPr lang="en-US" baseline="-25000" dirty="0"/>
                        <a:t>5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92035499"/>
                  </a:ext>
                </a:extLst>
              </a:tr>
              <a:tr h="4755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</a:rPr>
                        <a:t>4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5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rbel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676998"/>
                  </a:ext>
                </a:extLst>
              </a:tr>
            </a:tbl>
          </a:graphicData>
        </a:graphic>
      </p:graphicFrame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969ABC8-90EF-E754-6D6E-80B115D610B8}"/>
              </a:ext>
            </a:extLst>
          </p:cNvPr>
          <p:cNvSpPr/>
          <p:nvPr/>
        </p:nvSpPr>
        <p:spPr>
          <a:xfrm>
            <a:off x="6099015" y="5449244"/>
            <a:ext cx="3474720" cy="257695"/>
          </a:xfrm>
          <a:custGeom>
            <a:avLst/>
            <a:gdLst>
              <a:gd name="connsiteX0" fmla="*/ 0 w 3474720"/>
              <a:gd name="connsiteY0" fmla="*/ 0 h 257695"/>
              <a:gd name="connsiteX1" fmla="*/ 0 w 3474720"/>
              <a:gd name="connsiteY1" fmla="*/ 257695 h 257695"/>
              <a:gd name="connsiteX2" fmla="*/ 3474720 w 3474720"/>
              <a:gd name="connsiteY2" fmla="*/ 257695 h 257695"/>
              <a:gd name="connsiteX3" fmla="*/ 3474720 w 3474720"/>
              <a:gd name="connsiteY3" fmla="*/ 8313 h 257695"/>
              <a:gd name="connsiteX4" fmla="*/ 3466407 w 3474720"/>
              <a:gd name="connsiteY4" fmla="*/ 8313 h 25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4720" h="257695">
                <a:moveTo>
                  <a:pt x="0" y="0"/>
                </a:moveTo>
                <a:lnTo>
                  <a:pt x="0" y="257695"/>
                </a:lnTo>
                <a:lnTo>
                  <a:pt x="3474720" y="257695"/>
                </a:lnTo>
                <a:lnTo>
                  <a:pt x="3474720" y="8313"/>
                </a:lnTo>
                <a:lnTo>
                  <a:pt x="3466407" y="83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B3B0DF-B1AC-EAD9-2EBC-4248923B2DFF}"/>
              </a:ext>
            </a:extLst>
          </p:cNvPr>
          <p:cNvSpPr txBox="1"/>
          <p:nvPr/>
        </p:nvSpPr>
        <p:spPr>
          <a:xfrm>
            <a:off x="7524888" y="5717809"/>
            <a:ext cx="135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E36FB0-AB00-42A4-3FBB-BBF1E5667DE0}"/>
              </a:ext>
            </a:extLst>
          </p:cNvPr>
          <p:cNvSpPr/>
          <p:nvPr/>
        </p:nvSpPr>
        <p:spPr>
          <a:xfrm>
            <a:off x="514350" y="3936722"/>
            <a:ext cx="3779742" cy="43864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D[2]=min{D[2],</a:t>
            </a:r>
            <a:r>
              <a:rPr lang="en-US" sz="1700" b="1" dirty="0">
                <a:solidFill>
                  <a:srgbClr val="FF0000"/>
                </a:solidFill>
              </a:rPr>
              <a:t>D[3]+W[3][2]</a:t>
            </a:r>
            <a:r>
              <a:rPr lang="en-US" sz="1700" b="1" dirty="0"/>
              <a:t>}=</a:t>
            </a:r>
            <a:r>
              <a:rPr lang="en-US" sz="1700" b="1" dirty="0">
                <a:solidFill>
                  <a:srgbClr val="FF0000"/>
                </a:solidFill>
              </a:rPr>
              <a:t>35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0669C-04A5-8BE1-789D-DAD3F31A2461}"/>
              </a:ext>
            </a:extLst>
          </p:cNvPr>
          <p:cNvSpPr txBox="1"/>
          <p:nvPr/>
        </p:nvSpPr>
        <p:spPr>
          <a:xfrm>
            <a:off x="456064" y="2961904"/>
            <a:ext cx="659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m=3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07180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B16A-1E85-42B1-8901-608D8A30342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181/182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89458" y="1910240"/>
            <a:ext cx="1112135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Dijkstra(W)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=2 TO n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 D[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]=W[1][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P[</a:t>
            </a:r>
            <a:r>
              <a:rPr lang="en-US" alt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]=1</a:t>
            </a:r>
            <a:endParaRPr lang="en-US" alt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FOR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=1 TO n-1 DO 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m=index of minimum in D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 FOR EACH j in D: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  IF D[m]+W[m][j]&lt;D[j] THEN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				 D[j]=D[m]+W[m][j]</a:t>
            </a:r>
          </a:p>
          <a:p>
            <a:pPr marL="0" indent="0"/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    P[j]=m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	    PRINT D[m]</a:t>
            </a:r>
          </a:p>
          <a:p>
            <a:pPr marL="0" indent="0"/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D.delete</a:t>
            </a:r>
            <a:r>
              <a:rPr lang="en-US" altLang="en-US" dirty="0">
                <a:latin typeface="Consolas" panose="020B0609020204030204" pitchFamily="49" charset="0"/>
                <a:cs typeface="Courier New" panose="02070309020205020404" pitchFamily="49" charset="0"/>
              </a:rPr>
              <a:t>(m) </a:t>
            </a:r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     </a:t>
            </a:r>
          </a:p>
          <a:p>
            <a:pPr marL="0" indent="0"/>
            <a:r>
              <a:rPr lang="en-US" alt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		 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961250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EA92E-D77C-4BC4-9D4C-9AED79241C9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182/182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14896</TotalTime>
  <Words>9067</Words>
  <Application>Microsoft Office PowerPoint</Application>
  <PresentationFormat>Widescreen</PresentationFormat>
  <Paragraphs>4396</Paragraphs>
  <Slides>173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173</vt:i4>
      </vt:variant>
    </vt:vector>
  </HeadingPairs>
  <TitlesOfParts>
    <vt:vector size="184" baseType="lpstr">
      <vt:lpstr>Arial</vt:lpstr>
      <vt:lpstr>Arial Rounded MT Bold</vt:lpstr>
      <vt:lpstr>Calibri</vt:lpstr>
      <vt:lpstr>Cambria Math</vt:lpstr>
      <vt:lpstr>Consolas</vt:lpstr>
      <vt:lpstr>Corbel</vt:lpstr>
      <vt:lpstr>Courier New</vt:lpstr>
      <vt:lpstr>Gill Sans MT</vt:lpstr>
      <vt:lpstr>Palatino Linotype</vt:lpstr>
      <vt:lpstr>Wingdings 2</vt:lpstr>
      <vt:lpstr>Dividend</vt:lpstr>
      <vt:lpstr>Greedy Algorithms: Kruskal, Prim, Dijekstra</vt:lpstr>
      <vt:lpstr>Spanning tree</vt:lpstr>
      <vt:lpstr>Spanning tree</vt:lpstr>
      <vt:lpstr>Spanning tree</vt:lpstr>
      <vt:lpstr>Weight of a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Algorithm: Detect a cycle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Kruskal’s Algorithm: Union-Find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MST: Kruskal</vt:lpstr>
      <vt:lpstr>Kruskal’s Algorithm: Union-Find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Minimum Spanning Tree</vt:lpstr>
      <vt:lpstr>Minimum Spanning Tree</vt:lpstr>
      <vt:lpstr>Minimum Spanning Tree</vt:lpstr>
      <vt:lpstr>Prim: Notations</vt:lpstr>
      <vt:lpstr>MST: Prim</vt:lpstr>
      <vt:lpstr>MST: Prim</vt:lpstr>
      <vt:lpstr>MST: Prim</vt:lpstr>
      <vt:lpstr>MST: Prim</vt:lpstr>
      <vt:lpstr>MST: Prim</vt:lpstr>
      <vt:lpstr>Prim: Notations</vt:lpstr>
      <vt:lpstr>Prim: Notations</vt:lpstr>
      <vt:lpstr>Prim: Notations</vt:lpstr>
      <vt:lpstr>Prim: Notations</vt:lpstr>
      <vt:lpstr>Prim: Notations</vt:lpstr>
      <vt:lpstr>Prim: Notations</vt:lpstr>
      <vt:lpstr>Prim: How to Use Nearest and Distance</vt:lpstr>
      <vt:lpstr>MST: Prim</vt:lpstr>
      <vt:lpstr>MST: Prim</vt:lpstr>
      <vt:lpstr>MST: Prim</vt:lpstr>
      <vt:lpstr>MST: Prim</vt:lpstr>
      <vt:lpstr>MST: Prim</vt:lpstr>
      <vt:lpstr>MST: Prim</vt:lpstr>
      <vt:lpstr>MST: Prim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Prim: updating nearest[]</vt:lpstr>
      <vt:lpstr>Prim’s Algorithm</vt:lpstr>
      <vt:lpstr>Prim’s Algorithm: Wrap up</vt:lpstr>
      <vt:lpstr>Dijkstra’s Algorithm</vt:lpstr>
      <vt:lpstr>Dijkstra’s Algorithm</vt:lpstr>
      <vt:lpstr>Dijkstra’s Algorithm</vt:lpstr>
      <vt:lpstr>Dijkstra’s Algorithm</vt:lpstr>
      <vt:lpstr>Graph: Representation</vt:lpstr>
      <vt:lpstr>Notation</vt:lpstr>
      <vt:lpstr>Notation</vt:lpstr>
      <vt:lpstr>Idea</vt:lpstr>
      <vt:lpstr>Idea</vt:lpstr>
      <vt:lpstr>Idea</vt:lpstr>
      <vt:lpstr>Idea</vt:lpstr>
      <vt:lpstr>Strategy!</vt:lpstr>
      <vt:lpstr>Dijkstra: Example </vt:lpstr>
      <vt:lpstr>Dijkstra: Example </vt:lpstr>
      <vt:lpstr>Dijkstra: Example </vt:lpstr>
      <vt:lpstr>Dijkstra: Example </vt:lpstr>
      <vt:lpstr>Dijkstra: Example </vt:lpstr>
      <vt:lpstr>Dijkstra: Example </vt:lpstr>
      <vt:lpstr>Dijkstra: Example </vt:lpstr>
      <vt:lpstr>Dijkstra: Example </vt:lpstr>
      <vt:lpstr>Dijkstra: Example </vt:lpstr>
      <vt:lpstr>Dijkstra: Implementation </vt:lpstr>
      <vt:lpstr>Dijkstra: Implementation </vt:lpstr>
      <vt:lpstr>Calculating D[ ]</vt:lpstr>
      <vt:lpstr>Calculating D[ ]</vt:lpstr>
      <vt:lpstr>Calculating D[ ]</vt:lpstr>
      <vt:lpstr>Calculating D[ ]</vt:lpstr>
      <vt:lpstr>Dijkstra: Updating D </vt:lpstr>
      <vt:lpstr>Dijkstra: Updating D </vt:lpstr>
      <vt:lpstr>Dijkstra: Updating D </vt:lpstr>
      <vt:lpstr>Dijkstra: Updating D </vt:lpstr>
      <vt:lpstr>Dijkstra: Updating D </vt:lpstr>
      <vt:lpstr>Dijkstra: Updating D </vt:lpstr>
      <vt:lpstr>Dijkstra: Updating D 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Dijkstra: Path Matrix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Implementation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Dijkstra: Path Matrix </vt:lpstr>
      <vt:lpstr>Dijkstra’s Algorithm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599</cp:revision>
  <dcterms:created xsi:type="dcterms:W3CDTF">2020-09-14T20:12:04Z</dcterms:created>
  <dcterms:modified xsi:type="dcterms:W3CDTF">2026-04-16T04:05:41Z</dcterms:modified>
</cp:coreProperties>
</file>