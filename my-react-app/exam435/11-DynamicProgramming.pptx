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ink/ink1.xml" ContentType="application/inkml+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ink/ink2.xml" ContentType="application/inkml+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ink/ink30.xml" ContentType="application/inkml+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76"/>
  </p:notesMasterIdLst>
  <p:sldIdLst>
    <p:sldId id="262" r:id="rId2"/>
    <p:sldId id="483" r:id="rId3"/>
    <p:sldId id="263" r:id="rId4"/>
    <p:sldId id="512" r:id="rId5"/>
    <p:sldId id="371" r:id="rId6"/>
    <p:sldId id="525" r:id="rId7"/>
    <p:sldId id="315" r:id="rId8"/>
    <p:sldId id="349" r:id="rId9"/>
    <p:sldId id="680" r:id="rId10"/>
    <p:sldId id="677" r:id="rId11"/>
    <p:sldId id="465" r:id="rId12"/>
    <p:sldId id="678" r:id="rId13"/>
    <p:sldId id="688" r:id="rId14"/>
    <p:sldId id="484" r:id="rId15"/>
    <p:sldId id="368" r:id="rId16"/>
    <p:sldId id="374" r:id="rId17"/>
    <p:sldId id="464" r:id="rId18"/>
    <p:sldId id="369" r:id="rId19"/>
    <p:sldId id="370" r:id="rId20"/>
    <p:sldId id="372" r:id="rId21"/>
    <p:sldId id="373" r:id="rId22"/>
    <p:sldId id="701" r:id="rId23"/>
    <p:sldId id="375" r:id="rId24"/>
    <p:sldId id="527" r:id="rId25"/>
    <p:sldId id="376" r:id="rId26"/>
    <p:sldId id="526" r:id="rId27"/>
    <p:sldId id="528" r:id="rId28"/>
    <p:sldId id="529" r:id="rId29"/>
    <p:sldId id="531" r:id="rId30"/>
    <p:sldId id="530" r:id="rId31"/>
    <p:sldId id="532" r:id="rId32"/>
    <p:sldId id="533" r:id="rId33"/>
    <p:sldId id="534" r:id="rId34"/>
    <p:sldId id="535" r:id="rId35"/>
    <p:sldId id="536" r:id="rId36"/>
    <p:sldId id="537" r:id="rId37"/>
    <p:sldId id="539" r:id="rId38"/>
    <p:sldId id="540" r:id="rId39"/>
    <p:sldId id="541" r:id="rId40"/>
    <p:sldId id="542" r:id="rId41"/>
    <p:sldId id="543" r:id="rId42"/>
    <p:sldId id="544" r:id="rId43"/>
    <p:sldId id="545" r:id="rId44"/>
    <p:sldId id="546" r:id="rId45"/>
    <p:sldId id="387" r:id="rId46"/>
    <p:sldId id="388" r:id="rId47"/>
    <p:sldId id="689" r:id="rId48"/>
    <p:sldId id="466" r:id="rId49"/>
    <p:sldId id="467" r:id="rId50"/>
    <p:sldId id="547" r:id="rId51"/>
    <p:sldId id="690" r:id="rId52"/>
    <p:sldId id="548" r:id="rId53"/>
    <p:sldId id="390" r:id="rId54"/>
    <p:sldId id="391" r:id="rId55"/>
    <p:sldId id="392" r:id="rId56"/>
    <p:sldId id="393" r:id="rId57"/>
    <p:sldId id="394" r:id="rId58"/>
    <p:sldId id="549" r:id="rId59"/>
    <p:sldId id="691" r:id="rId60"/>
    <p:sldId id="468" r:id="rId61"/>
    <p:sldId id="397" r:id="rId62"/>
    <p:sldId id="398" r:id="rId63"/>
    <p:sldId id="692" r:id="rId64"/>
    <p:sldId id="693" r:id="rId65"/>
    <p:sldId id="694" r:id="rId66"/>
    <p:sldId id="695" r:id="rId67"/>
    <p:sldId id="697" r:id="rId68"/>
    <p:sldId id="696" r:id="rId69"/>
    <p:sldId id="698" r:id="rId70"/>
    <p:sldId id="699" r:id="rId71"/>
    <p:sldId id="700" r:id="rId72"/>
    <p:sldId id="550" r:id="rId73"/>
    <p:sldId id="407" r:id="rId74"/>
    <p:sldId id="259" r:id="rId75"/>
  </p:sldIdLst>
  <p:sldSz cx="12192000" cy="6858000"/>
  <p:notesSz cx="6858000" cy="9144000"/>
  <p:custDataLst>
    <p:tags r:id="rId7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00FF"/>
    <a:srgbClr val="00B0F0"/>
    <a:srgbClr val="FFF7FA"/>
    <a:srgbClr val="DAF5FA"/>
    <a:srgbClr val="D012C2"/>
    <a:srgbClr val="FF9900"/>
    <a:srgbClr val="EBEBEB"/>
    <a:srgbClr val="B0B0B0"/>
    <a:srgbClr val="FEF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D8A558-027E-46BA-8943-383BBDBBBD33}" v="5" dt="2026-05-06T16:46:43.131"/>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40" autoAdjust="0"/>
    <p:restoredTop sz="84862" autoAdjust="0"/>
  </p:normalViewPr>
  <p:slideViewPr>
    <p:cSldViewPr snapToGrid="0">
      <p:cViewPr varScale="1">
        <p:scale>
          <a:sx n="55" d="100"/>
          <a:sy n="55" d="100"/>
        </p:scale>
        <p:origin x="115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kandari, Marzieh" userId="6f7e8ab1-ced9-4cd8-8d9c-9e0f76df628a" providerId="ADAL" clId="{5F4653E6-588C-449F-882E-1257AC0BE145}"/>
    <pc:docChg chg="modSld">
      <pc:chgData name="Eskandari, Marzieh" userId="6f7e8ab1-ced9-4cd8-8d9c-9e0f76df628a" providerId="ADAL" clId="{5F4653E6-588C-449F-882E-1257AC0BE145}" dt="2026-05-06T16:46:43.130" v="42"/>
      <pc:docMkLst>
        <pc:docMk/>
      </pc:docMkLst>
      <pc:sldChg chg="addSp modSp mod">
        <pc:chgData name="Eskandari, Marzieh" userId="6f7e8ab1-ced9-4cd8-8d9c-9e0f76df628a" providerId="ADAL" clId="{5F4653E6-588C-449F-882E-1257AC0BE145}" dt="2026-05-06T16:46:43.130" v="42"/>
        <pc:sldMkLst>
          <pc:docMk/>
          <pc:sldMk cId="110826587" sldId="393"/>
        </pc:sldMkLst>
        <pc:grpChg chg="mod">
          <ac:chgData name="Eskandari, Marzieh" userId="6f7e8ab1-ced9-4cd8-8d9c-9e0f76df628a" providerId="ADAL" clId="{5F4653E6-588C-449F-882E-1257AC0BE145}" dt="2026-05-06T16:46:38.616" v="28"/>
          <ac:grpSpMkLst>
            <pc:docMk/>
            <pc:sldMk cId="110826587" sldId="393"/>
            <ac:grpSpMk id="10" creationId="{9506AD25-E740-DE70-2114-2A38B05F429B}"/>
          </ac:grpSpMkLst>
        </pc:grpChg>
        <pc:grpChg chg="mod">
          <ac:chgData name="Eskandari, Marzieh" userId="6f7e8ab1-ced9-4cd8-8d9c-9e0f76df628a" providerId="ADAL" clId="{5F4653E6-588C-449F-882E-1257AC0BE145}" dt="2026-05-06T16:46:43.130" v="42"/>
          <ac:grpSpMkLst>
            <pc:docMk/>
            <pc:sldMk cId="110826587" sldId="393"/>
            <ac:grpSpMk id="24" creationId="{41F2C031-243A-3BA1-534C-8D586611BE1A}"/>
          </ac:grpSpMkLst>
        </pc:grpChg>
        <pc:inkChg chg="add mod">
          <ac:chgData name="Eskandari, Marzieh" userId="6f7e8ab1-ced9-4cd8-8d9c-9e0f76df628a" providerId="ADAL" clId="{5F4653E6-588C-449F-882E-1257AC0BE145}" dt="2026-05-06T16:46:38.616" v="28"/>
          <ac:inkMkLst>
            <pc:docMk/>
            <pc:sldMk cId="110826587" sldId="393"/>
            <ac:inkMk id="4" creationId="{1477B9AB-2DBA-6E84-F0FD-5A5562E6F7C9}"/>
          </ac:inkMkLst>
        </pc:inkChg>
        <pc:inkChg chg="add mod">
          <ac:chgData name="Eskandari, Marzieh" userId="6f7e8ab1-ced9-4cd8-8d9c-9e0f76df628a" providerId="ADAL" clId="{5F4653E6-588C-449F-882E-1257AC0BE145}" dt="2026-05-06T16:46:38.616" v="28"/>
          <ac:inkMkLst>
            <pc:docMk/>
            <pc:sldMk cId="110826587" sldId="393"/>
            <ac:inkMk id="5" creationId="{86982384-EBE8-4CDB-AFE3-DA213DD51932}"/>
          </ac:inkMkLst>
        </pc:inkChg>
        <pc:inkChg chg="add mod">
          <ac:chgData name="Eskandari, Marzieh" userId="6f7e8ab1-ced9-4cd8-8d9c-9e0f76df628a" providerId="ADAL" clId="{5F4653E6-588C-449F-882E-1257AC0BE145}" dt="2026-05-06T16:46:38.616" v="28"/>
          <ac:inkMkLst>
            <pc:docMk/>
            <pc:sldMk cId="110826587" sldId="393"/>
            <ac:inkMk id="6" creationId="{689353EE-0004-5895-07BA-B570D8BC0343}"/>
          </ac:inkMkLst>
        </pc:inkChg>
        <pc:inkChg chg="add mod">
          <ac:chgData name="Eskandari, Marzieh" userId="6f7e8ab1-ced9-4cd8-8d9c-9e0f76df628a" providerId="ADAL" clId="{5F4653E6-588C-449F-882E-1257AC0BE145}" dt="2026-05-06T16:46:38.616" v="28"/>
          <ac:inkMkLst>
            <pc:docMk/>
            <pc:sldMk cId="110826587" sldId="393"/>
            <ac:inkMk id="7" creationId="{1995E88C-5834-C06D-ECBA-0F22A0470FF4}"/>
          </ac:inkMkLst>
        </pc:inkChg>
        <pc:inkChg chg="add mod">
          <ac:chgData name="Eskandari, Marzieh" userId="6f7e8ab1-ced9-4cd8-8d9c-9e0f76df628a" providerId="ADAL" clId="{5F4653E6-588C-449F-882E-1257AC0BE145}" dt="2026-05-06T16:46:38.616" v="28"/>
          <ac:inkMkLst>
            <pc:docMk/>
            <pc:sldMk cId="110826587" sldId="393"/>
            <ac:inkMk id="8" creationId="{5574F7C0-FFE1-33EB-CF89-7E2F0618D06B}"/>
          </ac:inkMkLst>
        </pc:inkChg>
        <pc:inkChg chg="add mod">
          <ac:chgData name="Eskandari, Marzieh" userId="6f7e8ab1-ced9-4cd8-8d9c-9e0f76df628a" providerId="ADAL" clId="{5F4653E6-588C-449F-882E-1257AC0BE145}" dt="2026-05-06T16:46:38.616" v="28"/>
          <ac:inkMkLst>
            <pc:docMk/>
            <pc:sldMk cId="110826587" sldId="393"/>
            <ac:inkMk id="9" creationId="{0D46CCEC-B33D-4E61-A8BA-3ED70D1D2844}"/>
          </ac:inkMkLst>
        </pc:inkChg>
        <pc:inkChg chg="add mod">
          <ac:chgData name="Eskandari, Marzieh" userId="6f7e8ab1-ced9-4cd8-8d9c-9e0f76df628a" providerId="ADAL" clId="{5F4653E6-588C-449F-882E-1257AC0BE145}" dt="2026-05-06T16:46:43.130" v="42"/>
          <ac:inkMkLst>
            <pc:docMk/>
            <pc:sldMk cId="110826587" sldId="393"/>
            <ac:inkMk id="11" creationId="{B9BF79F3-DAEE-214F-966A-407F9F78F934}"/>
          </ac:inkMkLst>
        </pc:inkChg>
        <pc:inkChg chg="add mod">
          <ac:chgData name="Eskandari, Marzieh" userId="6f7e8ab1-ced9-4cd8-8d9c-9e0f76df628a" providerId="ADAL" clId="{5F4653E6-588C-449F-882E-1257AC0BE145}" dt="2026-05-06T16:46:43.130" v="42"/>
          <ac:inkMkLst>
            <pc:docMk/>
            <pc:sldMk cId="110826587" sldId="393"/>
            <ac:inkMk id="12" creationId="{D45F2177-FE5E-DE27-DEF7-19327E317C52}"/>
          </ac:inkMkLst>
        </pc:inkChg>
        <pc:inkChg chg="add mod">
          <ac:chgData name="Eskandari, Marzieh" userId="6f7e8ab1-ced9-4cd8-8d9c-9e0f76df628a" providerId="ADAL" clId="{5F4653E6-588C-449F-882E-1257AC0BE145}" dt="2026-05-06T16:46:43.130" v="42"/>
          <ac:inkMkLst>
            <pc:docMk/>
            <pc:sldMk cId="110826587" sldId="393"/>
            <ac:inkMk id="13" creationId="{230F93EF-B3EA-46AF-3ECD-AB7EBF6E934E}"/>
          </ac:inkMkLst>
        </pc:inkChg>
        <pc:inkChg chg="add mod">
          <ac:chgData name="Eskandari, Marzieh" userId="6f7e8ab1-ced9-4cd8-8d9c-9e0f76df628a" providerId="ADAL" clId="{5F4653E6-588C-449F-882E-1257AC0BE145}" dt="2026-05-06T16:46:43.130" v="42"/>
          <ac:inkMkLst>
            <pc:docMk/>
            <pc:sldMk cId="110826587" sldId="393"/>
            <ac:inkMk id="14" creationId="{898C61EC-D5D4-C1F8-EFD1-F74449ABA360}"/>
          </ac:inkMkLst>
        </pc:inkChg>
        <pc:inkChg chg="add">
          <ac:chgData name="Eskandari, Marzieh" userId="6f7e8ab1-ced9-4cd8-8d9c-9e0f76df628a" providerId="ADAL" clId="{5F4653E6-588C-449F-882E-1257AC0BE145}" dt="2026-05-06T16:46:39.896" v="33" actId="9405"/>
          <ac:inkMkLst>
            <pc:docMk/>
            <pc:sldMk cId="110826587" sldId="393"/>
            <ac:inkMk id="15" creationId="{49ABADA9-F284-2E25-1946-09E3F0522894}"/>
          </ac:inkMkLst>
        </pc:inkChg>
        <pc:inkChg chg="add mod">
          <ac:chgData name="Eskandari, Marzieh" userId="6f7e8ab1-ced9-4cd8-8d9c-9e0f76df628a" providerId="ADAL" clId="{5F4653E6-588C-449F-882E-1257AC0BE145}" dt="2026-05-06T16:46:43.130" v="42"/>
          <ac:inkMkLst>
            <pc:docMk/>
            <pc:sldMk cId="110826587" sldId="393"/>
            <ac:inkMk id="16" creationId="{9A6050EF-DE19-40B2-862D-D6DE75C6F6D0}"/>
          </ac:inkMkLst>
        </pc:inkChg>
        <pc:inkChg chg="add mod">
          <ac:chgData name="Eskandari, Marzieh" userId="6f7e8ab1-ced9-4cd8-8d9c-9e0f76df628a" providerId="ADAL" clId="{5F4653E6-588C-449F-882E-1257AC0BE145}" dt="2026-05-06T16:46:43.130" v="42"/>
          <ac:inkMkLst>
            <pc:docMk/>
            <pc:sldMk cId="110826587" sldId="393"/>
            <ac:inkMk id="17" creationId="{53A2BF7C-7F1E-66A9-C27C-2EFCEDFF89E2}"/>
          </ac:inkMkLst>
        </pc:inkChg>
        <pc:inkChg chg="add mod">
          <ac:chgData name="Eskandari, Marzieh" userId="6f7e8ab1-ced9-4cd8-8d9c-9e0f76df628a" providerId="ADAL" clId="{5F4653E6-588C-449F-882E-1257AC0BE145}" dt="2026-05-06T16:46:43.130" v="42"/>
          <ac:inkMkLst>
            <pc:docMk/>
            <pc:sldMk cId="110826587" sldId="393"/>
            <ac:inkMk id="18" creationId="{7392BE45-5129-0B0E-3110-E248E0E4CCF6}"/>
          </ac:inkMkLst>
        </pc:inkChg>
        <pc:inkChg chg="add mod">
          <ac:chgData name="Eskandari, Marzieh" userId="6f7e8ab1-ced9-4cd8-8d9c-9e0f76df628a" providerId="ADAL" clId="{5F4653E6-588C-449F-882E-1257AC0BE145}" dt="2026-05-06T16:46:43.130" v="42"/>
          <ac:inkMkLst>
            <pc:docMk/>
            <pc:sldMk cId="110826587" sldId="393"/>
            <ac:inkMk id="19" creationId="{632DEFCC-947A-D43A-AB58-8A14910255B4}"/>
          </ac:inkMkLst>
        </pc:inkChg>
        <pc:inkChg chg="add mod">
          <ac:chgData name="Eskandari, Marzieh" userId="6f7e8ab1-ced9-4cd8-8d9c-9e0f76df628a" providerId="ADAL" clId="{5F4653E6-588C-449F-882E-1257AC0BE145}" dt="2026-05-06T16:46:43.130" v="42"/>
          <ac:inkMkLst>
            <pc:docMk/>
            <pc:sldMk cId="110826587" sldId="393"/>
            <ac:inkMk id="20" creationId="{E64A3AE9-5261-27C4-AAEF-DA8DC7AA8A3D}"/>
          </ac:inkMkLst>
        </pc:inkChg>
        <pc:inkChg chg="add">
          <ac:chgData name="Eskandari, Marzieh" userId="6f7e8ab1-ced9-4cd8-8d9c-9e0f76df628a" providerId="ADAL" clId="{5F4653E6-588C-449F-882E-1257AC0BE145}" dt="2026-05-06T16:46:41.856" v="39" actId="9405"/>
          <ac:inkMkLst>
            <pc:docMk/>
            <pc:sldMk cId="110826587" sldId="393"/>
            <ac:inkMk id="21" creationId="{F481B415-EAAE-7979-F281-1784BA09ABB1}"/>
          </ac:inkMkLst>
        </pc:inkChg>
        <pc:inkChg chg="add">
          <ac:chgData name="Eskandari, Marzieh" userId="6f7e8ab1-ced9-4cd8-8d9c-9e0f76df628a" providerId="ADAL" clId="{5F4653E6-588C-449F-882E-1257AC0BE145}" dt="2026-05-06T16:46:42.026" v="40" actId="9405"/>
          <ac:inkMkLst>
            <pc:docMk/>
            <pc:sldMk cId="110826587" sldId="393"/>
            <ac:inkMk id="22" creationId="{32797198-EADF-1281-640F-E490D56AFD09}"/>
          </ac:inkMkLst>
        </pc:inkChg>
        <pc:inkChg chg="add">
          <ac:chgData name="Eskandari, Marzieh" userId="6f7e8ab1-ced9-4cd8-8d9c-9e0f76df628a" providerId="ADAL" clId="{5F4653E6-588C-449F-882E-1257AC0BE145}" dt="2026-05-06T16:46:42.165" v="41" actId="9405"/>
          <ac:inkMkLst>
            <pc:docMk/>
            <pc:sldMk cId="110826587" sldId="393"/>
            <ac:inkMk id="23" creationId="{82648A3D-5EBB-D277-B3DE-19A26084D303}"/>
          </ac:inkMkLst>
        </pc:inkChg>
      </pc:sldChg>
      <pc:sldChg chg="addSp modSp mod">
        <pc:chgData name="Eskandari, Marzieh" userId="6f7e8ab1-ced9-4cd8-8d9c-9e0f76df628a" providerId="ADAL" clId="{5F4653E6-588C-449F-882E-1257AC0BE145}" dt="2026-05-06T16:45:01.240" v="11"/>
        <pc:sldMkLst>
          <pc:docMk/>
          <pc:sldMk cId="3715727512" sldId="397"/>
        </pc:sldMkLst>
        <pc:grpChg chg="mod">
          <ac:chgData name="Eskandari, Marzieh" userId="6f7e8ab1-ced9-4cd8-8d9c-9e0f76df628a" providerId="ADAL" clId="{5F4653E6-588C-449F-882E-1257AC0BE145}" dt="2026-05-06T16:44:51.475" v="4"/>
          <ac:grpSpMkLst>
            <pc:docMk/>
            <pc:sldMk cId="3715727512" sldId="397"/>
            <ac:grpSpMk id="7" creationId="{5C754CC4-9630-1841-E628-5B442DB78995}"/>
          </ac:grpSpMkLst>
        </pc:grpChg>
        <pc:grpChg chg="mod">
          <ac:chgData name="Eskandari, Marzieh" userId="6f7e8ab1-ced9-4cd8-8d9c-9e0f76df628a" providerId="ADAL" clId="{5F4653E6-588C-449F-882E-1257AC0BE145}" dt="2026-05-06T16:45:01.240" v="11"/>
          <ac:grpSpMkLst>
            <pc:docMk/>
            <pc:sldMk cId="3715727512" sldId="397"/>
            <ac:grpSpMk id="14" creationId="{2478575D-1713-F822-66F0-C17B189B3161}"/>
          </ac:grpSpMkLst>
        </pc:grpChg>
        <pc:inkChg chg="add mod">
          <ac:chgData name="Eskandari, Marzieh" userId="6f7e8ab1-ced9-4cd8-8d9c-9e0f76df628a" providerId="ADAL" clId="{5F4653E6-588C-449F-882E-1257AC0BE145}" dt="2026-05-06T16:44:51.475" v="4"/>
          <ac:inkMkLst>
            <pc:docMk/>
            <pc:sldMk cId="3715727512" sldId="397"/>
            <ac:inkMk id="5" creationId="{F59665AD-2F0B-B7EA-8D0A-5EAEEDE1902F}"/>
          </ac:inkMkLst>
        </pc:inkChg>
        <pc:inkChg chg="add mod">
          <ac:chgData name="Eskandari, Marzieh" userId="6f7e8ab1-ced9-4cd8-8d9c-9e0f76df628a" providerId="ADAL" clId="{5F4653E6-588C-449F-882E-1257AC0BE145}" dt="2026-05-06T16:44:51.475" v="4"/>
          <ac:inkMkLst>
            <pc:docMk/>
            <pc:sldMk cId="3715727512" sldId="397"/>
            <ac:inkMk id="6" creationId="{9C960576-D24F-D478-D89C-38AC9C7BEEF1}"/>
          </ac:inkMkLst>
        </pc:inkChg>
        <pc:inkChg chg="add mod">
          <ac:chgData name="Eskandari, Marzieh" userId="6f7e8ab1-ced9-4cd8-8d9c-9e0f76df628a" providerId="ADAL" clId="{5F4653E6-588C-449F-882E-1257AC0BE145}" dt="2026-05-06T16:45:01.240" v="11"/>
          <ac:inkMkLst>
            <pc:docMk/>
            <pc:sldMk cId="3715727512" sldId="397"/>
            <ac:inkMk id="8" creationId="{0DF9706C-6FE8-E676-04A4-92FFA3E7C7CD}"/>
          </ac:inkMkLst>
        </pc:inkChg>
        <pc:inkChg chg="add mod">
          <ac:chgData name="Eskandari, Marzieh" userId="6f7e8ab1-ced9-4cd8-8d9c-9e0f76df628a" providerId="ADAL" clId="{5F4653E6-588C-449F-882E-1257AC0BE145}" dt="2026-05-06T16:45:01.240" v="11"/>
          <ac:inkMkLst>
            <pc:docMk/>
            <pc:sldMk cId="3715727512" sldId="397"/>
            <ac:inkMk id="9" creationId="{4C95D006-4D48-ADF5-B419-CA2D29786309}"/>
          </ac:inkMkLst>
        </pc:inkChg>
        <pc:inkChg chg="add mod">
          <ac:chgData name="Eskandari, Marzieh" userId="6f7e8ab1-ced9-4cd8-8d9c-9e0f76df628a" providerId="ADAL" clId="{5F4653E6-588C-449F-882E-1257AC0BE145}" dt="2026-05-06T16:45:01.240" v="11"/>
          <ac:inkMkLst>
            <pc:docMk/>
            <pc:sldMk cId="3715727512" sldId="397"/>
            <ac:inkMk id="10" creationId="{2EC0840F-5251-8CFD-3ED5-0F7F96BF2F9F}"/>
          </ac:inkMkLst>
        </pc:inkChg>
        <pc:inkChg chg="add mod">
          <ac:chgData name="Eskandari, Marzieh" userId="6f7e8ab1-ced9-4cd8-8d9c-9e0f76df628a" providerId="ADAL" clId="{5F4653E6-588C-449F-882E-1257AC0BE145}" dt="2026-05-06T16:45:01.240" v="11"/>
          <ac:inkMkLst>
            <pc:docMk/>
            <pc:sldMk cId="3715727512" sldId="397"/>
            <ac:inkMk id="11" creationId="{89C4A9B6-DC9E-EEAF-1CC1-4BCBB8020DB0}"/>
          </ac:inkMkLst>
        </pc:inkChg>
        <pc:inkChg chg="add mod">
          <ac:chgData name="Eskandari, Marzieh" userId="6f7e8ab1-ced9-4cd8-8d9c-9e0f76df628a" providerId="ADAL" clId="{5F4653E6-588C-449F-882E-1257AC0BE145}" dt="2026-05-06T16:45:01.240" v="11"/>
          <ac:inkMkLst>
            <pc:docMk/>
            <pc:sldMk cId="3715727512" sldId="397"/>
            <ac:inkMk id="12" creationId="{20ACB18F-4239-501B-C049-34B812B32403}"/>
          </ac:inkMkLst>
        </pc:inkChg>
        <pc:inkChg chg="add mod">
          <ac:chgData name="Eskandari, Marzieh" userId="6f7e8ab1-ced9-4cd8-8d9c-9e0f76df628a" providerId="ADAL" clId="{5F4653E6-588C-449F-882E-1257AC0BE145}" dt="2026-05-06T16:45:01.240" v="11"/>
          <ac:inkMkLst>
            <pc:docMk/>
            <pc:sldMk cId="3715727512" sldId="397"/>
            <ac:inkMk id="13" creationId="{818C1B93-6B40-5BBE-1472-29AB04DB486B}"/>
          </ac:inkMkLst>
        </pc:inkChg>
      </pc:sldChg>
      <pc:sldChg chg="addSp mod">
        <pc:chgData name="Eskandari, Marzieh" userId="6f7e8ab1-ced9-4cd8-8d9c-9e0f76df628a" providerId="ADAL" clId="{5F4653E6-588C-449F-882E-1257AC0BE145}" dt="2026-05-06T16:46:00.633" v="12" actId="9405"/>
        <pc:sldMkLst>
          <pc:docMk/>
          <pc:sldMk cId="3966445678" sldId="467"/>
        </pc:sldMkLst>
        <pc:inkChg chg="add">
          <ac:chgData name="Eskandari, Marzieh" userId="6f7e8ab1-ced9-4cd8-8d9c-9e0f76df628a" providerId="ADAL" clId="{5F4653E6-588C-449F-882E-1257AC0BE145}" dt="2026-05-06T16:46:00.633" v="12" actId="9405"/>
          <ac:inkMkLst>
            <pc:docMk/>
            <pc:sldMk cId="3966445678" sldId="467"/>
            <ac:inkMk id="6" creationId="{DF1F9F63-654D-6F91-3826-BACAEF7B595C}"/>
          </ac:inkMkLst>
        </pc:inkChg>
      </pc:sldChg>
      <pc:sldChg chg="addSp mod">
        <pc:chgData name="Eskandari, Marzieh" userId="6f7e8ab1-ced9-4cd8-8d9c-9e0f76df628a" providerId="ADAL" clId="{5F4653E6-588C-449F-882E-1257AC0BE145}" dt="2026-05-06T16:43:29.468" v="0" actId="9405"/>
        <pc:sldMkLst>
          <pc:docMk/>
          <pc:sldMk cId="860397840" sldId="525"/>
        </pc:sldMkLst>
        <pc:inkChg chg="add">
          <ac:chgData name="Eskandari, Marzieh" userId="6f7e8ab1-ced9-4cd8-8d9c-9e0f76df628a" providerId="ADAL" clId="{5F4653E6-588C-449F-882E-1257AC0BE145}" dt="2026-05-06T16:43:29.468" v="0" actId="9405"/>
          <ac:inkMkLst>
            <pc:docMk/>
            <pc:sldMk cId="860397840" sldId="525"/>
            <ac:inkMk id="3" creationId="{B805ECCA-99F7-FAD2-F6E0-C863D57B7423}"/>
          </ac:inkMkLst>
        </pc:inkChg>
      </pc:sldChg>
      <pc:sldChg chg="addSp mod">
        <pc:chgData name="Eskandari, Marzieh" userId="6f7e8ab1-ced9-4cd8-8d9c-9e0f76df628a" providerId="ADAL" clId="{5F4653E6-588C-449F-882E-1257AC0BE145}" dt="2026-05-06T16:44:18.445" v="1" actId="9405"/>
        <pc:sldMkLst>
          <pc:docMk/>
          <pc:sldMk cId="3680946571" sldId="549"/>
        </pc:sldMkLst>
        <pc:inkChg chg="add">
          <ac:chgData name="Eskandari, Marzieh" userId="6f7e8ab1-ced9-4cd8-8d9c-9e0f76df628a" providerId="ADAL" clId="{5F4653E6-588C-449F-882E-1257AC0BE145}" dt="2026-05-06T16:44:18.445" v="1" actId="9405"/>
          <ac:inkMkLst>
            <pc:docMk/>
            <pc:sldMk cId="3680946571" sldId="549"/>
            <ac:inkMk id="6" creationId="{F4B0A5BA-6EE0-ED21-888C-8FCFAF1BF389}"/>
          </ac:inkMkLst>
        </pc:inkChg>
      </pc:sldChg>
      <pc:sldChg chg="addSp modSp mod">
        <pc:chgData name="Eskandari, Marzieh" userId="6f7e8ab1-ced9-4cd8-8d9c-9e0f76df628a" providerId="ADAL" clId="{5F4653E6-588C-449F-882E-1257AC0BE145}" dt="2026-05-06T16:46:12.905" v="21"/>
        <pc:sldMkLst>
          <pc:docMk/>
          <pc:sldMk cId="1236934802" sldId="690"/>
        </pc:sldMkLst>
        <pc:grpChg chg="mod">
          <ac:chgData name="Eskandari, Marzieh" userId="6f7e8ab1-ced9-4cd8-8d9c-9e0f76df628a" providerId="ADAL" clId="{5F4653E6-588C-449F-882E-1257AC0BE145}" dt="2026-05-06T16:46:12.905" v="21"/>
          <ac:grpSpMkLst>
            <pc:docMk/>
            <pc:sldMk cId="1236934802" sldId="690"/>
            <ac:grpSpMk id="21" creationId="{1086B55B-67DA-ACA7-0BD0-DFEB5925C2B1}"/>
          </ac:grpSpMkLst>
        </pc:grpChg>
        <pc:inkChg chg="add mod">
          <ac:chgData name="Eskandari, Marzieh" userId="6f7e8ab1-ced9-4cd8-8d9c-9e0f76df628a" providerId="ADAL" clId="{5F4653E6-588C-449F-882E-1257AC0BE145}" dt="2026-05-06T16:46:12.905" v="21"/>
          <ac:inkMkLst>
            <pc:docMk/>
            <pc:sldMk cId="1236934802" sldId="690"/>
            <ac:inkMk id="6" creationId="{EFAF452A-34D1-38A0-D1EC-CF77B15EFC3B}"/>
          </ac:inkMkLst>
        </pc:inkChg>
        <pc:inkChg chg="add mod">
          <ac:chgData name="Eskandari, Marzieh" userId="6f7e8ab1-ced9-4cd8-8d9c-9e0f76df628a" providerId="ADAL" clId="{5F4653E6-588C-449F-882E-1257AC0BE145}" dt="2026-05-06T16:46:12.905" v="21"/>
          <ac:inkMkLst>
            <pc:docMk/>
            <pc:sldMk cId="1236934802" sldId="690"/>
            <ac:inkMk id="8" creationId="{28717DA7-457B-E0ED-4E02-48158617CF6E}"/>
          </ac:inkMkLst>
        </pc:inkChg>
        <pc:inkChg chg="add mod">
          <ac:chgData name="Eskandari, Marzieh" userId="6f7e8ab1-ced9-4cd8-8d9c-9e0f76df628a" providerId="ADAL" clId="{5F4653E6-588C-449F-882E-1257AC0BE145}" dt="2026-05-06T16:46:12.905" v="21"/>
          <ac:inkMkLst>
            <pc:docMk/>
            <pc:sldMk cId="1236934802" sldId="690"/>
            <ac:inkMk id="12" creationId="{9F5B0819-F459-A2E9-E74C-5C5FD58D728C}"/>
          </ac:inkMkLst>
        </pc:inkChg>
        <pc:inkChg chg="add mod">
          <ac:chgData name="Eskandari, Marzieh" userId="6f7e8ab1-ced9-4cd8-8d9c-9e0f76df628a" providerId="ADAL" clId="{5F4653E6-588C-449F-882E-1257AC0BE145}" dt="2026-05-06T16:46:12.905" v="21"/>
          <ac:inkMkLst>
            <pc:docMk/>
            <pc:sldMk cId="1236934802" sldId="690"/>
            <ac:inkMk id="15" creationId="{04BC0AEC-189F-FC4B-C224-966A8798B85E}"/>
          </ac:inkMkLst>
        </pc:inkChg>
        <pc:inkChg chg="add mod">
          <ac:chgData name="Eskandari, Marzieh" userId="6f7e8ab1-ced9-4cd8-8d9c-9e0f76df628a" providerId="ADAL" clId="{5F4653E6-588C-449F-882E-1257AC0BE145}" dt="2026-05-06T16:46:12.905" v="21"/>
          <ac:inkMkLst>
            <pc:docMk/>
            <pc:sldMk cId="1236934802" sldId="690"/>
            <ac:inkMk id="16" creationId="{847F01CD-1FAA-D828-6AF8-C1771B0FAABB}"/>
          </ac:inkMkLst>
        </pc:inkChg>
        <pc:inkChg chg="add mod">
          <ac:chgData name="Eskandari, Marzieh" userId="6f7e8ab1-ced9-4cd8-8d9c-9e0f76df628a" providerId="ADAL" clId="{5F4653E6-588C-449F-882E-1257AC0BE145}" dt="2026-05-06T16:46:12.905" v="21"/>
          <ac:inkMkLst>
            <pc:docMk/>
            <pc:sldMk cId="1236934802" sldId="690"/>
            <ac:inkMk id="17" creationId="{A2700425-FC6C-0D99-6AE7-19C54AF7880F}"/>
          </ac:inkMkLst>
        </pc:inkChg>
        <pc:inkChg chg="add mod">
          <ac:chgData name="Eskandari, Marzieh" userId="6f7e8ab1-ced9-4cd8-8d9c-9e0f76df628a" providerId="ADAL" clId="{5F4653E6-588C-449F-882E-1257AC0BE145}" dt="2026-05-06T16:46:12.905" v="21"/>
          <ac:inkMkLst>
            <pc:docMk/>
            <pc:sldMk cId="1236934802" sldId="690"/>
            <ac:inkMk id="18" creationId="{DCBC822F-EF08-109F-E613-8DE07B99A42A}"/>
          </ac:inkMkLst>
        </pc:inkChg>
        <pc:inkChg chg="add mod">
          <ac:chgData name="Eskandari, Marzieh" userId="6f7e8ab1-ced9-4cd8-8d9c-9e0f76df628a" providerId="ADAL" clId="{5F4653E6-588C-449F-882E-1257AC0BE145}" dt="2026-05-06T16:46:12.905" v="21"/>
          <ac:inkMkLst>
            <pc:docMk/>
            <pc:sldMk cId="1236934802" sldId="690"/>
            <ac:inkMk id="20" creationId="{890191DE-82C3-DD9C-2B93-6C6A870D8D4C}"/>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3:29.453"/>
    </inkml:context>
    <inkml:brush xml:id="br0">
      <inkml:brushProperty name="width" value="0.025" units="cm"/>
      <inkml:brushProperty name="height" value="0.025" units="cm"/>
    </inkml:brush>
  </inkml:definitions>
  <inkml:trace contextRef="#ctx0" brushRef="#br0">4321 2931 248,'-986'262'1876,"930"-248"-1782,-728 125 833,571-120 333,-368-13 0,417-17-586,-219-40-1,309 35-568,0-3 0,1-3-1,1-3 1,2-3 0,-83-46-1,82 33 387,-87-66-1,124 80-228,1-2-1,1-2 1,1 0-1,-30-42 1,35 38-73,1-1 1,2-1-1,2-2 1,1 0-1,2-1 1,2-1-1,1 0 1,-16-82-1,23 84-157,2 0-1,1-1 1,3 0-1,1 0 0,5-49 1,-3 82-18,0 0 0,1 0 1,-1 0-1,2 0 0,5-12 1,-8 17 6,1 0 1,0 1-1,1-1 1,-1 0-1,0 0 0,0 1 1,1-1-1,-1 1 1,1-1-1,-1 1 1,1 0-1,0 0 1,-1-1-1,1 1 1,0 0-1,0 1 1,0-1-1,0 0 1,0 0-1,0 1 0,0-1 1,0 1-1,0 0 1,2 0-1,-3-1 70,0 1-1,-1 0 1,1-1-1,0 1 1,-1 0-1,1-1 1,-1 1-1,1-1 1,-1 1-1,1-1 1,-1 1-1,1-1 1,-1 0-1,1 1 0,-1-1 1,1 1-1,-1-1 1,0 0-1,0 1 1,1-1-1,-1-1 1,9-24 316,0 1-209,123-204 649,-51 94-461,71-111 69,-108 182-300,92-98 1,-48 75-75,4 4 1,138-97 0,225-104-73,-336 221 24,3 5-1,2 6 1,234-65-1,-165 71 279,383-40-1,-250 61-56,428 20 0,-585 16-94,0 8 0,-1 6 0,-2 8-1,222 74 1,-285-70-122,-1 5-1,-3 4 1,-1 5-1,-3 3 1,-2 5-1,117 96 1,-170-120-5,-2 1 0,-1 1 1,-2 2-1,58 87 0,-75-97 10,-1 2-1,-1 0 1,-2 1-1,-1 1 0,-2 0 1,-1 1-1,-1 0 1,5 47-1,-8-18 79,-3-1 0,-2 1 0,-3 0 0,-15 93 0,8-109-28,-2 0 1,-2-1-1,-2-1 0,-1 0 0,-3-1 0,-38 65 1,19-51 42,-2-1 0,-2-2 0,-89 89 0,67-85 14,-2-2 1,-116 75-1,57-58-4,-3-6 1,-2-5-1,-212 71 0,-73 1-16,-4-19 1,-6-17-1,-473 46 0,514-114-199,0-17 1,-584-51-1,406-46-1806,300 15 1070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00.632"/>
    </inkml:context>
    <inkml:brush xml:id="br0">
      <inkml:brushProperty name="width" value="0.035" units="cm"/>
      <inkml:brushProperty name="height" value="0.035" units="cm"/>
    </inkml:brush>
  </inkml:definitions>
  <inkml:trace contextRef="#ctx0" brushRef="#br0">3766 2944 2953,'-237'243'3037,"21"-18"-2544,157-174-361,-2-3 0,-2-2-1,-3-3 1,-84 41 0,60-42 284,-1-4 0,-184 50-1,136-58 159,0-5-1,-2-7 0,-1-6 0,-266-11 1,49-39 541,269 22-516,-173-56 0,206 51-360,1-2 0,1-3 0,-97-62 0,113 61-174,2-2 0,1-1 1,2-2-1,1-1 0,-50-65 1,59 65-57,1-2 1,1 0 0,2-2 0,2 0 0,2-1 0,1-1 0,1 0 0,3-1 0,1 0-1,2-1 1,-5-68 0,13 44-20,2 0-1,2 0 1,4 0-1,3 1 0,30-105 1,5 29-26,91-190 1,-42 136 24,7 5 0,141-195 0,-145 250 49,5 4 0,7 4 0,162-144 1,-199 207 20,3 4 1,88-53 0,-99 74-2,2 3 0,1 2 1,85-26-1,-77 35-12,2 4 1,0 4 0,1 2-1,0 5 1,1 2-1,0 5 1,0 2 0,120 18-1,-130-8-21,0 4 0,-1 3-1,-1 3 1,-1 2-1,-1 4 1,-1 3-1,-1 2 1,-2 3 0,108 78-1,-103-57 19,-3 3 0,-2 2 1,-3 4-1,-3 2 0,-2 2 0,-4 2 0,-2 3 0,-4 1 0,-3 3 1,41 109-1,-52-104 56,-3 1 1,-4 1 0,-4 1-1,-4 0 1,-3 2 0,-4 0-1,-4 0 1,-3 0 0,-5 0-1,-18 112 1,9-130-34,-2-2 0,-4 0 0,-3 0 0,-2-2 0,-4-1 0,-2-2 0,-3 0 0,-43 60 0,27-56-6,-3-3 0,-87 84 0,-142 86 1,199-175-597,-3-4 1,-178 82-1,40-42-190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08.769"/>
    </inkml:context>
    <inkml:brush xml:id="br0">
      <inkml:brushProperty name="width" value="0.035" units="cm"/>
      <inkml:brushProperty name="height" value="0.035" units="cm"/>
    </inkml:brush>
  </inkml:definitions>
  <inkml:trace contextRef="#ctx0" brushRef="#br0">685 412 632,'-355'-237'1182,"219"152"682,118 74-1426,-63-38 1588,72 44-1748,-1 0 0,1 1 0,-1 1 0,0-1 0,0 1 0,-14-1 0,23 3-263,1 1 0,-1 0-1,1 0 1,-1 0 0,1 0 0,0 0-1,-1 0 1,1 0 0,-1 0-1,1 0 1,-1 0 0,1 0-1,0 0 1,-1 0 0,1 0-1,-1 0 1,1 1 0,0-1 0,-1 0-1,1 0 1,-1 0 0,1 1-1,0-1 1,-1 0 0,1 0-1,0 1 1,-1-1 0,1 1 0,0-1 2,0 1 0,0 0 1,0 0-1,0-1 0,1 1 1,-1 0-1,0-1 0,0 1 1,1-1-1,-1 1 1,0 0-1,1-1 0,-1 1 1,1-1-1,-1 1 0,1-1 1,-1 1-1,1-1 1,0 1-1,12 9 205,0 0 1,0-2-1,1 1 1,23 9-1,178 67 1057,15-16-750,-141-43-391,136 39 57,326 100 138,-10 37 138,255 181 366,-378-174-470,-232-119-244,820 386 570,-1002-474-690,713 322 314,-631-290-303,-68-29-13,1 2-1,-1 0 0,-1 1 0,1 1 1,-1 1-1,28 21 0,-38-26 6,37 30-12,-41-33 17,-1 0 0,1 0 0,0-1 0,0 1 0,0-1 1,-1 0-1,1 0 0,1 0 0,-1 0 0,0 0 0,0-1 0,0 0 1,0 1-1,5-1 0,-8 0-3,1 0 0,-1-1 1,0 1-1,0 0 0,0 0 0,0 0 1,1 0-1,-1 0 0,0 0 0,0 0 1,0-1-1,0 1 0,0 0 0,0 0 1,1 0-1,-1 0 0,0 0 0,0-1 1,0 1-1,0 0 0,0 0 0,0 0 1,0-1-1,0 1 0,0 0 0,0 0 1,0 0-1,0 0 0,0-1 0,0 1 0,0 0 1,0 0-1,0 0 0,0-1 0,0 1 1,0 0-1,0 0 0,0 0 0,0 0 1,0-1-1,0 1 0,-1 0 0,1 0 1,0 0-1,0 0 0,0 0 0,0-1 1,0 1-1,0 0 0,-1 0 0,1 0 1,0 0-1,0 0 0,0 0 0,0 0 1,-1 0-1,1-1 0,0 1 0,-12-9 283,-10 2-118,0 0 0,0 1 0,-39-5 0,-2 0-50,-55-18 1,1-5 0,1-5 0,-112-56-1,-322-187 266,105 49-171,-442-148-26,428 192-183,-264-114-115,642 270 34,-36-14-778,-151-84 1,253 122 11,0-1 1,-24-21 0,-2-12-996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09.516"/>
    </inkml:context>
    <inkml:brush xml:id="br0">
      <inkml:brushProperty name="width" value="0.035" units="cm"/>
      <inkml:brushProperty name="height" value="0.035" units="cm"/>
    </inkml:brush>
  </inkml:definitions>
  <inkml:trace contextRef="#ctx0" brushRef="#br0">186 2953 6169,'-107'-2'2802,"46"4"-1308,61-2-1482,-1 0 1,0 0-1,1 0 0,-1 0 0,0 0 1,1 0-1,-1 0 0,1 0 1,-1 0-1,0 0 0,1-1 1,-1 1-1,0 0 0,1 0 1,-1-1-1,1 1 0,-1 0 1,1-1-1,-1 1 0,1 0 0,-1-1 1,1 1-1,-1-1 0,1 1 1,-1-1-1,1 1 0,0-1 1,-1 1-1,1-1 0,0 0 1,0 1-1,-1-1 0,1 1 1,0-1-1,0-1 0,0-26 348,0 26-343,10-52 526,3 0-1,2 0 1,25-59 0,-31 86-423,67-163 614,176-319 1,-34 54-44,-35-16 433,-35 85-55,-124 325-904,3 2 0,2 2 0,2 0 0,47-63 0,-62 99-132,0 2 0,1 0 0,1 1 0,1 0 0,0 2 0,2 0 0,-1 1 0,2 1 0,0 1 0,0 2 0,1 0 0,1 1 0,41-12 0,-36 16-42,1 1 1,0 1-1,0 1 1,-1 2-1,1 1 0,0 1 1,0 2-1,0 1 0,-1 1 1,1 2-1,-2 0 0,1 3 1,-1 0-1,0 1 0,-1 2 1,50 32-1,-54-29-463,-1 1-1,0 1 1,-1 1-1,-2 1 1,0 0-1,29 41 1,0 19-783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10.370"/>
    </inkml:context>
    <inkml:brush xml:id="br0">
      <inkml:brushProperty name="width" value="0.035" units="cm"/>
      <inkml:brushProperty name="height" value="0.035" units="cm"/>
    </inkml:brush>
  </inkml:definitions>
  <inkml:trace contextRef="#ctx0" brushRef="#br0">5478 1584 9778,'-66'88'1096,"-71"125"1,73-109-910,-4-4 1,-5-2 0,-4-4 0,-109 104-1,81-104-63,-3-5 0,-208 129 1,-271 90 988,445-246-808,-2-6 0,-3-6 0,-1-6 0,-272 41-1,278-69-253,-1-7-1,0-6 0,-1-6 0,2-6 0,-1-7 1,-140-34-1,172 23 58,1-4 0,2-5 0,2-5 0,1-4 0,3-5 0,2-4-1,2-5 1,-93-73 0,138 89 106,1-2-1,3-3 1,-75-93 0,93 100-81,2-1 0,2-1 0,2-2 0,2 0 0,-29-83 0,38 83-86,3-1 1,1-1-1,2 0 0,2 0 1,3 0-1,1-1 1,3 0-1,2 1 1,11-67-1,-2 56-43,3 0 0,2 1 0,3 1 0,2 0 0,2 2 0,3 1 0,40-60 0,-17 41-12,112-120 0,-88 114-7,122-97 0,-84 90-4,4 6 0,177-92 0,-141 96-22,273-92 0,-252 115-16,3 7 0,1 9 0,2 6 1,1 9-1,193 2 0,14 43-41,-304-13 78,0 4-1,100 31 1,-121-24 20,-1 2 1,-2 4-1,-1 1 0,-1 4 0,-1 1 1,-2 3-1,-2 3 0,-1 1 0,-3 3 1,-1 2-1,-2 2 0,56 78 0,-69-79-9,-2 1-1,-3 1 1,-1 1-1,-3 1 1,-2 1-1,19 72 1,-29-77-39,-1 0 0,-3 1 1,-2 0-1,-2 0 0,-2 1 0,-3-1 0,-12 87 1,3-83-423,-2 0 0,-3-1 1,-1-1-1,-3-1 1,-2 0-1,-2-2 0,-41 61 1,-93 123-1458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10.944"/>
    </inkml:context>
    <inkml:brush xml:id="br0">
      <inkml:brushProperty name="width" value="0.035" units="cm"/>
      <inkml:brushProperty name="height" value="0.035" units="cm"/>
    </inkml:brush>
  </inkml:definitions>
  <inkml:trace contextRef="#ctx0" brushRef="#br0">4368 2742 17380,'-669'172'1171,"476"-119"-1233,17-9-53,-1-7-1,-2-7 1,-1-9-1,-316-3 1,309-27 82,-249-44 1,290 24 26,2-7 1,-169-64-1,222 64 19,2-4 0,2-3-1,-141-95 1,169 95 14,1-3 0,3-2 0,1-3 0,3-1 0,-72-96 0,99 114 6,2-1 1,1-1 0,1-1-1,2 0 1,-24-78 0,34 86-7,1-1 0,1 1 0,2-1 0,2-1 0,0 1 0,2 0 0,1-1 0,10-56 0,-2 49-6,1 0 1,3 1-1,1 1 0,1 0 1,2 0-1,2 2 1,42-60-1,-12 31 7,2 2 0,115-104 0,-46 65-19,4 5 1,203-117 0,22 25-10,-172 112-5,3 7 0,3 8 1,3 8-1,317-47 0,-345 80-2,1 6 0,1 7 1,0 8-1,210 27 0,-263-12 4,-1 3 0,0 6 0,-2 4 0,-2 5 0,-1 4 1,-2 4-1,121 72 0,-129-55 1,-2 3 0,-3 5 1,-2 3-1,-4 3 0,-4 4 1,-3 3-1,77 111 0,-91-106 15,-3 2 1,-4 3-1,59 143 0,-89-178-173,-2 2 0,-3 0 1,-2 0-1,-3 2 0,-3-1 0,-2 1 1,-1 89-1,-26 29-360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11.259"/>
    </inkml:context>
    <inkml:brush xml:id="br0">
      <inkml:brushProperty name="width" value="0.035" units="cm"/>
      <inkml:brushProperty name="height" value="0.035" units="cm"/>
    </inkml:brush>
  </inkml:definitions>
  <inkml:trace contextRef="#ctx0" brushRef="#br0">1496 1231 18068,'-205'-149'512,"36"11"-200,3 0-160,2 6-120,2 5-8,20 8-8,6 7-16,15 12-8,17 12-40,31 30-240,19 12-432,58 29-1721,31 11-1872,60 10 1969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11.680"/>
    </inkml:context>
    <inkml:brush xml:id="br0">
      <inkml:brushProperty name="width" value="0.035" units="cm"/>
      <inkml:brushProperty name="height" value="0.035" units="cm"/>
    </inkml:brush>
  </inkml:definitions>
  <inkml:trace contextRef="#ctx0" brushRef="#br0">610 681 7426,'-26'-23'170,"-36"-36"1,9-13 109,31 52-269,-1 1 0,-1 1-1,-26-16 1,-52-39-89,77 49 75,1 0 0,1-1 0,2-1 0,-30-46-1,-53-119 2193,134 244 936,257 398-283,-141-232-2572,-88-129-277,185 276 162,-165-259-490,124 130 1,-99-127-666,-9 3 230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12.083"/>
    </inkml:context>
    <inkml:brush xml:id="br0">
      <inkml:brushProperty name="width" value="0.035" units="cm"/>
      <inkml:brushProperty name="height" value="0.035" units="cm"/>
    </inkml:brush>
  </inkml:definitions>
  <inkml:trace contextRef="#ctx0" brushRef="#br0">1 162 12291,'58'-43'496,"56"19"-296,18 0-376,6 5-664,-4-7-609,-22 0 753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12.224"/>
    </inkml:context>
    <inkml:brush xml:id="br0">
      <inkml:brushProperty name="width" value="0.035" units="cm"/>
      <inkml:brushProperty name="height" value="0.035" units="cm"/>
    </inkml:brush>
  </inkml:definitions>
  <inkml:trace contextRef="#ctx0" brushRef="#br0">35 5 8194,'-24'-4'1536,"16"45"1545,6 26-761,6 56-1216,9 34-263,4 46-737,7 11-937,10 1 497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2.436"/>
    </inkml:context>
    <inkml:brush xml:id="br0">
      <inkml:brushProperty name="width" value="0.035" units="cm"/>
      <inkml:brushProperty name="height" value="0.035" units="cm"/>
    </inkml:brush>
  </inkml:definitions>
  <inkml:trace contextRef="#ctx0" brushRef="#br0">1 517 4473,'21'-37'151,"112"-182"1550,-108 182-870,2 2 0,1 1 1,59-54-1,-79 80-638,1 1 0,0 0 0,1 0 0,-1 1 0,1 0 0,0 1 0,1 0 0,-1 1 0,13-3 0,-18 5-105,1 1-1,0 1 1,0-1 0,-1 1 0,1 0-1,0 0 1,0 1 0,-1-1 0,1 2-1,0-1 1,-1 0 0,1 1-1,-1 0 1,1 0 0,-1 1 0,0-1-1,0 1 1,6 4 0,-3-1 21,-1 0-1,0 1 1,0-1 0,-1 1 0,1 1 0,-1-1-1,-1 1 1,8 13 0,-3-1 123,-2 0 0,13 39 0,-10-15 70,-1 1-1,5 62 1,-5 96 431,-13 93 165,-19 83-60,-16 56-134,-18 67-88,-11 53-74,-40 261 65,-80 664 290,68 3 127,173 921 570,169-459-981,-134-1238-625,-87-696-3,62 714-2848,-63-583 1704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4.466"/>
    </inkml:context>
    <inkml:brush xml:id="br0">
      <inkml:brushProperty name="width" value="0.035" units="cm"/>
      <inkml:brushProperty name="height" value="0.035" units="cm"/>
    </inkml:brush>
  </inkml:definitions>
  <inkml:trace contextRef="#ctx0" brushRef="#br0">795 39 8082,'-2'-3'85,"1"0"0,-1 1 0,0-1 0,1 1 0,-1-1 0,0 1 0,-1 0 0,1 0 0,0 0 0,-1 0 0,1 0 1,-1 0-1,1 1 0,-1-1 0,-4-1 0,3 2-26,1 1 1,0-1-1,0 1 0,-1 0 1,1 0-1,0 0 0,-1 0 1,1 1-1,0 0 1,-1-1-1,1 1 0,0 0 1,0 0-1,0 1 1,-3 1-1,-13 7 44,2 0-1,-1 2 1,1 0-1,1 0 1,-26 27 0,6 0 18,-33 46 1,37-40 135,3 2 1,2 0 0,2 2-1,2 1 1,2 0 0,2 2-1,3 0 1,2 1-1,2 1 1,-7 86 0,16-108-99,2 1 1,1-1-1,6 48 0,-4-68-131,0 0-1,1 0 0,0 0 0,1 0 0,1-1 0,0 0 1,0 1-1,1-2 0,0 1 0,1-1 0,0 0 0,9 9 1,-10-13-19,-1-1 1,2 1-1,-1-1 1,0-1-1,1 1 1,0-1 0,0-1-1,0 1 1,0-1-1,1 0 1,11 2 0,-8-3 1,1 0 1,-1-1 0,1 0 0,-1-1 0,1 0 0,-1-1 0,15-3 0,-1-1 13,0-2 1,-1-1 0,-1-1-1,1-1 1,-1-1-1,35-23 1,-18 6 151,-1-1 1,-1-2-1,-2-1 0,-1-2 1,-2-2-1,-2 0 1,-1-3-1,-1 0 0,-3-2 1,-1-1-1,-2-1 0,-2 0 1,21-66-1,-36 92-78,-2-1 0,0 1 0,-1-1 0,-1 0 1,0 0-1,-1 0 0,-1 0 0,-4-30 0,2 37-82,0 1 0,-1 0-1,0 1 1,-1-1 0,0 0 0,0 1 0,-1 0 0,0 0 0,-1 0 0,0 1 0,0 0 0,-1 0-1,0 0 1,0 1 0,-1 0 0,-11-8 0,4 6-15,0 0-1,0 0 0,-1 2 1,-1 0-1,1 1 1,-1 0-1,0 2 0,-21-4 1,-5 2-6,-1 2-1,-52 1 1,7 8-441,0 4 0,0 3 0,1 4 0,1 5 0,-119 43 0,133-37-402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4.764"/>
    </inkml:context>
    <inkml:brush xml:id="br0">
      <inkml:brushProperty name="width" value="0.035" units="cm"/>
      <inkml:brushProperty name="height" value="0.035" units="cm"/>
    </inkml:brush>
  </inkml:definitions>
  <inkml:trace contextRef="#ctx0" brushRef="#br0">9 0 19612,'-9'80'448,"9"47"-192,5 18-112,8 15-80,-2 10-24,-5 18 8,-6-3-16,0-12 32,-2-18 0,4-40 8,9-18 0,10-37-56,5-14-160,11-34-1040,4-14-1952,17-34 1607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6.743"/>
    </inkml:context>
    <inkml:brush xml:id="br0">
      <inkml:brushProperty name="width" value="0.035" units="cm"/>
      <inkml:brushProperty name="height" value="0.035" units="cm"/>
    </inkml:brush>
  </inkml:definitions>
  <inkml:trace contextRef="#ctx0" brushRef="#br0">179 0 12939,'-1'0'20,"0"1"0,-1-1 0,1 0 0,0 0 0,-1 1 0,1-1 0,0 1 0,0-1 0,-1 1 0,1 0 0,0-1 0,0 1 0,0 0 0,0 0 0,0 0 0,0 0 0,0 0 0,0 0 0,0 0 0,0 0 0,0 0 0,1 0 0,-1 1 0,1-1 0,-2 3 0,1 1 12,1 0 0,0 0 1,0 1-1,0-1 0,0 0 0,2 6 0,-1-2-4,15 137 94,-6 277 0,-50-75-43,-25-5-21,0 8 57,57-284 17,7-65-113,1-1-1,0 0 0,0 1 1,0-1-1,0 0 0,0 0 1,0 1-1,1-1 0,-1 0 1,0 0-1,1 1 0,-1-1 1,0 0-1,1 0 1,0 0-1,-1 0 0,1 0 1,1 2-1,-1-3-4,-1 0 0,1 0 1,0 0-1,0 1 0,0-1 1,0 0-1,0-1 0,-1 1 1,1 0-1,0 0 0,0 0 0,0 0 1,0-1-1,-1 1 0,1 0 1,0-1-1,0 1 0,0-1 0,-1 1 1,1-1-1,0 1 0,-1-1 1,1 1-1,-1-1 0,2-1 1,23-22 142,0-2 1,-2-1 0,37-56 0,-31 43-160,81-117-9,129-169-32,-182 255 35,3 4 1,98-86-1,-137 136 29,45-30 0,-59 45 116,-7 6-58,-8 10 95,-36 39 464,-3 4 314,-62 97 0,28-1-202,68-123-625,1-1 0,2 2 0,-10 45 1,18-66-105,0 1 0,1 0 0,0 0 0,1 0 0,0 0 0,1 0 0,2 11 1,-2-18-21,0 1 1,0-1 0,0 0 0,1-1-1,-1 1 1,1 0 0,0 0 0,1-1 0,-1 1-1,0-1 1,1 1 0,0-1 0,0 0-1,0 0 1,0-1 0,0 1 0,1-1 0,-1 1-1,1-1 1,-1 0 0,8 3 0,1-2-31,-1 1-1,1-2 1,0 0 0,-1 0 0,1-1 0,0 0 0,0-1 0,0-1 0,19-3 0,-2-1-172,-1-1-1,52-19 1,-12-4-281,-1-2 0,-1-3 0,-2-3 0,110-84-1,-51 19 370,130-138-1,-239 226 148,2-2 72,0 1 1,19-15-1,-34 29-79,1-1-1,-1 1 1,1 0-1,-1 0 0,1 0 1,0 0-1,-1 1 1,1-1-1,0 0 1,0 1-1,0-1 0,-1 1 1,1-1-1,0 1 1,3 0-1,-4 1 0,0-1 0,0 1-1,0 0 1,0-1 0,0 1 0,0 0-1,0 0 1,0 0 0,-1 0 0,1 0 0,0 0-1,0 0 1,-1 0 0,1 0 0,-1 0-1,1 1 1,-1-1 0,0 0 0,1 0-1,-1 1 1,0-1 0,0 0 0,0 0-1,0 1 1,0-1 0,0 0 0,0 2 0,0 30 233,-1 1 0,-1-1 0,-13 56 1,8-44-152,-20 104 144,6-38-131,-7 131 0,28-240-115,-1 0 0,1 1 0,0-1 0,0 1 0,0-1 0,0 1 0,1-1 0,-1 0 0,1 1 0,-1-1 0,1 0 0,0 1 0,0-1 0,2 4 0,-2-6-4,-1 1 1,0-1-1,1 0 0,-1 0 1,0 0-1,1 1 1,-1-1-1,1 0 1,-1 0-1,1 0 0,-1 0 1,0 0-1,1 0 1,-1 0-1,1 0 0,-1 0 1,1 0-1,-1 0 1,1 0-1,-1 0 1,0 0-1,1 0 0,-1 0 1,1 0-1,-1 0 1,1-1-1,16-13 52,9-20-28,-3-1 0,0-1-1,-2-1 1,15-39 0,-10 24-19,-2 3-8,53-99 5,-62 122-11,2 0 0,1 2 0,29-32 0,-41 49 0,1 0 0,0 1 0,1 0 0,0 0 0,0 1 1,11-6-1,-16 9 2,1 0 1,0 1 0,0 0 0,0 0-1,-1 0 1,1 0 0,0 0-1,0 1 1,0 0 0,1 0-1,-1 0 1,0 0 0,0 0-1,0 1 1,0 0 0,0 0 0,5 2-1,-3 0 0,0 0 0,-1 0 0,0 1-1,1-1 1,-1 1 0,-1 1 0,1-1 0,-1 0 0,1 1-1,3 5 1,5 10-6,16 28 0,-22-36 6,6 11 3,7 13 1,27 35 0,-40-61 0,1 0 0,0-1 1,1 0-1,0-1 0,1 1 0,0-2 0,0 0 0,11 7 0,-14-11 0,-1-1 0,1 1 0,0-1 0,0 0 0,0-1 0,0 1-1,0-1 1,0-1 0,0 1 0,1-1 0,-1-1 0,0 1 0,0-1 0,0-1-1,0 1 1,0-1 0,0 0 0,7-4 0,6-2 4,-1-2-1,0-1 1,0 0 0,29-24-1,-14 8 11,-2-1 0,33-36 0,-54 51-8,0 1 0,-1-1 1,-1-1-1,0 0 0,0 0 1,-2-1-1,0 0 1,9-25-1,-16 38-5,1 1-1,-1-1 1,0 1 0,1 0 0,-1-1 0,0 1-1,0-1 1,0 1 0,0-1 0,0 1-1,0-1 1,0 1 0,0-1 0,0 1 0,-1-1-1,1 1 1,-1 0 0,1-1 0,-1 1-1,0-1 1,0 0 0,-1 1-1,1 0-1,0 0 1,0 1 0,0-1-1,0 1 1,0-1 0,-1 1-1,1-1 1,0 1 0,0 0-1,-1-1 1,1 1 0,0 0 0,-1 0-1,1 0 1,0 0 0,-1 0-1,-1 1 1,-7 1-5,1 0 0,0 1 0,0 0-1,1 1 1,-14 7 0,-8 7 9,0 1 0,2 1 0,0 2-1,1 1 1,1 1 0,1 1 0,2 1-1,0 2 1,2 0 0,1 1 0,-18 37 0,36-64-3,-17 44-6,18-43 6,0 0-1,1 0 1,-1 1-1,1-1 1,-1 0-1,1 0 1,0 0-1,1 0 1,-1 0-1,0 0 1,1 1-1,1 4 1,-2-7 0,1 0 0,-1-1 0,0 1 0,1 0 0,-1 0 0,0 0 0,1-1 0,0 1 0,-1 0 0,1 0 0,-1-1 0,1 1 0,0-1 0,-1 1 0,1 0 0,0-1 0,0 1 0,-1-1 0,1 0 0,0 1 0,0-1 0,0 0 0,-1 1 0,1-1 0,0 0 0,0 0 0,0 0 0,0 0 0,0 0 0,1 0 0,26-8 9,-25 7-8,35-18 20,-1-2 0,-1-1-1,52-43 1,-33 24-6,-23 18-9,9-8 3,1 2-1,57-29 1,-86 52-6,0 0 1,0 1 0,0 0-1,0 1 1,1 1 0,0 0 0,0 0-1,-1 2 1,1 0 0,0 0-1,0 1 1,0 1 0,16 3 0,-20-2-2,0 1 1,0 0-1,-1 1 1,1 0-1,-1 0 1,0 1-1,0 0 1,-1 1-1,1 0 1,-1 0 0,-1 1-1,13 13 1,0 4 1,-1 2 1,28 48-1,-35-51 4,1-1 0,2-1 0,0 0 0,1-1 0,21 20 0,1-9 17,-26-23-8,-1 1 0,0 0 0,-1 1 0,0 0 0,17 22 0,-14-9 41,-1 0-1,-1 1 1,-1 1 0,-1 0 0,-1 0-1,-1 1 1,6 47 0,-8-20 7,-2 0 1,-7 99 0,3-135-74,-1 0 1,0 0 0,-9 30-1,10-47 5,1 1 0,0 0 0,0 0 0,-1 0-1,1 0 1,-1-1 0,1 1 0,-1 0 0,1 0-1,-1-1 1,1 1 0,-1 0 0,0-1 0,1 1-1,-1-1 1,-1 2 0,2-2 0,-1 0 0,1 0-1,-1 0 1,1-1 0,-1 1 0,1 0 0,-1 0-1,1 0 1,-1 0 0,1 0 0,0 0 0,-1-1-1,1 1 1,-1 0 0,1 0 0,0-1 0,-1 1-1,1 0 1,0-1 0,-1 1 0,1 0 0,0-1-1,-1 1 1,1 0 0,0-1 0,0 1 0,-1-1-1,1 1 1,0 0 0,0-1 0,0 1 0,0-2-1,-8-18-57,1-1 0,2-1 0,0 1 0,-3-40-1,4 34 31,-1-18 17,1 0 0,3 0 0,1-1 1,2 1-1,3 0 0,1 0 0,2 1 0,2 0 0,28-74 0,-18 66 13,3 1 1,1 1-1,48-71 0,-58 101-2,0 1-1,1 0 1,1 1 0,1 1 0,1 0 0,0 2-1,1 0 1,0 1 0,1 1 0,38-19 0,-46 27 0,-1 1 0,1 0 1,1 0-1,-1 1 1,0 1-1,16-1 1,-23 2 0,-1 1 1,1 0 0,0 1 0,0-1-1,-1 1 1,1 0 0,0 0 0,-1 0-1,1 1 1,-1-1 0,1 1 0,-1 0 0,0 1-1,0-1 1,0 1 0,0 0 0,0 0-1,-1 0 1,5 5 0,-3-2-1,-1 0 0,0 0 0,-1 0 0,0 1 0,0-1 0,0 1 0,-1 0 0,0 0 0,0 0 0,0 0 0,-1 0 0,0 0 0,-1 1 0,0 9 0,-1 7-2,-1 0 0,-2 0 0,-6 24 1,3-21-36,-1 0 1,-1-1 0,-1 1-1,-2-2 1,-1 0 0,0 0-1,-2-1 1,-1-1-1,-1 0 1,-1-1 0,0-1-1,-23 19 1,16-19-956,-1 0 0,0-2 0,-34 19 0,18-16-982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7.021"/>
    </inkml:context>
    <inkml:brush xml:id="br0">
      <inkml:brushProperty name="width" value="0.035" units="cm"/>
      <inkml:brushProperty name="height" value="0.035" units="cm"/>
    </inkml:brush>
  </inkml:definitions>
  <inkml:trace contextRef="#ctx0" brushRef="#br0">322 118 9682,'109'-101'4957,"-94"85"-3043,-34 32-1106,4-3-681,-60 47 304,-27 22-1,87-68-352,0 1 0,0 0-1,-24 35 1,37-46-67,-1 0 1,1 0-1,0 0 1,0 0-1,1 0 1,-1 0-1,1 1 1,0-1-1,0 1 0,-1 4 1,2-6 2,0 0 0,1 0 0,-1-1 0,0 1 0,1 0 0,0-1-1,0 1 1,-1 0 0,1-1 0,1 1 0,-1-1 0,0 0 0,1 1 0,-1-1 0,1 0 0,0 0 0,0 0 0,3 3 0,10 7 85,1 0 0,0-1 0,1-1 0,18 8 0,-14-8-33,-1 1 0,26 19 0,-38-24-60,-1 0-1,0 1 1,0-1 0,-1 1-1,0 1 1,0-1-1,-1 1 1,0 0 0,5 10-1,-8-13-5,0 1 0,0-1 1,-1 0-1,0 0 0,0 0 0,0 1 0,-1-1 0,0 0 0,0 1 1,0-1-1,-1 0 0,1 1 0,-1-1 0,-1 0 0,1 0 0,-1 1 1,0-1-1,-2 5 0,-4 3-36,0 1 1,-1-1-1,0-1 1,-1 0-1,0 0 1,-1-1-1,0 0 0,-17 12 1,-109 68-1698,121-81 1343,-61 36-2650,6-2 715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7.976"/>
    </inkml:context>
    <inkml:brush xml:id="br0">
      <inkml:brushProperty name="width" value="0.035" units="cm"/>
      <inkml:brushProperty name="height" value="0.035" units="cm"/>
    </inkml:brush>
  </inkml:definitions>
  <inkml:trace contextRef="#ctx0" brushRef="#br0">128 844 13987,'33'-12'507,"45"-14"1374,-69 24-1578,0 0 1,0 1-1,0-1 0,0 2 0,0-1 0,14 2 0,-21-1-285,0 0-1,-1 0 1,1 0-1,-1 1 1,1-1-1,-1 0 1,1 1-1,-1-1 0,1 1 1,-1 0-1,1-1 1,-1 1-1,0 0 1,1 0-1,-1 0 1,0 0-1,0 0 1,0 0-1,0 0 1,2 2-1,-3-1-11,1-1 0,-1 0 0,0 1 1,0-1-1,1 0 0,-1 1 0,0-1 0,0 0 0,0 1 0,0-1 1,-1 1-1,1-1 0,0 0 0,0 1 0,-1-1 0,1 0 0,-1 1 1,0 1-1,-4 4 12,0 1 1,0 0 0,0-1 0,-1 0 0,-12 11-1,-80 69 559,55-51-45,2 1-1,-69 81 1,102-103-448,9-10-41,6-6 24,1-3-48,0-1 0,0 0-1,0 0 1,-1-1 0,0 0-1,8-8 1,39-48 32,-39 44-38,37-44 22,64-73 4,-88 105-35,1 1 0,40-29-1,-65 55-4,1-1-1,1 0 0,0 0 0,0 0-1,9-3 1,-15 6 0,1 1 1,0 0-1,0-1 1,0 1-1,0 0 0,-1-1 1,1 1-1,0 0 1,0 0-1,0 0 0,0 0 1,0 0-1,0 0 1,0 0-1,0 0 0,-1 1 1,1-1-1,0 0 1,0 0-1,0 1 1,0-1-1,-1 0 0,1 1 1,0-1-1,0 1 1,0-1-1,-1 1 0,1-1 1,0 1-1,-1 0 1,1-1-1,-1 1 0,1 0 1,-1 0-1,1-1 1,-1 1-1,1 0 0,-1 0 1,1 1-1,1 7-4,0 0 0,0 1 0,-1-1 0,0 0 0,-1 1-1,0-1 1,-1 0 0,0 1 0,-2 9 0,-1 20-11,2-18-64,2 1 1,0 0 0,1 0 0,1-1 0,8 32 0,-9-47 19,1 0 1,0 0 0,1 0 0,0 0 0,0 0 0,0-1 0,0 1-1,1-1 1,8 9 0,-9-11 16,1 0 1,-1 0-1,1 0 0,0-1 1,0 0-1,0 0 0,0 0 0,0 0 1,1 0-1,-1-1 0,0 0 1,1 0-1,-1 0 0,1 0 1,6-1-1,-1 0 14,1 0 1,-1-1 0,0-1-1,0 0 1,0 0-1,0-1 1,0 0-1,0 0 1,10-7-1,9-5-41,41-30 1,-43 27 62,62-41 29,155-135 0,-235 185-13,0 1 0,-1-1 0,0-1 0,-1 0 0,0 0 0,11-20 0,-17 28-6,0 1 0,-1 0-1,1-1 1,-1 1-1,1-1 1,-1 1-1,1 0 1,-1-1 0,0 1-1,0-1 1,1 1-1,-1-1 1,0 0-1,0 1 1,-1-1 0,1 1-1,0-1 1,-1 1-1,1-1 1,-1-1-1,0 2 2,0 0-1,0 1 0,0-1 0,1 0 0,-1 1 1,0-1-1,0 1 0,0-1 0,0 1 0,0 0 1,0-1-1,0 1 0,0 0 0,0 0 0,-1 0 0,1-1 1,0 1-1,0 0 0,0 1 0,0-1 0,-2 0 1,-4 1 13,0 1 1,0 0 0,1 0-1,-1 1 1,0 0 0,1 0 0,-10 6-1,-1 4 58,0 1-1,1 0 1,1 2 0,0 0-1,1 0 1,1 1 0,0 1-1,-18 34 1,10-9 88,1 0 0,-27 91-1,36-93-71,-9 64-1,18-89-75,0 1 0,1-1-1,1 1 1,1-1 0,0 1-1,7 28 1,-7-41-14,0 0 1,0-1-1,0 1 0,1-1 0,-1 1 0,1-1 1,0 0-1,0 1 0,0-1 0,0 0 0,1 0 1,-1-1-1,1 1 0,-1 0 0,1-1 1,0 1-1,0-1 0,1 0 0,-1 0 0,0-1 1,1 1-1,-1 0 0,1-1 0,-1 0 0,7 1 1,-1-1-9,0 0 0,0-1 0,0 0 1,0-1-1,0 0 0,0-1 0,0 0 1,0 0-1,12-5 0,15-7-57,-1-2 0,0-2 0,-1-1 1,-1-1-1,43-36 0,142-138-335,-202 179 378,233-234-152,-191 184 147,-3-2 1,48-77 0,-42 37 38,56-132 1,-87 173-2,-23 51-4,26-51 34,-30 59-29,0 2 0,1-1 0,0 0 1,0 1-1,1 0 0,8-8 0,-13 12-8,1 1-1,-1-1 1,1 1 0,-1-1-1,1 1 1,0 0-1,-1-1 1,1 1 0,-1 0-1,1 0 1,0-1-1,-1 1 1,1 0-1,-1 0 1,1 0 0,0 0-1,-1 0 1,1 0-1,0 0 1,-1 0-1,1 0 1,0 0 0,-1 0-1,1 0 1,0 1-1,-1-1 1,1 0 0,-1 0-1,1 1 1,-1-1-1,1 0 1,0 1-1,-1-1 1,1 0 0,-1 1-1,1-1 1,-1 1-1,0-1 1,1 1 0,-1-1-1,1 1 1,-1-1-1,0 1 1,1 0-1,-1-1 1,0 1 0,0 0-1,2 4 20,0 1-1,0-1 1,-1 0-1,0 1 1,1 6-1,1 29 72,-2 0 1,-4 50-1,-18 88 56,18-155-138,-57 329 161,-11 108 56,66-363-170,5-89-49,1 0 1,0 0-1,0-1 1,0 1-1,1 0 1,0 0-1,6 11 1,-8-18-7,1-1 0,0 1 0,0-1 0,0 1 0,0-1 0,0 0 0,1 0 0,-1 1 0,0-1 0,1 0 0,-1 0 0,0 0 0,1 0 0,-1 0 0,1-1 0,-1 1 0,1 0 0,0-1 0,-1 1 0,1-1 0,0 0 0,-1 1 0,1-1 0,2 0 0,0 0 5,0 0 0,0-1-1,0 0 1,1 0-1,-1 0 1,0 0-1,-1 0 1,1-1 0,6-2-1,18-15 16,-2 0 0,1-2-1,-2-1 1,23-26 0,104-107-127,183-242 1,-301 352 68,-3-1 1,-2-2 0,35-77-1,-61 118 33,0 1-1,-1-1 1,0 0-1,0-1 1,1-10-1,-2 17 3,-1 1-1,0 0 1,0-1 0,0 1-1,0-1 1,0 1 0,0 0-1,0-1 1,-1 1 0,1-1-1,0 1 1,0 0 0,0-1-1,0 1 1,0 0 0,0-1-1,-1 1 1,1 0 0,0-1-1,0 1 1,-1 0 0,1-1 0,0 1-1,-1 0 1,1 0 0,0-1-1,0 1 1,-1 0 0,1 0-1,0 0 1,-1-1 0,1 1-1,-1 0 1,1 0 0,-2 0 2,0 0 1,0 1 0,0-1-1,1 1 1,-1-1 0,0 1 0,1 0-1,-1-1 1,0 1 0,1 0-1,-1 0 1,-1 2 0,-14 10 40,1 1 0,1 0 0,0 1 0,1 1 0,-23 32 0,12-10 135,-34 70-1,51-91-98,1 0 0,1 1 0,0-1 0,-5 28 0,10-37-35,0 0-1,0-1 1,1 1-1,0 0 1,0 0-1,1-1 1,0 1-1,1 0 1,-1-1-1,1 1 1,1-1-1,-1 0 1,7 12-1,-4-12 8,0 1-1,0-1 1,1 0-1,1 0 1,-1-1-1,1 1 1,13 8-1,-4-5 25,-1 0 0,2-1-1,22 9 1,8-2-16,0-1 1,1-3-1,1-2 0,97 7 1,206-12-616,90-33-2447,-217 6 1760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8.989"/>
    </inkml:context>
    <inkml:brush xml:id="br0">
      <inkml:brushProperty name="width" value="0.035" units="cm"/>
      <inkml:brushProperty name="height" value="0.035" units="cm"/>
    </inkml:brush>
  </inkml:definitions>
  <inkml:trace contextRef="#ctx0" brushRef="#br0">184 0 17628,'-34'19'656,"-12"55"-88,25 42-336,6 55-184,0 12-16,-1 14-32,-1-1 0,6-2-336,3-15-400,8-45-1153,0-35-1223,4-62 1391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9.143"/>
    </inkml:context>
    <inkml:brush xml:id="br0">
      <inkml:brushProperty name="width" value="0.035" units="cm"/>
      <inkml:brushProperty name="height" value="0.035" units="cm"/>
    </inkml:brush>
  </inkml:definitions>
  <inkml:trace contextRef="#ctx0" brushRef="#br0">197 12 2937,'-88'-11'1680,"27"22"3305,20 8-256,35 28-2264,19 16-721,45 15-1096,26 8-208,50-13-280,22-14-104,29-36-504,12-20-408,10-40-1993,-2-19 1417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9.361"/>
    </inkml:context>
    <inkml:brush xml:id="br0">
      <inkml:brushProperty name="width" value="0.035" units="cm"/>
      <inkml:brushProperty name="height" value="0.035" units="cm"/>
    </inkml:brush>
  </inkml:definitions>
  <inkml:trace contextRef="#ctx0" brushRef="#br0">1 417 16580,'37'-28'600,"75"-6"-8,37-14-344,62-17-232,22-2-304,11 1-992,0 5-953,-20 14 809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9.646"/>
    </inkml:context>
    <inkml:brush xml:id="br0">
      <inkml:brushProperty name="width" value="0.035" units="cm"/>
      <inkml:brushProperty name="height" value="0.035" units="cm"/>
    </inkml:brush>
  </inkml:definitions>
  <inkml:trace contextRef="#ctx0" brushRef="#br0">104 1 7058,'-30'110'1761,"6"2"0,4 0 1,5 2-1,0 152 1,15-260-1722,0 21 273,6 43 0,-5-63-274,0-1 0,1 1 1,0 0-1,0-1 0,0 1 0,1-1 0,0 0 0,0 0 1,1 0-1,0 0 0,5 6 0,-8-11-29,0 1-1,0-1 1,0 0-1,1 0 1,-1 0 0,0 0-1,1 0 1,-1 0 0,0 0-1,1 0 1,-1-1 0,1 1-1,-1-1 1,1 1-1,0-1 1,-1 1 0,1-1-1,0 0 1,-1 0 0,1 1-1,0-1 1,2-1 0,-1 0 5,-1 0 1,1 0 0,-1 0-1,0 0 1,1 0 0,-1-1-1,0 1 1,0-1 0,0 1-1,0-1 1,0 0 0,3-4-1,3-5 43,0-1-1,-1 1 1,-1-1 0,9-20-1,46-147 538,-12 28 160,-37 122-394,0 0 1,31-51-1,-38 73-280,0 0 0,0 0 0,0 0 0,1 1-1,0 0 1,1 0 0,-1 0 0,1 1 0,0 0-1,0 0 1,10-4 0,-13 7-62,0 0 0,0 1 0,0 0 0,1 0 0,-1 0 0,1 1 0,-1-1-1,0 1 1,1 0 0,-1 0 0,1 1 0,-1-1 0,0 1 0,1 0 0,-1 0 0,0 0 0,0 1 0,1 0 0,-1 0 0,-1 0 0,1 0 0,0 0 0,3 4 0,8 5-10,-2 1 1,0 1 0,0 0-1,-1 1 1,-1 1 0,0-1 0,11 21-1,55 120-305,-75-149 267,21 44-455,33 69-1804,-17-60 939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39.894"/>
    </inkml:context>
    <inkml:brush xml:id="br0">
      <inkml:brushProperty name="width" value="0.035" units="cm"/>
      <inkml:brushProperty name="height" value="0.035" units="cm"/>
    </inkml:brush>
  </inkml:definitions>
  <inkml:trace contextRef="#ctx0" brushRef="#br0">0 326 8906,'6'-13'356,"16"-32"1159,-20 42-1265,0 0 0,0 0 0,1 0 0,-1 0 0,1 1 0,0-1 0,-1 1 0,1-1-1,0 1 1,0 0 0,4-2 0,-5 4-156,-1-1 0,1 0-1,0 1 1,0 0 0,0-1-1,0 1 1,0 0 0,0 0 0,-1 0-1,1 0 1,0 0 0,0 0-1,0 1 1,0-1 0,0 0-1,0 1 1,-1 0 0,1-1-1,0 1 1,0 0 0,-1 0-1,1 0 1,-1 0 0,1 0 0,-1 1-1,1-1 1,-1 0 0,0 1-1,1-1 1,-1 1 0,2 2-1,3 5 90,0 1 0,-1-1-1,0 1 1,5 16 0,8 32 162,-2 1 1,9 73 0,7 26 18,-19-115-97,-12-42-252,-1-1 1,0 1-1,0-1 0,0 1 0,1 0 0,-1-1 1,0 1-1,1-1 0,-1 1 0,1-1 0,-1 1 1,1-1-1,-1 0 0,0 1 0,1-1 0,0 1 1,-1-1-1,1 0 0,-1 0 0,1 1 0,-1-1 1,1 0-1,0 0 0,-1 0 0,1 1 0,-1-1 1,1 0-1,0 0 0,-1 0 0,2 0 0,-1-1 18,0 1 0,0-1 0,0 0 1,1 1-1,-1-1 0,0 0 0,0 0 0,0 0 0,0 0 0,0 0 0,-1 0 0,1 0 0,0 0 0,1-2 0,14-25 288,-1-1 0,17-45 0,-8 16-221,21-44-889,4 1 0,77-116 0,-70 138-2767,2 3 656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0.608"/>
    </inkml:context>
    <inkml:brush xml:id="br0">
      <inkml:brushProperty name="width" value="0.035" units="cm"/>
      <inkml:brushProperty name="height" value="0.035" units="cm"/>
    </inkml:brush>
  </inkml:definitions>
  <inkml:trace contextRef="#ctx0" brushRef="#br0">1 602 2369,'9'30'859,"1"-1"0,1-1 1,2 0-1,0-1 0,28 41 1,-34-58-590,1 0-1,0-1 1,1 1 0,0-1 0,0-1-1,1 0 1,0 0 0,0-1 0,1-1-1,0 1 1,0-2 0,1 1 0,0-2-1,-1 1 1,1-2 0,17 4 0,-13-6-226,0 0 1,1 0-1,0-2 1,-1 0 0,0-1-1,1-1 1,-1 0-1,0-1 1,0-1 0,0 0-1,-1-1 1,28-16-1,-20 9 0,-1 0-1,-1-2 1,0-1-1,-1 0 0,-1-2 1,-1 0-1,25-31 0,-38 43 86,-1-1 1,0 1-1,0-1 0,0 0 0,-1 0 0,0 0 0,2-9 0,-5 15-99,1 1 1,-1-1 0,0 1-1,0 0 1,0-1 0,0 1 0,0-1-1,0 1 1,0-1 0,0 1-1,0 0 1,0-1 0,0 1-1,0-1 1,0 1 0,0-1-1,0 1 1,0 0 0,0-1 0,-1 1-1,1-1 1,0 1 0,0 0-1,0-1 1,-1 1 0,1 0-1,0-1 1,-1 1 0,1 0 0,0-1-1,-1 1 1,0-1 0,-14 3 548,-17 13 105,12-1-317,0 1 1,0 1-1,2 1 0,-26 28 0,33-32-281,1 1 0,0-1 0,1 2 0,0-1 0,1 1 1,1 0-1,-9 26 0,15-36-80,-1 1 0,1-1 1,0 1-1,1-1 0,-1 1 1,1-1-1,0 1 0,0-1 1,1 1-1,0-1 0,0 1 1,0-1-1,4 10 0,-4-13-5,0 0 0,0 0-1,0 0 1,0 0 0,1 0-1,-1-1 1,1 1 0,-1-1-1,1 1 1,0-1 0,-1 1-1,1-1 1,0 0 0,0 0-1,2 1 1,-1-1-1,1 0 0,-1 0 0,0-1 0,0 1 0,0-1 0,1 0 0,-1 0 0,0 0 0,0 0 1,1-1-1,-1 1 0,6-2 0,3-2-2,-1-1 1,0 0-1,0 0 1,0-1-1,0-1 0,-1 1 1,13-13-1,65-64-12,-78 73 13,262-302 7,-86 91 244,-175 208-213,7-7 118,31-27 1,-44 42-116,-1 1 1,1 1-1,0-1 1,1 1-1,-1 0 0,1 0 1,-1 1-1,1-1 1,0 1-1,0 0 0,0 1 1,9-2-1,-12 3-25,0 1-1,0-1 0,0 1 0,0-1 1,0 1-1,0 0 0,0 0 0,0 0 1,-1 0-1,1 1 0,0-1 0,-1 1 1,1 0-1,-1 0 0,1 0 0,-1 0 1,0 0-1,0 0 0,0 1 1,0-1-1,0 0 0,0 1 0,1 3 1,4 7 15,-1 0 1,0 0 0,6 20 0,0 16 15,-1 0 0,-3 0 0,3 70 0,-6-53-6,15 73 1,-15-118-33,0-1-1,1 0 1,1 0 0,1-1-1,1 0 1,1 0 0,20 29-1,-26-41-22,1 0 0,1-1 0,-1 1 0,1-1-1,0-1 1,0 1 0,1-1 0,0 0-1,0 0 1,0-1 0,0 0 0,1 0 0,0-1-1,-1 0 1,1 0 0,0-1 0,1 0-1,-1 0 1,0-1 0,0 0 0,1-1-1,-1 0 1,11-1 0,1-2-118,0-1 0,0-1 0,0-1-1,0-1 1,35-17 0,90-60-875,-126 73 851,68-45-1396,144-122-1,-178 130 959,-3-2-1,-1-3 0,61-87 0,-59 62 854,-4-1-1,61-144 1,-97 192 1044,-12 30-554,-3 6-15,-4 7-194,2 0 0,-7 17-1,6-11-456,1 1 1,0 0-1,2 0 0,0 0 0,1 1 0,1-1 1,1 1-1,0 0 0,2-1 0,0 1 0,1 0 1,1-1-1,1 0 0,1 0 0,1 0 1,0 0-1,1-1 0,1 0 0,1 0 0,1-1 1,0 0-1,1-1 0,1 0 0,15 16 0,21 15 8,54 42-1,23 21 78,-106-91-136,-1 1 0,0 1 1,-2 0-1,15 25 0,-25-35-22,0 0-1,-1 0 1,-1 0 0,0 1 0,0-1 0,-1 1-1,0 0 1,1 18 0,-4-21-19,0-1 0,0 0-1,0 0 1,-1 1 0,0-1 0,-1 0-1,0 0 1,0 0 0,-1 0 0,0-1-1,0 1 1,-1-1 0,-6 11 0,1-7-165,-1 0 0,1 0 1,-2-1-1,1 0 0,-1-1 1,-1 0-1,0-1 0,-14 8 0,6-6-159,-29 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0.782"/>
    </inkml:context>
    <inkml:brush xml:id="br0">
      <inkml:brushProperty name="width" value="0.035" units="cm"/>
      <inkml:brushProperty name="height" value="0.035" units="cm"/>
    </inkml:brush>
  </inkml:definitions>
  <inkml:trace contextRef="#ctx0" brushRef="#br0">0 1 14867,'50'63'1320,"-7"42"849,-4 20-1073,-3 20-760,-1 6-192,-5-2-552,0-15-464,-10-44-2057,-5-27 1441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0.941"/>
    </inkml:context>
    <inkml:brush xml:id="br0">
      <inkml:brushProperty name="width" value="0.035" units="cm"/>
      <inkml:brushProperty name="height" value="0.035" units="cm"/>
    </inkml:brush>
  </inkml:definitions>
  <inkml:trace contextRef="#ctx0" brushRef="#br0">1 2 7738,'0'-2'1440,"4"13"2865,18 26-5097,4 8-1921,8 3 1569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1.217"/>
    </inkml:context>
    <inkml:brush xml:id="br0">
      <inkml:brushProperty name="width" value="0.035" units="cm"/>
      <inkml:brushProperty name="height" value="0.035" units="cm"/>
    </inkml:brush>
  </inkml:definitions>
  <inkml:trace contextRef="#ctx0" brushRef="#br0">45 0 13987,'-6'55'916,"1"0"0,3 1 0,6 62 0,0-81-800,2 0-1,1 0 1,2 0-1,1-1 1,22 52-1,-25-72-118,1 0 1,0-1 0,19 27-1,-25-39-1,1 0-1,0 0 1,-1 0-1,1 0 1,0 0-1,0 0 1,1-1-1,-1 1 1,1-1-1,-1 0 1,1 0-1,-1 0 1,1-1-1,0 1 1,0-1-1,0 0 1,0 0-1,0 0 1,0-1-1,0 1 1,0-1-1,6 0 1,-2-2 8,0 0 0,-1 0 0,1-1 0,-1 0 1,0 0-1,0-1 0,0 0 0,0 0 1,-1 0-1,12-11 0,-2 0 44,0-1-1,23-30 1,-26 28 17,0 0-1,-1-1 1,-1 0 0,-1-1 0,-1 0-1,-1 0 1,0-1 0,-2 0-1,0-1 1,-2 0 0,0 0 0,-1 0-1,-1 0 1,-2-28 0,0 41-46,0 0 0,-1 0 0,-1 0 0,1 0 0,-1 0 0,-1 0 0,0 0 0,0 1 0,-1-1 0,0 1 0,0 0-1,-1 0 1,0 0 0,0 1 0,-1 0 0,0 0 0,0 0 0,0 1 0,-1 0 0,0 0 0,-16-10 0,11 10-49,-1 0 0,0 1 0,-1 1-1,1 0 1,-1 0 0,0 2 0,0-1-1,0 2 1,-27 0 0,-3 3-936,-77 14 0,41-2 60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1.563"/>
    </inkml:context>
    <inkml:brush xml:id="br0">
      <inkml:brushProperty name="width" value="0.035" units="cm"/>
      <inkml:brushProperty name="height" value="0.035" units="cm"/>
    </inkml:brush>
  </inkml:definitions>
  <inkml:trace contextRef="#ctx0" brushRef="#br0">1 130 17732,'201'575'2963,"-162"-436"-2855,-35-120-34,-7-22 26,-8-36 38,-3-25-35,3-1 0,3 1 1,3-2-1,3 1 0,7-90 0,-2 126 19,1 1-1,2 0 1,0 0 0,16-40-1,-17 57-74,-1 0 0,1 0 0,1 1 0,0-1 0,1 2 0,-1-1 1,2 1-1,0 0 0,0 0 0,0 1 0,1 0 0,0 0 0,16-9 0,-20 14-34,1 0-1,1 1 1,-1-1 0,0 1 0,1 0 0,-1 1-1,1 0 1,-1 0 0,1 0 0,0 1 0,-1-1-1,1 2 1,0-1 0,-1 1 0,1 0 0,-1 0-1,1 1 1,-1 0 0,0 0 0,12 6-1,-3 0-6,-1 1 0,0 0 0,0 1 0,-1 0-1,0 2 1,-1-1 0,13 17 0,-3-1-83,-1 1 0,-1 1 1,-2 1-1,-1 0 1,-2 1-1,-1 1 0,16 52 1,-16-34-640,-2 1-1,-2 1 1,-3 0 0,1 72-1,-12 35-792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1.854"/>
    </inkml:context>
    <inkml:brush xml:id="br0">
      <inkml:brushProperty name="width" value="0.035" units="cm"/>
      <inkml:brushProperty name="height" value="0.035" units="cm"/>
    </inkml:brush>
  </inkml:definitions>
  <inkml:trace contextRef="#ctx0" brushRef="#br0">85 0 20500,'-32'37'681,"8"4"-593,-4 26-1585,37 30 729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2.025"/>
    </inkml:context>
    <inkml:brush xml:id="br0">
      <inkml:brushProperty name="width" value="0.035" units="cm"/>
      <inkml:brushProperty name="height" value="0.035" units="cm"/>
    </inkml:brush>
  </inkml:definitions>
  <inkml:trace contextRef="#ctx0" brushRef="#br0">50 0 13011,'-35'87'2032,"20"-35"681,15 10-4698,28 7 841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6:42.165"/>
    </inkml:context>
    <inkml:brush xml:id="br0">
      <inkml:brushProperty name="width" value="0.035" units="cm"/>
      <inkml:brushProperty name="height" value="0.035" units="cm"/>
    </inkml:brush>
  </inkml:definitions>
  <inkml:trace contextRef="#ctx0" brushRef="#br0">74 0 19252,'-34'71'344,"8"20"-1344,13 8 600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18.443"/>
    </inkml:context>
    <inkml:brush xml:id="br0">
      <inkml:brushProperty name="width" value="0.035" units="cm"/>
      <inkml:brushProperty name="height" value="0.035" units="cm"/>
    </inkml:brush>
  </inkml:definitions>
  <inkml:trace contextRef="#ctx0" brushRef="#br0">16050 3408 7210,'26'-21'317,"1"1"-1,1 1 1,1 1 0,40-18 0,-19 10-285,14-10 158,-1-3 0,-3-2 1,-1-2-1,-2-4 0,-3-1 0,-1-3 0,46-59 1,152-226 2466,-198 262-2252,19-32-42,-4-3 0,-5-3 0,-5-3 1,-5-2-1,-6-2 0,57-218 1,-89 277-197,-4 1 0,-1-2-1,-4 1 1,-2-113 0,-6 142-38,-2 0 0,-1 1 0,-1-1 0,-17-46 0,15 55-40,-2 1 1,0 0 0,-1 0 0,-1 1-1,-1 1 1,-29-33 0,14 22-37,-1 2 1,-2 1-1,-1 1 1,-1 2-1,-48-28 1,31 26-36,0 2 0,-2 2 0,-73-20 0,38 19-29,-123-15 0,-89 10 49,-463 11 15,146 7-36,-317-49 3,271 13 2,-1169-36 9,-91 47-3,1 87 107,1272-6-52,-534 27 0,596-48-40,-478 16 412,-1-25 108,482-40-432,2-22-76,573 45-55,-882-28 60,812 34-46,0 4-1,1 4 0,0 3 1,2 3-1,0 4 0,1 3 1,-127 63-1,171-73-12,1 1 0,1 1 0,1 1 1,0 2-1,-28 28 0,42-35-4,1 0 1,1 1-1,0 1 1,1 0-1,0 1 1,1 0-1,2 0 0,-1 1 1,2 0-1,-8 29 1,8-14 0,1 0 1,3 0 0,0 0 0,2 0-1,2 0 1,0 1 0,8 32 0,0-13 1,3-1 0,2-1 0,34 84 0,-23-81 0,2-1 0,2-1 0,48 62 0,128 128 10,-165-200-5,1-2 1,3-2 0,1-2 0,1-2 0,2-2-1,1-2 1,2-3 0,63 26 0,16-8 37,261 56 0,146-17 320,809 43 681,-522-109-944,0-35-54,117-1-11,-2 53 39,-549 9 63,-3 17 1,502 145-1,-842-193-123,620 170 165,7-30-60,321 0 8,5-46 130,64-35 18,0-100 12,-424-49-141,-13-56 32,-542 110-118,-2-5 0,-1-2 0,82-45 0,-135 60-36,-2-1 0,0-1 0,0-2 0,-2-1 0,-1-1 0,0 0 0,-2-2 0,0-1 0,-2-1 0,0 0 0,26-49 0,-30 41-115,16-29 27,-28 57-273,-1 0-1,1 0 1,0 0-1,0 0 1,0 0 0,1 1-1,-1 0 1,8-5 0,5 1-956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49.810"/>
    </inkml:context>
    <inkml:brush xml:id="br0">
      <inkml:brushProperty name="width" value="0.035" units="cm"/>
      <inkml:brushProperty name="height" value="0.035" units="cm"/>
    </inkml:brush>
  </inkml:definitions>
  <inkml:trace contextRef="#ctx0" brushRef="#br0">12319 6048 9978,'-38'78'670,"19"-43"-195,2 1-1,2 0 0,-22 77 0,16-19-356,-83 342 120,-26 6-127,-18-6-1,-250 509 0,259-678 293,-11-6-1,-11-7 1,-12-7-1,-10-8 1,-316 320-1,224-292 631,-579 432-1,576-508-754,-7-13-1,-438 201 1,532-295-256,-3-9-1,-3-8 0,-3-9 1,-241 38-1,200-62-15,-1-11 1,-1-11-1,1-10 0,-1-11 0,1-11 1,-412-86-1,435 50 5,4-9 0,-334-149 0,309 98 3,-429-280-1,470 255-30,7-8 1,7-8-1,7-9 1,7-7-1,8-7 0,8-7 1,8-7-1,9-6 0,8-6 1,10-5-1,9-6 1,-108-298-1,140 285 11,11-3 0,9-3 0,11-3 0,10-1-1,11-2 1,5-297 0,32 281 3,11 2-1,11 0 0,77-292 0,-28 247 10,13 4-1,168-363 1,-128 379 4,12 6 0,12 7 0,239-308 0,-41 148-9,31 19-1,-143 190-4,406-280 0,-379 317-9,483-242 1,-379 254 3,8 17 1,5 16 0,6 18 0,5 16 0,635-78-1,-413 130-1,-306 49 16,1 13 0,-1 14 0,570 121 0,-633-85 27,-2 11 1,-3 11 0,-5 11 0,383 206 0,-431-185 22,-6 9-1,-5 7 1,-5 9-1,-8 7 1,173 192-1,-22 40 87,-64 25 28,-49 3 16,-63 5 11,-102-257-89,-7 2 0,-7 2 0,-7 0-1,-7 1 1,-8 247 0,-19-235 34,-8-1 0,-7-1 1,-85 289-1,39-238-2,-10-3-1,-132 246 1,198-431-129,-115 209 73,100-192-61,-2 0 1,-61 67 0,80-100-23,-1-1 0,0-1 0,-1-1 1,-1 0-1,0-2 0,-1 0 1,0-1-1,-30 13 0,36-19-149,0-1-1,-1 0 1,1-1 0,-1 0-1,0-1 1,0-1 0,1 0-1,-1-1 1,0 0 0,0-1-1,0-1 1,0 0 0,1-1-1,-21-7 1,17 4-754,0-1 1,-20-13-1,-27-21-965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50.432"/>
    </inkml:context>
    <inkml:brush xml:id="br0">
      <inkml:brushProperty name="width" value="0.035" units="cm"/>
      <inkml:brushProperty name="height" value="0.035" units="cm"/>
    </inkml:brush>
  </inkml:definitions>
  <inkml:trace contextRef="#ctx0" brushRef="#br0">1 1409 18340,'18'-9'107,"1"0"1,1 2-1,-1 0 1,1 1-1,23-3 0,107-7-90,-139 16-17,277-13-251,51-3-34,597-106 55,-10-64 368,-664 131-107,-222 47-19,1272-255 437,-960 207-341,-23 4-48,-325 52-57,1-1 0,0 0 0,-1 0 0,1 0 0,-1 0 0,1-1 0,-1 1 0,8-5 0,-12 5-3,0 1 1,0 0-1,1-1 1,-1 1-1,0 0 1,0-1-1,0 1 0,0 0 1,0-1-1,0 1 1,0 0-1,0-1 1,0 1-1,0-1 1,0 1-1,0 0 1,0-1-1,0 1 0,0 0 1,0-1-1,0 1 1,0-1-1,0 1 1,0 0-1,-1-1 1,1 1-1,0 0 1,0-1-1,0 1 0,-1 0 1,1 0-1,0-1 1,-21-17 0,6 7-1,1 0-1,0 0 1,1-1 0,1-1-1,-18-23 1,25 30 1,1 0 1,0 0-1,1-1 1,0 1-1,0-1 1,0 0-1,1 0 1,0 0-1,0 0 1,1 0-1,-1-1 0,2 1 1,-1 0-1,1-1 1,0 1-1,3-14 1,0 8-1,1 0 0,0 1 0,1 0 0,1 0 0,0 0 0,1 1 0,0 0 0,0 0 0,17-18 0,-4 8-1,0 1 0,1 1 0,36-25 0,-44 36 11,0 0 0,0 0-1,0 1 1,1 1 0,0 0-1,1 1 1,-1 1 0,1 0-1,0 1 1,0 0 0,0 1-1,0 1 1,0 0 0,0 1-1,0 1 1,0 0 0,1 2-1,-2-1 1,1 2 0,0 0-1,-1 0 1,1 2 0,-1-1-1,-1 2 1,1 0 0,-1 1-1,12 9 1,-12-8 2,-1 1 1,0 0-1,0 0 0,-1 1 0,-1 1 0,0 0 1,0 0-1,-2 1 0,1 0 0,-1 1 1,-1 0-1,-1 0 0,0 0 0,-1 1 1,0 0-1,-1 0 0,-1 0 0,0 1 0,-1-1 1,-1 1-1,0-1 0,-1 1 0,-3 20 1,-2-8-2,-1 1 1,-2-1 0,0 0 0,-2 0 0,-14 28 0,-8 6-32,-40 59-1,31-59-539,-66 74 0,61-85-1789,-82 71 0,-2-24-456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58.600"/>
    </inkml:context>
    <inkml:brush xml:id="br0">
      <inkml:brushProperty name="width" value="0.035" units="cm"/>
      <inkml:brushProperty name="height" value="0.035" units="cm"/>
    </inkml:brush>
  </inkml:definitions>
  <inkml:trace contextRef="#ctx0" brushRef="#br0">68 184 1448,'3'-12'568,"1"0"0,0 1-1,0-1 1,1 1 0,0 0 0,1 0-1,1 0 1,-1 1 0,10-11 0,-6 8-58,-6 7-201,1-1-1,0 1 0,1 1 0,11-11 1,-16 15-253,0 0 1,1 0 0,-1 0 0,1 0 0,-1 1 0,1-1 0,-1 0 0,1 1 0,-1-1 0,1 1 0,0 0-1,-1 0 1,3-1 0,-3 1-20,0 1 0,0-1 0,0 0-1,0 0 1,0 1 0,0-1 0,0 1-1,-1-1 1,1 1 0,0-1 0,0 1 0,0-1-1,0 1 1,-1 0 0,1-1 0,0 1 0,-1 0-1,1 0 1,-1 0 0,1 0 0,-1-1-1,1 1 1,0 2 0,1 3 81,0 0 1,0 0-1,0 0 0,-1 0 1,0 0-1,0 0 0,-1 1 1,0-1-1,0 7 0,-10 62 656,9-72-735,-20 85 908,-58 158 0,11-47-378,54-151-474,2 1 0,-5 58 0,16-105-95,-1 7-17,1 1 0,0 0 0,1-1 0,-1 1 0,2 0 0,-1-1 1,2 1-1,-1 0 0,1-1 0,1 0 0,4 15 0,-6-22-8,0 0-1,0 0 1,0-1 0,1 1 0,-1 0-1,0 0 1,1-1 0,-1 1-1,1 0 1,-1-1 0,1 1 0,0-1-1,0 0 1,-1 0 0,1 0-1,0 0 1,0 0 0,0 0 0,0 0-1,1-1 1,1 2 0,0-2-97,-1 0 0,0-1 1,1 1-1,-1 0 0,0-1 1,1 0-1,-1 0 0,0 0 1,0 0-1,0 0 0,0 0 1,5-4-1,5-4-778,0-1 0,0 0-1,-1 0 1,19-23 0,25-34-1106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58.791"/>
    </inkml:context>
    <inkml:brush xml:id="br0">
      <inkml:brushProperty name="width" value="0.035" units="cm"/>
      <inkml:brushProperty name="height" value="0.035" units="cm"/>
    </inkml:brush>
  </inkml:definitions>
  <inkml:trace contextRef="#ctx0" brushRef="#br0">86 46 11947,'-38'-17'1664,"5"0"888,18 6-1743,26 15-1137,15 5-1057,17-1 809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59.050"/>
    </inkml:context>
    <inkml:brush xml:id="br0">
      <inkml:brushProperty name="width" value="0.035" units="cm"/>
      <inkml:brushProperty name="height" value="0.035" units="cm"/>
    </inkml:brush>
  </inkml:definitions>
  <inkml:trace contextRef="#ctx0" brushRef="#br0">238 0 13315,'-31'11'1016,"29"2"232,11 6-680,15 14-368,-1 3-55,-8 16-113,-6 8-32,-18 16-145,-10 6-159,-20 4-408,-8-6-472,-12-9-1401,-3-12-943,12-29 2119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59.333"/>
    </inkml:context>
    <inkml:brush xml:id="br0">
      <inkml:brushProperty name="width" value="0.035" units="cm"/>
      <inkml:brushProperty name="height" value="0.035" units="cm"/>
    </inkml:brush>
  </inkml:definitions>
  <inkml:trace contextRef="#ctx0" brushRef="#br0">0 590 3089,'51'-46'2011,"1"2"1,2 3-1,2 2 1,2 2-1,111-51 1,-31 27-603,149-78-314,-241 110-1033,-28 17-5,0 1-1,1 1 1,0 0 0,25-9 0,-42 19-37,-1-1 0,1 1 0,0-1 1,0 1-1,-1-1 0,1 1 0,0 0 0,0 0 1,-1 0-1,1 0 0,0 0 0,0 0 1,0 1-1,-1-1 0,1 1 0,0-1 0,-1 1 1,1 0-1,0-1 0,-1 1 0,1 0 0,-1 0 1,1 0-1,-1 0 0,1 0 0,-1 0 0,0 1 1,0-1-1,0 0 0,2 3 0,0 1 53,0 2 1,-1-1-1,1 0 0,-1 1 0,0-1 0,1 9 1,-2-11-50,8 48 363,-1 0 0,0 73 0,-12 108 159,-26 120-223,20-284-463,-4 0-1,-43 131 1,48-176-182,-1-1 0,-1 0 0,-1-1 0,-1 0 0,-20 25 0,22-35 46,-1 0 0,-14 12 0,26-24 276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4:59.522"/>
    </inkml:context>
    <inkml:brush xml:id="br0">
      <inkml:brushProperty name="width" value="0.035" units="cm"/>
      <inkml:brushProperty name="height" value="0.035" units="cm"/>
    </inkml:brush>
  </inkml:definitions>
  <inkml:trace contextRef="#ctx0" brushRef="#br0">5 0 14579,'-5'0'392,"40"13"-1256,19 11 544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6T16:45:00.144"/>
    </inkml:context>
    <inkml:brush xml:id="br0">
      <inkml:brushProperty name="width" value="0.035" units="cm"/>
      <inkml:brushProperty name="height" value="0.035" units="cm"/>
    </inkml:brush>
  </inkml:definitions>
  <inkml:trace contextRef="#ctx0" brushRef="#br0">4362 4727 10578,'-117'47'910,"-435"160"2195,436-171-2875,-1-5 1,-225 29 0,212-51-159,0-6 1,0-5 0,0-6 0,-223-43 0,171 10 169,1-8 0,-291-121 0,336 110 92,-171-105 0,212 106-59,3-5 1,-122-109 0,155 116-122,2-1 0,2-4 1,3-1-1,-43-71 0,60 78-70,3-2 0,3-1 0,2-1 0,3-2-1,-26-98 1,33 74-54,3 0 0,3-1 1,5 0-1,4-1 0,3 1 0,4 0 0,31-165 0,-14 158-28,3 2 0,5 1-1,4 2 1,3 1-1,4 1 1,4 3-1,62-88 1,-23 56-5,4 4 0,6 3 1,4 5-1,123-101 0,-49 66-16,6 7-1,6 9 1,311-157 0,-317 194 5,3 8 1,4 8 0,2 8-1,238-46 1,-286 82 8,2 6 0,0 7 0,0 5 0,1 7-1,-1 6 1,233 39 0,-282-26 5,177 59 0,-178-40 1,-2 5 0,-2 3 0,-2 4 0,-2 4 0,103 85-1,-102-65 22,-4 3-1,-3 4 0,-4 3 0,-3 3 0,-4 3 0,106 192 1,-113-164 180,-5 2 1,-5 2 0,-6 2 0,-5 2 0,34 206 0,-59-243 99,-4 0-1,-4 1 1,-13 174-1,-1-191-152,-3 0 0,-3 0 0,-3-1 0,-3-1 0,-37 83 1,10-54-19,-4-1 1,-4-3-1,-123 157 0,78-131-135,-5-4-1,-131 110 1,100-112-1049,-295 188 1,130-134 117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703BD-F754-4911-8474-9BEA183D8AD2}"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AFCE0-8595-4565-BBCA-3D2A04B3B495}" type="slidenum">
              <a:rPr lang="en-US" smtClean="0"/>
              <a:t>‹#›</a:t>
            </a:fld>
            <a:endParaRPr lang="en-US"/>
          </a:p>
        </p:txBody>
      </p:sp>
    </p:spTree>
    <p:extLst>
      <p:ext uri="{BB962C8B-B14F-4D97-AF65-F5344CB8AC3E}">
        <p14:creationId xmlns:p14="http://schemas.microsoft.com/office/powerpoint/2010/main" val="24123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AFCE0-8595-4565-BBCA-3D2A04B3B495}" type="slidenum">
              <a:rPr lang="en-US" smtClean="0"/>
              <a:t>6</a:t>
            </a:fld>
            <a:endParaRPr lang="en-US"/>
          </a:p>
        </p:txBody>
      </p:sp>
    </p:spTree>
    <p:extLst>
      <p:ext uri="{BB962C8B-B14F-4D97-AF65-F5344CB8AC3E}">
        <p14:creationId xmlns:p14="http://schemas.microsoft.com/office/powerpoint/2010/main" val="2966840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3200B34-6535-4988-B6D9-9B8318B82C92}" type="datetime1">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3884155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EB340CB-823C-4AAA-9AC6-CD56B1FBFDFE}"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a:xfrm>
            <a:off x="10558300" y="5956137"/>
            <a:ext cx="105250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46946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95166F1-B48E-43A9-A9E3-CD82DEA23DCA}" type="datetime1">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2028738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8114C4-A967-4328-B288-32813BDEC983}"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789926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50CEE9-D4CC-4B54-A250-94CA54E4D756}"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3492631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6CE010-9ABA-46D0-8967-C7800BD238CA}"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96757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8095DC9-AC5F-4800-ADA5-AFEDFB922A04}"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43532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CF8562-19AF-407A-858C-BB195C287FBF}"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118300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C0624FA-0042-4F6B-9E6E-EAB3BB0EA633}"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hade val="50000"/>
                </a:prstClr>
              </a:solidFill>
              <a:effectLst/>
              <a:uLnTx/>
              <a:uFillTx/>
              <a:latin typeface="Corbel"/>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641070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EE6A12D-6F89-4058-8196-0B349EBEDBB7}"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088412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D5CA9AA-4C73-4BBC-A4C2-4A707850A089}"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11"/>
          </p:nvPr>
        </p:nvSpPr>
        <p:spPr>
          <a:xfrm>
            <a:off x="774923" y="5951811"/>
            <a:ext cx="7896279"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995713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04FD96-06E1-49CA-9346-D0ABCD911DD2}"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5/6/2026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5808547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customXml" Target="../ink/ink1.xml"/><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4.png"/><Relationship Id="rId4" Type="http://schemas.openxmlformats.org/officeDocument/2006/relationships/image" Target="../media/image3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3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111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image" Target="../media/image12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132.png"/><Relationship Id="rId4" Type="http://schemas.openxmlformats.org/officeDocument/2006/relationships/image" Target="../media/image12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132.png"/><Relationship Id="rId4" Type="http://schemas.openxmlformats.org/officeDocument/2006/relationships/image" Target="../media/image12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38.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39.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40.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41.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42.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43.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44.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slideLayout" Target="../slideLayouts/slideLayout2.xml"/><Relationship Id="rId7" Type="http://schemas.openxmlformats.org/officeDocument/2006/relationships/image" Target="../media/image15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42.png"/><Relationship Id="rId5" Type="http://schemas.openxmlformats.org/officeDocument/2006/relationships/image" Target="../media/image132.png"/><Relationship Id="rId4" Type="http://schemas.openxmlformats.org/officeDocument/2006/relationships/image" Target="../media/image12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image" Target="../media/image172.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00.png"/><Relationship Id="rId4" Type="http://schemas.openxmlformats.org/officeDocument/2006/relationships/image" Target="../media/image190.png"/></Relationships>
</file>

<file path=ppt/slides/_rels/slide5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18" Type="http://schemas.openxmlformats.org/officeDocument/2006/relationships/image" Target="../media/image12.png"/><Relationship Id="rId3" Type="http://schemas.openxmlformats.org/officeDocument/2006/relationships/slideLayout" Target="../slideLayouts/slideLayout2.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customXml" Target="../ink/ink8.xml"/><Relationship Id="rId2" Type="http://schemas.openxmlformats.org/officeDocument/2006/relationships/tags" Target="../tags/tag103.xml"/><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tags" Target="../tags/tag102.xml"/><Relationship Id="rId6" Type="http://schemas.openxmlformats.org/officeDocument/2006/relationships/image" Target="../media/image21.png"/><Relationship Id="rId11" Type="http://schemas.openxmlformats.org/officeDocument/2006/relationships/customXml" Target="../ink/ink5.xml"/><Relationship Id="rId5" Type="http://schemas.openxmlformats.org/officeDocument/2006/relationships/image" Target="../media/image200.png"/><Relationship Id="rId15" Type="http://schemas.openxmlformats.org/officeDocument/2006/relationships/customXml" Target="../ink/ink7.xml"/><Relationship Id="rId10" Type="http://schemas.openxmlformats.org/officeDocument/2006/relationships/image" Target="../media/image8.png"/><Relationship Id="rId19" Type="http://schemas.openxmlformats.org/officeDocument/2006/relationships/customXml" Target="../ink/ink9.xml"/><Relationship Id="rId4" Type="http://schemas.openxmlformats.org/officeDocument/2006/relationships/image" Target="../media/image190.png"/><Relationship Id="rId9" Type="http://schemas.openxmlformats.org/officeDocument/2006/relationships/customXml" Target="../ink/ink4.xml"/><Relationship Id="rId14" Type="http://schemas.openxmlformats.org/officeDocument/2006/relationships/image" Target="../media/image10.png"/><Relationship Id="rId22"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2.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21.png"/><Relationship Id="rId5" Type="http://schemas.openxmlformats.org/officeDocument/2006/relationships/image" Target="../media/image200.png"/><Relationship Id="rId4" Type="http://schemas.openxmlformats.org/officeDocument/2006/relationships/image" Target="../media/image190.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9.xml"/><Relationship Id="rId1" Type="http://schemas.openxmlformats.org/officeDocument/2006/relationships/tags" Target="../tags/tag108.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s>
</file>

<file path=ppt/slides/_rels/slide56.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customXml" Target="../ink/ink18.xml"/><Relationship Id="rId26" Type="http://schemas.openxmlformats.org/officeDocument/2006/relationships/customXml" Target="../ink/ink22.xml"/><Relationship Id="rId39" Type="http://schemas.openxmlformats.org/officeDocument/2006/relationships/image" Target="../media/image41.png"/><Relationship Id="rId21" Type="http://schemas.openxmlformats.org/officeDocument/2006/relationships/image" Target="../media/image31.png"/><Relationship Id="rId34" Type="http://schemas.openxmlformats.org/officeDocument/2006/relationships/customXml" Target="../ink/ink26.xml"/><Relationship Id="rId7" Type="http://schemas.openxmlformats.org/officeDocument/2006/relationships/image" Target="../media/image24.png"/><Relationship Id="rId2" Type="http://schemas.openxmlformats.org/officeDocument/2006/relationships/tags" Target="../tags/tag113.xml"/><Relationship Id="rId16" Type="http://schemas.openxmlformats.org/officeDocument/2006/relationships/customXml" Target="../ink/ink17.xml"/><Relationship Id="rId20" Type="http://schemas.openxmlformats.org/officeDocument/2006/relationships/customXml" Target="../ink/ink19.xml"/><Relationship Id="rId29" Type="http://schemas.openxmlformats.org/officeDocument/2006/relationships/image" Target="../media/image35.png"/><Relationship Id="rId41" Type="http://schemas.openxmlformats.org/officeDocument/2006/relationships/image" Target="../media/image42.png"/><Relationship Id="rId1" Type="http://schemas.openxmlformats.org/officeDocument/2006/relationships/tags" Target="../tags/tag112.xml"/><Relationship Id="rId6" Type="http://schemas.openxmlformats.org/officeDocument/2006/relationships/customXml" Target="../ink/ink12.xml"/><Relationship Id="rId11" Type="http://schemas.openxmlformats.org/officeDocument/2006/relationships/image" Target="../media/image26.png"/><Relationship Id="rId24" Type="http://schemas.openxmlformats.org/officeDocument/2006/relationships/customXml" Target="../ink/ink21.xml"/><Relationship Id="rId32" Type="http://schemas.openxmlformats.org/officeDocument/2006/relationships/customXml" Target="../ink/ink25.xml"/><Relationship Id="rId37" Type="http://schemas.openxmlformats.org/officeDocument/2006/relationships/image" Target="../media/image39.png"/><Relationship Id="rId40" Type="http://schemas.openxmlformats.org/officeDocument/2006/relationships/customXml" Target="../ink/ink29.xml"/><Relationship Id="rId5" Type="http://schemas.openxmlformats.org/officeDocument/2006/relationships/image" Target="../media/image23.png"/><Relationship Id="rId15" Type="http://schemas.openxmlformats.org/officeDocument/2006/relationships/image" Target="../media/image28.png"/><Relationship Id="rId23" Type="http://schemas.openxmlformats.org/officeDocument/2006/relationships/image" Target="../media/image32.png"/><Relationship Id="rId28" Type="http://schemas.openxmlformats.org/officeDocument/2006/relationships/customXml" Target="../ink/ink23.xml"/><Relationship Id="rId36" Type="http://schemas.openxmlformats.org/officeDocument/2006/relationships/customXml" Target="../ink/ink27.xml"/><Relationship Id="rId10" Type="http://schemas.openxmlformats.org/officeDocument/2006/relationships/customXml" Target="../ink/ink14.xml"/><Relationship Id="rId19" Type="http://schemas.openxmlformats.org/officeDocument/2006/relationships/image" Target="../media/image30.png"/><Relationship Id="rId31" Type="http://schemas.openxmlformats.org/officeDocument/2006/relationships/image" Target="../media/image36.png"/><Relationship Id="rId4" Type="http://schemas.openxmlformats.org/officeDocument/2006/relationships/customXml" Target="../ink/ink11.xml"/><Relationship Id="rId9" Type="http://schemas.openxmlformats.org/officeDocument/2006/relationships/image" Target="../media/image25.png"/><Relationship Id="rId14" Type="http://schemas.openxmlformats.org/officeDocument/2006/relationships/customXml" Target="../ink/ink16.xml"/><Relationship Id="rId22" Type="http://schemas.openxmlformats.org/officeDocument/2006/relationships/customXml" Target="../ink/ink20.xml"/><Relationship Id="rId27" Type="http://schemas.openxmlformats.org/officeDocument/2006/relationships/image" Target="../media/image34.png"/><Relationship Id="rId30" Type="http://schemas.openxmlformats.org/officeDocument/2006/relationships/customXml" Target="../ink/ink24.xml"/><Relationship Id="rId35" Type="http://schemas.openxmlformats.org/officeDocument/2006/relationships/image" Target="../media/image38.png"/><Relationship Id="rId8" Type="http://schemas.openxmlformats.org/officeDocument/2006/relationships/customXml" Target="../ink/ink13.xml"/><Relationship Id="rId3" Type="http://schemas.openxmlformats.org/officeDocument/2006/relationships/slideLayout" Target="../slideLayouts/slideLayout2.xml"/><Relationship Id="rId12" Type="http://schemas.openxmlformats.org/officeDocument/2006/relationships/customXml" Target="../ink/ink15.xml"/><Relationship Id="rId17" Type="http://schemas.openxmlformats.org/officeDocument/2006/relationships/image" Target="../media/image29.png"/><Relationship Id="rId25" Type="http://schemas.openxmlformats.org/officeDocument/2006/relationships/image" Target="../media/image33.png"/><Relationship Id="rId33" Type="http://schemas.openxmlformats.org/officeDocument/2006/relationships/image" Target="../media/image37.png"/><Relationship Id="rId38" Type="http://schemas.openxmlformats.org/officeDocument/2006/relationships/customXml" Target="../ink/ink28.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43.png"/><Relationship Id="rId5" Type="http://schemas.openxmlformats.org/officeDocument/2006/relationships/customXml" Target="../ink/ink30.xml"/><Relationship Id="rId4" Type="http://schemas.openxmlformats.org/officeDocument/2006/relationships/image" Target="../media/image70.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tags" Target="../tags/tag120.xml"/></Relationships>
</file>

<file path=ppt/slides/_rels/slide61.xml.rels><?xml version="1.0" encoding="UTF-8" standalone="yes"?>
<Relationships xmlns="http://schemas.openxmlformats.org/package/2006/relationships"><Relationship Id="rId8" Type="http://schemas.openxmlformats.org/officeDocument/2006/relationships/customXml" Target="../ink/ink33.xml"/><Relationship Id="rId13" Type="http://schemas.openxmlformats.org/officeDocument/2006/relationships/image" Target="../media/image48.png"/><Relationship Id="rId18" Type="http://schemas.openxmlformats.org/officeDocument/2006/relationships/customXml" Target="../ink/ink38.xml"/><Relationship Id="rId3" Type="http://schemas.openxmlformats.org/officeDocument/2006/relationships/slideLayout" Target="../slideLayouts/slideLayout2.xml"/><Relationship Id="rId7" Type="http://schemas.openxmlformats.org/officeDocument/2006/relationships/image" Target="../media/image45.png"/><Relationship Id="rId12" Type="http://schemas.openxmlformats.org/officeDocument/2006/relationships/customXml" Target="../ink/ink35.xml"/><Relationship Id="rId17" Type="http://schemas.openxmlformats.org/officeDocument/2006/relationships/image" Target="../media/image50.png"/><Relationship Id="rId2" Type="http://schemas.openxmlformats.org/officeDocument/2006/relationships/tags" Target="../tags/tag123.xml"/><Relationship Id="rId16" Type="http://schemas.openxmlformats.org/officeDocument/2006/relationships/customXml" Target="../ink/ink37.xml"/><Relationship Id="rId1" Type="http://schemas.openxmlformats.org/officeDocument/2006/relationships/tags" Target="../tags/tag122.xml"/><Relationship Id="rId6" Type="http://schemas.openxmlformats.org/officeDocument/2006/relationships/customXml" Target="../ink/ink32.xml"/><Relationship Id="rId11" Type="http://schemas.openxmlformats.org/officeDocument/2006/relationships/image" Target="../media/image47.png"/><Relationship Id="rId5" Type="http://schemas.openxmlformats.org/officeDocument/2006/relationships/image" Target="../media/image44.png"/><Relationship Id="rId15" Type="http://schemas.openxmlformats.org/officeDocument/2006/relationships/image" Target="../media/image49.png"/><Relationship Id="rId10" Type="http://schemas.openxmlformats.org/officeDocument/2006/relationships/customXml" Target="../ink/ink34.xml"/><Relationship Id="rId19" Type="http://schemas.openxmlformats.org/officeDocument/2006/relationships/image" Target="../media/image51.png"/><Relationship Id="rId4" Type="http://schemas.openxmlformats.org/officeDocument/2006/relationships/customXml" Target="../ink/ink31.xml"/><Relationship Id="rId9" Type="http://schemas.openxmlformats.org/officeDocument/2006/relationships/image" Target="../media/image46.png"/><Relationship Id="rId14" Type="http://schemas.openxmlformats.org/officeDocument/2006/relationships/customXml" Target="../ink/ink36.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5.xml"/><Relationship Id="rId1" Type="http://schemas.openxmlformats.org/officeDocument/2006/relationships/tags" Target="../tags/tag124.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9.xml"/><Relationship Id="rId1" Type="http://schemas.openxmlformats.org/officeDocument/2006/relationships/tags" Target="../tags/tag138.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1.xml"/><Relationship Id="rId1" Type="http://schemas.openxmlformats.org/officeDocument/2006/relationships/tags" Target="../tags/tag140.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30.png"/><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image" Target="../media/image21.png"/><Relationship Id="rId5" Type="http://schemas.openxmlformats.org/officeDocument/2006/relationships/image" Target="../media/image200.png"/><Relationship Id="rId4" Type="http://schemas.openxmlformats.org/officeDocument/2006/relationships/image" Target="../media/image190.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9.xml"/><Relationship Id="rId1" Type="http://schemas.openxmlformats.org/officeDocument/2006/relationships/tags" Target="../tags/tag1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glow rad="228600">
              <a:schemeClr val="accent1">
                <a:satMod val="175000"/>
                <a:alpha val="40000"/>
              </a:schemeClr>
            </a:glow>
          </a:effectLst>
        </p:spPr>
        <p:txBody>
          <a:bodyPr>
            <a:normAutofit/>
          </a:bodyPr>
          <a:lstStyle/>
          <a:p>
            <a:r>
              <a:rPr lang="en-US" altLang="en-US" dirty="0"/>
              <a:t>Dynamic Programming</a:t>
            </a:r>
            <a:endParaRPr lang="en-US" dirty="0"/>
          </a:p>
        </p:txBody>
      </p:sp>
      <p:sp>
        <p:nvSpPr>
          <p:cNvPr id="3" name="Subtitle 2"/>
          <p:cNvSpPr>
            <a:spLocks noGrp="1"/>
          </p:cNvSpPr>
          <p:nvPr>
            <p:ph type="subTitle" idx="1"/>
          </p:nvPr>
        </p:nvSpPr>
        <p:spPr>
          <a:xfrm>
            <a:off x="2971800" y="4572000"/>
            <a:ext cx="6400800" cy="1752600"/>
          </a:xfrm>
        </p:spPr>
        <p:txBody>
          <a:bodyPr>
            <a:normAutofit/>
          </a:bodyPr>
          <a:lstStyle/>
          <a:p>
            <a:r>
              <a:rPr lang="en-US" sz="2400" dirty="0" err="1">
                <a:solidFill>
                  <a:schemeClr val="bg1"/>
                </a:solidFill>
              </a:rPr>
              <a:t>Marzieh</a:t>
            </a:r>
            <a:r>
              <a:rPr lang="en-US" sz="2400" dirty="0">
                <a:solidFill>
                  <a:schemeClr val="bg1"/>
                </a:solidFill>
              </a:rPr>
              <a:t> </a:t>
            </a:r>
            <a:r>
              <a:rPr lang="en-US" sz="2400" dirty="0" err="1">
                <a:solidFill>
                  <a:schemeClr val="bg1"/>
                </a:solidFill>
              </a:rPr>
              <a:t>Eskandari</a:t>
            </a:r>
            <a:endParaRPr lang="en-US" sz="2400" dirty="0">
              <a:solidFill>
                <a:schemeClr val="bg1"/>
              </a:solidFill>
            </a:endParaRPr>
          </a:p>
          <a:p>
            <a:r>
              <a:rPr lang="en-US" sz="2400" dirty="0">
                <a:solidFill>
                  <a:schemeClr val="bg1"/>
                </a:solidFill>
              </a:rPr>
              <a:t>NJIT</a:t>
            </a:r>
          </a:p>
        </p:txBody>
      </p:sp>
      <p:sp>
        <p:nvSpPr>
          <p:cNvPr id="4" name="Slide Number Placeholder 3">
            <a:extLst>
              <a:ext uri="{FF2B5EF4-FFF2-40B4-BE49-F238E27FC236}">
                <a16:creationId xmlns:a16="http://schemas.microsoft.com/office/drawing/2014/main" id="{2446A163-72B0-44D2-B763-1D1C00A2242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95000"/>
                  </a:prstClr>
                </a:solidFill>
                <a:effectLst/>
                <a:uLnTx/>
                <a:uFillTx/>
                <a:latin typeface="Corbel"/>
                <a:ea typeface="+mn-ea"/>
                <a:cs typeface="+mn-cs"/>
              </a:rPr>
              <a:t>1/89</a:t>
            </a:r>
          </a:p>
        </p:txBody>
      </p:sp>
    </p:spTree>
    <p:custDataLst>
      <p:tags r:id="rId1"/>
    </p:custDataLst>
    <p:extLst>
      <p:ext uri="{BB962C8B-B14F-4D97-AF65-F5344CB8AC3E}">
        <p14:creationId xmlns:p14="http://schemas.microsoft.com/office/powerpoint/2010/main" val="958540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740F4-7FAB-415E-B795-6C4865811CF1}"/>
              </a:ext>
            </a:extLst>
          </p:cNvPr>
          <p:cNvSpPr>
            <a:spLocks noGrp="1"/>
          </p:cNvSpPr>
          <p:nvPr>
            <p:ph type="title"/>
          </p:nvPr>
        </p:nvSpPr>
        <p:spPr/>
        <p:txBody>
          <a:bodyPr/>
          <a:lstStyle/>
          <a:p>
            <a:r>
              <a:rPr lang="en-US" dirty="0"/>
              <a:t>Dynamic programming</a:t>
            </a:r>
          </a:p>
        </p:txBody>
      </p:sp>
      <p:sp>
        <p:nvSpPr>
          <p:cNvPr id="3" name="Content Placeholder 2">
            <a:extLst>
              <a:ext uri="{FF2B5EF4-FFF2-40B4-BE49-F238E27FC236}">
                <a16:creationId xmlns:a16="http://schemas.microsoft.com/office/drawing/2014/main" id="{68E11178-DE68-4A9A-8450-1B7E041331C0}"/>
              </a:ext>
            </a:extLst>
          </p:cNvPr>
          <p:cNvSpPr>
            <a:spLocks noGrp="1"/>
          </p:cNvSpPr>
          <p:nvPr>
            <p:ph idx="1"/>
          </p:nvPr>
        </p:nvSpPr>
        <p:spPr>
          <a:xfrm>
            <a:off x="581192" y="2025375"/>
            <a:ext cx="8562807" cy="4677504"/>
          </a:xfrm>
        </p:spPr>
        <p:txBody>
          <a:bodyPr>
            <a:normAutofit fontScale="85000" lnSpcReduction="20000"/>
          </a:bodyPr>
          <a:lstStyle/>
          <a:p>
            <a:pPr algn="just" fontAlgn="auto"/>
            <a:r>
              <a:rPr lang="en-US" sz="2100" dirty="0"/>
              <a:t>Where did the (strange) name Dynamic Programming come from?</a:t>
            </a:r>
          </a:p>
          <a:p>
            <a:pPr marL="0" indent="0" algn="just" fontAlgn="auto">
              <a:lnSpc>
                <a:spcPct val="120000"/>
              </a:lnSpc>
              <a:buNone/>
            </a:pPr>
            <a:r>
              <a:rPr lang="en-US" dirty="0"/>
              <a:t>The inventor of DP-Richard </a:t>
            </a:r>
            <a:r>
              <a:rPr lang="en-US" dirty="0">
                <a:solidFill>
                  <a:srgbClr val="FF0000"/>
                </a:solidFill>
              </a:rPr>
              <a:t>Bellman</a:t>
            </a:r>
            <a:r>
              <a:rPr lang="en-US" dirty="0">
                <a:solidFill>
                  <a:schemeClr val="tx1"/>
                </a:solidFill>
              </a:rPr>
              <a:t>-</a:t>
            </a:r>
            <a:r>
              <a:rPr lang="en-US" dirty="0"/>
              <a:t> says: “I spent the Fall quarter (of </a:t>
            </a:r>
            <a:r>
              <a:rPr lang="en-US" dirty="0">
                <a:solidFill>
                  <a:srgbClr val="FF0000"/>
                </a:solidFill>
              </a:rPr>
              <a:t>1950</a:t>
            </a:r>
            <a:r>
              <a:rPr lang="en-US" dirty="0"/>
              <a:t>) at RAND. My first task was to find a </a:t>
            </a:r>
            <a:r>
              <a:rPr lang="en-US" dirty="0">
                <a:solidFill>
                  <a:srgbClr val="FF0000"/>
                </a:solidFill>
              </a:rPr>
              <a:t>name for multistage decision processes</a:t>
            </a:r>
            <a:r>
              <a:rPr lang="en-US" dirty="0"/>
              <a:t>. An interesting question is, ‘Where did the name, dynamic programming, come from?’ The 1950s were not good years for mathematical research. We had a very interesting gentleman in Washington named </a:t>
            </a:r>
            <a:r>
              <a:rPr lang="en-US" dirty="0">
                <a:solidFill>
                  <a:srgbClr val="FF0000"/>
                </a:solidFill>
              </a:rPr>
              <a:t>Wilson</a:t>
            </a:r>
            <a:r>
              <a:rPr lang="en-US" dirty="0"/>
              <a:t>. He was Secretary of Defense, and he actually had a pathological fear and hatred of the word, research. I’m not using the term lightly; I’m using it precisely. His face would suffuse, he would turn red, and he would get violent if people used the term, research, in his presence. You can imagine how he felt, then, about the term, mathematical. The RAND Corporation was employed by the </a:t>
            </a:r>
            <a:r>
              <a:rPr lang="en-US" dirty="0">
                <a:solidFill>
                  <a:srgbClr val="FF0000"/>
                </a:solidFill>
              </a:rPr>
              <a:t>Air Force</a:t>
            </a:r>
            <a:r>
              <a:rPr lang="en-US" dirty="0"/>
              <a:t>, and the Air Force had Wilson as its boss, essentially. Hence, I felt I had to do something to shield Wilson and the Air Force from the fact that I was really doing mathematics inside the RAND Corporation. What title, what name, could I choose? In the first place I was interested in planning, in decision making, in thinking. But planning, is not a good word for various reasons. I decided therefore to use the word, ‘programming.’ I wanted to get across the idea that this was dynamic, this was multistage, this was time-varying—I thought, let’s kill two birds with one stone. Let’s take a word that has an absolutely precise meaning, namely dynamic, in the classical physical sense. It also has a very interesting property as an adjective, and that is it’s impossible to use the word, dynamic, in a pejorative sense. Try thinking of some combination that will possibly give it a pejorative meaning. It’s impossible. Thus, I thought dynamic programming was a good name. It was something not even a Congressman could object to. So I used it as an umbrella for my activities”.</a:t>
            </a:r>
          </a:p>
          <a:p>
            <a:pPr algn="just"/>
            <a:endParaRPr lang="en-US" dirty="0"/>
          </a:p>
        </p:txBody>
      </p:sp>
      <p:sp>
        <p:nvSpPr>
          <p:cNvPr id="5" name="Slide Number Placeholder 4">
            <a:extLst>
              <a:ext uri="{FF2B5EF4-FFF2-40B4-BE49-F238E27FC236}">
                <a16:creationId xmlns:a16="http://schemas.microsoft.com/office/drawing/2014/main" id="{C9723778-C696-44E8-B96E-AB70E3236F0C}"/>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2/89</a:t>
            </a:r>
          </a:p>
        </p:txBody>
      </p:sp>
      <p:pic>
        <p:nvPicPr>
          <p:cNvPr id="7" name="Picture 6">
            <a:extLst>
              <a:ext uri="{FF2B5EF4-FFF2-40B4-BE49-F238E27FC236}">
                <a16:creationId xmlns:a16="http://schemas.microsoft.com/office/drawing/2014/main" id="{E7D327B7-200B-43F6-AD10-5FE282627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4693" y="2752917"/>
            <a:ext cx="2438400" cy="3048000"/>
          </a:xfrm>
          <a:prstGeom prst="rect">
            <a:avLst/>
          </a:prstGeom>
        </p:spPr>
      </p:pic>
    </p:spTree>
    <p:custDataLst>
      <p:tags r:id="rId1"/>
    </p:custDataLst>
    <p:extLst>
      <p:ext uri="{BB962C8B-B14F-4D97-AF65-F5344CB8AC3E}">
        <p14:creationId xmlns:p14="http://schemas.microsoft.com/office/powerpoint/2010/main" val="261618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Definition</a:t>
            </a:r>
          </a:p>
        </p:txBody>
      </p:sp>
      <p:sp>
        <p:nvSpPr>
          <p:cNvPr id="3" name="Slide Number Placeholder 2">
            <a:extLst>
              <a:ext uri="{FF2B5EF4-FFF2-40B4-BE49-F238E27FC236}">
                <a16:creationId xmlns:a16="http://schemas.microsoft.com/office/drawing/2014/main" id="{B597C868-7FEC-4887-8FB6-F9D1386190D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3/89</a:t>
            </a:r>
          </a:p>
        </p:txBody>
      </p:sp>
      <p:sp>
        <p:nvSpPr>
          <p:cNvPr id="4" name="Rectangle 3"/>
          <p:cNvSpPr/>
          <p:nvPr/>
        </p:nvSpPr>
        <p:spPr>
          <a:xfrm>
            <a:off x="386608" y="2009431"/>
            <a:ext cx="8101784" cy="4459234"/>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b="1" dirty="0"/>
              <a:t>Dynamic Programming (DP)</a:t>
            </a:r>
            <a:r>
              <a:rPr lang="en-US" sz="2400" dirty="0"/>
              <a:t> is a problem-solving approach helps find the best or most efficient solution to a problem by </a:t>
            </a:r>
            <a:r>
              <a:rPr lang="en-US" sz="2400" dirty="0">
                <a:solidFill>
                  <a:srgbClr val="FF0000"/>
                </a:solidFill>
              </a:rPr>
              <a:t>systematically exploring all possible solutions</a:t>
            </a:r>
            <a:r>
              <a:rPr lang="en-US" sz="2400" dirty="0"/>
              <a:t>. It involves breaking a problem into smaller subproblems, solving each once, and storing their results to avoid redundant work.</a:t>
            </a:r>
          </a:p>
          <a:p>
            <a:pPr marL="438912" lvl="0" indent="-320040">
              <a:lnSpc>
                <a:spcPct val="150000"/>
              </a:lnSpc>
              <a:buClr>
                <a:srgbClr val="F0AD00"/>
              </a:buClr>
              <a:buSzPct val="80000"/>
              <a:buFont typeface="Wingdings 2"/>
              <a:buChar char=""/>
            </a:pPr>
            <a:r>
              <a:rPr lang="en-US" sz="2400" dirty="0"/>
              <a:t>This approach improves efficiency, often reducing exponential time complexity to polynomial.</a:t>
            </a:r>
          </a:p>
        </p:txBody>
      </p:sp>
      <p:pic>
        <p:nvPicPr>
          <p:cNvPr id="5" name="Picture 4">
            <a:extLst>
              <a:ext uri="{FF2B5EF4-FFF2-40B4-BE49-F238E27FC236}">
                <a16:creationId xmlns:a16="http://schemas.microsoft.com/office/drawing/2014/main" id="{A2ED641B-A7CB-4DBD-9B37-B16767D9FE20}"/>
              </a:ext>
            </a:extLst>
          </p:cNvPr>
          <p:cNvPicPr>
            <a:picLocks noChangeAspect="1"/>
          </p:cNvPicPr>
          <p:nvPr/>
        </p:nvPicPr>
        <p:blipFill>
          <a:blip r:embed="rId4"/>
          <a:stretch>
            <a:fillRect/>
          </a:stretch>
        </p:blipFill>
        <p:spPr>
          <a:xfrm>
            <a:off x="8369865" y="1811732"/>
            <a:ext cx="3435527" cy="4711942"/>
          </a:xfrm>
          <a:prstGeom prst="rect">
            <a:avLst/>
          </a:prstGeom>
        </p:spPr>
      </p:pic>
    </p:spTree>
    <p:custDataLst>
      <p:tags r:id="rId1"/>
    </p:custDataLst>
    <p:extLst>
      <p:ext uri="{BB962C8B-B14F-4D97-AF65-F5344CB8AC3E}">
        <p14:creationId xmlns:p14="http://schemas.microsoft.com/office/powerpoint/2010/main" val="1862139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Dynamic Programing: Approaches</a:t>
            </a:r>
          </a:p>
        </p:txBody>
      </p:sp>
      <p:sp>
        <p:nvSpPr>
          <p:cNvPr id="3" name="Slide Number Placeholder 2">
            <a:extLst>
              <a:ext uri="{FF2B5EF4-FFF2-40B4-BE49-F238E27FC236}">
                <a16:creationId xmlns:a16="http://schemas.microsoft.com/office/drawing/2014/main" id="{B741FFE8-CADA-4EEF-915C-F1DA0D2D38E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4/89</a:t>
            </a:r>
          </a:p>
        </p:txBody>
      </p:sp>
      <p:sp>
        <p:nvSpPr>
          <p:cNvPr id="4" name="Rectangle 3"/>
          <p:cNvSpPr/>
          <p:nvPr/>
        </p:nvSpPr>
        <p:spPr>
          <a:xfrm>
            <a:off x="269513" y="2019828"/>
            <a:ext cx="11341295" cy="4481355"/>
          </a:xfrm>
          <a:prstGeom prst="rect">
            <a:avLst/>
          </a:prstGeom>
        </p:spPr>
        <p:txBody>
          <a:bodyPr wrap="square">
            <a:spAutoFit/>
          </a:bodyPr>
          <a:lstStyle/>
          <a:p>
            <a:pPr marL="633222" lvl="0" indent="-514350">
              <a:lnSpc>
                <a:spcPct val="150000"/>
              </a:lnSpc>
              <a:buClr>
                <a:srgbClr val="F0AD00"/>
              </a:buClr>
              <a:buSzPct val="80000"/>
              <a:buFont typeface="Wingdings" panose="05000000000000000000" pitchFamily="2" charset="2"/>
              <a:buChar char="q"/>
            </a:pPr>
            <a:r>
              <a:rPr lang="en-US" sz="2400" b="1" dirty="0" err="1">
                <a:solidFill>
                  <a:prstClr val="black"/>
                </a:solidFill>
              </a:rPr>
              <a:t>Memoization</a:t>
            </a:r>
            <a:r>
              <a:rPr lang="en-US" sz="2400" b="1" dirty="0">
                <a:solidFill>
                  <a:prstClr val="black"/>
                </a:solidFill>
              </a:rPr>
              <a:t>: </a:t>
            </a:r>
            <a:r>
              <a:rPr lang="en-US" dirty="0">
                <a:solidFill>
                  <a:prstClr val="black"/>
                </a:solidFill>
              </a:rPr>
              <a:t>This involves solving the problem </a:t>
            </a:r>
            <a:r>
              <a:rPr lang="en-US" dirty="0">
                <a:solidFill>
                  <a:srgbClr val="FF0000"/>
                </a:solidFill>
              </a:rPr>
              <a:t>recursively</a:t>
            </a:r>
            <a:r>
              <a:rPr lang="en-US" dirty="0">
                <a:solidFill>
                  <a:prstClr val="black"/>
                </a:solidFill>
              </a:rPr>
              <a:t> and storing the results of subproblems in a cache (storage) to avoid redundant computations.</a:t>
            </a:r>
          </a:p>
          <a:p>
            <a:pPr marL="1033272" lvl="2">
              <a:lnSpc>
                <a:spcPct val="150000"/>
              </a:lnSpc>
              <a:buClr>
                <a:srgbClr val="F0AD00"/>
              </a:buClr>
              <a:buSzPct val="80000"/>
            </a:pPr>
            <a:r>
              <a:rPr lang="en-US" dirty="0">
                <a:solidFill>
                  <a:prstClr val="black"/>
                </a:solidFill>
              </a:rPr>
              <a:t>1. Start with the original problem and break it down recursively.</a:t>
            </a:r>
          </a:p>
          <a:p>
            <a:pPr marL="1033272" lvl="2">
              <a:lnSpc>
                <a:spcPct val="150000"/>
              </a:lnSpc>
              <a:buClr>
                <a:srgbClr val="F0AD00"/>
              </a:buClr>
              <a:buSzPct val="80000"/>
            </a:pPr>
            <a:r>
              <a:rPr lang="en-US" dirty="0">
                <a:solidFill>
                  <a:prstClr val="black"/>
                </a:solidFill>
              </a:rPr>
              <a:t>2. Use a cache (e.g., a dictionary or array) to store already computed subproblem results.</a:t>
            </a:r>
          </a:p>
          <a:p>
            <a:pPr marL="1033272" lvl="2">
              <a:lnSpc>
                <a:spcPct val="150000"/>
              </a:lnSpc>
              <a:buClr>
                <a:srgbClr val="F0AD00"/>
              </a:buClr>
              <a:buSzPct val="80000"/>
            </a:pPr>
            <a:r>
              <a:rPr lang="en-US" dirty="0">
                <a:solidFill>
                  <a:prstClr val="black"/>
                </a:solidFill>
              </a:rPr>
              <a:t>3. Reuse results from the cache if the same subproblem is encountered again.</a:t>
            </a:r>
            <a:endParaRPr lang="en-US" sz="2800" dirty="0">
              <a:solidFill>
                <a:prstClr val="black"/>
              </a:solidFill>
            </a:endParaRPr>
          </a:p>
          <a:p>
            <a:pPr marL="633222" lvl="0" indent="-514350">
              <a:lnSpc>
                <a:spcPct val="150000"/>
              </a:lnSpc>
              <a:buClr>
                <a:srgbClr val="F0AD00"/>
              </a:buClr>
              <a:buSzPct val="80000"/>
              <a:buFont typeface="Wingdings" panose="05000000000000000000" pitchFamily="2" charset="2"/>
              <a:buChar char="q"/>
            </a:pPr>
            <a:r>
              <a:rPr lang="en-US" sz="2400" b="1" dirty="0">
                <a:solidFill>
                  <a:prstClr val="black"/>
                </a:solidFill>
              </a:rPr>
              <a:t>Tabulation: </a:t>
            </a:r>
            <a:r>
              <a:rPr lang="en-US" dirty="0"/>
              <a:t>This involves solving the problem </a:t>
            </a:r>
            <a:r>
              <a:rPr lang="en-US" dirty="0">
                <a:solidFill>
                  <a:srgbClr val="FF0000"/>
                </a:solidFill>
              </a:rPr>
              <a:t>iteratively</a:t>
            </a:r>
            <a:r>
              <a:rPr lang="en-US" dirty="0"/>
              <a:t> by building a table (usually an array) from the smallest subproblems to the larger ones.</a:t>
            </a:r>
            <a:endParaRPr lang="en-US" dirty="0">
              <a:solidFill>
                <a:prstClr val="black"/>
              </a:solidFill>
            </a:endParaRPr>
          </a:p>
          <a:p>
            <a:pPr marL="1033272" lvl="2">
              <a:lnSpc>
                <a:spcPct val="150000"/>
              </a:lnSpc>
              <a:buClr>
                <a:srgbClr val="F0AD00"/>
              </a:buClr>
              <a:buSzPct val="80000"/>
            </a:pPr>
            <a:r>
              <a:rPr lang="en-US" dirty="0"/>
              <a:t>1. Identify the base cases and initialize a table to store solutions.</a:t>
            </a:r>
            <a:endParaRPr lang="en-US" dirty="0">
              <a:solidFill>
                <a:prstClr val="black"/>
              </a:solidFill>
            </a:endParaRPr>
          </a:p>
          <a:p>
            <a:pPr marL="1033272" lvl="2">
              <a:lnSpc>
                <a:spcPct val="150000"/>
              </a:lnSpc>
              <a:buClr>
                <a:srgbClr val="F0AD00"/>
              </a:buClr>
              <a:buSzPct val="80000"/>
            </a:pPr>
            <a:r>
              <a:rPr lang="en-US" dirty="0"/>
              <a:t>2. Iteratively fill in the table, solving subproblems in a specific order</a:t>
            </a:r>
            <a:r>
              <a:rPr lang="en-US" dirty="0">
                <a:solidFill>
                  <a:prstClr val="black"/>
                </a:solidFill>
              </a:rPr>
              <a:t>.</a:t>
            </a:r>
          </a:p>
          <a:p>
            <a:pPr marL="1033272" lvl="2">
              <a:lnSpc>
                <a:spcPct val="150000"/>
              </a:lnSpc>
              <a:buClr>
                <a:srgbClr val="F0AD00"/>
              </a:buClr>
              <a:buSzPct val="80000"/>
            </a:pPr>
            <a:r>
              <a:rPr lang="en-US" dirty="0"/>
              <a:t>3. Use previously computed values to build up to the solution of the original problem</a:t>
            </a:r>
            <a:r>
              <a:rPr lang="en-US" dirty="0">
                <a:solidFill>
                  <a:prstClr val="black"/>
                </a:solidFill>
              </a:rPr>
              <a:t>.</a:t>
            </a:r>
            <a:endParaRPr lang="en-US" sz="1400" dirty="0">
              <a:solidFill>
                <a:prstClr val="black"/>
              </a:solidFill>
            </a:endParaRPr>
          </a:p>
        </p:txBody>
      </p:sp>
    </p:spTree>
    <p:custDataLst>
      <p:tags r:id="rId1"/>
    </p:custDataLst>
    <p:extLst>
      <p:ext uri="{BB962C8B-B14F-4D97-AF65-F5344CB8AC3E}">
        <p14:creationId xmlns:p14="http://schemas.microsoft.com/office/powerpoint/2010/main" val="340314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Dynamic Programing: Tabulation</a:t>
            </a:r>
          </a:p>
        </p:txBody>
      </p:sp>
      <p:sp>
        <p:nvSpPr>
          <p:cNvPr id="3" name="Slide Number Placeholder 2">
            <a:extLst>
              <a:ext uri="{FF2B5EF4-FFF2-40B4-BE49-F238E27FC236}">
                <a16:creationId xmlns:a16="http://schemas.microsoft.com/office/drawing/2014/main" id="{B741FFE8-CADA-4EEF-915C-F1DA0D2D38E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5/89</a:t>
            </a:r>
          </a:p>
        </p:txBody>
      </p:sp>
      <p:sp>
        <p:nvSpPr>
          <p:cNvPr id="4" name="Rectangle 3"/>
          <p:cNvSpPr/>
          <p:nvPr/>
        </p:nvSpPr>
        <p:spPr>
          <a:xfrm>
            <a:off x="425352" y="2114719"/>
            <a:ext cx="11431367" cy="3660746"/>
          </a:xfrm>
          <a:prstGeom prst="rect">
            <a:avLst/>
          </a:prstGeom>
        </p:spPr>
        <p:txBody>
          <a:bodyPr wrap="square">
            <a:spAutoFit/>
          </a:bodyPr>
          <a:lstStyle/>
          <a:p>
            <a:pPr marL="633222" lvl="0" indent="-514350">
              <a:lnSpc>
                <a:spcPct val="150000"/>
              </a:lnSpc>
              <a:buClr>
                <a:srgbClr val="F0AD00"/>
              </a:buClr>
              <a:buSzPct val="80000"/>
              <a:buFont typeface="+mj-lt"/>
              <a:buAutoNum type="arabicPeriod"/>
            </a:pPr>
            <a:r>
              <a:rPr lang="en-US" sz="2400" dirty="0">
                <a:solidFill>
                  <a:prstClr val="black"/>
                </a:solidFill>
              </a:rPr>
              <a:t> Define the “restricted” small </a:t>
            </a:r>
            <a:r>
              <a:rPr lang="en-US" sz="2400" dirty="0">
                <a:solidFill>
                  <a:srgbClr val="00B0F0"/>
                </a:solidFill>
              </a:rPr>
              <a:t>subproblems</a:t>
            </a:r>
            <a:r>
              <a:rPr lang="en-US" sz="2400" dirty="0">
                <a:solidFill>
                  <a:prstClr val="black"/>
                </a:solidFill>
              </a:rPr>
              <a:t>.</a:t>
            </a:r>
          </a:p>
          <a:p>
            <a:pPr marL="633222" lvl="0" indent="-514350">
              <a:lnSpc>
                <a:spcPct val="150000"/>
              </a:lnSpc>
              <a:buClr>
                <a:srgbClr val="F0AD00"/>
              </a:buClr>
              <a:buSzPct val="80000"/>
              <a:buFont typeface="+mj-lt"/>
              <a:buAutoNum type="arabicPeriod"/>
            </a:pPr>
            <a:r>
              <a:rPr lang="en-US" sz="2400" dirty="0">
                <a:solidFill>
                  <a:prstClr val="black"/>
                </a:solidFill>
              </a:rPr>
              <a:t> Define a “Table” to store the solutions to the subproblems.</a:t>
            </a:r>
            <a:endParaRPr lang="en-US" sz="1000" dirty="0">
              <a:solidFill>
                <a:prstClr val="black"/>
              </a:solidFill>
            </a:endParaRPr>
          </a:p>
          <a:p>
            <a:pPr marL="633222" lvl="0" indent="-514350">
              <a:lnSpc>
                <a:spcPct val="150000"/>
              </a:lnSpc>
              <a:buClr>
                <a:srgbClr val="F0AD00"/>
              </a:buClr>
              <a:buSzPct val="80000"/>
              <a:buFont typeface="+mj-lt"/>
              <a:buAutoNum type="arabicPeriod"/>
            </a:pPr>
            <a:r>
              <a:rPr lang="en-US" sz="2400" dirty="0">
                <a:solidFill>
                  <a:prstClr val="black"/>
                </a:solidFill>
              </a:rPr>
              <a:t>Find a</a:t>
            </a:r>
            <a:r>
              <a:rPr lang="en-US" sz="2400" dirty="0">
                <a:solidFill>
                  <a:srgbClr val="00B050"/>
                </a:solidFill>
              </a:rPr>
              <a:t> relation </a:t>
            </a:r>
            <a:r>
              <a:rPr lang="en-US" sz="2400" dirty="0">
                <a:solidFill>
                  <a:prstClr val="black"/>
                </a:solidFill>
              </a:rPr>
              <a:t>between the solution of a larger problem and the solutions of smaller problems.</a:t>
            </a:r>
            <a:endParaRPr lang="en-US" sz="1200" dirty="0">
              <a:solidFill>
                <a:prstClr val="black"/>
              </a:solidFill>
            </a:endParaRPr>
          </a:p>
          <a:p>
            <a:pPr marL="633222" lvl="0" indent="-514350">
              <a:lnSpc>
                <a:spcPct val="150000"/>
              </a:lnSpc>
              <a:buClr>
                <a:srgbClr val="F0AD00"/>
              </a:buClr>
              <a:buSzPct val="80000"/>
              <a:buFont typeface="+mj-lt"/>
              <a:buAutoNum type="arabicPeriod"/>
            </a:pPr>
            <a:r>
              <a:rPr lang="en-US" sz="2400" dirty="0">
                <a:solidFill>
                  <a:prstClr val="black"/>
                </a:solidFill>
              </a:rPr>
              <a:t>Use an </a:t>
            </a:r>
            <a:r>
              <a:rPr lang="en-US" sz="2400" dirty="0">
                <a:solidFill>
                  <a:srgbClr val="FF0000"/>
                </a:solidFill>
              </a:rPr>
              <a:t>inductive method</a:t>
            </a:r>
            <a:r>
              <a:rPr lang="en-US" sz="2400" dirty="0">
                <a:solidFill>
                  <a:schemeClr val="accent1"/>
                </a:solidFill>
              </a:rPr>
              <a:t> </a:t>
            </a:r>
            <a:r>
              <a:rPr lang="en-US" sz="2400" dirty="0">
                <a:solidFill>
                  <a:prstClr val="black"/>
                </a:solidFill>
              </a:rPr>
              <a:t>to construct the solution to the main problem: </a:t>
            </a:r>
            <a:r>
              <a:rPr lang="en-US" sz="2400" dirty="0"/>
              <a:t>Starting from the base cases (smallest subproblems), iteratively fill the table using this </a:t>
            </a:r>
            <a:r>
              <a:rPr lang="en-US" sz="2400" dirty="0">
                <a:solidFill>
                  <a:srgbClr val="42B82E"/>
                </a:solidFill>
              </a:rPr>
              <a:t>relation</a:t>
            </a:r>
            <a:r>
              <a:rPr lang="en-US" sz="2400" dirty="0"/>
              <a:t>.</a:t>
            </a:r>
            <a:endParaRPr lang="en-US" sz="2400" dirty="0">
              <a:solidFill>
                <a:prstClr val="black"/>
              </a:solidFill>
            </a:endParaRPr>
          </a:p>
          <a:p>
            <a:pPr marL="438912" lvl="0" indent="-320040">
              <a:lnSpc>
                <a:spcPct val="150000"/>
              </a:lnSpc>
              <a:buClr>
                <a:srgbClr val="F0AD00"/>
              </a:buClr>
              <a:buSzPct val="80000"/>
              <a:buFont typeface="Wingdings 2"/>
              <a:buChar char=""/>
            </a:pPr>
            <a:endParaRPr lang="en-US" sz="1200" dirty="0">
              <a:solidFill>
                <a:prstClr val="black"/>
              </a:solidFill>
            </a:endParaRPr>
          </a:p>
        </p:txBody>
      </p:sp>
    </p:spTree>
    <p:custDataLst>
      <p:tags r:id="rId1"/>
    </p:custDataLst>
    <p:extLst>
      <p:ext uri="{BB962C8B-B14F-4D97-AF65-F5344CB8AC3E}">
        <p14:creationId xmlns:p14="http://schemas.microsoft.com/office/powerpoint/2010/main" val="4134065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AA874-3B7A-4C02-9E3C-9AD8CC0897FF}"/>
              </a:ext>
            </a:extLst>
          </p:cNvPr>
          <p:cNvSpPr>
            <a:spLocks noGrp="1"/>
          </p:cNvSpPr>
          <p:nvPr>
            <p:ph type="title"/>
          </p:nvPr>
        </p:nvSpPr>
        <p:spPr/>
        <p:txBody>
          <a:bodyPr/>
          <a:lstStyle/>
          <a:p>
            <a:r>
              <a:rPr lang="en-US" dirty="0"/>
              <a:t>DP vs. DC</a:t>
            </a:r>
          </a:p>
        </p:txBody>
      </p:sp>
      <p:sp>
        <p:nvSpPr>
          <p:cNvPr id="5" name="Slide Number Placeholder 4">
            <a:extLst>
              <a:ext uri="{FF2B5EF4-FFF2-40B4-BE49-F238E27FC236}">
                <a16:creationId xmlns:a16="http://schemas.microsoft.com/office/drawing/2014/main" id="{832DBB0A-DB9B-4A68-AD9E-8B65AF12AFA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6/89</a:t>
            </a:r>
          </a:p>
        </p:txBody>
      </p:sp>
      <p:sp>
        <p:nvSpPr>
          <p:cNvPr id="6" name="Rectangle 5">
            <a:extLst>
              <a:ext uri="{FF2B5EF4-FFF2-40B4-BE49-F238E27FC236}">
                <a16:creationId xmlns:a16="http://schemas.microsoft.com/office/drawing/2014/main" id="{9FB1918A-92A6-4941-8249-DE92571E5AB1}"/>
              </a:ext>
            </a:extLst>
          </p:cNvPr>
          <p:cNvSpPr/>
          <p:nvPr/>
        </p:nvSpPr>
        <p:spPr>
          <a:xfrm>
            <a:off x="269513" y="1864553"/>
            <a:ext cx="11341295" cy="4614020"/>
          </a:xfrm>
          <a:prstGeom prst="rect">
            <a:avLst/>
          </a:prstGeom>
        </p:spPr>
        <p:txBody>
          <a:bodyPr wrap="square">
            <a:spAutoFit/>
          </a:bodyPr>
          <a:lstStyle/>
          <a:p>
            <a:pPr marL="633222" lvl="0" indent="-514350">
              <a:lnSpc>
                <a:spcPct val="150000"/>
              </a:lnSpc>
              <a:buClr>
                <a:srgbClr val="F0AD00"/>
              </a:buClr>
              <a:buSzPct val="80000"/>
              <a:buFont typeface="Wingdings" panose="05000000000000000000" pitchFamily="2" charset="2"/>
              <a:buChar char="q"/>
            </a:pPr>
            <a:r>
              <a:rPr lang="en-US" sz="2400" b="1" dirty="0">
                <a:solidFill>
                  <a:prstClr val="black"/>
                </a:solidFill>
              </a:rPr>
              <a:t>Similarity:</a:t>
            </a:r>
            <a:endParaRPr lang="en-US" dirty="0">
              <a:solidFill>
                <a:prstClr val="black"/>
              </a:solidFill>
            </a:endParaRPr>
          </a:p>
          <a:p>
            <a:pPr marL="1257300" lvl="2" indent="-342900">
              <a:buFont typeface="+mj-lt"/>
              <a:buAutoNum type="arabicPeriod"/>
            </a:pPr>
            <a:r>
              <a:rPr lang="en-US" dirty="0"/>
              <a:t>Both break a problem into subproblems:</a:t>
            </a:r>
            <a:br>
              <a:rPr lang="en-US" dirty="0"/>
            </a:br>
            <a:r>
              <a:rPr lang="en-US" dirty="0"/>
              <a:t>They solve the main problem by solving smaller, related subproblems.</a:t>
            </a:r>
          </a:p>
          <a:p>
            <a:pPr marL="1257300" lvl="2" indent="-342900">
              <a:buFont typeface="+mj-lt"/>
              <a:buAutoNum type="arabicPeriod"/>
            </a:pPr>
            <a:r>
              <a:rPr lang="en-US" dirty="0"/>
              <a:t>Both use recursion (either directly or indirectly).</a:t>
            </a:r>
          </a:p>
          <a:p>
            <a:pPr marL="1257300" lvl="2" indent="-342900">
              <a:buFont typeface="+mj-lt"/>
              <a:buAutoNum type="arabicPeriod"/>
            </a:pPr>
            <a:r>
              <a:rPr lang="en-US" dirty="0"/>
              <a:t>Both aim to reduce the problem’s time complexity by reusing solutions or simplifying the problem structure.</a:t>
            </a:r>
          </a:p>
          <a:p>
            <a:pPr marL="633222" lvl="0" indent="-514350">
              <a:lnSpc>
                <a:spcPct val="150000"/>
              </a:lnSpc>
              <a:buClr>
                <a:srgbClr val="F0AD00"/>
              </a:buClr>
              <a:buSzPct val="80000"/>
              <a:buFont typeface="Wingdings" panose="05000000000000000000" pitchFamily="2" charset="2"/>
              <a:buChar char="q"/>
            </a:pPr>
            <a:r>
              <a:rPr lang="en-US" sz="2400" b="1" dirty="0">
                <a:solidFill>
                  <a:prstClr val="black"/>
                </a:solidFill>
              </a:rPr>
              <a:t>Difference:</a:t>
            </a:r>
            <a:endParaRPr lang="en-US" dirty="0">
              <a:solidFill>
                <a:prstClr val="black"/>
              </a:solidFill>
            </a:endParaRPr>
          </a:p>
          <a:p>
            <a:pPr marL="1033272" lvl="2">
              <a:lnSpc>
                <a:spcPct val="150000"/>
              </a:lnSpc>
              <a:buClr>
                <a:srgbClr val="F0AD00"/>
              </a:buClr>
              <a:buSzPct val="80000"/>
            </a:pPr>
            <a:r>
              <a:rPr lang="en-US" dirty="0"/>
              <a:t>1. In DC, subproblems are mostly </a:t>
            </a:r>
            <a:r>
              <a:rPr lang="en-US" b="1" dirty="0"/>
              <a:t>independent </a:t>
            </a:r>
            <a:r>
              <a:rPr lang="en-US" dirty="0"/>
              <a:t>whereas in DP</a:t>
            </a:r>
            <a:r>
              <a:rPr lang="en-US" b="1" dirty="0"/>
              <a:t> </a:t>
            </a:r>
            <a:r>
              <a:rPr lang="en-US" dirty="0"/>
              <a:t>subproblems are </a:t>
            </a:r>
            <a:r>
              <a:rPr lang="en-US" b="1" dirty="0"/>
              <a:t>overlapping</a:t>
            </a:r>
            <a:endParaRPr lang="en-US" dirty="0"/>
          </a:p>
          <a:p>
            <a:pPr marL="1033272" lvl="2">
              <a:lnSpc>
                <a:spcPct val="150000"/>
              </a:lnSpc>
              <a:buClr>
                <a:srgbClr val="F0AD00"/>
              </a:buClr>
              <a:buSzPct val="80000"/>
            </a:pPr>
            <a:r>
              <a:rPr lang="en-US" dirty="0"/>
              <a:t>2. DC does not reuse solutions; recalculates them as needed whereas DP stores and reuses solutions to subproblems (</a:t>
            </a:r>
            <a:r>
              <a:rPr lang="en-US" dirty="0" err="1"/>
              <a:t>memoization</a:t>
            </a:r>
            <a:r>
              <a:rPr lang="en-US" dirty="0"/>
              <a:t>/tabulation).</a:t>
            </a:r>
          </a:p>
          <a:p>
            <a:pPr marL="1033272" lvl="2">
              <a:lnSpc>
                <a:spcPct val="150000"/>
              </a:lnSpc>
              <a:buClr>
                <a:srgbClr val="F0AD00"/>
              </a:buClr>
              <a:buSzPct val="80000"/>
            </a:pPr>
            <a:r>
              <a:rPr lang="en-US" dirty="0"/>
              <a:t>3. DC may have exponential time if not optimized while DP is typically more efficient (polynomial time) due to </a:t>
            </a:r>
            <a:r>
              <a:rPr lang="en-US" dirty="0" err="1"/>
              <a:t>memoization</a:t>
            </a:r>
            <a:r>
              <a:rPr lang="en-US" dirty="0"/>
              <a:t>.</a:t>
            </a:r>
            <a:endParaRPr lang="en-US" sz="1400" dirty="0">
              <a:solidFill>
                <a:prstClr val="black"/>
              </a:solidFill>
            </a:endParaRPr>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B805ECCA-99F7-FAD2-F6E0-C863D57B7423}"/>
                  </a:ext>
                </a:extLst>
              </p14:cNvPr>
              <p14:cNvContentPartPr/>
              <p14:nvPr/>
            </p14:nvContentPartPr>
            <p14:xfrm>
              <a:off x="525996" y="3463209"/>
              <a:ext cx="2271240" cy="1253520"/>
            </p14:xfrm>
          </p:contentPart>
        </mc:Choice>
        <mc:Fallback>
          <p:pic>
            <p:nvPicPr>
              <p:cNvPr id="3" name="Ink 2">
                <a:extLst>
                  <a:ext uri="{FF2B5EF4-FFF2-40B4-BE49-F238E27FC236}">
                    <a16:creationId xmlns:a16="http://schemas.microsoft.com/office/drawing/2014/main" id="{B805ECCA-99F7-FAD2-F6E0-C863D57B7423}"/>
                  </a:ext>
                </a:extLst>
              </p:cNvPr>
              <p:cNvPicPr/>
              <p:nvPr/>
            </p:nvPicPr>
            <p:blipFill>
              <a:blip r:embed="rId6"/>
              <a:stretch>
                <a:fillRect/>
              </a:stretch>
            </p:blipFill>
            <p:spPr>
              <a:xfrm>
                <a:off x="521676" y="3458889"/>
                <a:ext cx="2279880" cy="1262160"/>
              </a:xfrm>
              <a:prstGeom prst="rect">
                <a:avLst/>
              </a:prstGeom>
            </p:spPr>
          </p:pic>
        </mc:Fallback>
      </mc:AlternateContent>
    </p:spTree>
    <p:custDataLst>
      <p:tags r:id="rId1"/>
    </p:custDataLst>
    <p:extLst>
      <p:ext uri="{BB962C8B-B14F-4D97-AF65-F5344CB8AC3E}">
        <p14:creationId xmlns:p14="http://schemas.microsoft.com/office/powerpoint/2010/main" val="860397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1: Fibonacci’s series</a:t>
            </a:r>
          </a:p>
        </p:txBody>
      </p:sp>
      <p:sp>
        <p:nvSpPr>
          <p:cNvPr id="3" name="Slide Number Placeholder 2">
            <a:extLst>
              <a:ext uri="{FF2B5EF4-FFF2-40B4-BE49-F238E27FC236}">
                <a16:creationId xmlns:a16="http://schemas.microsoft.com/office/drawing/2014/main" id="{AADC323B-2124-4A6B-B8CC-610DC1D92EF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7/89</a:t>
            </a:r>
          </a:p>
        </p:txBody>
      </p:sp>
      <p:sp>
        <p:nvSpPr>
          <p:cNvPr id="4" name="Text Box 17"/>
          <p:cNvSpPr txBox="1">
            <a:spLocks noChangeArrowheads="1"/>
          </p:cNvSpPr>
          <p:nvPr/>
        </p:nvSpPr>
        <p:spPr bwMode="auto">
          <a:xfrm>
            <a:off x="923499" y="3304275"/>
            <a:ext cx="6797144" cy="1569660"/>
          </a:xfrm>
          <a:prstGeom prst="rect">
            <a:avLst/>
          </a:prstGeom>
          <a:solidFill>
            <a:schemeClr val="accent5">
              <a:lumMod val="20000"/>
              <a:lumOff val="80000"/>
            </a:schemeClr>
          </a:solidFill>
          <a:ln>
            <a:solidFill>
              <a:schemeClr val="accent1"/>
            </a:solidFill>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dirty="0">
                <a:solidFill>
                  <a:srgbClr val="000000"/>
                </a:solidFill>
                <a:latin typeface="Consolas" panose="020B0609020204030204" pitchFamily="49" charset="0"/>
              </a:rPr>
              <a:t>fib(n):</a:t>
            </a:r>
          </a:p>
          <a:p>
            <a:pPr marL="0" indent="0"/>
            <a:r>
              <a:rPr lang="en-US" altLang="en-US" dirty="0">
                <a:latin typeface="Consolas" panose="020B0609020204030204" pitchFamily="49" charset="0"/>
                <a:cs typeface="Courier New" panose="02070309020205020404" pitchFamily="49" charset="0"/>
              </a:rPr>
              <a:t>  if n==1 or n==2 then</a:t>
            </a:r>
          </a:p>
          <a:p>
            <a:pPr marL="0" indent="0"/>
            <a:r>
              <a:rPr lang="en-US" altLang="en-US" dirty="0">
                <a:latin typeface="Consolas" panose="020B0609020204030204" pitchFamily="49" charset="0"/>
                <a:cs typeface="Courier New" panose="02070309020205020404" pitchFamily="49" charset="0"/>
              </a:rPr>
              <a:t>		 return 1</a:t>
            </a:r>
          </a:p>
          <a:p>
            <a:pPr marL="0" indent="0"/>
            <a:r>
              <a:rPr lang="en-US" altLang="en-US" dirty="0">
                <a:latin typeface="Consolas" panose="020B0609020204030204" pitchFamily="49" charset="0"/>
                <a:cs typeface="Courier New" panose="02070309020205020404" pitchFamily="49" charset="0"/>
              </a:rPr>
              <a:t>  return fib(n-1)+fib(n-2)</a:t>
            </a:r>
          </a:p>
        </p:txBody>
      </p:sp>
      <mc:AlternateContent xmlns:mc="http://schemas.openxmlformats.org/markup-compatibility/2006" xmlns:a14="http://schemas.microsoft.com/office/drawing/2010/main">
        <mc:Choice Requires="a14">
          <p:sp>
            <p:nvSpPr>
              <p:cNvPr id="5" name="Rectangle 4"/>
              <p:cNvSpPr/>
              <p:nvPr/>
            </p:nvSpPr>
            <p:spPr>
              <a:xfrm>
                <a:off x="327539" y="2050252"/>
                <a:ext cx="11341295" cy="671851"/>
              </a:xfrm>
              <a:prstGeom prst="rect">
                <a:avLst/>
              </a:prstGeom>
            </p:spPr>
            <p:txBody>
              <a:bodyPr wrap="square">
                <a:spAutoFit/>
              </a:bodyPr>
              <a:lstStyle/>
              <a:p>
                <a:pPr marL="438912" lvl="0" indent="-320040">
                  <a:lnSpc>
                    <a:spcPct val="150000"/>
                  </a:lnSpc>
                  <a:buClr>
                    <a:srgbClr val="F0AD00"/>
                  </a:buClr>
                  <a:buSzPct val="80000"/>
                  <a:buFont typeface="Wingdings 2"/>
                  <a:buChar char=""/>
                </a:pPr>
                <a14:m>
                  <m:oMath xmlns:m="http://schemas.openxmlformats.org/officeDocument/2006/math">
                    <m:r>
                      <a:rPr lang="en-US" sz="2800" b="1" i="1" dirty="0" smtClean="0">
                        <a:solidFill>
                          <a:prstClr val="black"/>
                        </a:solidFill>
                        <a:latin typeface="Cambria Math" panose="02040503050406030204" pitchFamily="18" charset="0"/>
                      </a:rPr>
                      <m:t>𝑭</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𝟏</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𝑭</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𝟐</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𝟏</m:t>
                    </m:r>
                    <m:r>
                      <a:rPr lang="en-US" sz="2800" b="1" i="1" dirty="0">
                        <a:solidFill>
                          <a:prstClr val="black"/>
                        </a:solidFill>
                        <a:latin typeface="Cambria Math" panose="02040503050406030204" pitchFamily="18" charset="0"/>
                      </a:rPr>
                      <m:t>,   </m:t>
                    </m:r>
                    <m:r>
                      <a:rPr lang="en-US" sz="2800" b="1" i="1" dirty="0">
                        <a:solidFill>
                          <a:prstClr val="black"/>
                        </a:solidFill>
                        <a:latin typeface="Cambria Math" panose="02040503050406030204" pitchFamily="18" charset="0"/>
                      </a:rPr>
                      <m:t>𝑭</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𝒏</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𝑭</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𝒏</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𝟏</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𝑭</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𝒏</m:t>
                    </m:r>
                    <m:r>
                      <a:rPr lang="en-US" sz="2800" b="1" i="1" dirty="0">
                        <a:solidFill>
                          <a:prstClr val="black"/>
                        </a:solidFill>
                        <a:latin typeface="Cambria Math" panose="02040503050406030204" pitchFamily="18" charset="0"/>
                      </a:rPr>
                      <m:t>−</m:t>
                    </m:r>
                    <m:r>
                      <a:rPr lang="en-US" sz="2800" b="1" i="1" dirty="0">
                        <a:solidFill>
                          <a:prstClr val="black"/>
                        </a:solidFill>
                        <a:latin typeface="Cambria Math" panose="02040503050406030204" pitchFamily="18" charset="0"/>
                      </a:rPr>
                      <m:t>𝟐</m:t>
                    </m:r>
                    <m:r>
                      <a:rPr lang="en-US" sz="2800" b="1" i="1" dirty="0">
                        <a:solidFill>
                          <a:prstClr val="black"/>
                        </a:solidFill>
                        <a:latin typeface="Cambria Math" panose="02040503050406030204" pitchFamily="18" charset="0"/>
                      </a:rPr>
                      <m:t>)</m:t>
                    </m:r>
                  </m:oMath>
                </a14:m>
                <a:endParaRPr lang="en-US" sz="2800" dirty="0">
                  <a:solidFill>
                    <a:prstClr val="black"/>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327539" y="2050252"/>
                <a:ext cx="11341295" cy="67185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D0715B5-7B84-4008-BA9E-C70E08469F60}"/>
                  </a:ext>
                </a:extLst>
              </p:cNvPr>
              <p:cNvSpPr txBox="1"/>
              <p:nvPr/>
            </p:nvSpPr>
            <p:spPr>
              <a:xfrm>
                <a:off x="6227180" y="3796717"/>
                <a:ext cx="1272820" cy="584775"/>
              </a:xfrm>
              <a:prstGeom prst="rect">
                <a:avLst/>
              </a:prstGeom>
              <a:noFill/>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panose="02040503050406030204" pitchFamily="18" charset="0"/>
                        </a:rPr>
                        <m:t>𝑂</m:t>
                      </m:r>
                      <m:r>
                        <a:rPr lang="en-US" sz="3200" b="0" i="1" smtClean="0">
                          <a:solidFill>
                            <a:srgbClr val="FF0000"/>
                          </a:solidFill>
                          <a:latin typeface="Cambria Math" panose="02040503050406030204" pitchFamily="18" charset="0"/>
                        </a:rPr>
                        <m:t>(</m:t>
                      </m:r>
                      <m:sSup>
                        <m:sSupPr>
                          <m:ctrlPr>
                            <a:rPr lang="en-US" sz="3200" b="0" i="1" smtClean="0">
                              <a:solidFill>
                                <a:srgbClr val="FF0000"/>
                              </a:solidFill>
                              <a:latin typeface="Cambria Math" panose="02040503050406030204" pitchFamily="18" charset="0"/>
                            </a:rPr>
                          </m:ctrlPr>
                        </m:sSupPr>
                        <m:e>
                          <m:r>
                            <a:rPr lang="en-US" sz="3200" b="0" i="1" smtClean="0">
                              <a:solidFill>
                                <a:srgbClr val="FF0000"/>
                              </a:solidFill>
                              <a:latin typeface="Cambria Math" panose="02040503050406030204" pitchFamily="18" charset="0"/>
                            </a:rPr>
                            <m:t>2</m:t>
                          </m:r>
                        </m:e>
                        <m:sup>
                          <m:r>
                            <a:rPr lang="en-US" sz="3200" b="0" i="1" smtClean="0">
                              <a:solidFill>
                                <a:srgbClr val="FF0000"/>
                              </a:solidFill>
                              <a:latin typeface="Cambria Math" panose="02040503050406030204" pitchFamily="18" charset="0"/>
                            </a:rPr>
                            <m:t>𝑛</m:t>
                          </m:r>
                        </m:sup>
                      </m:sSup>
                      <m:r>
                        <a:rPr lang="en-US" sz="3200" b="0" i="1" smtClean="0">
                          <a:solidFill>
                            <a:srgbClr val="FF0000"/>
                          </a:solidFill>
                          <a:latin typeface="Cambria Math" panose="02040503050406030204" pitchFamily="18" charset="0"/>
                        </a:rPr>
                        <m:t>)</m:t>
                      </m:r>
                    </m:oMath>
                  </m:oMathPara>
                </a14:m>
                <a:endParaRPr lang="en-US" sz="3200" dirty="0">
                  <a:solidFill>
                    <a:srgbClr val="FF0000"/>
                  </a:solidFill>
                </a:endParaRPr>
              </a:p>
            </p:txBody>
          </p:sp>
        </mc:Choice>
        <mc:Fallback xmlns="">
          <p:sp>
            <p:nvSpPr>
              <p:cNvPr id="7" name="TextBox 6">
                <a:extLst>
                  <a:ext uri="{FF2B5EF4-FFF2-40B4-BE49-F238E27FC236}">
                    <a16:creationId xmlns:a16="http://schemas.microsoft.com/office/drawing/2014/main" id="{2D0715B5-7B84-4008-BA9E-C70E08469F60}"/>
                  </a:ext>
                </a:extLst>
              </p:cNvPr>
              <p:cNvSpPr txBox="1">
                <a:spLocks noRot="1" noChangeAspect="1" noMove="1" noResize="1" noEditPoints="1" noAdjustHandles="1" noChangeArrowheads="1" noChangeShapeType="1" noTextEdit="1"/>
              </p:cNvSpPr>
              <p:nvPr/>
            </p:nvSpPr>
            <p:spPr>
              <a:xfrm>
                <a:off x="6227180" y="3796717"/>
                <a:ext cx="1272820" cy="584775"/>
              </a:xfrm>
              <a:prstGeom prst="rect">
                <a:avLst/>
              </a:prstGeom>
              <a:blipFill>
                <a:blip r:embed="rId5"/>
                <a:stretch>
                  <a:fillRect/>
                </a:stretch>
              </a:blipFill>
              <a:ln>
                <a:solidFill>
                  <a:srgbClr val="FF0000"/>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18365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Fibonacci’s series: DP Approach</a:t>
            </a:r>
          </a:p>
        </p:txBody>
      </p:sp>
      <p:sp>
        <p:nvSpPr>
          <p:cNvPr id="3" name="Slide Number Placeholder 2">
            <a:extLst>
              <a:ext uri="{FF2B5EF4-FFF2-40B4-BE49-F238E27FC236}">
                <a16:creationId xmlns:a16="http://schemas.microsoft.com/office/drawing/2014/main" id="{FC3ED79B-6FD4-488A-BF67-23043EE087E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10/89</a:t>
            </a:r>
          </a:p>
        </p:txBody>
      </p:sp>
      <p:sp>
        <p:nvSpPr>
          <p:cNvPr id="46" name="TextBox 45"/>
          <p:cNvSpPr txBox="1"/>
          <p:nvPr/>
        </p:nvSpPr>
        <p:spPr>
          <a:xfrm>
            <a:off x="8559017" y="1929178"/>
            <a:ext cx="1050224" cy="400110"/>
          </a:xfrm>
          <a:prstGeom prst="rect">
            <a:avLst/>
          </a:prstGeom>
          <a:noFill/>
        </p:spPr>
        <p:txBody>
          <a:bodyPr wrap="none" rtlCol="0">
            <a:spAutoFit/>
          </a:bodyPr>
          <a:lstStyle/>
          <a:p>
            <a:r>
              <a:rPr lang="en-US" sz="2000" b="1" dirty="0">
                <a:latin typeface="Arial Rounded MT Bold" panose="020F0704030504030204" pitchFamily="34" charset="0"/>
              </a:rPr>
              <a:t>fib(</a:t>
            </a:r>
            <a:r>
              <a:rPr lang="en-US" sz="2000" b="1" dirty="0" err="1">
                <a:latin typeface="Arial Rounded MT Bold" panose="020F0704030504030204" pitchFamily="34" charset="0"/>
              </a:rPr>
              <a:t>i</a:t>
            </a:r>
            <a:r>
              <a:rPr lang="en-US" sz="2000" b="1" dirty="0">
                <a:latin typeface="Arial Rounded MT Bold" panose="020F0704030504030204" pitchFamily="34" charset="0"/>
              </a:rPr>
              <a:t>)=?</a:t>
            </a:r>
          </a:p>
        </p:txBody>
      </p:sp>
      <p:grpSp>
        <p:nvGrpSpPr>
          <p:cNvPr id="47" name="Group 46"/>
          <p:cNvGrpSpPr/>
          <p:nvPr/>
        </p:nvGrpSpPr>
        <p:grpSpPr>
          <a:xfrm>
            <a:off x="7876380" y="2553757"/>
            <a:ext cx="2861214" cy="409956"/>
            <a:chOff x="2558130" y="2855665"/>
            <a:chExt cx="2861214" cy="409956"/>
          </a:xfrm>
        </p:grpSpPr>
        <p:grpSp>
          <p:nvGrpSpPr>
            <p:cNvPr id="48" name="Group 47"/>
            <p:cNvGrpSpPr/>
            <p:nvPr/>
          </p:nvGrpSpPr>
          <p:grpSpPr>
            <a:xfrm>
              <a:off x="2959606" y="2855665"/>
              <a:ext cx="2459738" cy="409956"/>
              <a:chOff x="3201572" y="3586089"/>
              <a:chExt cx="3657600" cy="609600"/>
            </a:xfrm>
            <a:solidFill>
              <a:schemeClr val="accent1">
                <a:lumMod val="20000"/>
                <a:lumOff val="80000"/>
              </a:schemeClr>
            </a:solidFill>
          </p:grpSpPr>
          <p:sp>
            <p:nvSpPr>
              <p:cNvPr id="50" name="Rectangle 5"/>
              <p:cNvSpPr>
                <a:spLocks noChangeArrowheads="1"/>
              </p:cNvSpPr>
              <p:nvPr/>
            </p:nvSpPr>
            <p:spPr bwMode="auto">
              <a:xfrm>
                <a:off x="3201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1" name="Rectangle 6"/>
              <p:cNvSpPr>
                <a:spLocks noChangeArrowheads="1"/>
              </p:cNvSpPr>
              <p:nvPr/>
            </p:nvSpPr>
            <p:spPr bwMode="auto">
              <a:xfrm>
                <a:off x="38111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2" name="Rectangle 7"/>
              <p:cNvSpPr>
                <a:spLocks noChangeArrowheads="1"/>
              </p:cNvSpPr>
              <p:nvPr/>
            </p:nvSpPr>
            <p:spPr bwMode="auto">
              <a:xfrm>
                <a:off x="44207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3" name="Rectangle 8"/>
              <p:cNvSpPr>
                <a:spLocks noChangeArrowheads="1"/>
              </p:cNvSpPr>
              <p:nvPr/>
            </p:nvSpPr>
            <p:spPr bwMode="auto">
              <a:xfrm>
                <a:off x="50303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4" name="Rectangle 9"/>
              <p:cNvSpPr>
                <a:spLocks noChangeArrowheads="1"/>
              </p:cNvSpPr>
              <p:nvPr/>
            </p:nvSpPr>
            <p:spPr bwMode="auto">
              <a:xfrm>
                <a:off x="56399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5" name="Rectangle 10"/>
              <p:cNvSpPr>
                <a:spLocks noChangeArrowheads="1"/>
              </p:cNvSpPr>
              <p:nvPr/>
            </p:nvSpPr>
            <p:spPr bwMode="auto">
              <a:xfrm>
                <a:off x="6249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49" name="Rectangle 6"/>
            <p:cNvSpPr>
              <a:spLocks noChangeArrowheads="1"/>
            </p:cNvSpPr>
            <p:nvPr/>
          </p:nvSpPr>
          <p:spPr bwMode="auto">
            <a:xfrm>
              <a:off x="2558130" y="2855665"/>
              <a:ext cx="409956" cy="409956"/>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56" name="TextBox 55"/>
          <p:cNvSpPr txBox="1"/>
          <p:nvPr/>
        </p:nvSpPr>
        <p:spPr>
          <a:xfrm>
            <a:off x="7466424" y="2580980"/>
            <a:ext cx="340158" cy="400110"/>
          </a:xfrm>
          <a:prstGeom prst="rect">
            <a:avLst/>
          </a:prstGeom>
          <a:noFill/>
        </p:spPr>
        <p:txBody>
          <a:bodyPr wrap="none" rtlCol="0">
            <a:spAutoFit/>
          </a:bodyPr>
          <a:lstStyle/>
          <a:p>
            <a:r>
              <a:rPr lang="en-US" sz="2000" b="1" dirty="0">
                <a:latin typeface="Arial Rounded MT Bold" panose="020F0704030504030204" pitchFamily="34" charset="0"/>
              </a:rPr>
              <a:t>F</a:t>
            </a:r>
          </a:p>
        </p:txBody>
      </p:sp>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68BABF4C-0A6F-4551-BE87-60D28521C1FC}"/>
                  </a:ext>
                </a:extLst>
              </p:cNvPr>
              <p:cNvSpPr/>
              <p:nvPr/>
            </p:nvSpPr>
            <p:spPr>
              <a:xfrm>
                <a:off x="425352" y="2114719"/>
                <a:ext cx="11341295" cy="4214744"/>
              </a:xfrm>
              <a:prstGeom prst="rect">
                <a:avLst/>
              </a:prstGeom>
            </p:spPr>
            <p:txBody>
              <a:bodyPr wrap="square">
                <a:spAutoFit/>
              </a:bodyPr>
              <a:lstStyle/>
              <a:p>
                <a:pPr marL="633222" lvl="0" indent="-514350">
                  <a:lnSpc>
                    <a:spcPct val="150000"/>
                  </a:lnSpc>
                  <a:buClr>
                    <a:srgbClr val="F0AD00"/>
                  </a:buClr>
                  <a:buSzPct val="80000"/>
                  <a:buFont typeface="+mj-lt"/>
                  <a:buAutoNum type="arabicPeriod"/>
                </a:pPr>
                <a:r>
                  <a:rPr lang="en-US" sz="2400" dirty="0"/>
                  <a:t>Subproblems: </a:t>
                </a:r>
                <a14:m>
                  <m:oMath xmlns:m="http://schemas.openxmlformats.org/officeDocument/2006/math">
                    <m:r>
                      <a:rPr lang="en-US" sz="2400" i="1" dirty="0" smtClean="0">
                        <a:latin typeface="Cambria Math" panose="02040503050406030204" pitchFamily="18" charset="0"/>
                      </a:rPr>
                      <m:t>𝑓𝑖𝑏</m:t>
                    </m:r>
                    <m:d>
                      <m:dPr>
                        <m:ctrlPr>
                          <a:rPr lang="en-US" sz="2400" i="1" dirty="0" smtClean="0">
                            <a:latin typeface="Cambria Math" panose="02040503050406030204" pitchFamily="18" charset="0"/>
                          </a:rPr>
                        </m:ctrlPr>
                      </m:dPr>
                      <m:e>
                        <m:r>
                          <a:rPr lang="en-US" sz="2400" i="1" dirty="0" err="1" smtClean="0">
                            <a:latin typeface="Cambria Math" panose="02040503050406030204" pitchFamily="18" charset="0"/>
                          </a:rPr>
                          <m:t>𝑖</m:t>
                        </m:r>
                      </m:e>
                    </m:d>
                    <m:r>
                      <a:rPr lang="en-US" sz="2400" i="1" dirty="0" smtClean="0">
                        <a:latin typeface="Cambria Math" panose="02040503050406030204" pitchFamily="18" charset="0"/>
                      </a:rPr>
                      <m:t>: 0≤</m:t>
                    </m:r>
                    <m:r>
                      <a:rPr lang="en-US" sz="2400" i="1" dirty="0" err="1" smtClean="0">
                        <a:latin typeface="Cambria Math" panose="02040503050406030204" pitchFamily="18" charset="0"/>
                      </a:rPr>
                      <m:t>𝑖</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oMath>
                </a14:m>
                <a:endParaRPr lang="en-US" sz="2400" dirty="0">
                  <a:solidFill>
                    <a:prstClr val="black"/>
                  </a:solidFill>
                </a:endParaRPr>
              </a:p>
              <a:p>
                <a:pPr marL="633222" lvl="0" indent="-514350">
                  <a:lnSpc>
                    <a:spcPct val="150000"/>
                  </a:lnSpc>
                  <a:buClr>
                    <a:srgbClr val="F0AD00"/>
                  </a:buClr>
                  <a:buSzPct val="80000"/>
                  <a:buFont typeface="+mj-lt"/>
                  <a:buAutoNum type="arabicPeriod"/>
                </a:pPr>
                <a:r>
                  <a:rPr lang="en-US" sz="2400" dirty="0">
                    <a:solidFill>
                      <a:prstClr val="black"/>
                    </a:solidFill>
                  </a:rPr>
                  <a:t> Define a “Table” to store </a:t>
                </a:r>
                <a14:m>
                  <m:oMath xmlns:m="http://schemas.openxmlformats.org/officeDocument/2006/math">
                    <m:r>
                      <a:rPr lang="en-US" sz="2400" i="1" dirty="0">
                        <a:latin typeface="Cambria Math" panose="02040503050406030204" pitchFamily="18" charset="0"/>
                      </a:rPr>
                      <m:t>𝑓𝑖𝑏</m:t>
                    </m:r>
                    <m:d>
                      <m:dPr>
                        <m:ctrlPr>
                          <a:rPr lang="en-US" sz="2400" i="1" dirty="0">
                            <a:latin typeface="Cambria Math" panose="02040503050406030204" pitchFamily="18" charset="0"/>
                          </a:rPr>
                        </m:ctrlPr>
                      </m:dPr>
                      <m:e>
                        <m:r>
                          <a:rPr lang="en-US" sz="2400" i="1" dirty="0" err="1">
                            <a:latin typeface="Cambria Math" panose="02040503050406030204" pitchFamily="18" charset="0"/>
                          </a:rPr>
                          <m:t>𝑖</m:t>
                        </m:r>
                      </m:e>
                    </m:d>
                    <m:r>
                      <a:rPr lang="en-US" sz="2400" i="1" dirty="0" err="1">
                        <a:latin typeface="Cambria Math" panose="02040503050406030204" pitchFamily="18" charset="0"/>
                      </a:rPr>
                      <m:t> </m:t>
                    </m:r>
                  </m:oMath>
                </a14:m>
                <a:endParaRPr lang="en-US" sz="2400" dirty="0">
                  <a:solidFill>
                    <a:prstClr val="black"/>
                  </a:solidFill>
                </a:endParaRPr>
              </a:p>
              <a:p>
                <a:pPr marL="633222" lvl="0" indent="-514350">
                  <a:lnSpc>
                    <a:spcPct val="150000"/>
                  </a:lnSpc>
                  <a:buClr>
                    <a:srgbClr val="F0AD00"/>
                  </a:buClr>
                  <a:buSzPct val="80000"/>
                  <a:buFont typeface="+mj-lt"/>
                  <a:buAutoNum type="arabicPeriod"/>
                </a:pPr>
                <a:r>
                  <a:rPr lang="en-US" sz="2400" dirty="0">
                    <a:solidFill>
                      <a:prstClr val="black"/>
                    </a:solidFill>
                  </a:rPr>
                  <a:t>Find a</a:t>
                </a:r>
                <a:r>
                  <a:rPr lang="en-US" sz="2400" dirty="0">
                    <a:solidFill>
                      <a:srgbClr val="00B050"/>
                    </a:solidFill>
                  </a:rPr>
                  <a:t> relation </a:t>
                </a:r>
                <a:r>
                  <a:rPr lang="en-US" sz="2400" dirty="0">
                    <a:solidFill>
                      <a:prstClr val="black"/>
                    </a:solidFill>
                  </a:rPr>
                  <a:t>: </a:t>
                </a:r>
                <a14:m>
                  <m:oMath xmlns:m="http://schemas.openxmlformats.org/officeDocument/2006/math">
                    <m:r>
                      <a:rPr lang="en-US" sz="2400" i="1" dirty="0" smtClean="0">
                        <a:solidFill>
                          <a:srgbClr val="00B050"/>
                        </a:solidFill>
                        <a:latin typeface="Cambria Math" panose="02040503050406030204" pitchFamily="18" charset="0"/>
                      </a:rPr>
                      <m:t>𝑓𝑖𝑏</m:t>
                    </m:r>
                    <m:d>
                      <m:dPr>
                        <m:ctrlPr>
                          <a:rPr lang="en-US" sz="2400" i="1" dirty="0">
                            <a:solidFill>
                              <a:srgbClr val="00B050"/>
                            </a:solidFill>
                            <a:latin typeface="Cambria Math" panose="02040503050406030204" pitchFamily="18" charset="0"/>
                          </a:rPr>
                        </m:ctrlPr>
                      </m:dPr>
                      <m:e>
                        <m:r>
                          <a:rPr lang="en-US" sz="2400" i="1" dirty="0" err="1">
                            <a:solidFill>
                              <a:srgbClr val="00B050"/>
                            </a:solidFill>
                            <a:latin typeface="Cambria Math" panose="02040503050406030204" pitchFamily="18" charset="0"/>
                          </a:rPr>
                          <m:t>𝑖</m:t>
                        </m:r>
                      </m:e>
                    </m:d>
                    <m:r>
                      <a:rPr lang="en-US" sz="2400" b="0" i="1" dirty="0" smtClean="0">
                        <a:solidFill>
                          <a:srgbClr val="00B050"/>
                        </a:solidFill>
                        <a:latin typeface="Cambria Math" panose="02040503050406030204" pitchFamily="18" charset="0"/>
                      </a:rPr>
                      <m:t>=</m:t>
                    </m:r>
                    <m:r>
                      <a:rPr lang="en-US" sz="2400" b="0" i="1" dirty="0" smtClean="0">
                        <a:solidFill>
                          <a:srgbClr val="00B050"/>
                        </a:solidFill>
                        <a:latin typeface="Cambria Math" panose="02040503050406030204" pitchFamily="18" charset="0"/>
                      </a:rPr>
                      <m:t>𝑓𝑖𝑏</m:t>
                    </m:r>
                    <m:d>
                      <m:dPr>
                        <m:ctrlPr>
                          <a:rPr lang="en-US" sz="2400" b="0" i="1" dirty="0" smtClean="0">
                            <a:solidFill>
                              <a:srgbClr val="00B050"/>
                            </a:solidFill>
                            <a:latin typeface="Cambria Math" panose="02040503050406030204" pitchFamily="18" charset="0"/>
                          </a:rPr>
                        </m:ctrlPr>
                      </m:dPr>
                      <m:e>
                        <m:r>
                          <a:rPr lang="en-US" sz="2400" b="0" i="1" dirty="0" smtClean="0">
                            <a:solidFill>
                              <a:srgbClr val="00B050"/>
                            </a:solidFill>
                            <a:latin typeface="Cambria Math" panose="02040503050406030204" pitchFamily="18" charset="0"/>
                          </a:rPr>
                          <m:t>𝑖</m:t>
                        </m:r>
                        <m:r>
                          <a:rPr lang="en-US" sz="2400" b="0" i="1" dirty="0" smtClean="0">
                            <a:solidFill>
                              <a:srgbClr val="00B050"/>
                            </a:solidFill>
                            <a:latin typeface="Cambria Math" panose="02040503050406030204" pitchFamily="18" charset="0"/>
                          </a:rPr>
                          <m:t>−1</m:t>
                        </m:r>
                      </m:e>
                    </m:d>
                    <m:r>
                      <a:rPr lang="en-US" sz="2400" b="0" i="1" dirty="0" smtClean="0">
                        <a:solidFill>
                          <a:srgbClr val="00B050"/>
                        </a:solidFill>
                        <a:latin typeface="Cambria Math" panose="02040503050406030204" pitchFamily="18" charset="0"/>
                      </a:rPr>
                      <m:t>+</m:t>
                    </m:r>
                    <m:r>
                      <a:rPr lang="en-US" sz="2400" b="0" i="1" dirty="0" smtClean="0">
                        <a:solidFill>
                          <a:srgbClr val="00B050"/>
                        </a:solidFill>
                        <a:latin typeface="Cambria Math" panose="02040503050406030204" pitchFamily="18" charset="0"/>
                      </a:rPr>
                      <m:t>𝑓𝑖𝑏</m:t>
                    </m:r>
                    <m:r>
                      <a:rPr lang="en-US" sz="2400" b="0" i="1" dirty="0" smtClean="0">
                        <a:solidFill>
                          <a:srgbClr val="00B050"/>
                        </a:solidFill>
                        <a:latin typeface="Cambria Math" panose="02040503050406030204" pitchFamily="18" charset="0"/>
                      </a:rPr>
                      <m:t>(</m:t>
                    </m:r>
                    <m:r>
                      <a:rPr lang="en-US" sz="2400" b="0" i="1" dirty="0" smtClean="0">
                        <a:solidFill>
                          <a:srgbClr val="00B050"/>
                        </a:solidFill>
                        <a:latin typeface="Cambria Math" panose="02040503050406030204" pitchFamily="18" charset="0"/>
                      </a:rPr>
                      <m:t>𝑖</m:t>
                    </m:r>
                    <m:r>
                      <a:rPr lang="en-US" sz="2400" b="0" i="1" dirty="0" smtClean="0">
                        <a:solidFill>
                          <a:srgbClr val="00B050"/>
                        </a:solidFill>
                        <a:latin typeface="Cambria Math" panose="02040503050406030204" pitchFamily="18" charset="0"/>
                      </a:rPr>
                      <m:t>−2)</m:t>
                    </m:r>
                  </m:oMath>
                </a14:m>
                <a:endParaRPr lang="en-US" sz="2400" dirty="0">
                  <a:solidFill>
                    <a:srgbClr val="00B050"/>
                  </a:solidFill>
                </a:endParaRPr>
              </a:p>
              <a:p>
                <a:pPr marL="633222" lvl="0" indent="-514350">
                  <a:lnSpc>
                    <a:spcPct val="150000"/>
                  </a:lnSpc>
                  <a:buClr>
                    <a:srgbClr val="F0AD00"/>
                  </a:buClr>
                  <a:buSzPct val="80000"/>
                  <a:buFont typeface="+mj-lt"/>
                  <a:buAutoNum type="arabicPeriod"/>
                </a:pPr>
                <a:r>
                  <a:rPr lang="en-US" sz="2400" dirty="0"/>
                  <a:t>Inductive method</a:t>
                </a:r>
                <a:r>
                  <a:rPr lang="en-US" sz="2400" dirty="0">
                    <a:solidFill>
                      <a:schemeClr val="accent1"/>
                    </a:solidFill>
                  </a:rPr>
                  <a:t>:</a:t>
                </a:r>
              </a:p>
              <a:p>
                <a:pPr lvl="5"/>
                <a:r>
                  <a:rPr lang="en-US" altLang="en-US" sz="2400" dirty="0">
                    <a:solidFill>
                      <a:srgbClr val="FF0000"/>
                    </a:solidFill>
                    <a:latin typeface="Consolas" panose="020B0609020204030204" pitchFamily="49" charset="0"/>
                    <a:cs typeface="Courier New" panose="02070309020205020404" pitchFamily="49" charset="0"/>
                  </a:rPr>
                  <a:t>F[0]=F[1]=1</a:t>
                </a:r>
              </a:p>
              <a:p>
                <a:pPr lvl="5"/>
                <a:r>
                  <a:rPr lang="en-US" altLang="en-US" sz="2400" dirty="0">
                    <a:solidFill>
                      <a:srgbClr val="FF0000"/>
                    </a:solidFill>
                    <a:latin typeface="Consolas" panose="020B0609020204030204" pitchFamily="49" charset="0"/>
                    <a:cs typeface="Courier New" panose="02070309020205020404" pitchFamily="49" charset="0"/>
                  </a:rPr>
                  <a:t>for </a:t>
                </a:r>
                <a:r>
                  <a:rPr lang="en-US" altLang="en-US" sz="2400" dirty="0" err="1">
                    <a:solidFill>
                      <a:srgbClr val="FF0000"/>
                    </a:solidFill>
                    <a:latin typeface="Consolas" panose="020B0609020204030204" pitchFamily="49" charset="0"/>
                    <a:cs typeface="Courier New" panose="02070309020205020404" pitchFamily="49" charset="0"/>
                  </a:rPr>
                  <a:t>i</a:t>
                </a:r>
                <a:r>
                  <a:rPr lang="en-US" altLang="en-US" sz="2400" dirty="0">
                    <a:solidFill>
                      <a:srgbClr val="FF0000"/>
                    </a:solidFill>
                    <a:latin typeface="Consolas" panose="020B0609020204030204" pitchFamily="49" charset="0"/>
                    <a:cs typeface="Courier New" panose="02070309020205020404" pitchFamily="49" charset="0"/>
                  </a:rPr>
                  <a:t>=2 to n do:</a:t>
                </a:r>
              </a:p>
              <a:p>
                <a:pPr lvl="5"/>
                <a:r>
                  <a:rPr lang="en-US" altLang="en-US" sz="2400" dirty="0">
                    <a:solidFill>
                      <a:srgbClr val="FF0000"/>
                    </a:solidFill>
                    <a:latin typeface="Consolas" panose="020B0609020204030204" pitchFamily="49" charset="0"/>
                    <a:cs typeface="Courier New" panose="02070309020205020404" pitchFamily="49" charset="0"/>
                  </a:rPr>
                  <a:t>	   F[</a:t>
                </a:r>
                <a:r>
                  <a:rPr lang="en-US" altLang="en-US" sz="2400" dirty="0" err="1">
                    <a:solidFill>
                      <a:srgbClr val="FF0000"/>
                    </a:solidFill>
                    <a:latin typeface="Consolas" panose="020B0609020204030204" pitchFamily="49" charset="0"/>
                    <a:cs typeface="Courier New" panose="02070309020205020404" pitchFamily="49" charset="0"/>
                  </a:rPr>
                  <a:t>i</a:t>
                </a:r>
                <a:r>
                  <a:rPr lang="en-US" altLang="en-US" sz="2400" dirty="0">
                    <a:solidFill>
                      <a:srgbClr val="FF0000"/>
                    </a:solidFill>
                    <a:latin typeface="Consolas" panose="020B0609020204030204" pitchFamily="49" charset="0"/>
                    <a:cs typeface="Courier New" panose="02070309020205020404" pitchFamily="49" charset="0"/>
                  </a:rPr>
                  <a:t>]=F[i-1]+F[i-2]</a:t>
                </a:r>
              </a:p>
              <a:p>
                <a:pPr marL="633222" lvl="0" indent="-514350">
                  <a:lnSpc>
                    <a:spcPct val="150000"/>
                  </a:lnSpc>
                  <a:buClr>
                    <a:srgbClr val="F0AD00"/>
                  </a:buClr>
                  <a:buSzPct val="80000"/>
                  <a:buFont typeface="+mj-lt"/>
                  <a:buAutoNum type="arabicPeriod"/>
                </a:pPr>
                <a:endParaRPr lang="en-US" sz="2400" dirty="0">
                  <a:solidFill>
                    <a:prstClr val="black"/>
                  </a:solidFill>
                </a:endParaRPr>
              </a:p>
              <a:p>
                <a:pPr marL="438912" lvl="0" indent="-320040">
                  <a:lnSpc>
                    <a:spcPct val="150000"/>
                  </a:lnSpc>
                  <a:buClr>
                    <a:srgbClr val="F0AD00"/>
                  </a:buClr>
                  <a:buSzPct val="80000"/>
                  <a:buFont typeface="Wingdings 2"/>
                  <a:buChar char=""/>
                </a:pPr>
                <a:endParaRPr lang="en-US" sz="1200" dirty="0">
                  <a:solidFill>
                    <a:prstClr val="black"/>
                  </a:solidFill>
                </a:endParaRPr>
              </a:p>
            </p:txBody>
          </p:sp>
        </mc:Choice>
        <mc:Fallback xmlns="">
          <p:sp>
            <p:nvSpPr>
              <p:cNvPr id="58" name="Rectangle 57">
                <a:extLst>
                  <a:ext uri="{FF2B5EF4-FFF2-40B4-BE49-F238E27FC236}">
                    <a16:creationId xmlns:a16="http://schemas.microsoft.com/office/drawing/2014/main" id="{68BABF4C-0A6F-4551-BE87-60D28521C1FC}"/>
                  </a:ext>
                </a:extLst>
              </p:cNvPr>
              <p:cNvSpPr>
                <a:spLocks noRot="1" noChangeAspect="1" noMove="1" noResize="1" noEditPoints="1" noAdjustHandles="1" noChangeArrowheads="1" noChangeShapeType="1" noTextEdit="1"/>
              </p:cNvSpPr>
              <p:nvPr/>
            </p:nvSpPr>
            <p:spPr>
              <a:xfrm>
                <a:off x="425352" y="2114719"/>
                <a:ext cx="11341295" cy="4214744"/>
              </a:xfrm>
              <a:prstGeom prst="rect">
                <a:avLst/>
              </a:prstGeom>
              <a:blipFill>
                <a:blip r:embed="rId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07122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8">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Fibonacci’s series: DP-Tabulation</a:t>
            </a:r>
          </a:p>
        </p:txBody>
      </p:sp>
      <p:sp>
        <p:nvSpPr>
          <p:cNvPr id="3" name="Slide Number Placeholder 2">
            <a:extLst>
              <a:ext uri="{FF2B5EF4-FFF2-40B4-BE49-F238E27FC236}">
                <a16:creationId xmlns:a16="http://schemas.microsoft.com/office/drawing/2014/main" id="{FC3ED79B-6FD4-488A-BF67-23043EE087E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11/89</a:t>
            </a:r>
          </a:p>
        </p:txBody>
      </p:sp>
      <p:sp>
        <p:nvSpPr>
          <p:cNvPr id="4" name="Text Box 17"/>
          <p:cNvSpPr txBox="1">
            <a:spLocks noChangeArrowheads="1"/>
          </p:cNvSpPr>
          <p:nvPr/>
        </p:nvSpPr>
        <p:spPr bwMode="auto">
          <a:xfrm>
            <a:off x="1150012" y="2193845"/>
            <a:ext cx="5216282" cy="2369880"/>
          </a:xfrm>
          <a:prstGeom prst="rect">
            <a:avLst/>
          </a:prstGeom>
          <a:solidFill>
            <a:schemeClr val="accent5">
              <a:lumMod val="20000"/>
              <a:lumOff val="80000"/>
            </a:schemeClr>
          </a:solidFill>
          <a:ln w="9525">
            <a:solidFill>
              <a:schemeClr val="tx1"/>
            </a:solidFill>
            <a:miter lim="800000"/>
            <a:headEnd/>
            <a:tailEnd/>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dirty="0">
                <a:solidFill>
                  <a:srgbClr val="000000"/>
                </a:solidFill>
                <a:latin typeface="Consolas" panose="020B0609020204030204" pitchFamily="49" charset="0"/>
              </a:rPr>
              <a:t>fib(n):</a:t>
            </a:r>
          </a:p>
          <a:p>
            <a:pPr marL="0" indent="0"/>
            <a:r>
              <a:rPr lang="en-US" altLang="en-US" dirty="0">
                <a:latin typeface="Consolas" panose="020B0609020204030204" pitchFamily="49" charset="0"/>
                <a:cs typeface="Courier New" panose="02070309020205020404" pitchFamily="49" charset="0"/>
              </a:rPr>
              <a:t>   F[0]=F[1]=1</a:t>
            </a:r>
          </a:p>
          <a:p>
            <a:pPr marL="0" indent="0"/>
            <a:r>
              <a:rPr lang="en-US" altLang="en-US" dirty="0">
                <a:latin typeface="Consolas" panose="020B0609020204030204" pitchFamily="49" charset="0"/>
                <a:cs typeface="Courier New" panose="02070309020205020404" pitchFamily="49" charset="0"/>
              </a:rPr>
              <a:t>   </a:t>
            </a:r>
          </a:p>
          <a:p>
            <a:pPr marL="0" indent="0"/>
            <a:r>
              <a:rPr lang="en-US" altLang="en-US" dirty="0">
                <a:latin typeface="Consolas" panose="020B0609020204030204" pitchFamily="49" charset="0"/>
                <a:cs typeface="Courier New" panose="02070309020205020404" pitchFamily="49" charset="0"/>
              </a:rPr>
              <a:t>   for </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=2 to n do:</a:t>
            </a:r>
          </a:p>
          <a:p>
            <a:pPr marL="0" indent="0"/>
            <a:r>
              <a:rPr lang="en-US" altLang="en-US" dirty="0">
                <a:latin typeface="Consolas" panose="020B0609020204030204" pitchFamily="49" charset="0"/>
                <a:cs typeface="Courier New" panose="02070309020205020404" pitchFamily="49" charset="0"/>
              </a:rPr>
              <a:t>	   F[</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]=F[i-1]+F[i-2]</a:t>
            </a:r>
          </a:p>
          <a:p>
            <a:pPr marL="0" indent="0"/>
            <a:endParaRPr lang="en-US" altLang="en-US" sz="2800" dirty="0">
              <a:latin typeface="Courier New" panose="02070309020205020404" pitchFamily="49" charset="0"/>
              <a:cs typeface="Courier New" panose="02070309020205020404" pitchFamily="49" charset="0"/>
            </a:endParaRPr>
          </a:p>
        </p:txBody>
      </p:sp>
      <p:grpSp>
        <p:nvGrpSpPr>
          <p:cNvPr id="6" name="Group 5"/>
          <p:cNvGrpSpPr/>
          <p:nvPr/>
        </p:nvGrpSpPr>
        <p:grpSpPr>
          <a:xfrm>
            <a:off x="7878728" y="3189150"/>
            <a:ext cx="2861214" cy="409956"/>
            <a:chOff x="2558130" y="2855665"/>
            <a:chExt cx="2861214" cy="409956"/>
          </a:xfrm>
        </p:grpSpPr>
        <p:grpSp>
          <p:nvGrpSpPr>
            <p:cNvPr id="7" name="Group 6"/>
            <p:cNvGrpSpPr/>
            <p:nvPr/>
          </p:nvGrpSpPr>
          <p:grpSpPr>
            <a:xfrm>
              <a:off x="2959606" y="2855665"/>
              <a:ext cx="2459738" cy="409956"/>
              <a:chOff x="3201572" y="3586089"/>
              <a:chExt cx="3657600" cy="609600"/>
            </a:xfrm>
            <a:solidFill>
              <a:schemeClr val="accent1">
                <a:lumMod val="20000"/>
                <a:lumOff val="80000"/>
              </a:schemeClr>
            </a:solidFill>
          </p:grpSpPr>
          <p:sp>
            <p:nvSpPr>
              <p:cNvPr id="9" name="Rectangle 5"/>
              <p:cNvSpPr>
                <a:spLocks noChangeArrowheads="1"/>
              </p:cNvSpPr>
              <p:nvPr/>
            </p:nvSpPr>
            <p:spPr bwMode="auto">
              <a:xfrm>
                <a:off x="3201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sp>
            <p:nvSpPr>
              <p:cNvPr id="10" name="Rectangle 6"/>
              <p:cNvSpPr>
                <a:spLocks noChangeArrowheads="1"/>
              </p:cNvSpPr>
              <p:nvPr/>
            </p:nvSpPr>
            <p:spPr bwMode="auto">
              <a:xfrm>
                <a:off x="38111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11" name="Rectangle 7"/>
              <p:cNvSpPr>
                <a:spLocks noChangeArrowheads="1"/>
              </p:cNvSpPr>
              <p:nvPr/>
            </p:nvSpPr>
            <p:spPr bwMode="auto">
              <a:xfrm>
                <a:off x="44207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12" name="Rectangle 8"/>
              <p:cNvSpPr>
                <a:spLocks noChangeArrowheads="1"/>
              </p:cNvSpPr>
              <p:nvPr/>
            </p:nvSpPr>
            <p:spPr bwMode="auto">
              <a:xfrm>
                <a:off x="50303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13" name="Rectangle 9"/>
              <p:cNvSpPr>
                <a:spLocks noChangeArrowheads="1"/>
              </p:cNvSpPr>
              <p:nvPr/>
            </p:nvSpPr>
            <p:spPr bwMode="auto">
              <a:xfrm>
                <a:off x="56399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14" name="Rectangle 10"/>
              <p:cNvSpPr>
                <a:spLocks noChangeArrowheads="1"/>
              </p:cNvSpPr>
              <p:nvPr/>
            </p:nvSpPr>
            <p:spPr bwMode="auto">
              <a:xfrm>
                <a:off x="6249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8" name="Rectangle 6"/>
            <p:cNvSpPr>
              <a:spLocks noChangeArrowheads="1"/>
            </p:cNvSpPr>
            <p:nvPr/>
          </p:nvSpPr>
          <p:spPr bwMode="auto">
            <a:xfrm>
              <a:off x="2558130" y="2855665"/>
              <a:ext cx="409956" cy="409956"/>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grpSp>
      <p:sp>
        <p:nvSpPr>
          <p:cNvPr id="15" name="TextBox 14"/>
          <p:cNvSpPr txBox="1"/>
          <p:nvPr/>
        </p:nvSpPr>
        <p:spPr>
          <a:xfrm>
            <a:off x="7468772" y="3216373"/>
            <a:ext cx="340158" cy="400110"/>
          </a:xfrm>
          <a:prstGeom prst="rect">
            <a:avLst/>
          </a:prstGeom>
          <a:noFill/>
        </p:spPr>
        <p:txBody>
          <a:bodyPr wrap="none" rtlCol="0">
            <a:spAutoFit/>
          </a:bodyPr>
          <a:lstStyle/>
          <a:p>
            <a:r>
              <a:rPr lang="en-US" sz="2000" b="1" dirty="0">
                <a:latin typeface="Arial Rounded MT Bold" panose="020F0704030504030204" pitchFamily="34" charset="0"/>
              </a:rPr>
              <a:t>F</a:t>
            </a:r>
          </a:p>
        </p:txBody>
      </p:sp>
      <p:grpSp>
        <p:nvGrpSpPr>
          <p:cNvPr id="16" name="Group 15"/>
          <p:cNvGrpSpPr/>
          <p:nvPr/>
        </p:nvGrpSpPr>
        <p:grpSpPr>
          <a:xfrm>
            <a:off x="7876380" y="3904257"/>
            <a:ext cx="2861214" cy="409956"/>
            <a:chOff x="2558130" y="2855665"/>
            <a:chExt cx="2861214" cy="409956"/>
          </a:xfrm>
        </p:grpSpPr>
        <p:grpSp>
          <p:nvGrpSpPr>
            <p:cNvPr id="17" name="Group 16"/>
            <p:cNvGrpSpPr/>
            <p:nvPr/>
          </p:nvGrpSpPr>
          <p:grpSpPr>
            <a:xfrm>
              <a:off x="2959606" y="2855665"/>
              <a:ext cx="2459738" cy="409956"/>
              <a:chOff x="3201572" y="3586089"/>
              <a:chExt cx="3657600" cy="609600"/>
            </a:xfrm>
            <a:solidFill>
              <a:schemeClr val="accent1">
                <a:lumMod val="20000"/>
                <a:lumOff val="80000"/>
              </a:schemeClr>
            </a:solidFill>
          </p:grpSpPr>
          <p:sp>
            <p:nvSpPr>
              <p:cNvPr id="19" name="Rectangle 5"/>
              <p:cNvSpPr>
                <a:spLocks noChangeArrowheads="1"/>
              </p:cNvSpPr>
              <p:nvPr/>
            </p:nvSpPr>
            <p:spPr bwMode="auto">
              <a:xfrm>
                <a:off x="3201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sp>
            <p:nvSpPr>
              <p:cNvPr id="20" name="Rectangle 6"/>
              <p:cNvSpPr>
                <a:spLocks noChangeArrowheads="1"/>
              </p:cNvSpPr>
              <p:nvPr/>
            </p:nvSpPr>
            <p:spPr bwMode="auto">
              <a:xfrm>
                <a:off x="38111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2</a:t>
                </a:r>
              </a:p>
            </p:txBody>
          </p:sp>
          <p:sp>
            <p:nvSpPr>
              <p:cNvPr id="21" name="Rectangle 7"/>
              <p:cNvSpPr>
                <a:spLocks noChangeArrowheads="1"/>
              </p:cNvSpPr>
              <p:nvPr/>
            </p:nvSpPr>
            <p:spPr bwMode="auto">
              <a:xfrm>
                <a:off x="44207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22" name="Rectangle 8"/>
              <p:cNvSpPr>
                <a:spLocks noChangeArrowheads="1"/>
              </p:cNvSpPr>
              <p:nvPr/>
            </p:nvSpPr>
            <p:spPr bwMode="auto">
              <a:xfrm>
                <a:off x="50303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23" name="Rectangle 9"/>
              <p:cNvSpPr>
                <a:spLocks noChangeArrowheads="1"/>
              </p:cNvSpPr>
              <p:nvPr/>
            </p:nvSpPr>
            <p:spPr bwMode="auto">
              <a:xfrm>
                <a:off x="56399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24" name="Rectangle 10"/>
              <p:cNvSpPr>
                <a:spLocks noChangeArrowheads="1"/>
              </p:cNvSpPr>
              <p:nvPr/>
            </p:nvSpPr>
            <p:spPr bwMode="auto">
              <a:xfrm>
                <a:off x="6249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18" name="Rectangle 6"/>
            <p:cNvSpPr>
              <a:spLocks noChangeArrowheads="1"/>
            </p:cNvSpPr>
            <p:nvPr/>
          </p:nvSpPr>
          <p:spPr bwMode="auto">
            <a:xfrm>
              <a:off x="2558130" y="2855665"/>
              <a:ext cx="409956" cy="409956"/>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grpSp>
      <p:sp>
        <p:nvSpPr>
          <p:cNvPr id="25" name="TextBox 24"/>
          <p:cNvSpPr txBox="1"/>
          <p:nvPr/>
        </p:nvSpPr>
        <p:spPr>
          <a:xfrm>
            <a:off x="7466424" y="3931480"/>
            <a:ext cx="340158" cy="400110"/>
          </a:xfrm>
          <a:prstGeom prst="rect">
            <a:avLst/>
          </a:prstGeom>
          <a:noFill/>
        </p:spPr>
        <p:txBody>
          <a:bodyPr wrap="none" rtlCol="0">
            <a:spAutoFit/>
          </a:bodyPr>
          <a:lstStyle/>
          <a:p>
            <a:r>
              <a:rPr lang="en-US" sz="2000" b="1" dirty="0">
                <a:latin typeface="Arial Rounded MT Bold" panose="020F0704030504030204" pitchFamily="34" charset="0"/>
              </a:rPr>
              <a:t>F</a:t>
            </a:r>
          </a:p>
        </p:txBody>
      </p:sp>
      <p:grpSp>
        <p:nvGrpSpPr>
          <p:cNvPr id="26" name="Group 25"/>
          <p:cNvGrpSpPr/>
          <p:nvPr/>
        </p:nvGrpSpPr>
        <p:grpSpPr>
          <a:xfrm>
            <a:off x="7876384" y="4565439"/>
            <a:ext cx="2861214" cy="409956"/>
            <a:chOff x="2558130" y="2855665"/>
            <a:chExt cx="2861214" cy="409956"/>
          </a:xfrm>
        </p:grpSpPr>
        <p:grpSp>
          <p:nvGrpSpPr>
            <p:cNvPr id="27" name="Group 26"/>
            <p:cNvGrpSpPr/>
            <p:nvPr/>
          </p:nvGrpSpPr>
          <p:grpSpPr>
            <a:xfrm>
              <a:off x="2959606" y="2855665"/>
              <a:ext cx="2459738" cy="409956"/>
              <a:chOff x="3201572" y="3586089"/>
              <a:chExt cx="3657600" cy="609600"/>
            </a:xfrm>
            <a:solidFill>
              <a:schemeClr val="accent1">
                <a:lumMod val="20000"/>
                <a:lumOff val="80000"/>
              </a:schemeClr>
            </a:solidFill>
          </p:grpSpPr>
          <p:sp>
            <p:nvSpPr>
              <p:cNvPr id="29" name="Rectangle 5"/>
              <p:cNvSpPr>
                <a:spLocks noChangeArrowheads="1"/>
              </p:cNvSpPr>
              <p:nvPr/>
            </p:nvSpPr>
            <p:spPr bwMode="auto">
              <a:xfrm>
                <a:off x="3201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sp>
            <p:nvSpPr>
              <p:cNvPr id="30" name="Rectangle 6"/>
              <p:cNvSpPr>
                <a:spLocks noChangeArrowheads="1"/>
              </p:cNvSpPr>
              <p:nvPr/>
            </p:nvSpPr>
            <p:spPr bwMode="auto">
              <a:xfrm>
                <a:off x="38111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2</a:t>
                </a:r>
              </a:p>
            </p:txBody>
          </p:sp>
          <p:sp>
            <p:nvSpPr>
              <p:cNvPr id="31" name="Rectangle 7"/>
              <p:cNvSpPr>
                <a:spLocks noChangeArrowheads="1"/>
              </p:cNvSpPr>
              <p:nvPr/>
            </p:nvSpPr>
            <p:spPr bwMode="auto">
              <a:xfrm>
                <a:off x="44207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3</a:t>
                </a:r>
              </a:p>
            </p:txBody>
          </p:sp>
          <p:sp>
            <p:nvSpPr>
              <p:cNvPr id="32" name="Rectangle 8"/>
              <p:cNvSpPr>
                <a:spLocks noChangeArrowheads="1"/>
              </p:cNvSpPr>
              <p:nvPr/>
            </p:nvSpPr>
            <p:spPr bwMode="auto">
              <a:xfrm>
                <a:off x="50303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33" name="Rectangle 9"/>
              <p:cNvSpPr>
                <a:spLocks noChangeArrowheads="1"/>
              </p:cNvSpPr>
              <p:nvPr/>
            </p:nvSpPr>
            <p:spPr bwMode="auto">
              <a:xfrm>
                <a:off x="56399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34" name="Rectangle 10"/>
              <p:cNvSpPr>
                <a:spLocks noChangeArrowheads="1"/>
              </p:cNvSpPr>
              <p:nvPr/>
            </p:nvSpPr>
            <p:spPr bwMode="auto">
              <a:xfrm>
                <a:off x="6249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28" name="Rectangle 6"/>
            <p:cNvSpPr>
              <a:spLocks noChangeArrowheads="1"/>
            </p:cNvSpPr>
            <p:nvPr/>
          </p:nvSpPr>
          <p:spPr bwMode="auto">
            <a:xfrm>
              <a:off x="2558130" y="2855665"/>
              <a:ext cx="409956" cy="409956"/>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grpSp>
      <p:sp>
        <p:nvSpPr>
          <p:cNvPr id="35" name="TextBox 34"/>
          <p:cNvSpPr txBox="1"/>
          <p:nvPr/>
        </p:nvSpPr>
        <p:spPr>
          <a:xfrm>
            <a:off x="7466428" y="4592662"/>
            <a:ext cx="340158" cy="400110"/>
          </a:xfrm>
          <a:prstGeom prst="rect">
            <a:avLst/>
          </a:prstGeom>
          <a:noFill/>
        </p:spPr>
        <p:txBody>
          <a:bodyPr wrap="none" rtlCol="0">
            <a:spAutoFit/>
          </a:bodyPr>
          <a:lstStyle/>
          <a:p>
            <a:r>
              <a:rPr lang="en-US" sz="2000" b="1" dirty="0">
                <a:latin typeface="Arial Rounded MT Bold" panose="020F0704030504030204" pitchFamily="34" charset="0"/>
              </a:rPr>
              <a:t>F</a:t>
            </a:r>
          </a:p>
        </p:txBody>
      </p:sp>
      <p:grpSp>
        <p:nvGrpSpPr>
          <p:cNvPr id="36" name="Group 35"/>
          <p:cNvGrpSpPr/>
          <p:nvPr/>
        </p:nvGrpSpPr>
        <p:grpSpPr>
          <a:xfrm>
            <a:off x="7902174" y="5266478"/>
            <a:ext cx="2861214" cy="409956"/>
            <a:chOff x="2558130" y="2855665"/>
            <a:chExt cx="2861214" cy="409956"/>
          </a:xfrm>
        </p:grpSpPr>
        <p:grpSp>
          <p:nvGrpSpPr>
            <p:cNvPr id="37" name="Group 36"/>
            <p:cNvGrpSpPr/>
            <p:nvPr/>
          </p:nvGrpSpPr>
          <p:grpSpPr>
            <a:xfrm>
              <a:off x="2959606" y="2855665"/>
              <a:ext cx="2459738" cy="409956"/>
              <a:chOff x="3201572" y="3586089"/>
              <a:chExt cx="3657600" cy="609600"/>
            </a:xfrm>
            <a:solidFill>
              <a:schemeClr val="accent1">
                <a:lumMod val="20000"/>
                <a:lumOff val="80000"/>
              </a:schemeClr>
            </a:solidFill>
          </p:grpSpPr>
          <p:sp>
            <p:nvSpPr>
              <p:cNvPr id="39" name="Rectangle 5"/>
              <p:cNvSpPr>
                <a:spLocks noChangeArrowheads="1"/>
              </p:cNvSpPr>
              <p:nvPr/>
            </p:nvSpPr>
            <p:spPr bwMode="auto">
              <a:xfrm>
                <a:off x="3201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sp>
            <p:nvSpPr>
              <p:cNvPr id="40" name="Rectangle 6"/>
              <p:cNvSpPr>
                <a:spLocks noChangeArrowheads="1"/>
              </p:cNvSpPr>
              <p:nvPr/>
            </p:nvSpPr>
            <p:spPr bwMode="auto">
              <a:xfrm>
                <a:off x="38111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2</a:t>
                </a:r>
              </a:p>
            </p:txBody>
          </p:sp>
          <p:sp>
            <p:nvSpPr>
              <p:cNvPr id="41" name="Rectangle 7"/>
              <p:cNvSpPr>
                <a:spLocks noChangeArrowheads="1"/>
              </p:cNvSpPr>
              <p:nvPr/>
            </p:nvSpPr>
            <p:spPr bwMode="auto">
              <a:xfrm>
                <a:off x="44207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3</a:t>
                </a:r>
              </a:p>
            </p:txBody>
          </p:sp>
          <p:sp>
            <p:nvSpPr>
              <p:cNvPr id="42" name="Rectangle 8"/>
              <p:cNvSpPr>
                <a:spLocks noChangeArrowheads="1"/>
              </p:cNvSpPr>
              <p:nvPr/>
            </p:nvSpPr>
            <p:spPr bwMode="auto">
              <a:xfrm>
                <a:off x="50303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5</a:t>
                </a:r>
              </a:p>
            </p:txBody>
          </p:sp>
          <p:sp>
            <p:nvSpPr>
              <p:cNvPr id="43" name="Rectangle 9"/>
              <p:cNvSpPr>
                <a:spLocks noChangeArrowheads="1"/>
              </p:cNvSpPr>
              <p:nvPr/>
            </p:nvSpPr>
            <p:spPr bwMode="auto">
              <a:xfrm>
                <a:off x="56399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44" name="Rectangle 10"/>
              <p:cNvSpPr>
                <a:spLocks noChangeArrowheads="1"/>
              </p:cNvSpPr>
              <p:nvPr/>
            </p:nvSpPr>
            <p:spPr bwMode="auto">
              <a:xfrm>
                <a:off x="6249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38" name="Rectangle 6"/>
            <p:cNvSpPr>
              <a:spLocks noChangeArrowheads="1"/>
            </p:cNvSpPr>
            <p:nvPr/>
          </p:nvSpPr>
          <p:spPr bwMode="auto">
            <a:xfrm>
              <a:off x="2558130" y="2855665"/>
              <a:ext cx="409956" cy="409956"/>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1</a:t>
              </a:r>
            </a:p>
          </p:txBody>
        </p:sp>
      </p:grpSp>
      <p:sp>
        <p:nvSpPr>
          <p:cNvPr id="45" name="TextBox 44"/>
          <p:cNvSpPr txBox="1"/>
          <p:nvPr/>
        </p:nvSpPr>
        <p:spPr>
          <a:xfrm>
            <a:off x="7492218" y="5293701"/>
            <a:ext cx="340158" cy="400110"/>
          </a:xfrm>
          <a:prstGeom prst="rect">
            <a:avLst/>
          </a:prstGeom>
          <a:noFill/>
        </p:spPr>
        <p:txBody>
          <a:bodyPr wrap="none" rtlCol="0">
            <a:spAutoFit/>
          </a:bodyPr>
          <a:lstStyle/>
          <a:p>
            <a:r>
              <a:rPr lang="en-US" sz="2000" b="1" dirty="0">
                <a:latin typeface="Arial Rounded MT Bold" panose="020F0704030504030204" pitchFamily="34" charset="0"/>
              </a:rPr>
              <a:t>F</a:t>
            </a:r>
          </a:p>
        </p:txBody>
      </p:sp>
      <p:sp>
        <p:nvSpPr>
          <p:cNvPr id="46" name="TextBox 45"/>
          <p:cNvSpPr txBox="1"/>
          <p:nvPr/>
        </p:nvSpPr>
        <p:spPr>
          <a:xfrm>
            <a:off x="8559017" y="1929178"/>
            <a:ext cx="1133580" cy="400110"/>
          </a:xfrm>
          <a:prstGeom prst="rect">
            <a:avLst/>
          </a:prstGeom>
          <a:noFill/>
        </p:spPr>
        <p:txBody>
          <a:bodyPr wrap="none" rtlCol="0">
            <a:spAutoFit/>
          </a:bodyPr>
          <a:lstStyle/>
          <a:p>
            <a:r>
              <a:rPr lang="en-US" sz="2000" b="1" dirty="0">
                <a:latin typeface="Arial Rounded MT Bold" panose="020F0704030504030204" pitchFamily="34" charset="0"/>
              </a:rPr>
              <a:t>fib(5)=?</a:t>
            </a:r>
          </a:p>
        </p:txBody>
      </p:sp>
      <p:grpSp>
        <p:nvGrpSpPr>
          <p:cNvPr id="47" name="Group 46"/>
          <p:cNvGrpSpPr/>
          <p:nvPr/>
        </p:nvGrpSpPr>
        <p:grpSpPr>
          <a:xfrm>
            <a:off x="7876380" y="2553757"/>
            <a:ext cx="2861214" cy="409956"/>
            <a:chOff x="2558130" y="2855665"/>
            <a:chExt cx="2861214" cy="409956"/>
          </a:xfrm>
        </p:grpSpPr>
        <p:grpSp>
          <p:nvGrpSpPr>
            <p:cNvPr id="48" name="Group 47"/>
            <p:cNvGrpSpPr/>
            <p:nvPr/>
          </p:nvGrpSpPr>
          <p:grpSpPr>
            <a:xfrm>
              <a:off x="2959606" y="2855665"/>
              <a:ext cx="2459738" cy="409956"/>
              <a:chOff x="3201572" y="3586089"/>
              <a:chExt cx="3657600" cy="609600"/>
            </a:xfrm>
            <a:solidFill>
              <a:schemeClr val="accent1">
                <a:lumMod val="20000"/>
                <a:lumOff val="80000"/>
              </a:schemeClr>
            </a:solidFill>
          </p:grpSpPr>
          <p:sp>
            <p:nvSpPr>
              <p:cNvPr id="50" name="Rectangle 5"/>
              <p:cNvSpPr>
                <a:spLocks noChangeArrowheads="1"/>
              </p:cNvSpPr>
              <p:nvPr/>
            </p:nvSpPr>
            <p:spPr bwMode="auto">
              <a:xfrm>
                <a:off x="3201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1" name="Rectangle 6"/>
              <p:cNvSpPr>
                <a:spLocks noChangeArrowheads="1"/>
              </p:cNvSpPr>
              <p:nvPr/>
            </p:nvSpPr>
            <p:spPr bwMode="auto">
              <a:xfrm>
                <a:off x="38111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2" name="Rectangle 7"/>
              <p:cNvSpPr>
                <a:spLocks noChangeArrowheads="1"/>
              </p:cNvSpPr>
              <p:nvPr/>
            </p:nvSpPr>
            <p:spPr bwMode="auto">
              <a:xfrm>
                <a:off x="44207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3" name="Rectangle 8"/>
              <p:cNvSpPr>
                <a:spLocks noChangeArrowheads="1"/>
              </p:cNvSpPr>
              <p:nvPr/>
            </p:nvSpPr>
            <p:spPr bwMode="auto">
              <a:xfrm>
                <a:off x="50303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4" name="Rectangle 9"/>
              <p:cNvSpPr>
                <a:spLocks noChangeArrowheads="1"/>
              </p:cNvSpPr>
              <p:nvPr/>
            </p:nvSpPr>
            <p:spPr bwMode="auto">
              <a:xfrm>
                <a:off x="56399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sp>
            <p:nvSpPr>
              <p:cNvPr id="55" name="Rectangle 10"/>
              <p:cNvSpPr>
                <a:spLocks noChangeArrowheads="1"/>
              </p:cNvSpPr>
              <p:nvPr/>
            </p:nvSpPr>
            <p:spPr bwMode="auto">
              <a:xfrm>
                <a:off x="6249572" y="3586089"/>
                <a:ext cx="609600" cy="609600"/>
              </a:xfrm>
              <a:prstGeom prst="rect">
                <a:avLst/>
              </a:prstGeom>
              <a:grp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49" name="Rectangle 6"/>
            <p:cNvSpPr>
              <a:spLocks noChangeArrowheads="1"/>
            </p:cNvSpPr>
            <p:nvPr/>
          </p:nvSpPr>
          <p:spPr bwMode="auto">
            <a:xfrm>
              <a:off x="2558130" y="2855665"/>
              <a:ext cx="409956" cy="409956"/>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solidFill>
                    <a:srgbClr val="7030A0"/>
                  </a:solidFill>
                  <a:latin typeface="Arial Rounded MT Bold" panose="020F0704030504030204" pitchFamily="34" charset="0"/>
                </a:rPr>
                <a:t>-</a:t>
              </a:r>
            </a:p>
          </p:txBody>
        </p:sp>
      </p:grpSp>
      <p:sp>
        <p:nvSpPr>
          <p:cNvPr id="56" name="TextBox 55"/>
          <p:cNvSpPr txBox="1"/>
          <p:nvPr/>
        </p:nvSpPr>
        <p:spPr>
          <a:xfrm>
            <a:off x="7466424" y="2580980"/>
            <a:ext cx="340158" cy="400110"/>
          </a:xfrm>
          <a:prstGeom prst="rect">
            <a:avLst/>
          </a:prstGeom>
          <a:noFill/>
        </p:spPr>
        <p:txBody>
          <a:bodyPr wrap="none" rtlCol="0">
            <a:spAutoFit/>
          </a:bodyPr>
          <a:lstStyle/>
          <a:p>
            <a:r>
              <a:rPr lang="en-US" sz="2000" b="1" dirty="0">
                <a:latin typeface="Arial Rounded MT Bold" panose="020F0704030504030204" pitchFamily="34" charset="0"/>
              </a:rPr>
              <a:t>F</a:t>
            </a:r>
          </a:p>
        </p:txBody>
      </p:sp>
      <mc:AlternateContent xmlns:mc="http://schemas.openxmlformats.org/markup-compatibility/2006" xmlns:a14="http://schemas.microsoft.com/office/drawing/2010/main">
        <mc:Choice Requires="a14">
          <p:sp>
            <p:nvSpPr>
              <p:cNvPr id="57" name="Rectangle 56"/>
              <p:cNvSpPr/>
              <p:nvPr/>
            </p:nvSpPr>
            <p:spPr>
              <a:xfrm>
                <a:off x="2527671" y="5395560"/>
                <a:ext cx="1018740" cy="523220"/>
              </a:xfrm>
              <a:prstGeom prst="rect">
                <a:avLst/>
              </a:prstGeom>
              <a:ln>
                <a:solidFill>
                  <a:schemeClr val="accent1"/>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𝑂</m:t>
                      </m:r>
                      <m:r>
                        <a:rPr lang="en-US" sz="2800" i="1" smtClean="0">
                          <a:latin typeface="Cambria Math" panose="02040503050406030204" pitchFamily="18" charset="0"/>
                        </a:rPr>
                        <m:t>(</m:t>
                      </m:r>
                      <m:r>
                        <a:rPr lang="en-US" sz="2800" b="0" i="1" smtClean="0">
                          <a:latin typeface="Cambria Math" panose="02040503050406030204" pitchFamily="18" charset="0"/>
                        </a:rPr>
                        <m:t>𝑛</m:t>
                      </m:r>
                      <m:r>
                        <a:rPr lang="en-US" sz="2800" i="1">
                          <a:latin typeface="Cambria Math" panose="02040503050406030204" pitchFamily="18" charset="0"/>
                        </a:rPr>
                        <m:t>)</m:t>
                      </m:r>
                    </m:oMath>
                  </m:oMathPara>
                </a14:m>
                <a:endParaRPr lang="en-US" sz="2800" dirty="0"/>
              </a:p>
            </p:txBody>
          </p:sp>
        </mc:Choice>
        <mc:Fallback xmlns="">
          <p:sp>
            <p:nvSpPr>
              <p:cNvPr id="57" name="Rectangle 56"/>
              <p:cNvSpPr>
                <a:spLocks noRot="1" noChangeAspect="1" noMove="1" noResize="1" noEditPoints="1" noAdjustHandles="1" noChangeArrowheads="1" noChangeShapeType="1" noTextEdit="1"/>
              </p:cNvSpPr>
              <p:nvPr/>
            </p:nvSpPr>
            <p:spPr>
              <a:xfrm>
                <a:off x="2527671" y="5395560"/>
                <a:ext cx="1018740" cy="523220"/>
              </a:xfrm>
              <a:prstGeom prst="rect">
                <a:avLst/>
              </a:prstGeom>
              <a:blipFill>
                <a:blip r:embed="rId4"/>
                <a:stretch>
                  <a:fillRect/>
                </a:stretch>
              </a:blipFill>
              <a:ln>
                <a:solidFill>
                  <a:schemeClr val="accent1"/>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654324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26/89</a:t>
            </a:r>
          </a:p>
        </p:txBody>
      </p:sp>
      <p:sp>
        <p:nvSpPr>
          <p:cNvPr id="5" name="Rectangle 4"/>
          <p:cNvSpPr/>
          <p:nvPr/>
        </p:nvSpPr>
        <p:spPr>
          <a:xfrm>
            <a:off x="327539" y="1805314"/>
            <a:ext cx="11341295" cy="1143070"/>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with positive or negative edge weights (but with no negative cycles), find the shortest path between every pair of nodes.</a:t>
            </a:r>
          </a:p>
        </p:txBody>
      </p:sp>
      <p:cxnSp>
        <p:nvCxnSpPr>
          <p:cNvPr id="6" name="Straight Connector 5"/>
          <p:cNvCxnSpPr>
            <a:endCxn id="26" idx="0"/>
          </p:cNvCxnSpPr>
          <p:nvPr/>
        </p:nvCxnSpPr>
        <p:spPr>
          <a:xfrm flipH="1">
            <a:off x="3446231" y="4491354"/>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580287"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rPr>
              <a:t>G</a:t>
            </a:r>
          </a:p>
        </p:txBody>
      </p:sp>
      <p:sp>
        <p:nvSpPr>
          <p:cNvPr id="13" name="Oval 16"/>
          <p:cNvSpPr>
            <a:spLocks noChangeArrowheads="1"/>
          </p:cNvSpPr>
          <p:nvPr/>
        </p:nvSpPr>
        <p:spPr bwMode="auto">
          <a:xfrm>
            <a:off x="1642989" y="552569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953402" y="3948030"/>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Tree>
    <p:custDataLst>
      <p:tags r:id="rId1"/>
    </p:custDataLst>
    <p:extLst>
      <p:ext uri="{BB962C8B-B14F-4D97-AF65-F5344CB8AC3E}">
        <p14:creationId xmlns:p14="http://schemas.microsoft.com/office/powerpoint/2010/main" val="2066481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27/89</a:t>
            </a:r>
          </a:p>
        </p:txBody>
      </p:sp>
      <p:sp>
        <p:nvSpPr>
          <p:cNvPr id="5" name="Rectangle 4"/>
          <p:cNvSpPr/>
          <p:nvPr/>
        </p:nvSpPr>
        <p:spPr>
          <a:xfrm>
            <a:off x="327539" y="1805314"/>
            <a:ext cx="11341295" cy="1143070"/>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with positive or negative edge weights (but with no negative cycles), find the shortest path between every pair of nodes.</a:t>
            </a:r>
          </a:p>
        </p:txBody>
      </p:sp>
      <p:cxnSp>
        <p:nvCxnSpPr>
          <p:cNvPr id="6" name="Straight Connector 5"/>
          <p:cNvCxnSpPr>
            <a:endCxn id="26" idx="0"/>
          </p:cNvCxnSpPr>
          <p:nvPr/>
        </p:nvCxnSpPr>
        <p:spPr>
          <a:xfrm flipH="1">
            <a:off x="3446231" y="4491354"/>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rgbClr val="FF0000"/>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a:cxnSpLocks/>
            <a:stCxn id="20" idx="2"/>
          </p:cNvCxnSpPr>
          <p:nvPr/>
        </p:nvCxnSpPr>
        <p:spPr>
          <a:xfrm flipH="1">
            <a:off x="2004665" y="4356870"/>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rgbClr val="FF0000"/>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rgbClr val="FF0000"/>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421910"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36" name="TextBox 35">
            <a:extLst>
              <a:ext uri="{FF2B5EF4-FFF2-40B4-BE49-F238E27FC236}">
                <a16:creationId xmlns:a16="http://schemas.microsoft.com/office/drawing/2014/main" id="{5042EF24-4EBF-44E5-A8A0-6EFA9478D5D0}"/>
              </a:ext>
            </a:extLst>
          </p:cNvPr>
          <p:cNvSpPr txBox="1"/>
          <p:nvPr/>
        </p:nvSpPr>
        <p:spPr>
          <a:xfrm>
            <a:off x="2868898" y="4217287"/>
            <a:ext cx="421910"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37" name="Arrow: Circular 36">
            <a:extLst>
              <a:ext uri="{FF2B5EF4-FFF2-40B4-BE49-F238E27FC236}">
                <a16:creationId xmlns:a16="http://schemas.microsoft.com/office/drawing/2014/main" id="{DC0D671A-8BF4-42A9-86F2-43C4E26696D4}"/>
              </a:ext>
            </a:extLst>
          </p:cNvPr>
          <p:cNvSpPr/>
          <p:nvPr/>
        </p:nvSpPr>
        <p:spPr>
          <a:xfrm rot="3531970">
            <a:off x="3051960" y="3659555"/>
            <a:ext cx="542896" cy="559461"/>
          </a:xfrm>
          <a:prstGeom prst="circularArrow">
            <a:avLst>
              <a:gd name="adj1" fmla="val 0"/>
              <a:gd name="adj2" fmla="val 1142319"/>
              <a:gd name="adj3" fmla="val 20634110"/>
              <a:gd name="adj4" fmla="val 1576985"/>
              <a:gd name="adj5" fmla="val 6583"/>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ustDataLst>
      <p:tags r:id="rId1"/>
    </p:custDataLst>
    <p:extLst>
      <p:ext uri="{BB962C8B-B14F-4D97-AF65-F5344CB8AC3E}">
        <p14:creationId xmlns:p14="http://schemas.microsoft.com/office/powerpoint/2010/main" val="76246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28/89</a:t>
            </a:r>
          </a:p>
        </p:txBody>
      </p:sp>
      <p:sp>
        <p:nvSpPr>
          <p:cNvPr id="5" name="Rectangle 4"/>
          <p:cNvSpPr/>
          <p:nvPr/>
        </p:nvSpPr>
        <p:spPr>
          <a:xfrm>
            <a:off x="327539" y="1805314"/>
            <a:ext cx="11341295" cy="1143070"/>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with positive or negative edge weights (but with no negative cycles), find the shortest path between every pair of nodes.</a:t>
            </a:r>
          </a:p>
        </p:txBody>
      </p:sp>
      <p:cxnSp>
        <p:nvCxnSpPr>
          <p:cNvPr id="6" name="Straight Connector 5"/>
          <p:cNvCxnSpPr>
            <a:endCxn id="26" idx="0"/>
          </p:cNvCxnSpPr>
          <p:nvPr/>
        </p:nvCxnSpPr>
        <p:spPr>
          <a:xfrm flipH="1">
            <a:off x="3446231" y="4491354"/>
            <a:ext cx="603031" cy="970706"/>
          </a:xfrm>
          <a:prstGeom prst="line">
            <a:avLst/>
          </a:prstGeom>
          <a:ln w="28575">
            <a:solidFill>
              <a:srgbClr val="42B82E"/>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rgbClr val="42B82E"/>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cxnSpLocks/>
          </p:cNvCxnSpPr>
          <p:nvPr/>
        </p:nvCxnSpPr>
        <p:spPr>
          <a:xfrm flipH="1">
            <a:off x="1994827"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rgbClr val="00B05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rgbClr val="00B050"/>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rgbClr val="00B050"/>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rgbClr val="00B05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421910"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37" name="TextBox 36">
            <a:extLst>
              <a:ext uri="{FF2B5EF4-FFF2-40B4-BE49-F238E27FC236}">
                <a16:creationId xmlns:a16="http://schemas.microsoft.com/office/drawing/2014/main" id="{E47159E5-7858-46F0-8B22-839A7FF9422F}"/>
              </a:ext>
            </a:extLst>
          </p:cNvPr>
          <p:cNvSpPr txBox="1"/>
          <p:nvPr/>
        </p:nvSpPr>
        <p:spPr>
          <a:xfrm>
            <a:off x="2868898" y="4217287"/>
            <a:ext cx="421910"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Tree>
    <p:custDataLst>
      <p:tags r:id="rId1"/>
    </p:custDataLst>
    <p:extLst>
      <p:ext uri="{BB962C8B-B14F-4D97-AF65-F5344CB8AC3E}">
        <p14:creationId xmlns:p14="http://schemas.microsoft.com/office/powerpoint/2010/main" val="784151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29/89</a:t>
            </a:r>
          </a:p>
        </p:txBody>
      </p:sp>
      <p:sp>
        <p:nvSpPr>
          <p:cNvPr id="5" name="Rectangle 4"/>
          <p:cNvSpPr/>
          <p:nvPr/>
        </p:nvSpPr>
        <p:spPr>
          <a:xfrm>
            <a:off x="327539" y="1805314"/>
            <a:ext cx="11341295" cy="1143070"/>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with positive or negative edge weights (but with no negative cycles), find the shortest path between every pair of nodes.</a:t>
            </a:r>
          </a:p>
        </p:txBody>
      </p:sp>
      <p:cxnSp>
        <p:nvCxnSpPr>
          <p:cNvPr id="6" name="Straight Connector 5"/>
          <p:cNvCxnSpPr>
            <a:endCxn id="26" idx="0"/>
          </p:cNvCxnSpPr>
          <p:nvPr/>
        </p:nvCxnSpPr>
        <p:spPr>
          <a:xfrm flipH="1">
            <a:off x="3446231" y="4491354"/>
            <a:ext cx="603031" cy="970706"/>
          </a:xfrm>
          <a:prstGeom prst="line">
            <a:avLst/>
          </a:prstGeom>
          <a:ln w="28575">
            <a:solidFill>
              <a:srgbClr val="42B82E"/>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a:stCxn id="20" idx="1"/>
          </p:cNvCxnSpPr>
          <p:nvPr/>
        </p:nvCxnSpPr>
        <p:spPr>
          <a:xfrm flipH="1">
            <a:off x="2131306" y="4202886"/>
            <a:ext cx="1917955" cy="118316"/>
          </a:xfrm>
          <a:prstGeom prst="line">
            <a:avLst/>
          </a:prstGeom>
          <a:ln w="28575">
            <a:solidFill>
              <a:srgbClr val="FF0000"/>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rgbClr val="42B82E"/>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rgbClr val="00B05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rgbClr val="FF0000"/>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rgbClr val="FF0000"/>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rgbClr val="00B05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868898" y="4217287"/>
            <a:ext cx="421910"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421910"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21" name="Arrow: Circular 20">
            <a:extLst>
              <a:ext uri="{FF2B5EF4-FFF2-40B4-BE49-F238E27FC236}">
                <a16:creationId xmlns:a16="http://schemas.microsoft.com/office/drawing/2014/main" id="{EECC1AFB-BA02-46F3-B8E3-739663554B98}"/>
              </a:ext>
            </a:extLst>
          </p:cNvPr>
          <p:cNvSpPr/>
          <p:nvPr/>
        </p:nvSpPr>
        <p:spPr>
          <a:xfrm rot="3531970">
            <a:off x="3051960" y="3659555"/>
            <a:ext cx="542896" cy="559461"/>
          </a:xfrm>
          <a:prstGeom prst="circularArrow">
            <a:avLst>
              <a:gd name="adj1" fmla="val 0"/>
              <a:gd name="adj2" fmla="val 1142319"/>
              <a:gd name="adj3" fmla="val 20634110"/>
              <a:gd name="adj4" fmla="val 1576985"/>
              <a:gd name="adj5" fmla="val 6583"/>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ustDataLst>
      <p:tags r:id="rId1"/>
    </p:custDataLst>
    <p:extLst>
      <p:ext uri="{BB962C8B-B14F-4D97-AF65-F5344CB8AC3E}">
        <p14:creationId xmlns:p14="http://schemas.microsoft.com/office/powerpoint/2010/main" val="1473126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30/89</a:t>
            </a:r>
          </a:p>
        </p:txBody>
      </p:sp>
      <p:sp>
        <p:nvSpPr>
          <p:cNvPr id="5" name="Rectangle 4"/>
          <p:cNvSpPr/>
          <p:nvPr/>
        </p:nvSpPr>
        <p:spPr>
          <a:xfrm>
            <a:off x="327539" y="1805314"/>
            <a:ext cx="11341295" cy="1143070"/>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with positive or negative edge weights (but with no negative cycles), find the shortest path between every pair of nodes.</a:t>
            </a:r>
          </a:p>
        </p:txBody>
      </p:sp>
      <p:cxnSp>
        <p:nvCxnSpPr>
          <p:cNvPr id="6" name="Straight Connector 5"/>
          <p:cNvCxnSpPr>
            <a:endCxn id="26" idx="0"/>
          </p:cNvCxnSpPr>
          <p:nvPr/>
        </p:nvCxnSpPr>
        <p:spPr>
          <a:xfrm flipH="1">
            <a:off x="3446231" y="4491354"/>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953402" y="3948030"/>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5036457" y="4530384"/>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6966857" y="3004457"/>
            <a:ext cx="840999" cy="3170099"/>
          </a:xfrm>
          <a:prstGeom prst="rect">
            <a:avLst/>
          </a:prstGeom>
          <a:noFill/>
        </p:spPr>
        <p:txBody>
          <a:bodyPr wrap="none" rtlCol="0">
            <a:spAutoFit/>
          </a:bodyPr>
          <a:lstStyle/>
          <a:p>
            <a:r>
              <a:rPr lang="en-US" sz="2000" b="1" dirty="0">
                <a:solidFill>
                  <a:srgbClr val="FF0000"/>
                </a:solidFill>
              </a:rPr>
              <a:t>A to B</a:t>
            </a:r>
          </a:p>
          <a:p>
            <a:r>
              <a:rPr lang="en-US" sz="2000" b="1" dirty="0">
                <a:solidFill>
                  <a:srgbClr val="FF0000"/>
                </a:solidFill>
              </a:rPr>
              <a:t>A to C</a:t>
            </a:r>
          </a:p>
          <a:p>
            <a:r>
              <a:rPr lang="en-US" sz="2000" b="1" dirty="0">
                <a:solidFill>
                  <a:srgbClr val="FF0000"/>
                </a:solidFill>
              </a:rPr>
              <a:t>A to D</a:t>
            </a:r>
          </a:p>
          <a:p>
            <a:r>
              <a:rPr lang="en-US" sz="2000" b="1" dirty="0">
                <a:solidFill>
                  <a:srgbClr val="FF0000"/>
                </a:solidFill>
              </a:rPr>
              <a:t>A to E</a:t>
            </a:r>
          </a:p>
          <a:p>
            <a:r>
              <a:rPr lang="en-US" sz="2000" b="1" dirty="0">
                <a:solidFill>
                  <a:schemeClr val="accent1"/>
                </a:solidFill>
              </a:rPr>
              <a:t>B to A</a:t>
            </a:r>
          </a:p>
          <a:p>
            <a:r>
              <a:rPr lang="en-US" sz="2000" b="1" dirty="0">
                <a:solidFill>
                  <a:schemeClr val="accent1"/>
                </a:solidFill>
              </a:rPr>
              <a:t>B to C</a:t>
            </a:r>
          </a:p>
          <a:p>
            <a:r>
              <a:rPr lang="en-US" sz="2000" b="1" dirty="0">
                <a:solidFill>
                  <a:schemeClr val="accent1"/>
                </a:solidFill>
              </a:rPr>
              <a:t>B to D</a:t>
            </a:r>
          </a:p>
          <a:p>
            <a:r>
              <a:rPr lang="en-US" sz="2000" b="1" dirty="0">
                <a:solidFill>
                  <a:schemeClr val="accent1"/>
                </a:solidFill>
              </a:rPr>
              <a:t>B to E</a:t>
            </a:r>
          </a:p>
          <a:p>
            <a:r>
              <a:rPr lang="en-US" sz="2000" b="1" dirty="0">
                <a:solidFill>
                  <a:srgbClr val="00B0F0"/>
                </a:solidFill>
              </a:rPr>
              <a:t>C to A</a:t>
            </a:r>
          </a:p>
          <a:p>
            <a:r>
              <a:rPr lang="en-US" sz="2000" b="1" dirty="0">
                <a:solidFill>
                  <a:srgbClr val="00B0F0"/>
                </a:solidFill>
              </a:rPr>
              <a:t>C to B</a:t>
            </a:r>
          </a:p>
        </p:txBody>
      </p:sp>
      <p:sp>
        <p:nvSpPr>
          <p:cNvPr id="70" name="TextBox 69"/>
          <p:cNvSpPr txBox="1"/>
          <p:nvPr/>
        </p:nvSpPr>
        <p:spPr>
          <a:xfrm>
            <a:off x="9775372" y="2982689"/>
            <a:ext cx="840999" cy="3170099"/>
          </a:xfrm>
          <a:prstGeom prst="rect">
            <a:avLst/>
          </a:prstGeom>
          <a:noFill/>
        </p:spPr>
        <p:txBody>
          <a:bodyPr wrap="none" rtlCol="0">
            <a:spAutoFit/>
          </a:bodyPr>
          <a:lstStyle/>
          <a:p>
            <a:r>
              <a:rPr lang="en-US" sz="2000" b="1" dirty="0">
                <a:solidFill>
                  <a:srgbClr val="00B0F0"/>
                </a:solidFill>
              </a:rPr>
              <a:t>C to D</a:t>
            </a:r>
          </a:p>
          <a:p>
            <a:r>
              <a:rPr lang="en-US" sz="2000" b="1" dirty="0">
                <a:solidFill>
                  <a:srgbClr val="00B0F0"/>
                </a:solidFill>
              </a:rPr>
              <a:t>C to E</a:t>
            </a:r>
          </a:p>
          <a:p>
            <a:r>
              <a:rPr lang="en-US" sz="2000" b="1" dirty="0">
                <a:solidFill>
                  <a:srgbClr val="00B050"/>
                </a:solidFill>
              </a:rPr>
              <a:t>D to A</a:t>
            </a:r>
          </a:p>
          <a:p>
            <a:r>
              <a:rPr lang="en-US" sz="2000" b="1" dirty="0">
                <a:solidFill>
                  <a:srgbClr val="00B050"/>
                </a:solidFill>
              </a:rPr>
              <a:t>D to B</a:t>
            </a:r>
          </a:p>
          <a:p>
            <a:r>
              <a:rPr lang="en-US" sz="2000" b="1" dirty="0">
                <a:solidFill>
                  <a:srgbClr val="00B050"/>
                </a:solidFill>
              </a:rPr>
              <a:t>D to C</a:t>
            </a:r>
          </a:p>
          <a:p>
            <a:r>
              <a:rPr lang="en-US" sz="2000" b="1" dirty="0">
                <a:solidFill>
                  <a:srgbClr val="00B050"/>
                </a:solidFill>
              </a:rPr>
              <a:t>D to E</a:t>
            </a:r>
          </a:p>
          <a:p>
            <a:r>
              <a:rPr lang="en-US" sz="2000" b="1" dirty="0">
                <a:solidFill>
                  <a:srgbClr val="7030A0"/>
                </a:solidFill>
              </a:rPr>
              <a:t>E to A</a:t>
            </a:r>
          </a:p>
          <a:p>
            <a:r>
              <a:rPr lang="en-US" sz="2000" b="1" dirty="0">
                <a:solidFill>
                  <a:srgbClr val="7030A0"/>
                </a:solidFill>
              </a:rPr>
              <a:t>E to B</a:t>
            </a:r>
          </a:p>
          <a:p>
            <a:r>
              <a:rPr lang="en-US" sz="2000" b="1" dirty="0">
                <a:solidFill>
                  <a:srgbClr val="7030A0"/>
                </a:solidFill>
              </a:rPr>
              <a:t>E to C</a:t>
            </a:r>
          </a:p>
          <a:p>
            <a:r>
              <a:rPr lang="en-US" sz="2000" b="1" dirty="0">
                <a:solidFill>
                  <a:srgbClr val="7030A0"/>
                </a:solidFill>
              </a:rPr>
              <a:t>E to D</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90ABC18-61FD-4081-9EB0-E5233656F724}"/>
                  </a:ext>
                </a:extLst>
              </p:cNvPr>
              <p:cNvSpPr txBox="1"/>
              <p:nvPr/>
            </p:nvSpPr>
            <p:spPr>
              <a:xfrm flipH="1">
                <a:off x="472149" y="3309656"/>
                <a:ext cx="872946" cy="369332"/>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rgbClr val="FF0000"/>
                          </a:solidFill>
                          <a:latin typeface="Cambria Math" panose="02040503050406030204" pitchFamily="18" charset="0"/>
                        </a:rPr>
                        <m:t>𝑛</m:t>
                      </m:r>
                      <m:r>
                        <a:rPr lang="en-US" b="0" i="1" dirty="0" smtClean="0">
                          <a:solidFill>
                            <a:srgbClr val="FF0000"/>
                          </a:solidFill>
                          <a:latin typeface="Cambria Math" panose="02040503050406030204" pitchFamily="18" charset="0"/>
                        </a:rPr>
                        <m:t> </m:t>
                      </m:r>
                      <m:r>
                        <a:rPr lang="en-US" b="0" i="1" dirty="0" smtClean="0">
                          <a:solidFill>
                            <a:srgbClr val="FF0000"/>
                          </a:solidFill>
                          <a:latin typeface="Cambria Math" panose="02040503050406030204" pitchFamily="18" charset="0"/>
                        </a:rPr>
                        <m:t>𝑛𝑜𝑑𝑒𝑠</m:t>
                      </m:r>
                      <m:r>
                        <a:rPr lang="en-US" b="0" i="1" dirty="0" smtClean="0">
                          <a:solidFill>
                            <a:srgbClr val="FF0000"/>
                          </a:solidFill>
                          <a:latin typeface="Cambria Math" panose="02040503050406030204" pitchFamily="18" charset="0"/>
                        </a:rPr>
                        <m:t> </m:t>
                      </m:r>
                    </m:oMath>
                  </m:oMathPara>
                </a14:m>
                <a:endParaRPr lang="en-US" dirty="0">
                  <a:solidFill>
                    <a:srgbClr val="FF0000"/>
                  </a:solidFill>
                  <a:latin typeface="Arial Rounded MT Bold" panose="020F0704030504030204" pitchFamily="34" charset="0"/>
                </a:endParaRPr>
              </a:p>
            </p:txBody>
          </p:sp>
        </mc:Choice>
        <mc:Fallback xmlns="">
          <p:sp>
            <p:nvSpPr>
              <p:cNvPr id="39" name="TextBox 38">
                <a:extLst>
                  <a:ext uri="{FF2B5EF4-FFF2-40B4-BE49-F238E27FC236}">
                    <a16:creationId xmlns:a16="http://schemas.microsoft.com/office/drawing/2014/main" id="{B90ABC18-61FD-4081-9EB0-E5233656F724}"/>
                  </a:ext>
                </a:extLst>
              </p:cNvPr>
              <p:cNvSpPr txBox="1">
                <a:spLocks noRot="1" noChangeAspect="1" noMove="1" noResize="1" noEditPoints="1" noAdjustHandles="1" noChangeArrowheads="1" noChangeShapeType="1" noTextEdit="1"/>
              </p:cNvSpPr>
              <p:nvPr/>
            </p:nvSpPr>
            <p:spPr>
              <a:xfrm flipH="1">
                <a:off x="472149" y="3309656"/>
                <a:ext cx="872946" cy="369332"/>
              </a:xfrm>
              <a:prstGeom prst="rect">
                <a:avLst/>
              </a:prstGeom>
              <a:blipFill>
                <a:blip r:embed="rId4"/>
                <a:stretch>
                  <a:fillRect r="-10274"/>
                </a:stretch>
              </a:blipFill>
              <a:ln>
                <a:solidFill>
                  <a:srgbClr val="FF0000"/>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24398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p:bldP spid="7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31/89</a:t>
            </a:r>
          </a:p>
        </p:txBody>
      </p:sp>
      <p:cxnSp>
        <p:nvCxnSpPr>
          <p:cNvPr id="6" name="Straight Connector 5"/>
          <p:cNvCxnSpPr>
            <a:endCxn id="26" idx="0"/>
          </p:cNvCxnSpPr>
          <p:nvPr/>
        </p:nvCxnSpPr>
        <p:spPr>
          <a:xfrm flipH="1">
            <a:off x="3446231" y="4491354"/>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953402" y="3948030"/>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5036457" y="4530384"/>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69" name="TextBox 68"/>
          <p:cNvSpPr txBox="1"/>
          <p:nvPr/>
        </p:nvSpPr>
        <p:spPr>
          <a:xfrm>
            <a:off x="6966857" y="3004457"/>
            <a:ext cx="1221809" cy="3170099"/>
          </a:xfrm>
          <a:prstGeom prst="rect">
            <a:avLst/>
          </a:prstGeom>
          <a:noFill/>
        </p:spPr>
        <p:txBody>
          <a:bodyPr wrap="none" rtlCol="0">
            <a:spAutoFit/>
          </a:bodyPr>
          <a:lstStyle/>
          <a:p>
            <a:r>
              <a:rPr lang="en-US" sz="2000" b="1" dirty="0">
                <a:solidFill>
                  <a:srgbClr val="FF0000"/>
                </a:solidFill>
              </a:rPr>
              <a:t>A-B</a:t>
            </a:r>
          </a:p>
          <a:p>
            <a:r>
              <a:rPr lang="en-US" sz="2000" b="1" dirty="0">
                <a:solidFill>
                  <a:srgbClr val="FF0000"/>
                </a:solidFill>
              </a:rPr>
              <a:t>A-D-C</a:t>
            </a:r>
          </a:p>
          <a:p>
            <a:r>
              <a:rPr lang="en-US" sz="2000" b="1" dirty="0">
                <a:solidFill>
                  <a:srgbClr val="FF0000"/>
                </a:solidFill>
              </a:rPr>
              <a:t>A-D</a:t>
            </a:r>
          </a:p>
          <a:p>
            <a:r>
              <a:rPr lang="en-US" sz="2000" b="1" dirty="0">
                <a:solidFill>
                  <a:srgbClr val="FF0000"/>
                </a:solidFill>
              </a:rPr>
              <a:t>A-D-E</a:t>
            </a:r>
          </a:p>
          <a:p>
            <a:r>
              <a:rPr lang="en-US" sz="2000" b="1" dirty="0">
                <a:solidFill>
                  <a:schemeClr val="accent1"/>
                </a:solidFill>
              </a:rPr>
              <a:t>B-D-E-A</a:t>
            </a:r>
          </a:p>
          <a:p>
            <a:r>
              <a:rPr lang="en-US" sz="2000" b="1" dirty="0">
                <a:solidFill>
                  <a:schemeClr val="accent1"/>
                </a:solidFill>
              </a:rPr>
              <a:t>B-C</a:t>
            </a:r>
          </a:p>
          <a:p>
            <a:r>
              <a:rPr lang="en-US" sz="2000" b="1" dirty="0">
                <a:solidFill>
                  <a:schemeClr val="accent1"/>
                </a:solidFill>
              </a:rPr>
              <a:t>B-D</a:t>
            </a:r>
          </a:p>
          <a:p>
            <a:r>
              <a:rPr lang="en-US" sz="2000" b="1" dirty="0">
                <a:solidFill>
                  <a:schemeClr val="accent1"/>
                </a:solidFill>
              </a:rPr>
              <a:t>B-D-E</a:t>
            </a:r>
          </a:p>
          <a:p>
            <a:r>
              <a:rPr lang="en-US" sz="2000" b="1" dirty="0">
                <a:solidFill>
                  <a:srgbClr val="00B0F0"/>
                </a:solidFill>
              </a:rPr>
              <a:t>C-D-E-A</a:t>
            </a:r>
          </a:p>
          <a:p>
            <a:r>
              <a:rPr lang="en-US" sz="2000" b="1" dirty="0">
                <a:solidFill>
                  <a:srgbClr val="00B0F0"/>
                </a:solidFill>
              </a:rPr>
              <a:t>C-D-E-A-B</a:t>
            </a:r>
          </a:p>
        </p:txBody>
      </p:sp>
      <p:sp>
        <p:nvSpPr>
          <p:cNvPr id="70" name="TextBox 69"/>
          <p:cNvSpPr txBox="1"/>
          <p:nvPr/>
        </p:nvSpPr>
        <p:spPr>
          <a:xfrm>
            <a:off x="9775372" y="2982689"/>
            <a:ext cx="1007007" cy="3170099"/>
          </a:xfrm>
          <a:prstGeom prst="rect">
            <a:avLst/>
          </a:prstGeom>
          <a:noFill/>
        </p:spPr>
        <p:txBody>
          <a:bodyPr wrap="none" rtlCol="0">
            <a:spAutoFit/>
          </a:bodyPr>
          <a:lstStyle/>
          <a:p>
            <a:r>
              <a:rPr lang="en-US" sz="2000" b="1" dirty="0">
                <a:solidFill>
                  <a:srgbClr val="00B0F0"/>
                </a:solidFill>
              </a:rPr>
              <a:t>C-D</a:t>
            </a:r>
          </a:p>
          <a:p>
            <a:r>
              <a:rPr lang="en-US" sz="2000" b="1" dirty="0">
                <a:solidFill>
                  <a:srgbClr val="00B0F0"/>
                </a:solidFill>
              </a:rPr>
              <a:t>C-D-E</a:t>
            </a:r>
          </a:p>
          <a:p>
            <a:r>
              <a:rPr lang="en-US" sz="2000" b="1" dirty="0">
                <a:solidFill>
                  <a:srgbClr val="00B050"/>
                </a:solidFill>
              </a:rPr>
              <a:t>D-E-A</a:t>
            </a:r>
          </a:p>
          <a:p>
            <a:r>
              <a:rPr lang="en-US" sz="2000" b="1" dirty="0">
                <a:solidFill>
                  <a:srgbClr val="00B050"/>
                </a:solidFill>
              </a:rPr>
              <a:t>D-E-A-B</a:t>
            </a:r>
          </a:p>
          <a:p>
            <a:r>
              <a:rPr lang="en-US" sz="2000" b="1" dirty="0">
                <a:solidFill>
                  <a:srgbClr val="00B050"/>
                </a:solidFill>
              </a:rPr>
              <a:t>D-C</a:t>
            </a:r>
          </a:p>
          <a:p>
            <a:r>
              <a:rPr lang="en-US" sz="2000" b="1" dirty="0">
                <a:solidFill>
                  <a:srgbClr val="00B050"/>
                </a:solidFill>
              </a:rPr>
              <a:t>D-E</a:t>
            </a:r>
          </a:p>
          <a:p>
            <a:r>
              <a:rPr lang="en-US" sz="2000" b="1" dirty="0">
                <a:solidFill>
                  <a:srgbClr val="7030A0"/>
                </a:solidFill>
              </a:rPr>
              <a:t>E-A</a:t>
            </a:r>
          </a:p>
          <a:p>
            <a:r>
              <a:rPr lang="en-US" sz="2000" b="1" dirty="0">
                <a:solidFill>
                  <a:srgbClr val="7030A0"/>
                </a:solidFill>
              </a:rPr>
              <a:t>E-A-B</a:t>
            </a:r>
          </a:p>
          <a:p>
            <a:r>
              <a:rPr lang="en-US" sz="2000" b="1" dirty="0">
                <a:solidFill>
                  <a:srgbClr val="7030A0"/>
                </a:solidFill>
              </a:rPr>
              <a:t>E-A-D-C</a:t>
            </a:r>
          </a:p>
          <a:p>
            <a:r>
              <a:rPr lang="en-US" sz="2000" b="1" dirty="0">
                <a:solidFill>
                  <a:srgbClr val="7030A0"/>
                </a:solidFill>
              </a:rPr>
              <a:t>E-A-D</a:t>
            </a:r>
          </a:p>
        </p:txBody>
      </p:sp>
      <p:sp>
        <p:nvSpPr>
          <p:cNvPr id="39" name="Rectangle 38">
            <a:extLst>
              <a:ext uri="{FF2B5EF4-FFF2-40B4-BE49-F238E27FC236}">
                <a16:creationId xmlns:a16="http://schemas.microsoft.com/office/drawing/2014/main" id="{5AECCEE8-2E29-4B03-A776-3F1B22AD94F8}"/>
              </a:ext>
            </a:extLst>
          </p:cNvPr>
          <p:cNvSpPr/>
          <p:nvPr/>
        </p:nvSpPr>
        <p:spPr>
          <a:xfrm>
            <a:off x="327539" y="1805314"/>
            <a:ext cx="11341295" cy="589072"/>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find the shortest path between every pair of nodes.</a:t>
            </a:r>
          </a:p>
        </p:txBody>
      </p:sp>
    </p:spTree>
    <p:custDataLst>
      <p:tags r:id="rId1"/>
    </p:custDataLst>
    <p:extLst>
      <p:ext uri="{BB962C8B-B14F-4D97-AF65-F5344CB8AC3E}">
        <p14:creationId xmlns:p14="http://schemas.microsoft.com/office/powerpoint/2010/main" val="1068122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4" name="Slide Number Placeholder 3">
            <a:extLst>
              <a:ext uri="{FF2B5EF4-FFF2-40B4-BE49-F238E27FC236}">
                <a16:creationId xmlns:a16="http://schemas.microsoft.com/office/drawing/2014/main" id="{3168D93C-B5E0-41A3-9342-5EB557ADABE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32/89</a:t>
            </a:r>
          </a:p>
        </p:txBody>
      </p:sp>
      <p:cxnSp>
        <p:nvCxnSpPr>
          <p:cNvPr id="6" name="Straight Connector 5"/>
          <p:cNvCxnSpPr>
            <a:endCxn id="26" idx="0"/>
          </p:cNvCxnSpPr>
          <p:nvPr/>
        </p:nvCxnSpPr>
        <p:spPr>
          <a:xfrm flipH="1">
            <a:off x="3446231" y="4491354"/>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953402" y="3948030"/>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5036457" y="4530384"/>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037946" y="4367084"/>
            <a:ext cx="5468164" cy="584775"/>
          </a:xfrm>
          <a:prstGeom prst="rect">
            <a:avLst/>
          </a:prstGeom>
          <a:noFill/>
        </p:spPr>
        <p:txBody>
          <a:bodyPr wrap="none" rtlCol="0">
            <a:spAutoFit/>
          </a:bodyPr>
          <a:lstStyle/>
          <a:p>
            <a:r>
              <a:rPr lang="en-US" sz="3200" dirty="0">
                <a:solidFill>
                  <a:srgbClr val="FF0000"/>
                </a:solidFill>
              </a:rPr>
              <a:t>Lengths</a:t>
            </a:r>
            <a:r>
              <a:rPr lang="en-US" sz="3200" dirty="0"/>
              <a:t> of all 20 shortest paths</a:t>
            </a:r>
          </a:p>
        </p:txBody>
      </p:sp>
      <p:sp>
        <p:nvSpPr>
          <p:cNvPr id="38" name="Rectangle 37">
            <a:extLst>
              <a:ext uri="{FF2B5EF4-FFF2-40B4-BE49-F238E27FC236}">
                <a16:creationId xmlns:a16="http://schemas.microsoft.com/office/drawing/2014/main" id="{AF5061E8-83DC-44BF-BD57-038A9EB3A750}"/>
              </a:ext>
            </a:extLst>
          </p:cNvPr>
          <p:cNvSpPr/>
          <p:nvPr/>
        </p:nvSpPr>
        <p:spPr>
          <a:xfrm>
            <a:off x="327539" y="1805314"/>
            <a:ext cx="11341295" cy="589072"/>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solidFill>
                  <a:prstClr val="black"/>
                </a:solidFill>
              </a:rPr>
              <a:t>Given a weighted directed graph, find the shortest path between every pair of nodes.</a:t>
            </a:r>
          </a:p>
        </p:txBody>
      </p:sp>
    </p:spTree>
    <p:custDataLst>
      <p:tags r:id="rId1"/>
    </p:custDataLst>
    <p:extLst>
      <p:ext uri="{BB962C8B-B14F-4D97-AF65-F5344CB8AC3E}">
        <p14:creationId xmlns:p14="http://schemas.microsoft.com/office/powerpoint/2010/main" val="421984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Example 3: Floyd’s Method</a:t>
            </a:r>
          </a:p>
        </p:txBody>
      </p:sp>
      <p:sp>
        <p:nvSpPr>
          <p:cNvPr id="3" name="Slide Number Placeholder 2">
            <a:extLst>
              <a:ext uri="{FF2B5EF4-FFF2-40B4-BE49-F238E27FC236}">
                <a16:creationId xmlns:a16="http://schemas.microsoft.com/office/drawing/2014/main" id="{D77DB15D-6CC1-4FCD-984E-A5DB0C185B4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33/89</a:t>
            </a:r>
          </a:p>
        </p:txBody>
      </p:sp>
      <p:cxnSp>
        <p:nvCxnSpPr>
          <p:cNvPr id="6" name="Straight Connector 5"/>
          <p:cNvCxnSpPr>
            <a:endCxn id="26" idx="0"/>
          </p:cNvCxnSpPr>
          <p:nvPr/>
        </p:nvCxnSpPr>
        <p:spPr>
          <a:xfrm flipH="1">
            <a:off x="3446231" y="4491354"/>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138519" y="3413746"/>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131306" y="4202886"/>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746834" y="424047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913541" y="40339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2004663" y="436023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2039652" y="5646726"/>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220070" y="542438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88633" y="313804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560382" y="3509791"/>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31616" y="443965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285290" y="3509791"/>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641087" y="455941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985479" y="413910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962830" y="405580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4053064" y="4161052"/>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268137" y="5462060"/>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248415" y="3162975"/>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449872" y="594480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642989" y="552569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88274" y="5558796"/>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539260" y="4621935"/>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953402" y="3948030"/>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301448" y="3418857"/>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2046259" y="4724546"/>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97802" y="5334143"/>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786487" y="4622943"/>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439628" y="4710029"/>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947631" y="4797114"/>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860544" y="35488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822773" y="361420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5036457" y="4530384"/>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6966857" y="3004457"/>
            <a:ext cx="1383712" cy="3170099"/>
          </a:xfrm>
          <a:prstGeom prst="rect">
            <a:avLst/>
          </a:prstGeom>
          <a:noFill/>
        </p:spPr>
        <p:txBody>
          <a:bodyPr wrap="none" rtlCol="0">
            <a:spAutoFit/>
          </a:bodyPr>
          <a:lstStyle/>
          <a:p>
            <a:r>
              <a:rPr lang="en-US" sz="2000" b="1" dirty="0">
                <a:solidFill>
                  <a:srgbClr val="FF0000"/>
                </a:solidFill>
                <a:latin typeface="Arial Rounded MT Bold" panose="020F0704030504030204" pitchFamily="34" charset="0"/>
              </a:rPr>
              <a:t>A to B: 1</a:t>
            </a:r>
          </a:p>
          <a:p>
            <a:r>
              <a:rPr lang="en-US" sz="2000" b="1" dirty="0">
                <a:solidFill>
                  <a:srgbClr val="FF0000"/>
                </a:solidFill>
                <a:latin typeface="Arial Rounded MT Bold" panose="020F0704030504030204" pitchFamily="34" charset="0"/>
              </a:rPr>
              <a:t>A to C: 3</a:t>
            </a:r>
          </a:p>
          <a:p>
            <a:r>
              <a:rPr lang="en-US" sz="2000" b="1" dirty="0">
                <a:solidFill>
                  <a:srgbClr val="FF0000"/>
                </a:solidFill>
                <a:latin typeface="Arial Rounded MT Bold" panose="020F0704030504030204" pitchFamily="34" charset="0"/>
              </a:rPr>
              <a:t>A to D: 1</a:t>
            </a:r>
          </a:p>
          <a:p>
            <a:r>
              <a:rPr lang="en-US" sz="2000" b="1" dirty="0">
                <a:solidFill>
                  <a:srgbClr val="FF0000"/>
                </a:solidFill>
                <a:latin typeface="Arial Rounded MT Bold" panose="020F0704030504030204" pitchFamily="34" charset="0"/>
              </a:rPr>
              <a:t>A to E: 4</a:t>
            </a:r>
          </a:p>
          <a:p>
            <a:r>
              <a:rPr lang="en-US" sz="2000" b="1" dirty="0">
                <a:solidFill>
                  <a:schemeClr val="accent1"/>
                </a:solidFill>
                <a:latin typeface="Arial Rounded MT Bold" panose="020F0704030504030204" pitchFamily="34" charset="0"/>
              </a:rPr>
              <a:t>B to A: 8</a:t>
            </a:r>
          </a:p>
          <a:p>
            <a:r>
              <a:rPr lang="en-US" sz="2000" b="1" dirty="0">
                <a:solidFill>
                  <a:schemeClr val="accent1"/>
                </a:solidFill>
                <a:latin typeface="Arial Rounded MT Bold" panose="020F0704030504030204" pitchFamily="34" charset="0"/>
              </a:rPr>
              <a:t>B to C: 3</a:t>
            </a:r>
          </a:p>
          <a:p>
            <a:r>
              <a:rPr lang="en-US" sz="2000" b="1" dirty="0">
                <a:solidFill>
                  <a:schemeClr val="accent1"/>
                </a:solidFill>
                <a:latin typeface="Arial Rounded MT Bold" panose="020F0704030504030204" pitchFamily="34" charset="0"/>
              </a:rPr>
              <a:t>B to D:2</a:t>
            </a:r>
          </a:p>
          <a:p>
            <a:r>
              <a:rPr lang="en-US" sz="2000" b="1" dirty="0">
                <a:solidFill>
                  <a:schemeClr val="accent1"/>
                </a:solidFill>
                <a:latin typeface="Arial Rounded MT Bold" panose="020F0704030504030204" pitchFamily="34" charset="0"/>
              </a:rPr>
              <a:t>B to E: 5</a:t>
            </a:r>
          </a:p>
          <a:p>
            <a:r>
              <a:rPr lang="en-US" sz="2000" b="1" dirty="0">
                <a:solidFill>
                  <a:srgbClr val="00B0F0"/>
                </a:solidFill>
                <a:latin typeface="Arial Rounded MT Bold" panose="020F0704030504030204" pitchFamily="34" charset="0"/>
              </a:rPr>
              <a:t>C to A: 10</a:t>
            </a:r>
          </a:p>
          <a:p>
            <a:r>
              <a:rPr lang="en-US" sz="2000" b="1" dirty="0">
                <a:solidFill>
                  <a:srgbClr val="00B0F0"/>
                </a:solidFill>
                <a:latin typeface="Arial Rounded MT Bold" panose="020F0704030504030204" pitchFamily="34" charset="0"/>
              </a:rPr>
              <a:t>C to B: 11</a:t>
            </a:r>
          </a:p>
        </p:txBody>
      </p:sp>
      <p:sp>
        <p:nvSpPr>
          <p:cNvPr id="70" name="TextBox 69"/>
          <p:cNvSpPr txBox="1"/>
          <p:nvPr/>
        </p:nvSpPr>
        <p:spPr>
          <a:xfrm>
            <a:off x="9775372" y="2982689"/>
            <a:ext cx="1237839" cy="3170099"/>
          </a:xfrm>
          <a:prstGeom prst="rect">
            <a:avLst/>
          </a:prstGeom>
          <a:noFill/>
        </p:spPr>
        <p:txBody>
          <a:bodyPr wrap="none" rtlCol="0">
            <a:spAutoFit/>
          </a:bodyPr>
          <a:lstStyle/>
          <a:p>
            <a:r>
              <a:rPr lang="en-US" sz="2000" b="1" dirty="0">
                <a:solidFill>
                  <a:srgbClr val="00B0F0"/>
                </a:solidFill>
                <a:latin typeface="Arial Rounded MT Bold" panose="020F0704030504030204" pitchFamily="34" charset="0"/>
              </a:rPr>
              <a:t>C to D: 4</a:t>
            </a:r>
          </a:p>
          <a:p>
            <a:r>
              <a:rPr lang="en-US" sz="2000" b="1" dirty="0">
                <a:solidFill>
                  <a:srgbClr val="00B0F0"/>
                </a:solidFill>
                <a:latin typeface="Arial Rounded MT Bold" panose="020F0704030504030204" pitchFamily="34" charset="0"/>
              </a:rPr>
              <a:t>C to E: 7</a:t>
            </a:r>
          </a:p>
          <a:p>
            <a:r>
              <a:rPr lang="en-US" sz="2000" b="1" dirty="0">
                <a:solidFill>
                  <a:srgbClr val="00B050"/>
                </a:solidFill>
                <a:latin typeface="Arial Rounded MT Bold" panose="020F0704030504030204" pitchFamily="34" charset="0"/>
              </a:rPr>
              <a:t>D to A: 6</a:t>
            </a:r>
          </a:p>
          <a:p>
            <a:r>
              <a:rPr lang="en-US" sz="2000" b="1" dirty="0">
                <a:solidFill>
                  <a:srgbClr val="00B050"/>
                </a:solidFill>
                <a:latin typeface="Arial Rounded MT Bold" panose="020F0704030504030204" pitchFamily="34" charset="0"/>
              </a:rPr>
              <a:t>D to B: 7</a:t>
            </a:r>
          </a:p>
          <a:p>
            <a:r>
              <a:rPr lang="en-US" sz="2000" b="1" dirty="0">
                <a:solidFill>
                  <a:srgbClr val="00B050"/>
                </a:solidFill>
                <a:latin typeface="Arial Rounded MT Bold" panose="020F0704030504030204" pitchFamily="34" charset="0"/>
              </a:rPr>
              <a:t>D to C: 2</a:t>
            </a:r>
          </a:p>
          <a:p>
            <a:r>
              <a:rPr lang="en-US" sz="2000" b="1" dirty="0">
                <a:solidFill>
                  <a:srgbClr val="00B050"/>
                </a:solidFill>
                <a:latin typeface="Arial Rounded MT Bold" panose="020F0704030504030204" pitchFamily="34" charset="0"/>
              </a:rPr>
              <a:t>D to E: 3</a:t>
            </a:r>
          </a:p>
          <a:p>
            <a:r>
              <a:rPr lang="en-US" sz="2000" b="1" dirty="0">
                <a:solidFill>
                  <a:srgbClr val="7030A0"/>
                </a:solidFill>
                <a:latin typeface="Arial Rounded MT Bold" panose="020F0704030504030204" pitchFamily="34" charset="0"/>
              </a:rPr>
              <a:t>E to A: 3</a:t>
            </a:r>
          </a:p>
          <a:p>
            <a:r>
              <a:rPr lang="en-US" sz="2000" b="1" dirty="0">
                <a:solidFill>
                  <a:srgbClr val="7030A0"/>
                </a:solidFill>
                <a:latin typeface="Arial Rounded MT Bold" panose="020F0704030504030204" pitchFamily="34" charset="0"/>
              </a:rPr>
              <a:t>E to B: 4</a:t>
            </a:r>
          </a:p>
          <a:p>
            <a:r>
              <a:rPr lang="en-US" sz="2000" b="1" dirty="0">
                <a:solidFill>
                  <a:srgbClr val="7030A0"/>
                </a:solidFill>
                <a:latin typeface="Arial Rounded MT Bold" panose="020F0704030504030204" pitchFamily="34" charset="0"/>
              </a:rPr>
              <a:t>E to C: 6</a:t>
            </a:r>
          </a:p>
          <a:p>
            <a:r>
              <a:rPr lang="en-US" sz="2000" b="1" dirty="0">
                <a:solidFill>
                  <a:srgbClr val="7030A0"/>
                </a:solidFill>
                <a:latin typeface="Arial Rounded MT Bold" panose="020F0704030504030204" pitchFamily="34" charset="0"/>
              </a:rPr>
              <a:t>E to D: 4</a:t>
            </a:r>
          </a:p>
        </p:txBody>
      </p:sp>
      <p:sp>
        <p:nvSpPr>
          <p:cNvPr id="39" name="Rectangle 38">
            <a:extLst>
              <a:ext uri="{FF2B5EF4-FFF2-40B4-BE49-F238E27FC236}">
                <a16:creationId xmlns:a16="http://schemas.microsoft.com/office/drawing/2014/main" id="{A4DE668F-C619-4D93-8C3E-3C7DDF3C9317}"/>
              </a:ext>
            </a:extLst>
          </p:cNvPr>
          <p:cNvSpPr/>
          <p:nvPr/>
        </p:nvSpPr>
        <p:spPr>
          <a:xfrm>
            <a:off x="327539" y="1805314"/>
            <a:ext cx="11341295" cy="1135247"/>
          </a:xfrm>
          <a:prstGeom prst="rect">
            <a:avLst/>
          </a:prstGeom>
        </p:spPr>
        <p:txBody>
          <a:bodyPr wrap="square">
            <a:spAutoFit/>
          </a:bodyPr>
          <a:lstStyle/>
          <a:p>
            <a:pPr marL="438912" lvl="0" indent="-320040">
              <a:lnSpc>
                <a:spcPct val="150000"/>
              </a:lnSpc>
              <a:buClr>
                <a:srgbClr val="F0AD00"/>
              </a:buClr>
              <a:buSzPct val="80000"/>
              <a:buFont typeface="Wingdings 2"/>
              <a:buChar char=""/>
            </a:pPr>
            <a:r>
              <a:rPr lang="en-US" sz="2400" dirty="0"/>
              <a:t>Given a weighted directed graph, find the </a:t>
            </a:r>
            <a:r>
              <a:rPr lang="en-US" sz="2400" dirty="0">
                <a:solidFill>
                  <a:srgbClr val="FF9900"/>
                </a:solidFill>
              </a:rPr>
              <a:t>lengths of the shortest paths </a:t>
            </a:r>
            <a:r>
              <a:rPr lang="en-US" sz="2400" dirty="0"/>
              <a:t>between all pairs of nodes.</a:t>
            </a:r>
            <a:endParaRPr lang="en-US" sz="2400" dirty="0">
              <a:solidFill>
                <a:prstClr val="black"/>
              </a:solidFill>
            </a:endParaRPr>
          </a:p>
        </p:txBody>
      </p:sp>
    </p:spTree>
    <p:custDataLst>
      <p:tags r:id="rId1"/>
    </p:custDataLst>
    <p:extLst>
      <p:ext uri="{BB962C8B-B14F-4D97-AF65-F5344CB8AC3E}">
        <p14:creationId xmlns:p14="http://schemas.microsoft.com/office/powerpoint/2010/main" val="1755129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Graph: Representation</a:t>
            </a:r>
          </a:p>
        </p:txBody>
      </p:sp>
      <p:sp>
        <p:nvSpPr>
          <p:cNvPr id="3" name="Slide Number Placeholder 2">
            <a:extLst>
              <a:ext uri="{FF2B5EF4-FFF2-40B4-BE49-F238E27FC236}">
                <a16:creationId xmlns:a16="http://schemas.microsoft.com/office/drawing/2014/main" id="{FCEA73F8-9DA9-46AD-9B16-45C8F360FD0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34/89</a:t>
            </a:r>
          </a:p>
        </p:txBody>
      </p:sp>
      <p:cxnSp>
        <p:nvCxnSpPr>
          <p:cNvPr id="6" name="Straight Connector 5"/>
          <p:cNvCxnSpPr>
            <a:endCxn id="26" idx="0"/>
          </p:cNvCxnSpPr>
          <p:nvPr/>
        </p:nvCxnSpPr>
        <p:spPr>
          <a:xfrm flipH="1">
            <a:off x="3359146" y="3823698"/>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051434" y="2746090"/>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044221" y="3535230"/>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659749" y="3572818"/>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826456" y="336629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1917578" y="3692576"/>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1952567" y="4979070"/>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132985" y="475673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01548" y="247038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473297" y="2842135"/>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844531" y="3771998"/>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198205" y="2842135"/>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554002" y="3891756"/>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898394" y="34714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875745" y="3388152"/>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3965979" y="3493396"/>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181052" y="479440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161330" y="2495319"/>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362787" y="5364230"/>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555904" y="485804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01189" y="4891140"/>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452175" y="3954279"/>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866317" y="3280374"/>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214363" y="2751201"/>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1959174" y="4056890"/>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10717" y="46664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699402" y="3955287"/>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352543" y="4042373"/>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860546" y="4129458"/>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773459" y="288123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735688" y="294654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4949372" y="3862728"/>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2370490713"/>
              </p:ext>
            </p:extLst>
          </p:nvPr>
        </p:nvGraphicFramePr>
        <p:xfrm>
          <a:off x="6646444" y="2191538"/>
          <a:ext cx="3528072" cy="316092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gridCol w="588012">
                  <a:extLst>
                    <a:ext uri="{9D8B030D-6E8A-4147-A177-3AD203B41FA5}">
                      <a16:colId xmlns:a16="http://schemas.microsoft.com/office/drawing/2014/main" val="1874499129"/>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A</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B</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C</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D</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E</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extLst>
                  <a:ext uri="{0D108BD9-81ED-4DB2-BD59-A6C34878D82A}">
                    <a16:rowId xmlns:a16="http://schemas.microsoft.com/office/drawing/2014/main" val="1978098576"/>
                  </a:ext>
                </a:extLst>
              </a:tr>
              <a:tr h="526820">
                <a:tc>
                  <a:txBody>
                    <a:bodyPr/>
                    <a:lstStyle/>
                    <a:p>
                      <a:pPr algn="ctr"/>
                      <a:r>
                        <a:rPr lang="en-US" b="1" dirty="0">
                          <a:latin typeface="Arial Rounded MT Bold" panose="020F0704030504030204" pitchFamily="34" charset="0"/>
                        </a:rPr>
                        <a:t>A</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Arial Rounded MT Bold" panose="020F0704030504030204" pitchFamily="34" charset="0"/>
                        </a:rPr>
                        <a:t>0</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 </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B</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9</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C</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8</a:t>
                      </a:r>
                      <a:endParaRPr lang="en-US" b="1" dirty="0">
                        <a:latin typeface="Arial Rounded MT Bold" panose="020F0704030504030204" pitchFamily="34" charset="0"/>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D</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8</a:t>
                      </a:r>
                      <a:endParaRPr lang="en-US" b="1" dirty="0">
                        <a:latin typeface="Arial Rounded MT Bold" panose="020F0704030504030204" pitchFamily="34" charset="0"/>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1084115065"/>
                  </a:ext>
                </a:extLst>
              </a:tr>
              <a:tr h="526820">
                <a:tc>
                  <a:txBody>
                    <a:bodyPr/>
                    <a:lstStyle/>
                    <a:p>
                      <a:pPr algn="ctr"/>
                      <a:r>
                        <a:rPr lang="en-US" b="1" dirty="0">
                          <a:latin typeface="Arial Rounded MT Bold" panose="020F0704030504030204" pitchFamily="34" charset="0"/>
                        </a:rPr>
                        <a:t>E</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vert="vert270">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4208500189"/>
                  </a:ext>
                </a:extLst>
              </a:tr>
            </a:tbl>
          </a:graphicData>
        </a:graphic>
      </p:graphicFrame>
      <p:sp>
        <p:nvSpPr>
          <p:cNvPr id="39" name="Rectangle 38"/>
          <p:cNvSpPr/>
          <p:nvPr/>
        </p:nvSpPr>
        <p:spPr>
          <a:xfrm>
            <a:off x="8146733" y="5429546"/>
            <a:ext cx="68929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W</a:t>
            </a:r>
          </a:p>
        </p:txBody>
      </p:sp>
      <p:sp>
        <p:nvSpPr>
          <p:cNvPr id="4" name="TextBox 3">
            <a:extLst>
              <a:ext uri="{FF2B5EF4-FFF2-40B4-BE49-F238E27FC236}">
                <a16:creationId xmlns:a16="http://schemas.microsoft.com/office/drawing/2014/main" id="{E3B03406-ADAD-462F-96EF-F8F975D2747F}"/>
              </a:ext>
            </a:extLst>
          </p:cNvPr>
          <p:cNvSpPr txBox="1"/>
          <p:nvPr/>
        </p:nvSpPr>
        <p:spPr>
          <a:xfrm>
            <a:off x="6542496" y="6135820"/>
            <a:ext cx="4501810" cy="369332"/>
          </a:xfrm>
          <a:prstGeom prst="rect">
            <a:avLst/>
          </a:prstGeom>
          <a:noFill/>
          <a:ln>
            <a:solidFill>
              <a:srgbClr val="FF0000"/>
            </a:solidFill>
          </a:ln>
        </p:spPr>
        <p:txBody>
          <a:bodyPr wrap="none" rtlCol="0">
            <a:spAutoFit/>
          </a:bodyPr>
          <a:lstStyle/>
          <a:p>
            <a:r>
              <a:rPr lang="en-US" dirty="0">
                <a:solidFill>
                  <a:srgbClr val="FF0000"/>
                </a:solidFill>
                <a:latin typeface="Arial Rounded MT Bold" panose="020F0704030504030204" pitchFamily="34" charset="0"/>
              </a:rPr>
              <a:t>W[</a:t>
            </a:r>
            <a:r>
              <a:rPr lang="en-US" dirty="0" err="1">
                <a:solidFill>
                  <a:srgbClr val="FF0000"/>
                </a:solidFill>
                <a:latin typeface="Arial Rounded MT Bold" panose="020F0704030504030204" pitchFamily="34" charset="0"/>
              </a:rPr>
              <a:t>i</a:t>
            </a:r>
            <a:r>
              <a:rPr lang="en-US" dirty="0">
                <a:solidFill>
                  <a:srgbClr val="FF0000"/>
                </a:solidFill>
                <a:latin typeface="Arial Rounded MT Bold" panose="020F0704030504030204" pitchFamily="34" charset="0"/>
              </a:rPr>
              <a:t>][j]=weight of edge from vertex </a:t>
            </a:r>
            <a:r>
              <a:rPr lang="en-US" dirty="0" err="1">
                <a:solidFill>
                  <a:srgbClr val="FF0000"/>
                </a:solidFill>
                <a:latin typeface="Arial Rounded MT Bold" panose="020F0704030504030204" pitchFamily="34" charset="0"/>
              </a:rPr>
              <a:t>i</a:t>
            </a:r>
            <a:r>
              <a:rPr lang="en-US" dirty="0">
                <a:solidFill>
                  <a:srgbClr val="FF0000"/>
                </a:solidFill>
                <a:latin typeface="Arial Rounded MT Bold" panose="020F0704030504030204" pitchFamily="34" charset="0"/>
              </a:rPr>
              <a:t> to j</a:t>
            </a:r>
          </a:p>
        </p:txBody>
      </p:sp>
    </p:spTree>
    <p:custDataLst>
      <p:tags r:id="rId1"/>
    </p:custDataLst>
    <p:extLst>
      <p:ext uri="{BB962C8B-B14F-4D97-AF65-F5344CB8AC3E}">
        <p14:creationId xmlns:p14="http://schemas.microsoft.com/office/powerpoint/2010/main" val="3866618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 Representation</a:t>
            </a:r>
          </a:p>
        </p:txBody>
      </p:sp>
      <p:sp>
        <p:nvSpPr>
          <p:cNvPr id="3" name="Slide Number Placeholder 2">
            <a:extLst>
              <a:ext uri="{FF2B5EF4-FFF2-40B4-BE49-F238E27FC236}">
                <a16:creationId xmlns:a16="http://schemas.microsoft.com/office/drawing/2014/main" id="{24B1E7FE-82CC-4756-A92B-C19E54D150B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35/89</a:t>
            </a:r>
          </a:p>
        </p:txBody>
      </p:sp>
      <p:cxnSp>
        <p:nvCxnSpPr>
          <p:cNvPr id="6" name="Straight Connector 5"/>
          <p:cNvCxnSpPr>
            <a:endCxn id="26" idx="0"/>
          </p:cNvCxnSpPr>
          <p:nvPr/>
        </p:nvCxnSpPr>
        <p:spPr>
          <a:xfrm flipH="1">
            <a:off x="3359146" y="3823698"/>
            <a:ext cx="60303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endCxn id="23" idx="0"/>
          </p:cNvCxnSpPr>
          <p:nvPr/>
        </p:nvCxnSpPr>
        <p:spPr>
          <a:xfrm flipH="1">
            <a:off x="2051434" y="2746090"/>
            <a:ext cx="1050115" cy="64206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20" idx="1"/>
          </p:cNvCxnSpPr>
          <p:nvPr/>
        </p:nvCxnSpPr>
        <p:spPr>
          <a:xfrm flipH="1">
            <a:off x="2044221" y="3535230"/>
            <a:ext cx="1917955" cy="11831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659749" y="3572818"/>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826456" y="336629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1917578" y="3692576"/>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6" idx="1"/>
            <a:endCxn id="24" idx="3"/>
          </p:cNvCxnSpPr>
          <p:nvPr/>
        </p:nvCxnSpPr>
        <p:spPr>
          <a:xfrm flipH="1">
            <a:off x="1952567" y="4979070"/>
            <a:ext cx="122848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132985" y="4756732"/>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5" name="Oval 16"/>
          <p:cNvSpPr>
            <a:spLocks noChangeArrowheads="1"/>
          </p:cNvSpPr>
          <p:nvPr/>
        </p:nvSpPr>
        <p:spPr bwMode="auto">
          <a:xfrm>
            <a:off x="3101548" y="247038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6" name="Straight Connector 15"/>
          <p:cNvCxnSpPr>
            <a:stCxn id="15" idx="5"/>
            <a:endCxn id="25" idx="0"/>
          </p:cNvCxnSpPr>
          <p:nvPr/>
        </p:nvCxnSpPr>
        <p:spPr>
          <a:xfrm>
            <a:off x="3473297" y="2842135"/>
            <a:ext cx="670776" cy="65126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844531" y="3771998"/>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7"/>
            <a:endCxn id="15" idx="3"/>
          </p:cNvCxnSpPr>
          <p:nvPr/>
        </p:nvCxnSpPr>
        <p:spPr>
          <a:xfrm flipV="1">
            <a:off x="2198205" y="2842135"/>
            <a:ext cx="967125" cy="587939"/>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554002" y="3891756"/>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898394" y="347144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875745" y="3388152"/>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sp>
        <p:nvSpPr>
          <p:cNvPr id="25" name="TextBox 24"/>
          <p:cNvSpPr txBox="1"/>
          <p:nvPr/>
        </p:nvSpPr>
        <p:spPr>
          <a:xfrm>
            <a:off x="3965979" y="3493396"/>
            <a:ext cx="35618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D</a:t>
            </a:r>
          </a:p>
        </p:txBody>
      </p:sp>
      <p:sp>
        <p:nvSpPr>
          <p:cNvPr id="26" name="Rectangle 25"/>
          <p:cNvSpPr/>
          <p:nvPr/>
        </p:nvSpPr>
        <p:spPr>
          <a:xfrm>
            <a:off x="3181052" y="4794404"/>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sp>
        <p:nvSpPr>
          <p:cNvPr id="29" name="Rectangle 28"/>
          <p:cNvSpPr/>
          <p:nvPr/>
        </p:nvSpPr>
        <p:spPr>
          <a:xfrm>
            <a:off x="3161330" y="2495319"/>
            <a:ext cx="338554" cy="369332"/>
          </a:xfrm>
          <a:prstGeom prst="rect">
            <a:avLst/>
          </a:prstGeom>
        </p:spPr>
        <p:txBody>
          <a:bodyPr wrap="none">
            <a:spAutoFit/>
          </a:bodyPr>
          <a:lstStyle/>
          <a:p>
            <a:r>
              <a:rPr lang="en-US" b="1" dirty="0">
                <a:solidFill>
                  <a:prstClr val="black"/>
                </a:solidFill>
                <a:latin typeface="Arial Rounded MT Bold" panose="020F0704030504030204" pitchFamily="34" charset="0"/>
              </a:rPr>
              <a:t>E</a:t>
            </a:r>
          </a:p>
        </p:txBody>
      </p:sp>
      <p:sp>
        <p:nvSpPr>
          <p:cNvPr id="30" name="Rectangle 29"/>
          <p:cNvSpPr/>
          <p:nvPr/>
        </p:nvSpPr>
        <p:spPr>
          <a:xfrm>
            <a:off x="2362787" y="5364230"/>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555904" y="4858041"/>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01189" y="4891140"/>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sp>
        <p:nvSpPr>
          <p:cNvPr id="58" name="TextBox 57"/>
          <p:cNvSpPr txBox="1"/>
          <p:nvPr/>
        </p:nvSpPr>
        <p:spPr>
          <a:xfrm>
            <a:off x="1452175" y="3954279"/>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9" name="TextBox 58"/>
          <p:cNvSpPr txBox="1"/>
          <p:nvPr/>
        </p:nvSpPr>
        <p:spPr>
          <a:xfrm>
            <a:off x="2866317" y="3280374"/>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60" name="TextBox 59"/>
          <p:cNvSpPr txBox="1"/>
          <p:nvPr/>
        </p:nvSpPr>
        <p:spPr>
          <a:xfrm>
            <a:off x="2214363" y="2751201"/>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1" name="TextBox 60"/>
          <p:cNvSpPr txBox="1"/>
          <p:nvPr/>
        </p:nvSpPr>
        <p:spPr>
          <a:xfrm>
            <a:off x="1959174" y="4056890"/>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2" name="TextBox 61"/>
          <p:cNvSpPr txBox="1"/>
          <p:nvPr/>
        </p:nvSpPr>
        <p:spPr>
          <a:xfrm>
            <a:off x="2510717" y="4666487"/>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3" name="TextBox 62"/>
          <p:cNvSpPr txBox="1"/>
          <p:nvPr/>
        </p:nvSpPr>
        <p:spPr>
          <a:xfrm>
            <a:off x="2699402" y="3955287"/>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p:cNvSpPr txBox="1"/>
          <p:nvPr/>
        </p:nvSpPr>
        <p:spPr>
          <a:xfrm>
            <a:off x="3352543" y="4042373"/>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5" name="TextBox 64"/>
          <p:cNvSpPr txBox="1"/>
          <p:nvPr/>
        </p:nvSpPr>
        <p:spPr>
          <a:xfrm>
            <a:off x="3860546" y="4129458"/>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6" name="TextBox 65"/>
          <p:cNvSpPr txBox="1"/>
          <p:nvPr/>
        </p:nvSpPr>
        <p:spPr>
          <a:xfrm>
            <a:off x="3773459" y="288123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7" name="TextBox 66"/>
          <p:cNvSpPr txBox="1"/>
          <p:nvPr/>
        </p:nvSpPr>
        <p:spPr>
          <a:xfrm>
            <a:off x="2735688" y="294654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8" name="Striped Right Arrow 67"/>
          <p:cNvSpPr/>
          <p:nvPr/>
        </p:nvSpPr>
        <p:spPr>
          <a:xfrm>
            <a:off x="4949372" y="3862728"/>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2814863489"/>
              </p:ext>
            </p:extLst>
          </p:nvPr>
        </p:nvGraphicFramePr>
        <p:xfrm>
          <a:off x="6646444" y="2191538"/>
          <a:ext cx="3528072" cy="316092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gridCol w="588012">
                  <a:extLst>
                    <a:ext uri="{9D8B030D-6E8A-4147-A177-3AD203B41FA5}">
                      <a16:colId xmlns:a16="http://schemas.microsoft.com/office/drawing/2014/main" val="1874499129"/>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A</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B</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C</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D</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E</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extLst>
                  <a:ext uri="{0D108BD9-81ED-4DB2-BD59-A6C34878D82A}">
                    <a16:rowId xmlns:a16="http://schemas.microsoft.com/office/drawing/2014/main" val="1978098576"/>
                  </a:ext>
                </a:extLst>
              </a:tr>
              <a:tr h="526820">
                <a:tc>
                  <a:txBody>
                    <a:bodyPr/>
                    <a:lstStyle/>
                    <a:p>
                      <a:pPr algn="ctr"/>
                      <a:r>
                        <a:rPr lang="en-US" b="1" dirty="0">
                          <a:latin typeface="Arial Rounded MT Bold" panose="020F0704030504030204" pitchFamily="34" charset="0"/>
                        </a:rPr>
                        <a:t>A</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Arial Rounded MT Bold" panose="020F0704030504030204" pitchFamily="34" charset="0"/>
                        </a:rPr>
                        <a:t>0</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 </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B</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8</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C</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10</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7</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D</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6</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7</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1084115065"/>
                  </a:ext>
                </a:extLst>
              </a:tr>
              <a:tr h="526820">
                <a:tc>
                  <a:txBody>
                    <a:bodyPr/>
                    <a:lstStyle/>
                    <a:p>
                      <a:pPr algn="ctr"/>
                      <a:r>
                        <a:rPr lang="en-US" b="1" dirty="0">
                          <a:latin typeface="Arial Rounded MT Bold" panose="020F0704030504030204" pitchFamily="34" charset="0"/>
                        </a:rPr>
                        <a:t>E</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4208500189"/>
                  </a:ext>
                </a:extLst>
              </a:tr>
            </a:tbl>
          </a:graphicData>
        </a:graphic>
      </p:graphicFrame>
      <p:sp>
        <p:nvSpPr>
          <p:cNvPr id="36" name="Rectangle 35"/>
          <p:cNvSpPr/>
          <p:nvPr/>
        </p:nvSpPr>
        <p:spPr>
          <a:xfrm>
            <a:off x="8306390" y="5429546"/>
            <a:ext cx="60914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a:t>
            </a:r>
          </a:p>
        </p:txBody>
      </p:sp>
      <p:sp>
        <p:nvSpPr>
          <p:cNvPr id="39" name="TextBox 38">
            <a:extLst>
              <a:ext uri="{FF2B5EF4-FFF2-40B4-BE49-F238E27FC236}">
                <a16:creationId xmlns:a16="http://schemas.microsoft.com/office/drawing/2014/main" id="{9B031D7C-9567-456C-9F8A-FBFBB24BFA5B}"/>
              </a:ext>
            </a:extLst>
          </p:cNvPr>
          <p:cNvSpPr txBox="1"/>
          <p:nvPr/>
        </p:nvSpPr>
        <p:spPr>
          <a:xfrm>
            <a:off x="5750523" y="6135820"/>
            <a:ext cx="5342809" cy="369332"/>
          </a:xfrm>
          <a:prstGeom prst="rect">
            <a:avLst/>
          </a:prstGeom>
          <a:noFill/>
          <a:ln>
            <a:solidFill>
              <a:srgbClr val="0070C0"/>
            </a:solidFill>
          </a:ln>
        </p:spPr>
        <p:txBody>
          <a:bodyPr wrap="none" rtlCol="0">
            <a:spAutoFit/>
          </a:bodyPr>
          <a:lstStyle/>
          <a:p>
            <a:r>
              <a:rPr lang="en-US" dirty="0">
                <a:solidFill>
                  <a:srgbClr val="0070C0"/>
                </a:solidFill>
                <a:latin typeface="Arial Rounded MT Bold" panose="020F0704030504030204" pitchFamily="34" charset="0"/>
              </a:rPr>
              <a:t>D[</a:t>
            </a:r>
            <a:r>
              <a:rPr lang="en-US" dirty="0" err="1">
                <a:solidFill>
                  <a:srgbClr val="0070C0"/>
                </a:solidFill>
                <a:latin typeface="Arial Rounded MT Bold" panose="020F0704030504030204" pitchFamily="34" charset="0"/>
              </a:rPr>
              <a:t>i</a:t>
            </a:r>
            <a:r>
              <a:rPr lang="en-US" dirty="0">
                <a:solidFill>
                  <a:srgbClr val="0070C0"/>
                </a:solidFill>
                <a:latin typeface="Arial Rounded MT Bold" panose="020F0704030504030204" pitchFamily="34" charset="0"/>
              </a:rPr>
              <a:t>][j]=length of shortest path from vertex </a:t>
            </a:r>
            <a:r>
              <a:rPr lang="en-US" dirty="0" err="1">
                <a:solidFill>
                  <a:srgbClr val="0070C0"/>
                </a:solidFill>
                <a:latin typeface="Arial Rounded MT Bold" panose="020F0704030504030204" pitchFamily="34" charset="0"/>
              </a:rPr>
              <a:t>i</a:t>
            </a:r>
            <a:r>
              <a:rPr lang="en-US" dirty="0">
                <a:solidFill>
                  <a:srgbClr val="0070C0"/>
                </a:solidFill>
                <a:latin typeface="Arial Rounded MT Bold" panose="020F0704030504030204" pitchFamily="34" charset="0"/>
              </a:rPr>
              <a:t> to j</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7DA1BE5-18B4-469E-BDBC-A391E3490731}"/>
                  </a:ext>
                </a:extLst>
              </p:cNvPr>
              <p:cNvSpPr txBox="1"/>
              <p:nvPr/>
            </p:nvSpPr>
            <p:spPr>
              <a:xfrm flipH="1">
                <a:off x="1826456" y="6177634"/>
                <a:ext cx="872946" cy="369332"/>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𝑂</m:t>
                      </m:r>
                      <m:r>
                        <a:rPr lang="en-US" i="1" dirty="0" smtClean="0">
                          <a:solidFill>
                            <a:srgbClr val="FF0000"/>
                          </a:solidFill>
                          <a:latin typeface="Cambria Math" panose="02040503050406030204" pitchFamily="18" charset="0"/>
                        </a:rPr>
                        <m:t>(</m:t>
                      </m:r>
                      <m:sSup>
                        <m:sSupPr>
                          <m:ctrlPr>
                            <a:rPr lang="en-US" i="1" dirty="0" smtClean="0">
                              <a:solidFill>
                                <a:srgbClr val="FF0000"/>
                              </a:solidFill>
                              <a:latin typeface="Cambria Math" panose="02040503050406030204" pitchFamily="18" charset="0"/>
                            </a:rPr>
                          </m:ctrlPr>
                        </m:sSupPr>
                        <m:e>
                          <m:r>
                            <a:rPr lang="en-US" i="1" dirty="0" smtClean="0">
                              <a:solidFill>
                                <a:srgbClr val="FF0000"/>
                              </a:solidFill>
                              <a:latin typeface="Cambria Math" panose="02040503050406030204" pitchFamily="18" charset="0"/>
                            </a:rPr>
                            <m:t>𝑛</m:t>
                          </m:r>
                        </m:e>
                        <m:sup>
                          <m:r>
                            <a:rPr lang="en-US" i="1" dirty="0" smtClean="0">
                              <a:solidFill>
                                <a:srgbClr val="FF0000"/>
                              </a:solidFill>
                              <a:latin typeface="Cambria Math" panose="02040503050406030204" pitchFamily="18" charset="0"/>
                            </a:rPr>
                            <m:t>3</m:t>
                          </m:r>
                        </m:sup>
                      </m:sSup>
                      <m:r>
                        <a:rPr lang="en-US" i="1" dirty="0" smtClean="0">
                          <a:solidFill>
                            <a:srgbClr val="FF0000"/>
                          </a:solidFill>
                          <a:latin typeface="Cambria Math" panose="02040503050406030204" pitchFamily="18" charset="0"/>
                        </a:rPr>
                        <m:t>)</m:t>
                      </m:r>
                    </m:oMath>
                  </m:oMathPara>
                </a14:m>
                <a:endParaRPr lang="en-US" dirty="0">
                  <a:solidFill>
                    <a:srgbClr val="FF0000"/>
                  </a:solidFill>
                  <a:latin typeface="Arial Rounded MT Bold" panose="020F0704030504030204" pitchFamily="34" charset="0"/>
                </a:endParaRPr>
              </a:p>
            </p:txBody>
          </p:sp>
        </mc:Choice>
        <mc:Fallback xmlns="">
          <p:sp>
            <p:nvSpPr>
              <p:cNvPr id="4" name="TextBox 3">
                <a:extLst>
                  <a:ext uri="{FF2B5EF4-FFF2-40B4-BE49-F238E27FC236}">
                    <a16:creationId xmlns:a16="http://schemas.microsoft.com/office/drawing/2014/main" id="{B7DA1BE5-18B4-469E-BDBC-A391E3490731}"/>
                  </a:ext>
                </a:extLst>
              </p:cNvPr>
              <p:cNvSpPr txBox="1">
                <a:spLocks noRot="1" noChangeAspect="1" noMove="1" noResize="1" noEditPoints="1" noAdjustHandles="1" noChangeArrowheads="1" noChangeShapeType="1" noTextEdit="1"/>
              </p:cNvSpPr>
              <p:nvPr/>
            </p:nvSpPr>
            <p:spPr>
              <a:xfrm flipH="1">
                <a:off x="1826456" y="6177634"/>
                <a:ext cx="872946" cy="369332"/>
              </a:xfrm>
              <a:prstGeom prst="rect">
                <a:avLst/>
              </a:prstGeom>
              <a:blipFill>
                <a:blip r:embed="rId4"/>
                <a:stretch>
                  <a:fillRect b="-14286"/>
                </a:stretch>
              </a:blipFill>
              <a:ln>
                <a:solidFill>
                  <a:srgbClr val="FF0000"/>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544005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Optimal Substructure </a:t>
            </a:r>
          </a:p>
        </p:txBody>
      </p:sp>
      <p:sp>
        <p:nvSpPr>
          <p:cNvPr id="6" name="Slide Number Placeholder 5">
            <a:extLst>
              <a:ext uri="{FF2B5EF4-FFF2-40B4-BE49-F238E27FC236}">
                <a16:creationId xmlns:a16="http://schemas.microsoft.com/office/drawing/2014/main" id="{DDB5D1D0-8AF5-4FCC-B829-73246195B6C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36/89</a:t>
            </a:r>
          </a:p>
        </p:txBody>
      </p:sp>
      <p:sp>
        <p:nvSpPr>
          <p:cNvPr id="10" name="Oval 16"/>
          <p:cNvSpPr>
            <a:spLocks noChangeArrowheads="1"/>
          </p:cNvSpPr>
          <p:nvPr/>
        </p:nvSpPr>
        <p:spPr bwMode="auto">
          <a:xfrm>
            <a:off x="2639258" y="230675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2688547" y="2328612"/>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A</a:t>
            </a:r>
          </a:p>
        </p:txBody>
      </p:sp>
      <p:grpSp>
        <p:nvGrpSpPr>
          <p:cNvPr id="5" name="Group 4"/>
          <p:cNvGrpSpPr/>
          <p:nvPr/>
        </p:nvGrpSpPr>
        <p:grpSpPr>
          <a:xfrm>
            <a:off x="7753506" y="2114841"/>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7798791" y="2249538"/>
              <a:ext cx="35137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B</a:t>
              </a:r>
            </a:p>
          </p:txBody>
        </p:sp>
      </p:grpSp>
      <p:sp>
        <p:nvSpPr>
          <p:cNvPr id="4" name="Freeform 3"/>
          <p:cNvSpPr/>
          <p:nvPr/>
        </p:nvSpPr>
        <p:spPr>
          <a:xfrm>
            <a:off x="3077029" y="2174311"/>
            <a:ext cx="4688114"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3" name="Group 2"/>
          <p:cNvGrpSpPr/>
          <p:nvPr/>
        </p:nvGrpSpPr>
        <p:grpSpPr>
          <a:xfrm>
            <a:off x="5585900" y="3015023"/>
            <a:ext cx="435531" cy="435531"/>
            <a:chOff x="4903729" y="4408390"/>
            <a:chExt cx="435531" cy="435531"/>
          </a:xfrm>
        </p:grpSpPr>
        <p:sp>
          <p:nvSpPr>
            <p:cNvPr id="14" name="Oval 16"/>
            <p:cNvSpPr>
              <a:spLocks noChangeArrowheads="1"/>
            </p:cNvSpPr>
            <p:nvPr/>
          </p:nvSpPr>
          <p:spPr bwMode="auto">
            <a:xfrm>
              <a:off x="4903729" y="4408390"/>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Rectangle 25"/>
            <p:cNvSpPr/>
            <p:nvPr/>
          </p:nvSpPr>
          <p:spPr>
            <a:xfrm>
              <a:off x="4951796" y="4446062"/>
              <a:ext cx="356188" cy="369332"/>
            </a:xfrm>
            <a:prstGeom prst="rect">
              <a:avLst/>
            </a:prstGeom>
          </p:spPr>
          <p:txBody>
            <a:bodyPr wrap="none">
              <a:spAutoFit/>
            </a:bodyPr>
            <a:lstStyle/>
            <a:p>
              <a:r>
                <a:rPr lang="en-US" b="1" dirty="0">
                  <a:solidFill>
                    <a:prstClr val="black"/>
                  </a:solidFill>
                  <a:latin typeface="Arial Rounded MT Bold" panose="020F0704030504030204" pitchFamily="34" charset="0"/>
                </a:rPr>
                <a:t>C</a:t>
              </a:r>
            </a:p>
          </p:txBody>
        </p:sp>
      </p:grpSp>
      <mc:AlternateContent xmlns:mc="http://schemas.openxmlformats.org/markup-compatibility/2006" xmlns:a14="http://schemas.microsoft.com/office/drawing/2010/main">
        <mc:Choice Requires="a14">
          <p:sp>
            <p:nvSpPr>
              <p:cNvPr id="21" name="TextBox 20"/>
              <p:cNvSpPr txBox="1"/>
              <p:nvPr/>
            </p:nvSpPr>
            <p:spPr>
              <a:xfrm>
                <a:off x="1013011" y="3858647"/>
                <a:ext cx="10165977" cy="2237151"/>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𝑆𝑃</m:t>
                      </m:r>
                      <m:r>
                        <a:rPr lang="en-US" sz="2400" i="1" dirty="0" smtClean="0">
                          <a:latin typeface="Cambria Math" panose="02040503050406030204" pitchFamily="18" charset="0"/>
                        </a:rPr>
                        <m:t>(</m:t>
                      </m:r>
                      <m:r>
                        <a:rPr lang="en-US" sz="2400" i="1" dirty="0" smtClean="0">
                          <a:latin typeface="Cambria Math" panose="02040503050406030204" pitchFamily="18" charset="0"/>
                        </a:rPr>
                        <m:t>𝐴</m:t>
                      </m:r>
                      <m:r>
                        <a:rPr lang="en-US" sz="2400" i="1" dirty="0" smtClean="0">
                          <a:latin typeface="Cambria Math" panose="02040503050406030204" pitchFamily="18" charset="0"/>
                        </a:rPr>
                        <m:t>,</m:t>
                      </m:r>
                      <m:r>
                        <a:rPr lang="en-US" sz="2400" i="1" dirty="0" smtClean="0">
                          <a:latin typeface="Cambria Math" panose="02040503050406030204" pitchFamily="18" charset="0"/>
                        </a:rPr>
                        <m:t>𝐵</m:t>
                      </m:r>
                      <m:r>
                        <a:rPr lang="en-US" sz="2400" i="1" dirty="0" smtClean="0">
                          <a:latin typeface="Cambria Math" panose="02040503050406030204" pitchFamily="18" charset="0"/>
                        </a:rPr>
                        <m:t>)=</m:t>
                      </m:r>
                      <m:r>
                        <a:rPr lang="en-US" sz="2400" i="1" dirty="0" smtClean="0">
                          <a:latin typeface="Cambria Math" panose="02040503050406030204" pitchFamily="18" charset="0"/>
                        </a:rPr>
                        <m:t>𝑃</m:t>
                      </m:r>
                      <m:r>
                        <a:rPr lang="en-US" sz="2400" i="1" dirty="0" smtClean="0">
                          <a:latin typeface="Cambria Math" panose="02040503050406030204" pitchFamily="18" charset="0"/>
                        </a:rPr>
                        <m:t>1+</m:t>
                      </m:r>
                      <m:r>
                        <a:rPr lang="en-US" sz="2400" i="1" dirty="0" smtClean="0">
                          <a:latin typeface="Cambria Math" panose="02040503050406030204" pitchFamily="18" charset="0"/>
                        </a:rPr>
                        <m:t>𝑃</m:t>
                      </m:r>
                      <m:r>
                        <a:rPr lang="en-US" sz="2400" i="1" dirty="0" smtClean="0">
                          <a:latin typeface="Cambria Math" panose="02040503050406030204" pitchFamily="18" charset="0"/>
                        </a:rPr>
                        <m:t>2</m:t>
                      </m:r>
                    </m:oMath>
                  </m:oMathPara>
                </a14:m>
                <a:endParaRPr lang="en-US" sz="2400" dirty="0"/>
              </a:p>
              <a:p>
                <a:pPr>
                  <a:lnSpc>
                    <a:spcPct val="150000"/>
                  </a:lnSpc>
                </a:pPr>
                <a:r>
                  <a:rPr lang="en-US" sz="2400" dirty="0">
                    <a:latin typeface="Arial Rounded MT Bold" panose="020F0704030504030204" pitchFamily="34" charset="0"/>
                  </a:rPr>
                  <a:t>If P1 is not the shortest path between A and B, </a:t>
                </a:r>
              </a:p>
              <a:p>
                <a:pPr>
                  <a:lnSpc>
                    <a:spcPct val="150000"/>
                  </a:lnSpc>
                </a:pPr>
                <a:r>
                  <a:rPr lang="en-US" sz="2400" dirty="0">
                    <a:latin typeface="Arial Rounded MT Bold" panose="020F0704030504030204" pitchFamily="34" charset="0"/>
                  </a:rPr>
                  <a:t>let P3 is the shortest path between A and C.</a:t>
                </a:r>
              </a:p>
              <a:p>
                <a:pPr>
                  <a:lnSpc>
                    <a:spcPct val="150000"/>
                  </a:lnSpc>
                </a:pPr>
                <a:r>
                  <a:rPr lang="en-US" sz="2400" dirty="0">
                    <a:latin typeface="Arial Rounded MT Bold" panose="020F0704030504030204" pitchFamily="34" charset="0"/>
                  </a:rPr>
                  <a:t>So we have:  </a:t>
                </a:r>
                <a:r>
                  <a:rPr lang="en-US" sz="2400" dirty="0">
                    <a:solidFill>
                      <a:srgbClr val="0070C0"/>
                    </a:solidFill>
                    <a:latin typeface="Arial Rounded MT Bold" panose="020F0704030504030204" pitchFamily="34" charset="0"/>
                  </a:rPr>
                  <a:t>|P3|+|P2|&lt;|P1|+|P2|=|SP(A,B)|. </a:t>
                </a:r>
                <a:r>
                  <a:rPr lang="en-US" sz="2400" dirty="0">
                    <a:latin typeface="Arial Rounded MT Bold" panose="020F0704030504030204" pitchFamily="34" charset="0"/>
                  </a:rPr>
                  <a:t>That is a contradiction. </a:t>
                </a:r>
              </a:p>
            </p:txBody>
          </p:sp>
        </mc:Choice>
        <mc:Fallback xmlns="">
          <p:sp>
            <p:nvSpPr>
              <p:cNvPr id="21" name="TextBox 20"/>
              <p:cNvSpPr txBox="1">
                <a:spLocks noRot="1" noChangeAspect="1" noMove="1" noResize="1" noEditPoints="1" noAdjustHandles="1" noChangeArrowheads="1" noChangeShapeType="1" noTextEdit="1"/>
              </p:cNvSpPr>
              <p:nvPr/>
            </p:nvSpPr>
            <p:spPr>
              <a:xfrm>
                <a:off x="1013011" y="3858647"/>
                <a:ext cx="10165977" cy="2237151"/>
              </a:xfrm>
              <a:prstGeom prst="rect">
                <a:avLst/>
              </a:prstGeom>
              <a:blipFill>
                <a:blip r:embed="rId4"/>
                <a:stretch>
                  <a:fillRect l="-899" b="-5450"/>
                </a:stretch>
              </a:blipFill>
            </p:spPr>
            <p:txBody>
              <a:bodyPr/>
              <a:lstStyle/>
              <a:p>
                <a:r>
                  <a:rPr lang="en-US">
                    <a:noFill/>
                  </a:rPr>
                  <a:t> </a:t>
                </a:r>
              </a:p>
            </p:txBody>
          </p:sp>
        </mc:Fallback>
      </mc:AlternateContent>
      <p:sp>
        <p:nvSpPr>
          <p:cNvPr id="22" name="Freeform 21"/>
          <p:cNvSpPr/>
          <p:nvPr/>
        </p:nvSpPr>
        <p:spPr>
          <a:xfrm>
            <a:off x="3004457" y="2139725"/>
            <a:ext cx="2743200" cy="879248"/>
          </a:xfrm>
          <a:custGeom>
            <a:avLst/>
            <a:gdLst>
              <a:gd name="connsiteX0" fmla="*/ 0 w 2743200"/>
              <a:gd name="connsiteY0" fmla="*/ 226106 h 879248"/>
              <a:gd name="connsiteX1" fmla="*/ 1480457 w 2743200"/>
              <a:gd name="connsiteY1" fmla="*/ 37420 h 879248"/>
              <a:gd name="connsiteX2" fmla="*/ 2743200 w 2743200"/>
              <a:gd name="connsiteY2" fmla="*/ 879248 h 879248"/>
              <a:gd name="connsiteX3" fmla="*/ 2743200 w 2743200"/>
              <a:gd name="connsiteY3" fmla="*/ 879248 h 879248"/>
            </a:gdLst>
            <a:ahLst/>
            <a:cxnLst>
              <a:cxn ang="0">
                <a:pos x="connsiteX0" y="connsiteY0"/>
              </a:cxn>
              <a:cxn ang="0">
                <a:pos x="connsiteX1" y="connsiteY1"/>
              </a:cxn>
              <a:cxn ang="0">
                <a:pos x="connsiteX2" y="connsiteY2"/>
              </a:cxn>
              <a:cxn ang="0">
                <a:pos x="connsiteX3" y="connsiteY3"/>
              </a:cxn>
            </a:cxnLst>
            <a:rect l="l" t="t" r="r" b="b"/>
            <a:pathLst>
              <a:path w="2743200" h="879248">
                <a:moveTo>
                  <a:pt x="0" y="226106"/>
                </a:moveTo>
                <a:cubicBezTo>
                  <a:pt x="511628" y="77334"/>
                  <a:pt x="1023257" y="-71437"/>
                  <a:pt x="1480457" y="37420"/>
                </a:cubicBezTo>
                <a:cubicBezTo>
                  <a:pt x="1937657" y="146277"/>
                  <a:pt x="2743200" y="879248"/>
                  <a:pt x="2743200" y="879248"/>
                </a:cubicBezTo>
                <a:lnTo>
                  <a:pt x="2743200" y="879248"/>
                </a:lnTo>
              </a:path>
            </a:pathLst>
          </a:custGeom>
          <a:noFill/>
          <a:ln w="28575">
            <a:solidFill>
              <a:srgbClr val="FB3737"/>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27" name="TextBox 26"/>
          <p:cNvSpPr txBox="1"/>
          <p:nvPr/>
        </p:nvSpPr>
        <p:spPr>
          <a:xfrm>
            <a:off x="4107540" y="2869931"/>
            <a:ext cx="476412" cy="369332"/>
          </a:xfrm>
          <a:prstGeom prst="rect">
            <a:avLst/>
          </a:prstGeom>
          <a:noFill/>
        </p:spPr>
        <p:txBody>
          <a:bodyPr wrap="none" rtlCol="0">
            <a:spAutoFit/>
          </a:bodyPr>
          <a:lstStyle/>
          <a:p>
            <a:r>
              <a:rPr lang="en-US" dirty="0">
                <a:latin typeface="Arial Rounded MT Bold" panose="020F0704030504030204" pitchFamily="34" charset="0"/>
              </a:rPr>
              <a:t>P1</a:t>
            </a:r>
          </a:p>
        </p:txBody>
      </p:sp>
      <p:sp>
        <p:nvSpPr>
          <p:cNvPr id="28" name="TextBox 27"/>
          <p:cNvSpPr txBox="1"/>
          <p:nvPr/>
        </p:nvSpPr>
        <p:spPr>
          <a:xfrm>
            <a:off x="6774384" y="2868029"/>
            <a:ext cx="476412" cy="369332"/>
          </a:xfrm>
          <a:prstGeom prst="rect">
            <a:avLst/>
          </a:prstGeom>
          <a:noFill/>
        </p:spPr>
        <p:txBody>
          <a:bodyPr wrap="none" rtlCol="0">
            <a:spAutoFit/>
          </a:bodyPr>
          <a:lstStyle/>
          <a:p>
            <a:r>
              <a:rPr lang="en-US" dirty="0">
                <a:latin typeface="Arial Rounded MT Bold" panose="020F0704030504030204" pitchFamily="34" charset="0"/>
              </a:rPr>
              <a:t>P2</a:t>
            </a:r>
          </a:p>
        </p:txBody>
      </p:sp>
      <p:sp>
        <p:nvSpPr>
          <p:cNvPr id="44" name="TextBox 43"/>
          <p:cNvSpPr txBox="1"/>
          <p:nvPr/>
        </p:nvSpPr>
        <p:spPr>
          <a:xfrm>
            <a:off x="4314212" y="1786718"/>
            <a:ext cx="476412" cy="369332"/>
          </a:xfrm>
          <a:prstGeom prst="rect">
            <a:avLst/>
          </a:prstGeom>
          <a:noFill/>
        </p:spPr>
        <p:txBody>
          <a:bodyPr wrap="none" rtlCol="0">
            <a:spAutoFit/>
          </a:bodyPr>
          <a:lstStyle/>
          <a:p>
            <a:r>
              <a:rPr lang="en-US" dirty="0">
                <a:latin typeface="Arial Rounded MT Bold" panose="020F0704030504030204" pitchFamily="34" charset="0"/>
              </a:rPr>
              <a:t>P3</a:t>
            </a:r>
          </a:p>
        </p:txBody>
      </p:sp>
    </p:spTree>
    <p:custDataLst>
      <p:tags r:id="rId1"/>
    </p:custDataLst>
    <p:extLst>
      <p:ext uri="{BB962C8B-B14F-4D97-AF65-F5344CB8AC3E}">
        <p14:creationId xmlns:p14="http://schemas.microsoft.com/office/powerpoint/2010/main" val="124217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7" grpId="0"/>
      <p:bldP spid="28" grpId="0"/>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Original Problem</a:t>
            </a:r>
          </a:p>
        </p:txBody>
      </p:sp>
      <p:sp>
        <p:nvSpPr>
          <p:cNvPr id="23" name="Slide Number Placeholder 22">
            <a:extLst>
              <a:ext uri="{FF2B5EF4-FFF2-40B4-BE49-F238E27FC236}">
                <a16:creationId xmlns:a16="http://schemas.microsoft.com/office/drawing/2014/main" id="{F6BC41B1-EB89-494D-8F05-9922E28BBC9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37/89</a:t>
            </a:r>
          </a:p>
        </p:txBody>
      </p:sp>
      <mc:AlternateContent xmlns:mc="http://schemas.openxmlformats.org/markup-compatibility/2006" xmlns:a14="http://schemas.microsoft.com/office/drawing/2010/main">
        <mc:Choice Requires="a14">
          <p:sp>
            <p:nvSpPr>
              <p:cNvPr id="4" name="Rectangle 3"/>
              <p:cNvSpPr/>
              <p:nvPr/>
            </p:nvSpPr>
            <p:spPr>
              <a:xfrm>
                <a:off x="327539" y="1740004"/>
                <a:ext cx="11341295" cy="2007473"/>
              </a:xfrm>
              <a:prstGeom prst="rect">
                <a:avLst/>
              </a:prstGeom>
            </p:spPr>
            <p:txBody>
              <a:bodyPr wrap="square">
                <a:spAutoFit/>
              </a:bodyPr>
              <a:lstStyle/>
              <a:p>
                <a:pPr marL="438912" indent="-320040">
                  <a:lnSpc>
                    <a:spcPct val="150000"/>
                  </a:lnSpc>
                  <a:buClr>
                    <a:srgbClr val="F0AD00"/>
                  </a:buClr>
                  <a:buSzPct val="80000"/>
                  <a:buFont typeface="Wingdings 2"/>
                  <a:buChar char=""/>
                </a:pPr>
                <a:r>
                  <a:rPr lang="en-US" sz="2800" dirty="0"/>
                  <a:t>Find the shortest path between all pairs of vertices </a:t>
                </a:r>
                <a14:m>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𝑣</m:t>
                        </m:r>
                      </m:e>
                      <m:sub>
                        <m:r>
                          <a:rPr lang="en-US" sz="2800" i="1" dirty="0" smtClean="0">
                            <a:latin typeface="Cambria Math" panose="02040503050406030204" pitchFamily="18" charset="0"/>
                          </a:rPr>
                          <m:t>𝑖</m:t>
                        </m:r>
                      </m:sub>
                    </m:sSub>
                    <m:r>
                      <a:rPr lang="en-US" sz="2800" i="1" dirty="0" smtClean="0">
                        <a:latin typeface="Cambria Math" panose="02040503050406030204" pitchFamily="18" charset="0"/>
                      </a:rPr>
                      <m:t>, </m:t>
                    </m:r>
                    <m:sSub>
                      <m:sSubPr>
                        <m:ctrlPr>
                          <a:rPr lang="en-US" sz="2800" b="0" i="1" dirty="0" smtClean="0">
                            <a:latin typeface="Cambria Math" panose="02040503050406030204" pitchFamily="18" charset="0"/>
                          </a:rPr>
                        </m:ctrlPr>
                      </m:sSubPr>
                      <m:e>
                        <m:r>
                          <a:rPr lang="en-US" sz="2800" i="1" dirty="0" err="1" smtClean="0">
                            <a:latin typeface="Cambria Math" panose="02040503050406030204" pitchFamily="18" charset="0"/>
                          </a:rPr>
                          <m:t>𝑣</m:t>
                        </m:r>
                      </m:e>
                      <m:sub>
                        <m:r>
                          <a:rPr lang="en-US" sz="2800" i="1" dirty="0" err="1" smtClean="0">
                            <a:latin typeface="Cambria Math" panose="02040503050406030204" pitchFamily="18" charset="0"/>
                          </a:rPr>
                          <m:t>𝑗</m:t>
                        </m:r>
                      </m:sub>
                    </m:sSub>
                    <m:r>
                      <a:rPr lang="en-US" sz="2800" i="1" dirty="0" smtClean="0">
                        <a:latin typeface="Cambria Math" panose="02040503050406030204" pitchFamily="18" charset="0"/>
                      </a:rPr>
                      <m:t>)</m:t>
                    </m:r>
                  </m:oMath>
                </a14:m>
                <a:r>
                  <a:rPr lang="en-US" sz="2800" dirty="0"/>
                  <a:t> in the given graph.</a:t>
                </a:r>
              </a:p>
              <a:p>
                <a:pPr marL="438912" indent="-320040">
                  <a:lnSpc>
                    <a:spcPct val="150000"/>
                  </a:lnSpc>
                  <a:buClr>
                    <a:srgbClr val="F0AD00"/>
                  </a:buClr>
                  <a:buSzPct val="80000"/>
                  <a:buFont typeface="Wingdings 2"/>
                  <a:buChar char=""/>
                </a:pPr>
                <a:r>
                  <a:rPr lang="en-US" sz="2800" dirty="0">
                    <a:solidFill>
                      <a:prstClr val="black"/>
                    </a:solidFill>
                  </a:rPr>
                  <a:t>Subproblem</a:t>
                </a:r>
                <a:r>
                  <a:rPr lang="en-US" sz="2800">
                    <a:solidFill>
                      <a:prstClr val="black"/>
                    </a:solidFill>
                  </a:rPr>
                  <a:t>=original problem + a restriction</a:t>
                </a:r>
                <a:r>
                  <a:rPr lang="en-US" sz="2800" dirty="0">
                    <a:solidFill>
                      <a:prstClr val="black"/>
                    </a:solidFill>
                  </a:rPr>
                  <a:t>!</a:t>
                </a:r>
              </a:p>
            </p:txBody>
          </p:sp>
        </mc:Choice>
        <mc:Fallback xmlns="">
          <p:sp>
            <p:nvSpPr>
              <p:cNvPr id="4" name="Rectangle 3"/>
              <p:cNvSpPr>
                <a:spLocks noRot="1" noChangeAspect="1" noMove="1" noResize="1" noEditPoints="1" noAdjustHandles="1" noChangeArrowheads="1" noChangeShapeType="1" noTextEdit="1"/>
              </p:cNvSpPr>
              <p:nvPr/>
            </p:nvSpPr>
            <p:spPr>
              <a:xfrm>
                <a:off x="327539" y="1740004"/>
                <a:ext cx="11341295" cy="2007473"/>
              </a:xfrm>
              <a:prstGeom prst="rect">
                <a:avLst/>
              </a:prstGeom>
              <a:blipFill>
                <a:blip r:embed="rId4"/>
                <a:stretch>
                  <a:fillRect b="-727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973877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B3F34-3C4F-3B65-69E3-B3CF7C403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DE088-1663-F7BE-E7AD-C20C72C3779D}"/>
              </a:ext>
            </a:extLst>
          </p:cNvPr>
          <p:cNvSpPr>
            <a:spLocks noGrp="1"/>
          </p:cNvSpPr>
          <p:nvPr>
            <p:ph type="title"/>
          </p:nvPr>
        </p:nvSpPr>
        <p:spPr>
          <a:ln>
            <a:noFill/>
          </a:ln>
        </p:spPr>
        <p:txBody>
          <a:bodyPr/>
          <a:lstStyle/>
          <a:p>
            <a:r>
              <a:rPr lang="en-US" dirty="0"/>
              <a:t>Defining </a:t>
            </a:r>
            <a:r>
              <a:rPr lang="en-US" dirty="0" err="1"/>
              <a:t>subproblems</a:t>
            </a:r>
            <a:endParaRPr lang="en-US" dirty="0"/>
          </a:p>
        </p:txBody>
      </p:sp>
      <p:sp>
        <p:nvSpPr>
          <p:cNvPr id="23" name="Slide Number Placeholder 22">
            <a:extLst>
              <a:ext uri="{FF2B5EF4-FFF2-40B4-BE49-F238E27FC236}">
                <a16:creationId xmlns:a16="http://schemas.microsoft.com/office/drawing/2014/main" id="{9CDE9F06-73DD-6494-4ADD-B7B0FABF338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37/89</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4A338C3-CECD-94FA-0207-4BB450773CC1}"/>
                  </a:ext>
                </a:extLst>
              </p:cNvPr>
              <p:cNvSpPr/>
              <p:nvPr/>
            </p:nvSpPr>
            <p:spPr>
              <a:xfrm>
                <a:off x="327539" y="1740004"/>
                <a:ext cx="11341295" cy="1360372"/>
              </a:xfrm>
              <a:prstGeom prst="rect">
                <a:avLst/>
              </a:prstGeom>
            </p:spPr>
            <p:txBody>
              <a:bodyPr wrap="square">
                <a:spAutoFit/>
              </a:bodyPr>
              <a:lstStyle/>
              <a:p>
                <a:pPr marL="438912" indent="-320040">
                  <a:lnSpc>
                    <a:spcPct val="150000"/>
                  </a:lnSpc>
                  <a:buClr>
                    <a:srgbClr val="F0AD00"/>
                  </a:buClr>
                  <a:buSzPct val="80000"/>
                  <a:buFont typeface="Wingdings 2"/>
                  <a:buChar char=""/>
                </a:pPr>
                <a:r>
                  <a:rPr lang="en-US" sz="2800" dirty="0"/>
                  <a:t>Find the shortest path between all pairs of vertices </a:t>
                </a:r>
                <a14:m>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𝑣</m:t>
                        </m:r>
                      </m:e>
                      <m:sub>
                        <m:r>
                          <a:rPr lang="en-US" sz="2800" i="1" dirty="0" smtClean="0">
                            <a:latin typeface="Cambria Math" panose="02040503050406030204" pitchFamily="18" charset="0"/>
                          </a:rPr>
                          <m:t>𝑖</m:t>
                        </m:r>
                      </m:sub>
                    </m:sSub>
                    <m:r>
                      <a:rPr lang="en-US" sz="2800" i="1" dirty="0" smtClean="0">
                        <a:latin typeface="Cambria Math" panose="02040503050406030204" pitchFamily="18" charset="0"/>
                      </a:rPr>
                      <m:t>, </m:t>
                    </m:r>
                    <m:sSub>
                      <m:sSubPr>
                        <m:ctrlPr>
                          <a:rPr lang="en-US" sz="2800" b="0" i="1" dirty="0" smtClean="0">
                            <a:latin typeface="Cambria Math" panose="02040503050406030204" pitchFamily="18" charset="0"/>
                          </a:rPr>
                        </m:ctrlPr>
                      </m:sSubPr>
                      <m:e>
                        <m:r>
                          <a:rPr lang="en-US" sz="2800" i="1" dirty="0" err="1" smtClean="0">
                            <a:latin typeface="Cambria Math" panose="02040503050406030204" pitchFamily="18" charset="0"/>
                          </a:rPr>
                          <m:t>𝑣</m:t>
                        </m:r>
                      </m:e>
                      <m:sub>
                        <m:r>
                          <a:rPr lang="en-US" sz="2800" i="1" dirty="0" err="1" smtClean="0">
                            <a:latin typeface="Cambria Math" panose="02040503050406030204" pitchFamily="18" charset="0"/>
                          </a:rPr>
                          <m:t>𝑗</m:t>
                        </m:r>
                      </m:sub>
                    </m:sSub>
                    <m:r>
                      <a:rPr lang="en-US" sz="2800" i="1" dirty="0" smtClean="0">
                        <a:latin typeface="Cambria Math" panose="02040503050406030204" pitchFamily="18" charset="0"/>
                      </a:rPr>
                      <m:t>)</m:t>
                    </m:r>
                  </m:oMath>
                </a14:m>
                <a:r>
                  <a:rPr lang="en-US" sz="2800" dirty="0"/>
                  <a:t> considering only intermediate vertices from the set </a:t>
                </a:r>
                <a14:m>
                  <m:oMath xmlns:m="http://schemas.openxmlformats.org/officeDocument/2006/math">
                    <m:r>
                      <a:rPr lang="en-US" sz="2800" i="1" dirty="0" smtClean="0">
                        <a:latin typeface="Cambria Math" panose="02040503050406030204" pitchFamily="18" charset="0"/>
                      </a:rPr>
                      <m:t>{</m:t>
                    </m:r>
                    <m:r>
                      <a:rPr lang="en-US" sz="2800" i="1" dirty="0" smtClean="0">
                        <a:latin typeface="Cambria Math" panose="02040503050406030204" pitchFamily="18" charset="0"/>
                      </a:rPr>
                      <m:t>𝑣</m:t>
                    </m:r>
                    <m:r>
                      <a:rPr lang="en-US" sz="2800" i="1" dirty="0" smtClean="0">
                        <a:latin typeface="Cambria Math" panose="02040503050406030204" pitchFamily="18" charset="0"/>
                      </a:rPr>
                      <m:t>₁, </m:t>
                    </m:r>
                    <m:r>
                      <a:rPr lang="en-US" sz="2800" i="1" dirty="0" smtClean="0">
                        <a:latin typeface="Cambria Math" panose="02040503050406030204" pitchFamily="18" charset="0"/>
                      </a:rPr>
                      <m:t>𝑣</m:t>
                    </m:r>
                    <m:r>
                      <a:rPr lang="en-US" sz="2800" i="1" dirty="0" smtClean="0">
                        <a:latin typeface="Cambria Math" panose="02040503050406030204" pitchFamily="18" charset="0"/>
                      </a:rPr>
                      <m:t>₂, …, </m:t>
                    </m:r>
                    <m:r>
                      <a:rPr lang="en-US" sz="2800" i="1" dirty="0" smtClean="0">
                        <a:latin typeface="Cambria Math" panose="02040503050406030204" pitchFamily="18" charset="0"/>
                      </a:rPr>
                      <m:t>𝑣</m:t>
                    </m:r>
                    <m:r>
                      <a:rPr lang="en-US" sz="2800" i="1" dirty="0" smtClean="0">
                        <a:latin typeface="Cambria Math" panose="02040503050406030204" pitchFamily="18" charset="0"/>
                      </a:rPr>
                      <m:t>ₖ}</m:t>
                    </m:r>
                  </m:oMath>
                </a14:m>
                <a:r>
                  <a:rPr lang="en-US" sz="2800" dirty="0"/>
                  <a:t>.</a:t>
                </a:r>
                <a:endParaRPr lang="en-US" sz="2800" dirty="0">
                  <a:solidFill>
                    <a:prstClr val="black"/>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27539" y="1740004"/>
                <a:ext cx="11341295" cy="1360372"/>
              </a:xfrm>
              <a:prstGeom prst="rect">
                <a:avLst/>
              </a:prstGeom>
              <a:blipFill>
                <a:blip r:embed="rId4"/>
                <a:stretch>
                  <a:fillRect b="-11161"/>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99867235-EAFA-D8FD-74D6-925D035B7B1E}"/>
              </a:ext>
            </a:extLst>
          </p:cNvPr>
          <p:cNvCxnSpPr>
            <a:endCxn id="52" idx="0"/>
          </p:cNvCxnSpPr>
          <p:nvPr/>
        </p:nvCxnSpPr>
        <p:spPr>
          <a:xfrm flipH="1">
            <a:off x="5442616" y="4592952"/>
            <a:ext cx="58059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E713E8-C7D0-069E-BE7E-E8C66453838D}"/>
              </a:ext>
            </a:extLst>
          </p:cNvPr>
          <p:cNvCxnSpPr>
            <a:cxnSpLocks/>
            <a:endCxn id="40" idx="0"/>
          </p:cNvCxnSpPr>
          <p:nvPr/>
        </p:nvCxnSpPr>
        <p:spPr>
          <a:xfrm flipH="1">
            <a:off x="410525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7164D57-80A1-4D61-5B7E-B376C9015A7E}"/>
              </a:ext>
            </a:extLst>
          </p:cNvPr>
          <p:cNvCxnSpPr>
            <a:cxnSpLocks/>
            <a:stCxn id="49" idx="1"/>
            <a:endCxn id="50" idx="3"/>
          </p:cNvCxnSpPr>
          <p:nvPr/>
        </p:nvCxnSpPr>
        <p:spPr>
          <a:xfrm flipH="1">
            <a:off x="433784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C23E528-5C0C-9592-459E-3189FD31C9CD}"/>
              </a:ext>
            </a:extLst>
          </p:cNvPr>
          <p:cNvCxnSpPr>
            <a:cxnSpLocks/>
          </p:cNvCxnSpPr>
          <p:nvPr/>
        </p:nvCxnSpPr>
        <p:spPr>
          <a:xfrm flipV="1">
            <a:off x="372077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0" name="Oval 16">
            <a:extLst>
              <a:ext uri="{FF2B5EF4-FFF2-40B4-BE49-F238E27FC236}">
                <a16:creationId xmlns:a16="http://schemas.microsoft.com/office/drawing/2014/main" id="{55A93321-0881-B8A7-D616-46A12F6EA58D}"/>
              </a:ext>
            </a:extLst>
          </p:cNvPr>
          <p:cNvSpPr>
            <a:spLocks noChangeArrowheads="1"/>
          </p:cNvSpPr>
          <p:nvPr/>
        </p:nvSpPr>
        <p:spPr bwMode="auto">
          <a:xfrm>
            <a:off x="3887484" y="4135546"/>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1" name="Straight Connector 40">
            <a:extLst>
              <a:ext uri="{FF2B5EF4-FFF2-40B4-BE49-F238E27FC236}">
                <a16:creationId xmlns:a16="http://schemas.microsoft.com/office/drawing/2014/main" id="{94AFAA38-90EF-73AF-C391-40C6209FB545}"/>
              </a:ext>
            </a:extLst>
          </p:cNvPr>
          <p:cNvCxnSpPr>
            <a:cxnSpLocks/>
            <a:stCxn id="49" idx="2"/>
          </p:cNvCxnSpPr>
          <p:nvPr/>
        </p:nvCxnSpPr>
        <p:spPr>
          <a:xfrm flipH="1">
            <a:off x="397860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BD675CB-1FA0-8B33-0A58-AE43E8B23724}"/>
              </a:ext>
            </a:extLst>
          </p:cNvPr>
          <p:cNvCxnSpPr>
            <a:cxnSpLocks/>
          </p:cNvCxnSpPr>
          <p:nvPr/>
        </p:nvCxnSpPr>
        <p:spPr>
          <a:xfrm flipH="1">
            <a:off x="407735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3" name="Oval 16">
            <a:extLst>
              <a:ext uri="{FF2B5EF4-FFF2-40B4-BE49-F238E27FC236}">
                <a16:creationId xmlns:a16="http://schemas.microsoft.com/office/drawing/2014/main" id="{51B6E372-4108-BDE7-6308-2E241879B278}"/>
              </a:ext>
            </a:extLst>
          </p:cNvPr>
          <p:cNvSpPr>
            <a:spLocks noChangeArrowheads="1"/>
          </p:cNvSpPr>
          <p:nvPr/>
        </p:nvSpPr>
        <p:spPr bwMode="auto">
          <a:xfrm>
            <a:off x="5194013" y="5525986"/>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4" name="Oval 16">
            <a:extLst>
              <a:ext uri="{FF2B5EF4-FFF2-40B4-BE49-F238E27FC236}">
                <a16:creationId xmlns:a16="http://schemas.microsoft.com/office/drawing/2014/main" id="{65682A7C-F222-E636-EC26-62A2F49C4492}"/>
              </a:ext>
            </a:extLst>
          </p:cNvPr>
          <p:cNvSpPr>
            <a:spLocks noChangeArrowheads="1"/>
          </p:cNvSpPr>
          <p:nvPr/>
        </p:nvSpPr>
        <p:spPr bwMode="auto">
          <a:xfrm>
            <a:off x="516257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5" name="Straight Connector 44">
            <a:extLst>
              <a:ext uri="{FF2B5EF4-FFF2-40B4-BE49-F238E27FC236}">
                <a16:creationId xmlns:a16="http://schemas.microsoft.com/office/drawing/2014/main" id="{16460721-0EBD-A3F1-6A24-0084EB3B8E85}"/>
              </a:ext>
            </a:extLst>
          </p:cNvPr>
          <p:cNvCxnSpPr>
            <a:cxnSpLocks/>
            <a:stCxn id="44" idx="5"/>
          </p:cNvCxnSpPr>
          <p:nvPr/>
        </p:nvCxnSpPr>
        <p:spPr>
          <a:xfrm>
            <a:off x="553432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DBC3BEE-3FE9-F2CF-0913-C87C3CC7A2C9}"/>
              </a:ext>
            </a:extLst>
          </p:cNvPr>
          <p:cNvCxnSpPr>
            <a:cxnSpLocks/>
            <a:stCxn id="40" idx="4"/>
            <a:endCxn id="54" idx="0"/>
          </p:cNvCxnSpPr>
          <p:nvPr/>
        </p:nvCxnSpPr>
        <p:spPr>
          <a:xfrm flipH="1">
            <a:off x="3834698" y="4571077"/>
            <a:ext cx="270552" cy="105621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1989D1-8E42-DE9F-7D84-B14708E64137}"/>
              </a:ext>
            </a:extLst>
          </p:cNvPr>
          <p:cNvCxnSpPr>
            <a:cxnSpLocks/>
            <a:stCxn id="40" idx="7"/>
          </p:cNvCxnSpPr>
          <p:nvPr/>
        </p:nvCxnSpPr>
        <p:spPr>
          <a:xfrm flipV="1">
            <a:off x="425923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1D9FCE4-6D39-DE27-B956-09A38D7EC436}"/>
              </a:ext>
            </a:extLst>
          </p:cNvPr>
          <p:cNvCxnSpPr/>
          <p:nvPr/>
        </p:nvCxnSpPr>
        <p:spPr>
          <a:xfrm flipV="1">
            <a:off x="561503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9" name="Oval 16">
            <a:extLst>
              <a:ext uri="{FF2B5EF4-FFF2-40B4-BE49-F238E27FC236}">
                <a16:creationId xmlns:a16="http://schemas.microsoft.com/office/drawing/2014/main" id="{29D3054C-2091-AB0F-5574-DED5E10324E5}"/>
              </a:ext>
            </a:extLst>
          </p:cNvPr>
          <p:cNvSpPr>
            <a:spLocks noChangeArrowheads="1"/>
          </p:cNvSpPr>
          <p:nvPr/>
        </p:nvSpPr>
        <p:spPr bwMode="auto">
          <a:xfrm>
            <a:off x="595942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50" name="TextBox 49">
            <a:extLst>
              <a:ext uri="{FF2B5EF4-FFF2-40B4-BE49-F238E27FC236}">
                <a16:creationId xmlns:a16="http://schemas.microsoft.com/office/drawing/2014/main" id="{F4145C46-3DF1-0A79-1AA0-198837F64BC4}"/>
              </a:ext>
            </a:extLst>
          </p:cNvPr>
          <p:cNvSpPr txBox="1"/>
          <p:nvPr/>
        </p:nvSpPr>
        <p:spPr>
          <a:xfrm>
            <a:off x="393677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51" name="TextBox 50">
            <a:extLst>
              <a:ext uri="{FF2B5EF4-FFF2-40B4-BE49-F238E27FC236}">
                <a16:creationId xmlns:a16="http://schemas.microsoft.com/office/drawing/2014/main" id="{F538ACF1-2359-B650-A7BB-1D3AA84DE636}"/>
              </a:ext>
            </a:extLst>
          </p:cNvPr>
          <p:cNvSpPr txBox="1"/>
          <p:nvPr/>
        </p:nvSpPr>
        <p:spPr>
          <a:xfrm>
            <a:off x="596790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52" name="Rectangle 51">
            <a:extLst>
              <a:ext uri="{FF2B5EF4-FFF2-40B4-BE49-F238E27FC236}">
                <a16:creationId xmlns:a16="http://schemas.microsoft.com/office/drawing/2014/main" id="{ECC4F14A-A78D-A912-CCAB-0EC06ED959D2}"/>
              </a:ext>
            </a:extLst>
          </p:cNvPr>
          <p:cNvSpPr/>
          <p:nvPr/>
        </p:nvSpPr>
        <p:spPr>
          <a:xfrm>
            <a:off x="5242080" y="5563658"/>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53" name="Rectangle 52">
            <a:extLst>
              <a:ext uri="{FF2B5EF4-FFF2-40B4-BE49-F238E27FC236}">
                <a16:creationId xmlns:a16="http://schemas.microsoft.com/office/drawing/2014/main" id="{D0D79A73-463E-9F9D-6D43-66A267EAE9E2}"/>
              </a:ext>
            </a:extLst>
          </p:cNvPr>
          <p:cNvSpPr/>
          <p:nvPr/>
        </p:nvSpPr>
        <p:spPr>
          <a:xfrm>
            <a:off x="517571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54" name="Oval 16">
            <a:extLst>
              <a:ext uri="{FF2B5EF4-FFF2-40B4-BE49-F238E27FC236}">
                <a16:creationId xmlns:a16="http://schemas.microsoft.com/office/drawing/2014/main" id="{69670EC8-7D00-6223-85CB-C841D6A5C7FA}"/>
              </a:ext>
            </a:extLst>
          </p:cNvPr>
          <p:cNvSpPr>
            <a:spLocks noChangeArrowheads="1"/>
          </p:cNvSpPr>
          <p:nvPr/>
        </p:nvSpPr>
        <p:spPr bwMode="auto">
          <a:xfrm>
            <a:off x="3616932" y="5627295"/>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55" name="TextBox 54">
            <a:extLst>
              <a:ext uri="{FF2B5EF4-FFF2-40B4-BE49-F238E27FC236}">
                <a16:creationId xmlns:a16="http://schemas.microsoft.com/office/drawing/2014/main" id="{690A5723-CCA0-4B73-BF4C-EDD8BEC9C45B}"/>
              </a:ext>
            </a:extLst>
          </p:cNvPr>
          <p:cNvSpPr txBox="1"/>
          <p:nvPr/>
        </p:nvSpPr>
        <p:spPr>
          <a:xfrm>
            <a:off x="3662217" y="5660394"/>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56" name="TextBox 55">
            <a:extLst>
              <a:ext uri="{FF2B5EF4-FFF2-40B4-BE49-F238E27FC236}">
                <a16:creationId xmlns:a16="http://schemas.microsoft.com/office/drawing/2014/main" id="{AC91B110-6F66-5EC4-986B-06BE3EFCDD24}"/>
              </a:ext>
            </a:extLst>
          </p:cNvPr>
          <p:cNvSpPr txBox="1"/>
          <p:nvPr/>
        </p:nvSpPr>
        <p:spPr>
          <a:xfrm>
            <a:off x="351320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7" name="TextBox 56">
            <a:extLst>
              <a:ext uri="{FF2B5EF4-FFF2-40B4-BE49-F238E27FC236}">
                <a16:creationId xmlns:a16="http://schemas.microsoft.com/office/drawing/2014/main" id="{9755D978-300F-ECE1-61B0-F66FDB82EADF}"/>
              </a:ext>
            </a:extLst>
          </p:cNvPr>
          <p:cNvSpPr txBox="1"/>
          <p:nvPr/>
        </p:nvSpPr>
        <p:spPr>
          <a:xfrm>
            <a:off x="495433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8" name="TextBox 57">
            <a:extLst>
              <a:ext uri="{FF2B5EF4-FFF2-40B4-BE49-F238E27FC236}">
                <a16:creationId xmlns:a16="http://schemas.microsoft.com/office/drawing/2014/main" id="{73BA28A0-AFC2-7C49-8799-256892451BDA}"/>
              </a:ext>
            </a:extLst>
          </p:cNvPr>
          <p:cNvSpPr txBox="1"/>
          <p:nvPr/>
        </p:nvSpPr>
        <p:spPr>
          <a:xfrm>
            <a:off x="427539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59" name="TextBox 58">
            <a:extLst>
              <a:ext uri="{FF2B5EF4-FFF2-40B4-BE49-F238E27FC236}">
                <a16:creationId xmlns:a16="http://schemas.microsoft.com/office/drawing/2014/main" id="{67F49766-788A-74F1-9573-E9443CA54A27}"/>
              </a:ext>
            </a:extLst>
          </p:cNvPr>
          <p:cNvSpPr txBox="1"/>
          <p:nvPr/>
        </p:nvSpPr>
        <p:spPr>
          <a:xfrm>
            <a:off x="399038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60" name="TextBox 59">
            <a:extLst>
              <a:ext uri="{FF2B5EF4-FFF2-40B4-BE49-F238E27FC236}">
                <a16:creationId xmlns:a16="http://schemas.microsoft.com/office/drawing/2014/main" id="{94C70C99-87BC-C7CF-4619-1563F6D7F39C}"/>
              </a:ext>
            </a:extLst>
          </p:cNvPr>
          <p:cNvSpPr txBox="1"/>
          <p:nvPr/>
        </p:nvSpPr>
        <p:spPr>
          <a:xfrm>
            <a:off x="455229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1" name="TextBox 60">
            <a:extLst>
              <a:ext uri="{FF2B5EF4-FFF2-40B4-BE49-F238E27FC236}">
                <a16:creationId xmlns:a16="http://schemas.microsoft.com/office/drawing/2014/main" id="{286F1475-795D-8586-44AB-1B76741073F3}"/>
              </a:ext>
            </a:extLst>
          </p:cNvPr>
          <p:cNvSpPr txBox="1"/>
          <p:nvPr/>
        </p:nvSpPr>
        <p:spPr>
          <a:xfrm>
            <a:off x="476043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2" name="TextBox 61">
            <a:extLst>
              <a:ext uri="{FF2B5EF4-FFF2-40B4-BE49-F238E27FC236}">
                <a16:creationId xmlns:a16="http://schemas.microsoft.com/office/drawing/2014/main" id="{1BB6EF14-8A8F-B160-6B08-FC6C776F2026}"/>
              </a:ext>
            </a:extLst>
          </p:cNvPr>
          <p:cNvSpPr txBox="1"/>
          <p:nvPr/>
        </p:nvSpPr>
        <p:spPr>
          <a:xfrm>
            <a:off x="541357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63" name="TextBox 62">
            <a:extLst>
              <a:ext uri="{FF2B5EF4-FFF2-40B4-BE49-F238E27FC236}">
                <a16:creationId xmlns:a16="http://schemas.microsoft.com/office/drawing/2014/main" id="{B34FD71E-BE79-C640-23D5-30F58DF11DD0}"/>
              </a:ext>
            </a:extLst>
          </p:cNvPr>
          <p:cNvSpPr txBox="1"/>
          <p:nvPr/>
        </p:nvSpPr>
        <p:spPr>
          <a:xfrm>
            <a:off x="592157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64" name="TextBox 63">
            <a:extLst>
              <a:ext uri="{FF2B5EF4-FFF2-40B4-BE49-F238E27FC236}">
                <a16:creationId xmlns:a16="http://schemas.microsoft.com/office/drawing/2014/main" id="{47D19874-4F44-7C06-4AD2-E611772C03A3}"/>
              </a:ext>
            </a:extLst>
          </p:cNvPr>
          <p:cNvSpPr txBox="1"/>
          <p:nvPr/>
        </p:nvSpPr>
        <p:spPr>
          <a:xfrm>
            <a:off x="583448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65" name="TextBox 64">
            <a:extLst>
              <a:ext uri="{FF2B5EF4-FFF2-40B4-BE49-F238E27FC236}">
                <a16:creationId xmlns:a16="http://schemas.microsoft.com/office/drawing/2014/main" id="{9537EC64-10CD-624A-F65D-FBADEAAF02F4}"/>
              </a:ext>
            </a:extLst>
          </p:cNvPr>
          <p:cNvSpPr txBox="1"/>
          <p:nvPr/>
        </p:nvSpPr>
        <p:spPr>
          <a:xfrm>
            <a:off x="479671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Tree>
    <p:custDataLst>
      <p:tags r:id="rId1"/>
    </p:custDataLst>
    <p:extLst>
      <p:ext uri="{BB962C8B-B14F-4D97-AF65-F5344CB8AC3E}">
        <p14:creationId xmlns:p14="http://schemas.microsoft.com/office/powerpoint/2010/main" val="2176885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Defining </a:t>
            </a:r>
            <a:r>
              <a:rPr lang="en-US" dirty="0" err="1"/>
              <a:t>subproblems</a:t>
            </a:r>
            <a:endParaRPr lang="en-US" dirty="0"/>
          </a:p>
        </p:txBody>
      </p:sp>
      <p:sp>
        <p:nvSpPr>
          <p:cNvPr id="5" name="Slide Number Placeholder 4">
            <a:extLst>
              <a:ext uri="{FF2B5EF4-FFF2-40B4-BE49-F238E27FC236}">
                <a16:creationId xmlns:a16="http://schemas.microsoft.com/office/drawing/2014/main" id="{F6A8E271-8A04-4E1E-BDAE-3607BB9F130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38/89</a:t>
            </a:r>
          </a:p>
        </p:txBody>
      </p:sp>
      <mc:AlternateContent xmlns:mc="http://schemas.openxmlformats.org/markup-compatibility/2006" xmlns:a14="http://schemas.microsoft.com/office/drawing/2010/main">
        <mc:Choice Requires="a14">
          <p:sp>
            <p:nvSpPr>
              <p:cNvPr id="4" name="Rectangle 3"/>
              <p:cNvSpPr/>
              <p:nvPr/>
            </p:nvSpPr>
            <p:spPr>
              <a:xfrm>
                <a:off x="327539" y="1805323"/>
                <a:ext cx="11341295" cy="1361142"/>
              </a:xfrm>
              <a:prstGeom prst="rect">
                <a:avLst/>
              </a:prstGeom>
            </p:spPr>
            <p:txBody>
              <a:bodyPr wrap="square">
                <a:spAutoFit/>
              </a:bodyPr>
              <a:lstStyle/>
              <a:p>
                <a:pPr marL="438912" indent="-320040">
                  <a:lnSpc>
                    <a:spcPct val="150000"/>
                  </a:lnSpc>
                  <a:buClr>
                    <a:srgbClr val="F0AD00"/>
                  </a:buClr>
                  <a:buSzPct val="80000"/>
                  <a:buFont typeface="Wingdings 2"/>
                  <a:buChar char=""/>
                </a:pPr>
                <a:r>
                  <a:rPr lang="en-US" sz="2800" dirty="0"/>
                  <a:t>Find the shortest path between all pairs of vertices </a:t>
                </a:r>
                <a14:m>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i="1" dirty="0" smtClean="0">
                            <a:latin typeface="Cambria Math" panose="02040503050406030204" pitchFamily="18" charset="0"/>
                          </a:rPr>
                          <m:t>𝑣</m:t>
                        </m:r>
                      </m:e>
                      <m:sub>
                        <m:r>
                          <a:rPr lang="en-US" sz="2800" i="1" dirty="0" smtClean="0">
                            <a:latin typeface="Cambria Math" panose="02040503050406030204" pitchFamily="18" charset="0"/>
                          </a:rPr>
                          <m:t>𝑖</m:t>
                        </m:r>
                      </m:sub>
                    </m:sSub>
                    <m:r>
                      <a:rPr lang="en-US" sz="2800" i="1" dirty="0" smtClean="0">
                        <a:latin typeface="Cambria Math" panose="02040503050406030204" pitchFamily="18" charset="0"/>
                      </a:rPr>
                      <m:t>, </m:t>
                    </m:r>
                    <m:sSub>
                      <m:sSubPr>
                        <m:ctrlPr>
                          <a:rPr lang="en-US" sz="2800" b="0" i="1" dirty="0" smtClean="0">
                            <a:latin typeface="Cambria Math" panose="02040503050406030204" pitchFamily="18" charset="0"/>
                          </a:rPr>
                        </m:ctrlPr>
                      </m:sSubPr>
                      <m:e>
                        <m:r>
                          <a:rPr lang="en-US" sz="2800" i="1" dirty="0" err="1">
                            <a:latin typeface="Cambria Math" panose="02040503050406030204" pitchFamily="18" charset="0"/>
                          </a:rPr>
                          <m:t>𝑣</m:t>
                        </m:r>
                      </m:e>
                      <m:sub>
                        <m:r>
                          <a:rPr lang="en-US" sz="2800" i="1" dirty="0" err="1">
                            <a:latin typeface="Cambria Math" panose="02040503050406030204" pitchFamily="18" charset="0"/>
                          </a:rPr>
                          <m:t>𝑗</m:t>
                        </m:r>
                      </m:sub>
                    </m:sSub>
                    <m:r>
                      <a:rPr lang="en-US" sz="2800" i="1" dirty="0">
                        <a:latin typeface="Cambria Math" panose="02040503050406030204" pitchFamily="18" charset="0"/>
                      </a:rPr>
                      <m:t>)</m:t>
                    </m:r>
                  </m:oMath>
                </a14:m>
                <a:r>
                  <a:rPr lang="en-US" sz="2800" dirty="0"/>
                  <a:t> considering only intermediate vertices from the set </a:t>
                </a:r>
                <a14:m>
                  <m:oMath xmlns:m="http://schemas.openxmlformats.org/officeDocument/2006/math">
                    <m:r>
                      <a:rPr lang="en-US" sz="280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𝑣</m:t>
                        </m:r>
                      </m:e>
                      <m:sub>
                        <m:r>
                          <a:rPr lang="en-US" sz="2800" b="0" i="1" dirty="0" smtClean="0">
                            <a:latin typeface="Cambria Math" panose="02040503050406030204" pitchFamily="18" charset="0"/>
                          </a:rPr>
                          <m:t>1</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𝑣</m:t>
                        </m:r>
                      </m:e>
                      <m:sub>
                        <m:r>
                          <a:rPr lang="en-US" sz="2800" b="0" i="1" dirty="0" smtClean="0">
                            <a:latin typeface="Cambria Math" panose="02040503050406030204" pitchFamily="18" charset="0"/>
                          </a:rPr>
                          <m:t>2</m:t>
                        </m:r>
                      </m:sub>
                    </m:sSub>
                    <m:r>
                      <a:rPr lang="en-US" sz="2800" b="0" i="1" dirty="0" smtClean="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𝑣</m:t>
                        </m:r>
                      </m:e>
                      <m:sub>
                        <m:r>
                          <a:rPr lang="en-US" sz="2800" b="0" i="1" dirty="0" smtClean="0">
                            <a:latin typeface="Cambria Math" panose="02040503050406030204" pitchFamily="18" charset="0"/>
                          </a:rPr>
                          <m:t>3</m:t>
                        </m:r>
                      </m:sub>
                    </m:sSub>
                    <m:r>
                      <a:rPr lang="en-US" sz="2800" i="1" dirty="0" smtClean="0">
                        <a:latin typeface="Cambria Math" panose="02040503050406030204" pitchFamily="18" charset="0"/>
                      </a:rPr>
                      <m:t>}</m:t>
                    </m:r>
                  </m:oMath>
                </a14:m>
                <a:r>
                  <a:rPr lang="en-US" sz="2800" dirty="0"/>
                  <a:t>.</a:t>
                </a:r>
                <a:endParaRPr lang="en-US" sz="2800" dirty="0">
                  <a:solidFill>
                    <a:prstClr val="black"/>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27539" y="1805323"/>
                <a:ext cx="11341295" cy="1361142"/>
              </a:xfrm>
              <a:prstGeom prst="rect">
                <a:avLst/>
              </a:prstGeom>
              <a:blipFill>
                <a:blip r:embed="rId4"/>
                <a:stretch>
                  <a:fillRect b="-11659"/>
                </a:stretch>
              </a:blipFill>
            </p:spPr>
            <p:txBody>
              <a:bodyPr/>
              <a:lstStyle/>
              <a:p>
                <a:r>
                  <a:rPr lang="en-US">
                    <a:noFill/>
                  </a:rPr>
                  <a:t> </a:t>
                </a:r>
              </a:p>
            </p:txBody>
          </p:sp>
        </mc:Fallback>
      </mc:AlternateContent>
      <p:sp>
        <p:nvSpPr>
          <p:cNvPr id="3" name="TextBox 2"/>
          <p:cNvSpPr txBox="1"/>
          <p:nvPr/>
        </p:nvSpPr>
        <p:spPr>
          <a:xfrm>
            <a:off x="4336104" y="6303114"/>
            <a:ext cx="633507" cy="400110"/>
          </a:xfrm>
          <a:prstGeom prst="rect">
            <a:avLst/>
          </a:prstGeom>
          <a:noFill/>
        </p:spPr>
        <p:txBody>
          <a:bodyPr wrap="none" rtlCol="0">
            <a:spAutoFit/>
          </a:bodyPr>
          <a:lstStyle/>
          <a:p>
            <a:r>
              <a:rPr lang="en-US" sz="2000" b="1" dirty="0">
                <a:latin typeface="Arial Rounded MT Bold" panose="020F0704030504030204" pitchFamily="34" charset="0"/>
              </a:rPr>
              <a:t>k=3</a:t>
            </a:r>
          </a:p>
        </p:txBody>
      </p:sp>
      <p:grpSp>
        <p:nvGrpSpPr>
          <p:cNvPr id="89" name="Group 88">
            <a:extLst>
              <a:ext uri="{FF2B5EF4-FFF2-40B4-BE49-F238E27FC236}">
                <a16:creationId xmlns:a16="http://schemas.microsoft.com/office/drawing/2014/main" id="{D2B7DF95-6111-4618-8D97-FBAA672ABF9E}"/>
              </a:ext>
            </a:extLst>
          </p:cNvPr>
          <p:cNvGrpSpPr/>
          <p:nvPr/>
        </p:nvGrpSpPr>
        <p:grpSpPr>
          <a:xfrm>
            <a:off x="3513203" y="3239640"/>
            <a:ext cx="2881750" cy="2823186"/>
            <a:chOff x="3513203" y="3239640"/>
            <a:chExt cx="2881750" cy="2823186"/>
          </a:xfrm>
        </p:grpSpPr>
        <p:cxnSp>
          <p:nvCxnSpPr>
            <p:cNvPr id="56" name="Straight Connector 55">
              <a:extLst>
                <a:ext uri="{FF2B5EF4-FFF2-40B4-BE49-F238E27FC236}">
                  <a16:creationId xmlns:a16="http://schemas.microsoft.com/office/drawing/2014/main" id="{3926D803-4362-4609-952C-0B08FF0A2846}"/>
                </a:ext>
              </a:extLst>
            </p:cNvPr>
            <p:cNvCxnSpPr>
              <a:endCxn id="72" idx="0"/>
            </p:cNvCxnSpPr>
            <p:nvPr/>
          </p:nvCxnSpPr>
          <p:spPr>
            <a:xfrm flipH="1">
              <a:off x="5414042" y="4579963"/>
              <a:ext cx="58059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463C800-7DED-4D9F-B792-7574642B68D3}"/>
                </a:ext>
              </a:extLst>
            </p:cNvPr>
            <p:cNvCxnSpPr>
              <a:cxnSpLocks/>
              <a:endCxn id="60" idx="0"/>
            </p:cNvCxnSpPr>
            <p:nvPr/>
          </p:nvCxnSpPr>
          <p:spPr>
            <a:xfrm flipH="1">
              <a:off x="410525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8676201-F0F7-4560-B5E3-5C413CAF48DB}"/>
                </a:ext>
              </a:extLst>
            </p:cNvPr>
            <p:cNvCxnSpPr>
              <a:cxnSpLocks/>
              <a:stCxn id="69" idx="1"/>
              <a:endCxn id="70" idx="3"/>
            </p:cNvCxnSpPr>
            <p:nvPr/>
          </p:nvCxnSpPr>
          <p:spPr>
            <a:xfrm flipH="1">
              <a:off x="433784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03DC34B-3D52-4F18-A809-ADCA645EF7A0}"/>
                </a:ext>
              </a:extLst>
            </p:cNvPr>
            <p:cNvCxnSpPr>
              <a:cxnSpLocks/>
            </p:cNvCxnSpPr>
            <p:nvPr/>
          </p:nvCxnSpPr>
          <p:spPr>
            <a:xfrm flipV="1">
              <a:off x="372077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0" name="Oval 16">
              <a:extLst>
                <a:ext uri="{FF2B5EF4-FFF2-40B4-BE49-F238E27FC236}">
                  <a16:creationId xmlns:a16="http://schemas.microsoft.com/office/drawing/2014/main" id="{92ACCB20-41FF-4EE7-91AD-BA7470D388EC}"/>
                </a:ext>
              </a:extLst>
            </p:cNvPr>
            <p:cNvSpPr>
              <a:spLocks noChangeArrowheads="1"/>
            </p:cNvSpPr>
            <p:nvPr/>
          </p:nvSpPr>
          <p:spPr bwMode="auto">
            <a:xfrm>
              <a:off x="388748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C0F9CBA4-53A7-4DDA-B7B6-743AA52BD7EA}"/>
                </a:ext>
              </a:extLst>
            </p:cNvPr>
            <p:cNvCxnSpPr>
              <a:cxnSpLocks/>
              <a:stCxn id="69" idx="2"/>
            </p:cNvCxnSpPr>
            <p:nvPr/>
          </p:nvCxnSpPr>
          <p:spPr>
            <a:xfrm flipH="1">
              <a:off x="397860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DE88981-61E8-4728-A20E-DED7247349AC}"/>
                </a:ext>
              </a:extLst>
            </p:cNvPr>
            <p:cNvCxnSpPr>
              <a:cxnSpLocks/>
            </p:cNvCxnSpPr>
            <p:nvPr/>
          </p:nvCxnSpPr>
          <p:spPr>
            <a:xfrm flipH="1">
              <a:off x="407735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3" name="Oval 16">
              <a:extLst>
                <a:ext uri="{FF2B5EF4-FFF2-40B4-BE49-F238E27FC236}">
                  <a16:creationId xmlns:a16="http://schemas.microsoft.com/office/drawing/2014/main" id="{35CD7022-5E71-4E5E-938A-5148B3C5583F}"/>
                </a:ext>
              </a:extLst>
            </p:cNvPr>
            <p:cNvSpPr>
              <a:spLocks noChangeArrowheads="1"/>
            </p:cNvSpPr>
            <p:nvPr/>
          </p:nvSpPr>
          <p:spPr bwMode="auto">
            <a:xfrm>
              <a:off x="5194013" y="552598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4" name="Oval 16">
              <a:extLst>
                <a:ext uri="{FF2B5EF4-FFF2-40B4-BE49-F238E27FC236}">
                  <a16:creationId xmlns:a16="http://schemas.microsoft.com/office/drawing/2014/main" id="{690F579B-CB4C-4A57-B561-47A81D71B1BC}"/>
                </a:ext>
              </a:extLst>
            </p:cNvPr>
            <p:cNvSpPr>
              <a:spLocks noChangeArrowheads="1"/>
            </p:cNvSpPr>
            <p:nvPr/>
          </p:nvSpPr>
          <p:spPr bwMode="auto">
            <a:xfrm>
              <a:off x="516257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28717AF6-6C02-4016-9930-BA9B11404D7F}"/>
                </a:ext>
              </a:extLst>
            </p:cNvPr>
            <p:cNvCxnSpPr>
              <a:cxnSpLocks/>
              <a:stCxn id="64" idx="5"/>
            </p:cNvCxnSpPr>
            <p:nvPr/>
          </p:nvCxnSpPr>
          <p:spPr>
            <a:xfrm>
              <a:off x="553432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18D9697-0220-4268-A183-05BDEC4CB589}"/>
                </a:ext>
              </a:extLst>
            </p:cNvPr>
            <p:cNvCxnSpPr>
              <a:cxnSpLocks/>
              <a:stCxn id="60" idx="4"/>
              <a:endCxn id="74" idx="0"/>
            </p:cNvCxnSpPr>
            <p:nvPr/>
          </p:nvCxnSpPr>
          <p:spPr>
            <a:xfrm flipH="1">
              <a:off x="3834698" y="4571077"/>
              <a:ext cx="270552" cy="105621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942A25F-108A-4594-8C88-8C0E0E4AF379}"/>
                </a:ext>
              </a:extLst>
            </p:cNvPr>
            <p:cNvCxnSpPr>
              <a:cxnSpLocks/>
              <a:stCxn id="60" idx="7"/>
            </p:cNvCxnSpPr>
            <p:nvPr/>
          </p:nvCxnSpPr>
          <p:spPr>
            <a:xfrm flipV="1">
              <a:off x="425923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DF4DBB9-5B01-4987-BF1A-3FE2BA25B3F6}"/>
                </a:ext>
              </a:extLst>
            </p:cNvPr>
            <p:cNvCxnSpPr/>
            <p:nvPr/>
          </p:nvCxnSpPr>
          <p:spPr>
            <a:xfrm flipV="1">
              <a:off x="561503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9" name="Oval 16">
              <a:extLst>
                <a:ext uri="{FF2B5EF4-FFF2-40B4-BE49-F238E27FC236}">
                  <a16:creationId xmlns:a16="http://schemas.microsoft.com/office/drawing/2014/main" id="{CAD0907B-DCC7-4E97-8D03-EB22BFB19A37}"/>
                </a:ext>
              </a:extLst>
            </p:cNvPr>
            <p:cNvSpPr>
              <a:spLocks noChangeArrowheads="1"/>
            </p:cNvSpPr>
            <p:nvPr/>
          </p:nvSpPr>
          <p:spPr bwMode="auto">
            <a:xfrm>
              <a:off x="595942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0" name="TextBox 69">
              <a:extLst>
                <a:ext uri="{FF2B5EF4-FFF2-40B4-BE49-F238E27FC236}">
                  <a16:creationId xmlns:a16="http://schemas.microsoft.com/office/drawing/2014/main" id="{9168E334-9E10-4771-A223-7AEAA532CB6D}"/>
                </a:ext>
              </a:extLst>
            </p:cNvPr>
            <p:cNvSpPr txBox="1"/>
            <p:nvPr/>
          </p:nvSpPr>
          <p:spPr>
            <a:xfrm>
              <a:off x="393677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1" name="TextBox 70">
              <a:extLst>
                <a:ext uri="{FF2B5EF4-FFF2-40B4-BE49-F238E27FC236}">
                  <a16:creationId xmlns:a16="http://schemas.microsoft.com/office/drawing/2014/main" id="{B6DF2273-81A6-4A13-8CF7-F23C282D8E21}"/>
                </a:ext>
              </a:extLst>
            </p:cNvPr>
            <p:cNvSpPr txBox="1"/>
            <p:nvPr/>
          </p:nvSpPr>
          <p:spPr>
            <a:xfrm>
              <a:off x="596790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2" name="Rectangle 71">
              <a:extLst>
                <a:ext uri="{FF2B5EF4-FFF2-40B4-BE49-F238E27FC236}">
                  <a16:creationId xmlns:a16="http://schemas.microsoft.com/office/drawing/2014/main" id="{63D05838-B87B-4E62-A48E-7B7EDA804AB1}"/>
                </a:ext>
              </a:extLst>
            </p:cNvPr>
            <p:cNvSpPr/>
            <p:nvPr/>
          </p:nvSpPr>
          <p:spPr>
            <a:xfrm>
              <a:off x="521350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3" name="Rectangle 72">
              <a:extLst>
                <a:ext uri="{FF2B5EF4-FFF2-40B4-BE49-F238E27FC236}">
                  <a16:creationId xmlns:a16="http://schemas.microsoft.com/office/drawing/2014/main" id="{AF4DCBD8-A666-4760-8AA1-BB77AC000881}"/>
                </a:ext>
              </a:extLst>
            </p:cNvPr>
            <p:cNvSpPr/>
            <p:nvPr/>
          </p:nvSpPr>
          <p:spPr>
            <a:xfrm>
              <a:off x="517571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4" name="Oval 16">
              <a:extLst>
                <a:ext uri="{FF2B5EF4-FFF2-40B4-BE49-F238E27FC236}">
                  <a16:creationId xmlns:a16="http://schemas.microsoft.com/office/drawing/2014/main" id="{28024DFB-C38B-4D2B-B6A1-033B185F3239}"/>
                </a:ext>
              </a:extLst>
            </p:cNvPr>
            <p:cNvSpPr>
              <a:spLocks noChangeArrowheads="1"/>
            </p:cNvSpPr>
            <p:nvPr/>
          </p:nvSpPr>
          <p:spPr bwMode="auto">
            <a:xfrm>
              <a:off x="3616932" y="5627295"/>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5" name="TextBox 74">
              <a:extLst>
                <a:ext uri="{FF2B5EF4-FFF2-40B4-BE49-F238E27FC236}">
                  <a16:creationId xmlns:a16="http://schemas.microsoft.com/office/drawing/2014/main" id="{5010498A-C984-4D2F-9B89-9B53F5E330A1}"/>
                </a:ext>
              </a:extLst>
            </p:cNvPr>
            <p:cNvSpPr txBox="1"/>
            <p:nvPr/>
          </p:nvSpPr>
          <p:spPr>
            <a:xfrm>
              <a:off x="362325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76" name="TextBox 75">
              <a:extLst>
                <a:ext uri="{FF2B5EF4-FFF2-40B4-BE49-F238E27FC236}">
                  <a16:creationId xmlns:a16="http://schemas.microsoft.com/office/drawing/2014/main" id="{A25B124E-2F2B-471C-A59C-2D63A923E1A9}"/>
                </a:ext>
              </a:extLst>
            </p:cNvPr>
            <p:cNvSpPr txBox="1"/>
            <p:nvPr/>
          </p:nvSpPr>
          <p:spPr>
            <a:xfrm>
              <a:off x="351320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77" name="TextBox 76">
              <a:extLst>
                <a:ext uri="{FF2B5EF4-FFF2-40B4-BE49-F238E27FC236}">
                  <a16:creationId xmlns:a16="http://schemas.microsoft.com/office/drawing/2014/main" id="{BAA23332-2F42-4C43-8B74-B08F529D6F08}"/>
                </a:ext>
              </a:extLst>
            </p:cNvPr>
            <p:cNvSpPr txBox="1"/>
            <p:nvPr/>
          </p:nvSpPr>
          <p:spPr>
            <a:xfrm>
              <a:off x="495433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78" name="TextBox 77">
              <a:extLst>
                <a:ext uri="{FF2B5EF4-FFF2-40B4-BE49-F238E27FC236}">
                  <a16:creationId xmlns:a16="http://schemas.microsoft.com/office/drawing/2014/main" id="{FD5C83E2-72BD-4BAD-857A-9B00B1C9F542}"/>
                </a:ext>
              </a:extLst>
            </p:cNvPr>
            <p:cNvSpPr txBox="1"/>
            <p:nvPr/>
          </p:nvSpPr>
          <p:spPr>
            <a:xfrm>
              <a:off x="427539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79" name="TextBox 78">
              <a:extLst>
                <a:ext uri="{FF2B5EF4-FFF2-40B4-BE49-F238E27FC236}">
                  <a16:creationId xmlns:a16="http://schemas.microsoft.com/office/drawing/2014/main" id="{23C9C9D1-09ED-41E1-8766-51972E03DDCD}"/>
                </a:ext>
              </a:extLst>
            </p:cNvPr>
            <p:cNvSpPr txBox="1"/>
            <p:nvPr/>
          </p:nvSpPr>
          <p:spPr>
            <a:xfrm>
              <a:off x="399038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0" name="TextBox 79">
              <a:extLst>
                <a:ext uri="{FF2B5EF4-FFF2-40B4-BE49-F238E27FC236}">
                  <a16:creationId xmlns:a16="http://schemas.microsoft.com/office/drawing/2014/main" id="{1DC622E4-6203-4519-AAC1-047802DCC13C}"/>
                </a:ext>
              </a:extLst>
            </p:cNvPr>
            <p:cNvSpPr txBox="1"/>
            <p:nvPr/>
          </p:nvSpPr>
          <p:spPr>
            <a:xfrm>
              <a:off x="455229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1" name="TextBox 80">
              <a:extLst>
                <a:ext uri="{FF2B5EF4-FFF2-40B4-BE49-F238E27FC236}">
                  <a16:creationId xmlns:a16="http://schemas.microsoft.com/office/drawing/2014/main" id="{2EB8FEFC-90FC-4F88-BE2A-A93F00955CBD}"/>
                </a:ext>
              </a:extLst>
            </p:cNvPr>
            <p:cNvSpPr txBox="1"/>
            <p:nvPr/>
          </p:nvSpPr>
          <p:spPr>
            <a:xfrm>
              <a:off x="476043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2" name="TextBox 81">
              <a:extLst>
                <a:ext uri="{FF2B5EF4-FFF2-40B4-BE49-F238E27FC236}">
                  <a16:creationId xmlns:a16="http://schemas.microsoft.com/office/drawing/2014/main" id="{C79EC0AC-368A-4ACC-A089-43114188ED5E}"/>
                </a:ext>
              </a:extLst>
            </p:cNvPr>
            <p:cNvSpPr txBox="1"/>
            <p:nvPr/>
          </p:nvSpPr>
          <p:spPr>
            <a:xfrm>
              <a:off x="541357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3" name="TextBox 82">
              <a:extLst>
                <a:ext uri="{FF2B5EF4-FFF2-40B4-BE49-F238E27FC236}">
                  <a16:creationId xmlns:a16="http://schemas.microsoft.com/office/drawing/2014/main" id="{A2A3D72C-3188-4BB0-BA7C-DC9580B0D5FC}"/>
                </a:ext>
              </a:extLst>
            </p:cNvPr>
            <p:cNvSpPr txBox="1"/>
            <p:nvPr/>
          </p:nvSpPr>
          <p:spPr>
            <a:xfrm>
              <a:off x="592157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4" name="TextBox 83">
              <a:extLst>
                <a:ext uri="{FF2B5EF4-FFF2-40B4-BE49-F238E27FC236}">
                  <a16:creationId xmlns:a16="http://schemas.microsoft.com/office/drawing/2014/main" id="{384A1C02-125C-48C1-A2F5-DADE56181455}"/>
                </a:ext>
              </a:extLst>
            </p:cNvPr>
            <p:cNvSpPr txBox="1"/>
            <p:nvPr/>
          </p:nvSpPr>
          <p:spPr>
            <a:xfrm>
              <a:off x="583448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B5E11B9D-3599-41C4-86D1-491FB8A4EB45}"/>
                </a:ext>
              </a:extLst>
            </p:cNvPr>
            <p:cNvSpPr txBox="1"/>
            <p:nvPr/>
          </p:nvSpPr>
          <p:spPr>
            <a:xfrm>
              <a:off x="479671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Tree>
    <p:custDataLst>
      <p:tags r:id="rId1"/>
    </p:custDataLst>
    <p:extLst>
      <p:ext uri="{BB962C8B-B14F-4D97-AF65-F5344CB8AC3E}">
        <p14:creationId xmlns:p14="http://schemas.microsoft.com/office/powerpoint/2010/main" val="4107579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39/89</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 name="Group 4">
            <a:extLst>
              <a:ext uri="{FF2B5EF4-FFF2-40B4-BE49-F238E27FC236}">
                <a16:creationId xmlns:a16="http://schemas.microsoft.com/office/drawing/2014/main" id="{77B77CC0-7362-43B8-A568-E3408895C224}"/>
              </a:ext>
            </a:extLst>
          </p:cNvPr>
          <p:cNvGrpSpPr/>
          <p:nvPr/>
        </p:nvGrpSpPr>
        <p:grpSpPr>
          <a:xfrm>
            <a:off x="790323" y="3239640"/>
            <a:ext cx="2881750" cy="2823186"/>
            <a:chOff x="790323" y="3239640"/>
            <a:chExt cx="2881750" cy="2823186"/>
          </a:xfrm>
        </p:grpSpPr>
        <p:cxnSp>
          <p:nvCxnSpPr>
            <p:cNvPr id="22" name="Straight Connector 21">
              <a:extLst>
                <a:ext uri="{FF2B5EF4-FFF2-40B4-BE49-F238E27FC236}">
                  <a16:creationId xmlns:a16="http://schemas.microsoft.com/office/drawing/2014/main" id="{CC76FF51-5847-476A-9E75-CEAB8EBB664A}"/>
                </a:ext>
              </a:extLst>
            </p:cNvPr>
            <p:cNvCxnSpPr>
              <a:endCxn id="45" idx="0"/>
            </p:cNvCxnSpPr>
            <p:nvPr/>
          </p:nvCxnSpPr>
          <p:spPr>
            <a:xfrm flipH="1">
              <a:off x="2691162" y="4579963"/>
              <a:ext cx="58059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6D3F57-5140-4F3F-B8DD-89B432BB22E1}"/>
                </a:ext>
              </a:extLst>
            </p:cNvPr>
            <p:cNvCxnSpPr>
              <a:cxnSpLocks/>
              <a:endCxn id="29"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CE76C2D-9263-4185-AF31-D69BB16FA2F2}"/>
                </a:ext>
              </a:extLst>
            </p:cNvPr>
            <p:cNvCxnSpPr>
              <a:cxnSpLocks/>
              <a:stCxn id="42" idx="1"/>
              <a:endCxn id="43"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25B6E91-96B4-4FA6-90A9-C70CB69B7906}"/>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9" name="Oval 16">
              <a:extLst>
                <a:ext uri="{FF2B5EF4-FFF2-40B4-BE49-F238E27FC236}">
                  <a16:creationId xmlns:a16="http://schemas.microsoft.com/office/drawing/2014/main" id="{1309B0E5-A4CC-4852-9937-F15B2F7C7BC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31" name="Straight Connector 30">
              <a:extLst>
                <a:ext uri="{FF2B5EF4-FFF2-40B4-BE49-F238E27FC236}">
                  <a16:creationId xmlns:a16="http://schemas.microsoft.com/office/drawing/2014/main" id="{FD1F31CB-71E1-42EE-9D4D-C9715E3BB762}"/>
                </a:ext>
              </a:extLst>
            </p:cNvPr>
            <p:cNvCxnSpPr>
              <a:cxnSpLocks/>
              <a:stCxn id="42"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EB5E0EB-0096-47C3-8331-D180C1CE9839}"/>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33" name="Oval 16">
              <a:extLst>
                <a:ext uri="{FF2B5EF4-FFF2-40B4-BE49-F238E27FC236}">
                  <a16:creationId xmlns:a16="http://schemas.microsoft.com/office/drawing/2014/main" id="{B3C209CF-0273-4923-9E04-0DA5A2D4D2E9}"/>
                </a:ext>
              </a:extLst>
            </p:cNvPr>
            <p:cNvSpPr>
              <a:spLocks noChangeArrowheads="1"/>
            </p:cNvSpPr>
            <p:nvPr/>
          </p:nvSpPr>
          <p:spPr bwMode="auto">
            <a:xfrm>
              <a:off x="2471133" y="552598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4" name="Oval 16">
              <a:extLst>
                <a:ext uri="{FF2B5EF4-FFF2-40B4-BE49-F238E27FC236}">
                  <a16:creationId xmlns:a16="http://schemas.microsoft.com/office/drawing/2014/main" id="{D3CB9295-2ED7-4326-9949-77C1770910AB}"/>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35" name="Straight Connector 34">
              <a:extLst>
                <a:ext uri="{FF2B5EF4-FFF2-40B4-BE49-F238E27FC236}">
                  <a16:creationId xmlns:a16="http://schemas.microsoft.com/office/drawing/2014/main" id="{86D0454C-5C0E-4ECE-8AE0-8181A9544ADD}"/>
                </a:ext>
              </a:extLst>
            </p:cNvPr>
            <p:cNvCxnSpPr>
              <a:cxnSpLocks/>
              <a:stCxn id="34"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B459527-A12F-40BB-AA0A-102AF3CCE241}"/>
                </a:ext>
              </a:extLst>
            </p:cNvPr>
            <p:cNvCxnSpPr>
              <a:cxnSpLocks/>
              <a:stCxn id="29" idx="4"/>
              <a:endCxn id="47" idx="0"/>
            </p:cNvCxnSpPr>
            <p:nvPr/>
          </p:nvCxnSpPr>
          <p:spPr>
            <a:xfrm flipH="1">
              <a:off x="1111818" y="4571077"/>
              <a:ext cx="270552" cy="105621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0B76094-AC6A-492E-A5B8-CF428DD3DF57}"/>
                </a:ext>
              </a:extLst>
            </p:cNvPr>
            <p:cNvCxnSpPr>
              <a:cxnSpLocks/>
              <a:stCxn id="29"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F44F7C-E84A-4E40-8247-3C288DE640C5}"/>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2" name="Oval 16">
              <a:extLst>
                <a:ext uri="{FF2B5EF4-FFF2-40B4-BE49-F238E27FC236}">
                  <a16:creationId xmlns:a16="http://schemas.microsoft.com/office/drawing/2014/main" id="{2D57BDDF-AFDC-40F1-9A58-FA4C0E2DD116}"/>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a:extLst>
                <a:ext uri="{FF2B5EF4-FFF2-40B4-BE49-F238E27FC236}">
                  <a16:creationId xmlns:a16="http://schemas.microsoft.com/office/drawing/2014/main" id="{A178604B-4578-4102-B2A4-9FEFEAA2493E}"/>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44" name="TextBox 43">
              <a:extLst>
                <a:ext uri="{FF2B5EF4-FFF2-40B4-BE49-F238E27FC236}">
                  <a16:creationId xmlns:a16="http://schemas.microsoft.com/office/drawing/2014/main" id="{E0D410B6-D5EB-4151-AB59-AB33CFCA5C74}"/>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45" name="Rectangle 44">
              <a:extLst>
                <a:ext uri="{FF2B5EF4-FFF2-40B4-BE49-F238E27FC236}">
                  <a16:creationId xmlns:a16="http://schemas.microsoft.com/office/drawing/2014/main" id="{5BA44098-5F28-475C-9BCC-9742B51B4B6B}"/>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46" name="Rectangle 45">
              <a:extLst>
                <a:ext uri="{FF2B5EF4-FFF2-40B4-BE49-F238E27FC236}">
                  <a16:creationId xmlns:a16="http://schemas.microsoft.com/office/drawing/2014/main" id="{8F879108-8DBF-4968-8856-F69591E29E7E}"/>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47" name="Oval 16">
              <a:extLst>
                <a:ext uri="{FF2B5EF4-FFF2-40B4-BE49-F238E27FC236}">
                  <a16:creationId xmlns:a16="http://schemas.microsoft.com/office/drawing/2014/main" id="{64EE00DB-A6BC-47E8-B493-6E31765A8D06}"/>
                </a:ext>
              </a:extLst>
            </p:cNvPr>
            <p:cNvSpPr>
              <a:spLocks noChangeArrowheads="1"/>
            </p:cNvSpPr>
            <p:nvPr/>
          </p:nvSpPr>
          <p:spPr bwMode="auto">
            <a:xfrm>
              <a:off x="894052" y="5627295"/>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8" name="TextBox 47">
              <a:extLst>
                <a:ext uri="{FF2B5EF4-FFF2-40B4-BE49-F238E27FC236}">
                  <a16:creationId xmlns:a16="http://schemas.microsoft.com/office/drawing/2014/main" id="{F58640CF-D884-4D79-AB5C-63417060C6BD}"/>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49" name="TextBox 48">
              <a:extLst>
                <a:ext uri="{FF2B5EF4-FFF2-40B4-BE49-F238E27FC236}">
                  <a16:creationId xmlns:a16="http://schemas.microsoft.com/office/drawing/2014/main" id="{A550CBB8-D5B1-4B0A-BBAE-449AE7C92EC7}"/>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0" name="TextBox 49">
              <a:extLst>
                <a:ext uri="{FF2B5EF4-FFF2-40B4-BE49-F238E27FC236}">
                  <a16:creationId xmlns:a16="http://schemas.microsoft.com/office/drawing/2014/main" id="{F12D7A71-B31A-46C9-A4F5-0834B02D493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1" name="TextBox 50">
              <a:extLst>
                <a:ext uri="{FF2B5EF4-FFF2-40B4-BE49-F238E27FC236}">
                  <a16:creationId xmlns:a16="http://schemas.microsoft.com/office/drawing/2014/main" id="{22C8D58A-1C9B-4C8B-B614-73BDD5D6D53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52" name="TextBox 51">
              <a:extLst>
                <a:ext uri="{FF2B5EF4-FFF2-40B4-BE49-F238E27FC236}">
                  <a16:creationId xmlns:a16="http://schemas.microsoft.com/office/drawing/2014/main" id="{7D30B5CD-F6C4-4AD6-8D8D-D8D26296C3DE}"/>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53" name="TextBox 52">
              <a:extLst>
                <a:ext uri="{FF2B5EF4-FFF2-40B4-BE49-F238E27FC236}">
                  <a16:creationId xmlns:a16="http://schemas.microsoft.com/office/drawing/2014/main" id="{8A65E858-E316-404B-8694-88505BCDDA8D}"/>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54" name="TextBox 53">
              <a:extLst>
                <a:ext uri="{FF2B5EF4-FFF2-40B4-BE49-F238E27FC236}">
                  <a16:creationId xmlns:a16="http://schemas.microsoft.com/office/drawing/2014/main" id="{4B38FB19-F9A1-402A-8497-3572CEC54F52}"/>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55" name="TextBox 54">
              <a:extLst>
                <a:ext uri="{FF2B5EF4-FFF2-40B4-BE49-F238E27FC236}">
                  <a16:creationId xmlns:a16="http://schemas.microsoft.com/office/drawing/2014/main" id="{0D5E2AB8-6164-44EA-9F15-82D672A92695}"/>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56" name="TextBox 55">
              <a:extLst>
                <a:ext uri="{FF2B5EF4-FFF2-40B4-BE49-F238E27FC236}">
                  <a16:creationId xmlns:a16="http://schemas.microsoft.com/office/drawing/2014/main" id="{1CDB203E-03E4-470E-BBA7-BEAFC1A3C656}"/>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57" name="TextBox 56">
              <a:extLst>
                <a:ext uri="{FF2B5EF4-FFF2-40B4-BE49-F238E27FC236}">
                  <a16:creationId xmlns:a16="http://schemas.microsoft.com/office/drawing/2014/main" id="{A10CB6E8-50E9-4D82-8584-D5697E2140E6}"/>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58" name="TextBox 57">
              <a:extLst>
                <a:ext uri="{FF2B5EF4-FFF2-40B4-BE49-F238E27FC236}">
                  <a16:creationId xmlns:a16="http://schemas.microsoft.com/office/drawing/2014/main" id="{E14DF13A-1BDC-4779-B295-EEF71F97313C}"/>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Tree>
    <p:custDataLst>
      <p:tags r:id="rId1"/>
    </p:custDataLst>
    <p:extLst>
      <p:ext uri="{BB962C8B-B14F-4D97-AF65-F5344CB8AC3E}">
        <p14:creationId xmlns:p14="http://schemas.microsoft.com/office/powerpoint/2010/main" val="4092754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40/89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 name="Group 4">
            <a:extLst>
              <a:ext uri="{FF2B5EF4-FFF2-40B4-BE49-F238E27FC236}">
                <a16:creationId xmlns:a16="http://schemas.microsoft.com/office/drawing/2014/main" id="{77B77CC0-7362-43B8-A568-E3408895C224}"/>
              </a:ext>
            </a:extLst>
          </p:cNvPr>
          <p:cNvGrpSpPr/>
          <p:nvPr/>
        </p:nvGrpSpPr>
        <p:grpSpPr>
          <a:xfrm>
            <a:off x="790323" y="3239640"/>
            <a:ext cx="2881750" cy="2823186"/>
            <a:chOff x="790323" y="3239640"/>
            <a:chExt cx="2881750" cy="2823186"/>
          </a:xfrm>
        </p:grpSpPr>
        <p:cxnSp>
          <p:nvCxnSpPr>
            <p:cNvPr id="22" name="Straight Connector 21">
              <a:extLst>
                <a:ext uri="{FF2B5EF4-FFF2-40B4-BE49-F238E27FC236}">
                  <a16:creationId xmlns:a16="http://schemas.microsoft.com/office/drawing/2014/main" id="{CC76FF51-5847-476A-9E75-CEAB8EBB664A}"/>
                </a:ext>
              </a:extLst>
            </p:cNvPr>
            <p:cNvCxnSpPr>
              <a:endCxn id="45" idx="0"/>
            </p:cNvCxnSpPr>
            <p:nvPr/>
          </p:nvCxnSpPr>
          <p:spPr>
            <a:xfrm flipH="1">
              <a:off x="2691162" y="4579963"/>
              <a:ext cx="58059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6D3F57-5140-4F3F-B8DD-89B432BB22E1}"/>
                </a:ext>
              </a:extLst>
            </p:cNvPr>
            <p:cNvCxnSpPr>
              <a:cxnSpLocks/>
              <a:endCxn id="29"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CE76C2D-9263-4185-AF31-D69BB16FA2F2}"/>
                </a:ext>
              </a:extLst>
            </p:cNvPr>
            <p:cNvCxnSpPr>
              <a:cxnSpLocks/>
              <a:stCxn id="42" idx="1"/>
              <a:endCxn id="43"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25B6E91-96B4-4FA6-90A9-C70CB69B7906}"/>
                </a:ext>
              </a:extLst>
            </p:cNvPr>
            <p:cNvCxnSpPr>
              <a:cxnSpLocks/>
            </p:cNvCxnSpPr>
            <p:nvPr/>
          </p:nvCxnSpPr>
          <p:spPr>
            <a:xfrm flipV="1">
              <a:off x="997897" y="4548598"/>
              <a:ext cx="244223" cy="111179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29" name="Oval 16">
              <a:extLst>
                <a:ext uri="{FF2B5EF4-FFF2-40B4-BE49-F238E27FC236}">
                  <a16:creationId xmlns:a16="http://schemas.microsoft.com/office/drawing/2014/main" id="{1309B0E5-A4CC-4852-9937-F15B2F7C7BC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31" name="Straight Connector 30">
              <a:extLst>
                <a:ext uri="{FF2B5EF4-FFF2-40B4-BE49-F238E27FC236}">
                  <a16:creationId xmlns:a16="http://schemas.microsoft.com/office/drawing/2014/main" id="{FD1F31CB-71E1-42EE-9D4D-C9715E3BB762}"/>
                </a:ext>
              </a:extLst>
            </p:cNvPr>
            <p:cNvCxnSpPr>
              <a:cxnSpLocks/>
              <a:stCxn id="42"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EB5E0EB-0096-47C3-8331-D180C1CE9839}"/>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33" name="Oval 16">
              <a:extLst>
                <a:ext uri="{FF2B5EF4-FFF2-40B4-BE49-F238E27FC236}">
                  <a16:creationId xmlns:a16="http://schemas.microsoft.com/office/drawing/2014/main" id="{B3C209CF-0273-4923-9E04-0DA5A2D4D2E9}"/>
                </a:ext>
              </a:extLst>
            </p:cNvPr>
            <p:cNvSpPr>
              <a:spLocks noChangeArrowheads="1"/>
            </p:cNvSpPr>
            <p:nvPr/>
          </p:nvSpPr>
          <p:spPr bwMode="auto">
            <a:xfrm>
              <a:off x="2471133" y="552598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4" name="Oval 16">
              <a:extLst>
                <a:ext uri="{FF2B5EF4-FFF2-40B4-BE49-F238E27FC236}">
                  <a16:creationId xmlns:a16="http://schemas.microsoft.com/office/drawing/2014/main" id="{D3CB9295-2ED7-4326-9949-77C1770910AB}"/>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35" name="Straight Connector 34">
              <a:extLst>
                <a:ext uri="{FF2B5EF4-FFF2-40B4-BE49-F238E27FC236}">
                  <a16:creationId xmlns:a16="http://schemas.microsoft.com/office/drawing/2014/main" id="{86D0454C-5C0E-4ECE-8AE0-8181A9544ADD}"/>
                </a:ext>
              </a:extLst>
            </p:cNvPr>
            <p:cNvCxnSpPr>
              <a:cxnSpLocks/>
              <a:stCxn id="34"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B459527-A12F-40BB-AA0A-102AF3CCE241}"/>
                </a:ext>
              </a:extLst>
            </p:cNvPr>
            <p:cNvCxnSpPr>
              <a:cxnSpLocks/>
              <a:stCxn id="29" idx="4"/>
              <a:endCxn id="47" idx="0"/>
            </p:cNvCxnSpPr>
            <p:nvPr/>
          </p:nvCxnSpPr>
          <p:spPr>
            <a:xfrm flipH="1">
              <a:off x="1111818" y="4571077"/>
              <a:ext cx="270552" cy="105621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0B76094-AC6A-492E-A5B8-CF428DD3DF57}"/>
                </a:ext>
              </a:extLst>
            </p:cNvPr>
            <p:cNvCxnSpPr>
              <a:cxnSpLocks/>
              <a:stCxn id="29"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F44F7C-E84A-4E40-8247-3C288DE640C5}"/>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2" name="Oval 16">
              <a:extLst>
                <a:ext uri="{FF2B5EF4-FFF2-40B4-BE49-F238E27FC236}">
                  <a16:creationId xmlns:a16="http://schemas.microsoft.com/office/drawing/2014/main" id="{2D57BDDF-AFDC-40F1-9A58-FA4C0E2DD116}"/>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a:extLst>
                <a:ext uri="{FF2B5EF4-FFF2-40B4-BE49-F238E27FC236}">
                  <a16:creationId xmlns:a16="http://schemas.microsoft.com/office/drawing/2014/main" id="{A178604B-4578-4102-B2A4-9FEFEAA2493E}"/>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44" name="TextBox 43">
              <a:extLst>
                <a:ext uri="{FF2B5EF4-FFF2-40B4-BE49-F238E27FC236}">
                  <a16:creationId xmlns:a16="http://schemas.microsoft.com/office/drawing/2014/main" id="{E0D410B6-D5EB-4151-AB59-AB33CFCA5C74}"/>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45" name="Rectangle 44">
              <a:extLst>
                <a:ext uri="{FF2B5EF4-FFF2-40B4-BE49-F238E27FC236}">
                  <a16:creationId xmlns:a16="http://schemas.microsoft.com/office/drawing/2014/main" id="{5BA44098-5F28-475C-9BCC-9742B51B4B6B}"/>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46" name="Rectangle 45">
              <a:extLst>
                <a:ext uri="{FF2B5EF4-FFF2-40B4-BE49-F238E27FC236}">
                  <a16:creationId xmlns:a16="http://schemas.microsoft.com/office/drawing/2014/main" id="{8F879108-8DBF-4968-8856-F69591E29E7E}"/>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47" name="Oval 16">
              <a:extLst>
                <a:ext uri="{FF2B5EF4-FFF2-40B4-BE49-F238E27FC236}">
                  <a16:creationId xmlns:a16="http://schemas.microsoft.com/office/drawing/2014/main" id="{64EE00DB-A6BC-47E8-B493-6E31765A8D06}"/>
                </a:ext>
              </a:extLst>
            </p:cNvPr>
            <p:cNvSpPr>
              <a:spLocks noChangeArrowheads="1"/>
            </p:cNvSpPr>
            <p:nvPr/>
          </p:nvSpPr>
          <p:spPr bwMode="auto">
            <a:xfrm>
              <a:off x="894052" y="5627295"/>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8" name="TextBox 47">
              <a:extLst>
                <a:ext uri="{FF2B5EF4-FFF2-40B4-BE49-F238E27FC236}">
                  <a16:creationId xmlns:a16="http://schemas.microsoft.com/office/drawing/2014/main" id="{F58640CF-D884-4D79-AB5C-63417060C6BD}"/>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49" name="TextBox 48">
              <a:extLst>
                <a:ext uri="{FF2B5EF4-FFF2-40B4-BE49-F238E27FC236}">
                  <a16:creationId xmlns:a16="http://schemas.microsoft.com/office/drawing/2014/main" id="{A550CBB8-D5B1-4B0A-BBAE-449AE7C92EC7}"/>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0" name="TextBox 49">
              <a:extLst>
                <a:ext uri="{FF2B5EF4-FFF2-40B4-BE49-F238E27FC236}">
                  <a16:creationId xmlns:a16="http://schemas.microsoft.com/office/drawing/2014/main" id="{F12D7A71-B31A-46C9-A4F5-0834B02D493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51" name="TextBox 50">
              <a:extLst>
                <a:ext uri="{FF2B5EF4-FFF2-40B4-BE49-F238E27FC236}">
                  <a16:creationId xmlns:a16="http://schemas.microsoft.com/office/drawing/2014/main" id="{22C8D58A-1C9B-4C8B-B614-73BDD5D6D53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52" name="TextBox 51">
              <a:extLst>
                <a:ext uri="{FF2B5EF4-FFF2-40B4-BE49-F238E27FC236}">
                  <a16:creationId xmlns:a16="http://schemas.microsoft.com/office/drawing/2014/main" id="{7D30B5CD-F6C4-4AD6-8D8D-D8D26296C3DE}"/>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53" name="TextBox 52">
              <a:extLst>
                <a:ext uri="{FF2B5EF4-FFF2-40B4-BE49-F238E27FC236}">
                  <a16:creationId xmlns:a16="http://schemas.microsoft.com/office/drawing/2014/main" id="{8A65E858-E316-404B-8694-88505BCDDA8D}"/>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54" name="TextBox 53">
              <a:extLst>
                <a:ext uri="{FF2B5EF4-FFF2-40B4-BE49-F238E27FC236}">
                  <a16:creationId xmlns:a16="http://schemas.microsoft.com/office/drawing/2014/main" id="{4B38FB19-F9A1-402A-8497-3572CEC54F52}"/>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55" name="TextBox 54">
              <a:extLst>
                <a:ext uri="{FF2B5EF4-FFF2-40B4-BE49-F238E27FC236}">
                  <a16:creationId xmlns:a16="http://schemas.microsoft.com/office/drawing/2014/main" id="{0D5E2AB8-6164-44EA-9F15-82D672A92695}"/>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56" name="TextBox 55">
              <a:extLst>
                <a:ext uri="{FF2B5EF4-FFF2-40B4-BE49-F238E27FC236}">
                  <a16:creationId xmlns:a16="http://schemas.microsoft.com/office/drawing/2014/main" id="{1CDB203E-03E4-470E-BBA7-BEAFC1A3C656}"/>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57" name="TextBox 56">
              <a:extLst>
                <a:ext uri="{FF2B5EF4-FFF2-40B4-BE49-F238E27FC236}">
                  <a16:creationId xmlns:a16="http://schemas.microsoft.com/office/drawing/2014/main" id="{A10CB6E8-50E9-4D82-8584-D5697E2140E6}"/>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58" name="TextBox 57">
              <a:extLst>
                <a:ext uri="{FF2B5EF4-FFF2-40B4-BE49-F238E27FC236}">
                  <a16:creationId xmlns:a16="http://schemas.microsoft.com/office/drawing/2014/main" id="{E14DF13A-1BDC-4779-B295-EEF71F97313C}"/>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Tree>
    <p:custDataLst>
      <p:tags r:id="rId1"/>
    </p:custDataLst>
    <p:extLst>
      <p:ext uri="{BB962C8B-B14F-4D97-AF65-F5344CB8AC3E}">
        <p14:creationId xmlns:p14="http://schemas.microsoft.com/office/powerpoint/2010/main" val="458376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41/89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Tree>
    <p:custDataLst>
      <p:tags r:id="rId1"/>
    </p:custDataLst>
    <p:extLst>
      <p:ext uri="{BB962C8B-B14F-4D97-AF65-F5344CB8AC3E}">
        <p14:creationId xmlns:p14="http://schemas.microsoft.com/office/powerpoint/2010/main" val="4275647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42/89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Tree>
    <p:custDataLst>
      <p:tags r:id="rId1"/>
    </p:custDataLst>
    <p:extLst>
      <p:ext uri="{BB962C8B-B14F-4D97-AF65-F5344CB8AC3E}">
        <p14:creationId xmlns:p14="http://schemas.microsoft.com/office/powerpoint/2010/main" val="1682157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43/89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Tree>
    <p:custDataLst>
      <p:tags r:id="rId1"/>
    </p:custDataLst>
    <p:extLst>
      <p:ext uri="{BB962C8B-B14F-4D97-AF65-F5344CB8AC3E}">
        <p14:creationId xmlns:p14="http://schemas.microsoft.com/office/powerpoint/2010/main" val="1280625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44/89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Tree>
    <p:custDataLst>
      <p:tags r:id="rId1"/>
    </p:custDataLst>
    <p:extLst>
      <p:ext uri="{BB962C8B-B14F-4D97-AF65-F5344CB8AC3E}">
        <p14:creationId xmlns:p14="http://schemas.microsoft.com/office/powerpoint/2010/main" val="746973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45/89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Tree>
    <p:custDataLst>
      <p:tags r:id="rId1"/>
    </p:custDataLst>
    <p:extLst>
      <p:ext uri="{BB962C8B-B14F-4D97-AF65-F5344CB8AC3E}">
        <p14:creationId xmlns:p14="http://schemas.microsoft.com/office/powerpoint/2010/main" val="1829469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46/89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Tree>
    <p:custDataLst>
      <p:tags r:id="rId1"/>
    </p:custDataLst>
    <p:extLst>
      <p:ext uri="{BB962C8B-B14F-4D97-AF65-F5344CB8AC3E}">
        <p14:creationId xmlns:p14="http://schemas.microsoft.com/office/powerpoint/2010/main" val="2933374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47/89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p:spTree>
    <p:custDataLst>
      <p:tags r:id="rId1"/>
    </p:custDataLst>
    <p:extLst>
      <p:ext uri="{BB962C8B-B14F-4D97-AF65-F5344CB8AC3E}">
        <p14:creationId xmlns:p14="http://schemas.microsoft.com/office/powerpoint/2010/main" val="3168182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48/89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0EC6D9E-992B-4DBC-9E3F-6475CF300D11}"/>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10EC6D9E-992B-4DBC-9E3F-6475CF300D11}"/>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1457045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49/89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EC68BA7-90CD-4010-9AC9-F3D6B822CBD3}"/>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DEC68BA7-90CD-4010-9AC9-F3D6B822CBD3}"/>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0CED71E-935E-4348-904F-8771F13D335B}"/>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F0CED71E-935E-4348-904F-8771F13D335B}"/>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913838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50/89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1A9661BF-FEF8-4574-968F-9BBED2450343}"/>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p:spTree>
    <p:custDataLst>
      <p:tags r:id="rId1"/>
    </p:custDataLst>
    <p:extLst>
      <p:ext uri="{BB962C8B-B14F-4D97-AF65-F5344CB8AC3E}">
        <p14:creationId xmlns:p14="http://schemas.microsoft.com/office/powerpoint/2010/main" val="2713800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51/89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384307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52/89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107442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53/89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91601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54/89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D01EBC81-A6FE-44F9-9559-7900BFD1B38E}"/>
              </a:ext>
            </a:extLst>
          </p:cNvPr>
          <p:cNvSpPr txBox="1"/>
          <p:nvPr/>
        </p:nvSpPr>
        <p:spPr>
          <a:xfrm>
            <a:off x="8601974" y="3926045"/>
            <a:ext cx="2015295" cy="523220"/>
          </a:xfrm>
          <a:prstGeom prst="rect">
            <a:avLst/>
          </a:prstGeom>
          <a:noFill/>
        </p:spPr>
        <p:txBody>
          <a:bodyPr wrap="none" rtlCol="0">
            <a:spAutoFit/>
          </a:bodyPr>
          <a:lstStyle/>
          <a:p>
            <a:r>
              <a:rPr lang="en-US" sz="2800" b="1" dirty="0">
                <a:latin typeface="Arial Rounded MT Bold" panose="020F0704030504030204" pitchFamily="34" charset="0"/>
              </a:rPr>
              <a:t>d(v4,v3)=2</a:t>
            </a:r>
          </a:p>
        </p:txBody>
      </p:sp>
    </p:spTree>
    <p:custDataLst>
      <p:tags r:id="rId1"/>
    </p:custDataLst>
    <p:extLst>
      <p:ext uri="{BB962C8B-B14F-4D97-AF65-F5344CB8AC3E}">
        <p14:creationId xmlns:p14="http://schemas.microsoft.com/office/powerpoint/2010/main" val="3247073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55/89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D01EBC81-A6FE-44F9-9559-7900BFD1B38E}"/>
              </a:ext>
            </a:extLst>
          </p:cNvPr>
          <p:cNvSpPr txBox="1"/>
          <p:nvPr/>
        </p:nvSpPr>
        <p:spPr>
          <a:xfrm>
            <a:off x="8601974" y="3926045"/>
            <a:ext cx="2015295" cy="523220"/>
          </a:xfrm>
          <a:prstGeom prst="rect">
            <a:avLst/>
          </a:prstGeom>
          <a:noFill/>
        </p:spPr>
        <p:txBody>
          <a:bodyPr wrap="none" rtlCol="0">
            <a:spAutoFit/>
          </a:bodyPr>
          <a:lstStyle/>
          <a:p>
            <a:r>
              <a:rPr lang="en-US" sz="2800" b="1" dirty="0">
                <a:latin typeface="Arial Rounded MT Bold" panose="020F0704030504030204" pitchFamily="34" charset="0"/>
              </a:rPr>
              <a:t>d(v4,v3)=2</a:t>
            </a:r>
          </a:p>
        </p:txBody>
      </p:sp>
      <p:sp>
        <p:nvSpPr>
          <p:cNvPr id="52" name="TextBox 51">
            <a:extLst>
              <a:ext uri="{FF2B5EF4-FFF2-40B4-BE49-F238E27FC236}">
                <a16:creationId xmlns:a16="http://schemas.microsoft.com/office/drawing/2014/main" id="{D30DEAB2-5A97-4BB3-8D48-049F8D025005}"/>
              </a:ext>
            </a:extLst>
          </p:cNvPr>
          <p:cNvSpPr txBox="1"/>
          <p:nvPr/>
        </p:nvSpPr>
        <p:spPr>
          <a:xfrm>
            <a:off x="8589243"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d(v4,v5)=3</a:t>
            </a:r>
          </a:p>
        </p:txBody>
      </p:sp>
    </p:spTree>
    <p:custDataLst>
      <p:tags r:id="rId1"/>
    </p:custDataLst>
    <p:extLst>
      <p:ext uri="{BB962C8B-B14F-4D97-AF65-F5344CB8AC3E}">
        <p14:creationId xmlns:p14="http://schemas.microsoft.com/office/powerpoint/2010/main" val="34547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56/89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D01EBC81-A6FE-44F9-9559-7900BFD1B38E}"/>
              </a:ext>
            </a:extLst>
          </p:cNvPr>
          <p:cNvSpPr txBox="1"/>
          <p:nvPr/>
        </p:nvSpPr>
        <p:spPr>
          <a:xfrm>
            <a:off x="8601974" y="3926045"/>
            <a:ext cx="2015295" cy="523220"/>
          </a:xfrm>
          <a:prstGeom prst="rect">
            <a:avLst/>
          </a:prstGeom>
          <a:noFill/>
        </p:spPr>
        <p:txBody>
          <a:bodyPr wrap="none" rtlCol="0">
            <a:spAutoFit/>
          </a:bodyPr>
          <a:lstStyle/>
          <a:p>
            <a:r>
              <a:rPr lang="en-US" sz="2800" b="1" dirty="0">
                <a:latin typeface="Arial Rounded MT Bold" panose="020F0704030504030204" pitchFamily="34" charset="0"/>
              </a:rPr>
              <a:t>d(v4,v3)=2</a:t>
            </a:r>
          </a:p>
        </p:txBody>
      </p:sp>
      <p:sp>
        <p:nvSpPr>
          <p:cNvPr id="52" name="TextBox 51">
            <a:extLst>
              <a:ext uri="{FF2B5EF4-FFF2-40B4-BE49-F238E27FC236}">
                <a16:creationId xmlns:a16="http://schemas.microsoft.com/office/drawing/2014/main" id="{D30DEAB2-5A97-4BB3-8D48-049F8D025005}"/>
              </a:ext>
            </a:extLst>
          </p:cNvPr>
          <p:cNvSpPr txBox="1"/>
          <p:nvPr/>
        </p:nvSpPr>
        <p:spPr>
          <a:xfrm>
            <a:off x="8589243"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d(v4,v5)=3</a:t>
            </a:r>
          </a:p>
        </p:txBody>
      </p:sp>
      <p:sp>
        <p:nvSpPr>
          <p:cNvPr id="53" name="TextBox 52">
            <a:extLst>
              <a:ext uri="{FF2B5EF4-FFF2-40B4-BE49-F238E27FC236}">
                <a16:creationId xmlns:a16="http://schemas.microsoft.com/office/drawing/2014/main" id="{28BE88A5-03B8-4F1D-9FA4-AA6FE0534177}"/>
              </a:ext>
            </a:extLst>
          </p:cNvPr>
          <p:cNvSpPr txBox="1"/>
          <p:nvPr/>
        </p:nvSpPr>
        <p:spPr>
          <a:xfrm>
            <a:off x="8608320"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d(v5,v1)=3</a:t>
            </a:r>
          </a:p>
        </p:txBody>
      </p:sp>
    </p:spTree>
    <p:custDataLst>
      <p:tags r:id="rId1"/>
    </p:custDataLst>
    <p:extLst>
      <p:ext uri="{BB962C8B-B14F-4D97-AF65-F5344CB8AC3E}">
        <p14:creationId xmlns:p14="http://schemas.microsoft.com/office/powerpoint/2010/main" val="4069301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57/89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D01EBC81-A6FE-44F9-9559-7900BFD1B38E}"/>
              </a:ext>
            </a:extLst>
          </p:cNvPr>
          <p:cNvSpPr txBox="1"/>
          <p:nvPr/>
        </p:nvSpPr>
        <p:spPr>
          <a:xfrm>
            <a:off x="8601974" y="3926045"/>
            <a:ext cx="2015295" cy="523220"/>
          </a:xfrm>
          <a:prstGeom prst="rect">
            <a:avLst/>
          </a:prstGeom>
          <a:noFill/>
        </p:spPr>
        <p:txBody>
          <a:bodyPr wrap="none" rtlCol="0">
            <a:spAutoFit/>
          </a:bodyPr>
          <a:lstStyle/>
          <a:p>
            <a:r>
              <a:rPr lang="en-US" sz="2800" b="1" dirty="0">
                <a:latin typeface="Arial Rounded MT Bold" panose="020F0704030504030204" pitchFamily="34" charset="0"/>
              </a:rPr>
              <a:t>d(v4,v3)=2</a:t>
            </a:r>
          </a:p>
        </p:txBody>
      </p:sp>
      <p:sp>
        <p:nvSpPr>
          <p:cNvPr id="52" name="TextBox 51">
            <a:extLst>
              <a:ext uri="{FF2B5EF4-FFF2-40B4-BE49-F238E27FC236}">
                <a16:creationId xmlns:a16="http://schemas.microsoft.com/office/drawing/2014/main" id="{D30DEAB2-5A97-4BB3-8D48-049F8D025005}"/>
              </a:ext>
            </a:extLst>
          </p:cNvPr>
          <p:cNvSpPr txBox="1"/>
          <p:nvPr/>
        </p:nvSpPr>
        <p:spPr>
          <a:xfrm>
            <a:off x="8589243"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d(v4,v5)=3</a:t>
            </a:r>
          </a:p>
        </p:txBody>
      </p:sp>
      <p:sp>
        <p:nvSpPr>
          <p:cNvPr id="53" name="TextBox 52">
            <a:extLst>
              <a:ext uri="{FF2B5EF4-FFF2-40B4-BE49-F238E27FC236}">
                <a16:creationId xmlns:a16="http://schemas.microsoft.com/office/drawing/2014/main" id="{28BE88A5-03B8-4F1D-9FA4-AA6FE0534177}"/>
              </a:ext>
            </a:extLst>
          </p:cNvPr>
          <p:cNvSpPr txBox="1"/>
          <p:nvPr/>
        </p:nvSpPr>
        <p:spPr>
          <a:xfrm>
            <a:off x="8608320"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d(v5,v1)=3</a:t>
            </a:r>
          </a:p>
        </p:txBody>
      </p:sp>
      <p:sp>
        <p:nvSpPr>
          <p:cNvPr id="54" name="TextBox 53">
            <a:extLst>
              <a:ext uri="{FF2B5EF4-FFF2-40B4-BE49-F238E27FC236}">
                <a16:creationId xmlns:a16="http://schemas.microsoft.com/office/drawing/2014/main" id="{28C91073-0750-422F-949E-5728A581D734}"/>
              </a:ext>
            </a:extLst>
          </p:cNvPr>
          <p:cNvSpPr txBox="1"/>
          <p:nvPr/>
        </p:nvSpPr>
        <p:spPr>
          <a:xfrm>
            <a:off x="8615580" y="5238421"/>
            <a:ext cx="2015295" cy="523220"/>
          </a:xfrm>
          <a:prstGeom prst="rect">
            <a:avLst/>
          </a:prstGeom>
          <a:noFill/>
        </p:spPr>
        <p:txBody>
          <a:bodyPr wrap="none" rtlCol="0">
            <a:spAutoFit/>
          </a:bodyPr>
          <a:lstStyle/>
          <a:p>
            <a:r>
              <a:rPr lang="en-US" sz="2800" b="1" dirty="0">
                <a:latin typeface="Arial Rounded MT Bold" panose="020F0704030504030204" pitchFamily="34" charset="0"/>
              </a:rPr>
              <a:t>d(v5,v2)=4</a:t>
            </a:r>
          </a:p>
        </p:txBody>
      </p:sp>
    </p:spTree>
    <p:custDataLst>
      <p:tags r:id="rId1"/>
    </p:custDataLst>
    <p:extLst>
      <p:ext uri="{BB962C8B-B14F-4D97-AF65-F5344CB8AC3E}">
        <p14:creationId xmlns:p14="http://schemas.microsoft.com/office/powerpoint/2010/main" val="3383222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58/89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D01EBC81-A6FE-44F9-9559-7900BFD1B38E}"/>
              </a:ext>
            </a:extLst>
          </p:cNvPr>
          <p:cNvSpPr txBox="1"/>
          <p:nvPr/>
        </p:nvSpPr>
        <p:spPr>
          <a:xfrm>
            <a:off x="8601974" y="3926045"/>
            <a:ext cx="2015295" cy="523220"/>
          </a:xfrm>
          <a:prstGeom prst="rect">
            <a:avLst/>
          </a:prstGeom>
          <a:noFill/>
        </p:spPr>
        <p:txBody>
          <a:bodyPr wrap="none" rtlCol="0">
            <a:spAutoFit/>
          </a:bodyPr>
          <a:lstStyle/>
          <a:p>
            <a:r>
              <a:rPr lang="en-US" sz="2800" b="1" dirty="0">
                <a:latin typeface="Arial Rounded MT Bold" panose="020F0704030504030204" pitchFamily="34" charset="0"/>
              </a:rPr>
              <a:t>d(v4,v3)=2</a:t>
            </a:r>
          </a:p>
        </p:txBody>
      </p:sp>
      <p:sp>
        <p:nvSpPr>
          <p:cNvPr id="52" name="TextBox 51">
            <a:extLst>
              <a:ext uri="{FF2B5EF4-FFF2-40B4-BE49-F238E27FC236}">
                <a16:creationId xmlns:a16="http://schemas.microsoft.com/office/drawing/2014/main" id="{D30DEAB2-5A97-4BB3-8D48-049F8D025005}"/>
              </a:ext>
            </a:extLst>
          </p:cNvPr>
          <p:cNvSpPr txBox="1"/>
          <p:nvPr/>
        </p:nvSpPr>
        <p:spPr>
          <a:xfrm>
            <a:off x="8589243"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d(v4,v5)=3</a:t>
            </a:r>
          </a:p>
        </p:txBody>
      </p:sp>
      <p:sp>
        <p:nvSpPr>
          <p:cNvPr id="53" name="TextBox 52">
            <a:extLst>
              <a:ext uri="{FF2B5EF4-FFF2-40B4-BE49-F238E27FC236}">
                <a16:creationId xmlns:a16="http://schemas.microsoft.com/office/drawing/2014/main" id="{28BE88A5-03B8-4F1D-9FA4-AA6FE0534177}"/>
              </a:ext>
            </a:extLst>
          </p:cNvPr>
          <p:cNvSpPr txBox="1"/>
          <p:nvPr/>
        </p:nvSpPr>
        <p:spPr>
          <a:xfrm>
            <a:off x="8608320"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d(v5,v1)=2</a:t>
            </a:r>
          </a:p>
        </p:txBody>
      </p:sp>
      <p:sp>
        <p:nvSpPr>
          <p:cNvPr id="54" name="TextBox 53">
            <a:extLst>
              <a:ext uri="{FF2B5EF4-FFF2-40B4-BE49-F238E27FC236}">
                <a16:creationId xmlns:a16="http://schemas.microsoft.com/office/drawing/2014/main" id="{28C91073-0750-422F-949E-5728A581D734}"/>
              </a:ext>
            </a:extLst>
          </p:cNvPr>
          <p:cNvSpPr txBox="1"/>
          <p:nvPr/>
        </p:nvSpPr>
        <p:spPr>
          <a:xfrm>
            <a:off x="8615580" y="5238421"/>
            <a:ext cx="2015295" cy="523220"/>
          </a:xfrm>
          <a:prstGeom prst="rect">
            <a:avLst/>
          </a:prstGeom>
          <a:noFill/>
        </p:spPr>
        <p:txBody>
          <a:bodyPr wrap="none" rtlCol="0">
            <a:spAutoFit/>
          </a:bodyPr>
          <a:lstStyle/>
          <a:p>
            <a:r>
              <a:rPr lang="en-US" sz="2800" b="1" dirty="0">
                <a:latin typeface="Arial Rounded MT Bold" panose="020F0704030504030204" pitchFamily="34" charset="0"/>
              </a:rPr>
              <a:t>d(v5,v2)=4</a:t>
            </a:r>
          </a:p>
        </p:txBody>
      </p:sp>
      <p:sp>
        <p:nvSpPr>
          <p:cNvPr id="55" name="TextBox 54">
            <a:extLst>
              <a:ext uri="{FF2B5EF4-FFF2-40B4-BE49-F238E27FC236}">
                <a16:creationId xmlns:a16="http://schemas.microsoft.com/office/drawing/2014/main" id="{1CCA11D0-1E31-4033-8D81-5D875B5FA8D1}"/>
              </a:ext>
            </a:extLst>
          </p:cNvPr>
          <p:cNvSpPr txBox="1"/>
          <p:nvPr/>
        </p:nvSpPr>
        <p:spPr>
          <a:xfrm>
            <a:off x="8601056" y="5659345"/>
            <a:ext cx="2015295" cy="523220"/>
          </a:xfrm>
          <a:prstGeom prst="rect">
            <a:avLst/>
          </a:prstGeom>
          <a:noFill/>
        </p:spPr>
        <p:txBody>
          <a:bodyPr wrap="none" rtlCol="0">
            <a:spAutoFit/>
          </a:bodyPr>
          <a:lstStyle/>
          <a:p>
            <a:r>
              <a:rPr lang="en-US" sz="2800" b="1" dirty="0">
                <a:latin typeface="Arial Rounded MT Bold" panose="020F0704030504030204" pitchFamily="34" charset="0"/>
              </a:rPr>
              <a:t>d(v5,v3)=7</a:t>
            </a:r>
          </a:p>
        </p:txBody>
      </p:sp>
    </p:spTree>
    <p:custDataLst>
      <p:tags r:id="rId1"/>
    </p:custDataLst>
    <p:extLst>
      <p:ext uri="{BB962C8B-B14F-4D97-AF65-F5344CB8AC3E}">
        <p14:creationId xmlns:p14="http://schemas.microsoft.com/office/powerpoint/2010/main" val="37075877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Example</a:t>
            </a:r>
          </a:p>
        </p:txBody>
      </p:sp>
      <p:sp>
        <p:nvSpPr>
          <p:cNvPr id="4" name="Slide Number Placeholder 3">
            <a:extLst>
              <a:ext uri="{FF2B5EF4-FFF2-40B4-BE49-F238E27FC236}">
                <a16:creationId xmlns:a16="http://schemas.microsoft.com/office/drawing/2014/main" id="{E211E51E-1DEA-4C92-AB2B-95ED0229E40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59/89</a:t>
            </a:r>
          </a:p>
        </p:txBody>
      </p:sp>
      <p:sp>
        <p:nvSpPr>
          <p:cNvPr id="37" name="TextBox 36"/>
          <p:cNvSpPr txBox="1"/>
          <p:nvPr/>
        </p:nvSpPr>
        <p:spPr>
          <a:xfrm>
            <a:off x="6211859"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d(v1,v2)=1</a:t>
            </a:r>
          </a:p>
        </p:txBody>
      </p:sp>
      <p:sp>
        <p:nvSpPr>
          <p:cNvPr id="39" name="TextBox 38"/>
          <p:cNvSpPr txBox="1"/>
          <p:nvPr/>
        </p:nvSpPr>
        <p:spPr>
          <a:xfrm>
            <a:off x="6211859" y="2387073"/>
            <a:ext cx="2015295" cy="523220"/>
          </a:xfrm>
          <a:prstGeom prst="rect">
            <a:avLst/>
          </a:prstGeom>
          <a:noFill/>
        </p:spPr>
        <p:txBody>
          <a:bodyPr wrap="none" rtlCol="0">
            <a:spAutoFit/>
          </a:bodyPr>
          <a:lstStyle/>
          <a:p>
            <a:r>
              <a:rPr lang="en-US" sz="2800" b="1" dirty="0">
                <a:latin typeface="Arial Rounded MT Bold" panose="020F0704030504030204" pitchFamily="34" charset="0"/>
              </a:rPr>
              <a:t>d(v1,v3)=4</a:t>
            </a:r>
          </a:p>
        </p:txBody>
      </p:sp>
      <p:sp>
        <p:nvSpPr>
          <p:cNvPr id="20" name="TextBox 19">
            <a:extLst>
              <a:ext uri="{FF2B5EF4-FFF2-40B4-BE49-F238E27FC236}">
                <a16:creationId xmlns:a16="http://schemas.microsoft.com/office/drawing/2014/main" id="{D57C3595-D313-44B4-A96C-B0143B54DACC}"/>
              </a:ext>
            </a:extLst>
          </p:cNvPr>
          <p:cNvSpPr txBox="1"/>
          <p:nvPr/>
        </p:nvSpPr>
        <p:spPr>
          <a:xfrm>
            <a:off x="623207" y="1859955"/>
            <a:ext cx="4702634" cy="400110"/>
          </a:xfrm>
          <a:prstGeom prst="rect">
            <a:avLst/>
          </a:prstGeom>
          <a:noFill/>
          <a:ln>
            <a:solidFill>
              <a:srgbClr val="00B0F0"/>
            </a:solidFill>
          </a:ln>
        </p:spPr>
        <p:txBody>
          <a:bodyPr wrap="none" rtlCol="0">
            <a:spAutoFit/>
          </a:bodyPr>
          <a:lstStyle/>
          <a:p>
            <a:r>
              <a:rPr lang="en-US" sz="2000" dirty="0">
                <a:solidFill>
                  <a:srgbClr val="00B0F0"/>
                </a:solidFill>
              </a:rPr>
              <a:t>d(</a:t>
            </a:r>
            <a:r>
              <a:rPr lang="en-US" sz="2000" dirty="0" err="1">
                <a:solidFill>
                  <a:srgbClr val="00B0F0"/>
                </a:solidFill>
              </a:rPr>
              <a:t>vi,vj</a:t>
            </a:r>
            <a:r>
              <a:rPr lang="en-US" sz="2000" dirty="0">
                <a:solidFill>
                  <a:srgbClr val="00B0F0"/>
                </a:solidFill>
              </a:rPr>
              <a:t>): length of shortest path from vi to </a:t>
            </a:r>
            <a:r>
              <a:rPr lang="en-US" sz="2000" dirty="0" err="1">
                <a:solidFill>
                  <a:srgbClr val="00B0F0"/>
                </a:solidFill>
              </a:rPr>
              <a:t>vj</a:t>
            </a:r>
            <a:endParaRPr lang="en-US" sz="2000" dirty="0">
              <a:solidFill>
                <a:srgbClr val="00B0F0"/>
              </a:solidFill>
            </a:endParaRPr>
          </a:p>
        </p:txBody>
      </p:sp>
      <p:grpSp>
        <p:nvGrpSpPr>
          <p:cNvPr id="59" name="Group 58">
            <a:extLst>
              <a:ext uri="{FF2B5EF4-FFF2-40B4-BE49-F238E27FC236}">
                <a16:creationId xmlns:a16="http://schemas.microsoft.com/office/drawing/2014/main" id="{7D3EB520-2050-47DB-A349-E1275E911404}"/>
              </a:ext>
            </a:extLst>
          </p:cNvPr>
          <p:cNvGrpSpPr/>
          <p:nvPr/>
        </p:nvGrpSpPr>
        <p:grpSpPr>
          <a:xfrm>
            <a:off x="790323" y="3239640"/>
            <a:ext cx="2881750" cy="2813454"/>
            <a:chOff x="790323" y="3239640"/>
            <a:chExt cx="2881750" cy="2813454"/>
          </a:xfrm>
        </p:grpSpPr>
        <p:cxnSp>
          <p:nvCxnSpPr>
            <p:cNvPr id="70" name="Straight Connector 69">
              <a:extLst>
                <a:ext uri="{FF2B5EF4-FFF2-40B4-BE49-F238E27FC236}">
                  <a16:creationId xmlns:a16="http://schemas.microsoft.com/office/drawing/2014/main" id="{B410C798-D34A-4E47-BE28-2EDF5A83E8D1}"/>
                </a:ext>
              </a:extLst>
            </p:cNvPr>
            <p:cNvCxnSpPr>
              <a:cxnSpLocks/>
              <a:stCxn id="64" idx="4"/>
              <a:endCxn id="79" idx="0"/>
            </p:cNvCxnSpPr>
            <p:nvPr/>
          </p:nvCxnSpPr>
          <p:spPr>
            <a:xfrm flipH="1">
              <a:off x="1100907" y="4571077"/>
              <a:ext cx="281463" cy="106074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3D3650-80EB-42F3-BECC-738EFC35D1EC}"/>
                </a:ext>
              </a:extLst>
            </p:cNvPr>
            <p:cNvCxnSpPr>
              <a:cxnSpLocks/>
              <a:endCxn id="78" idx="0"/>
            </p:cNvCxnSpPr>
            <p:nvPr/>
          </p:nvCxnSpPr>
          <p:spPr>
            <a:xfrm flipH="1">
              <a:off x="2697629" y="4579963"/>
              <a:ext cx="574126" cy="954614"/>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8" name="Oval 16">
              <a:extLst>
                <a:ext uri="{FF2B5EF4-FFF2-40B4-BE49-F238E27FC236}">
                  <a16:creationId xmlns:a16="http://schemas.microsoft.com/office/drawing/2014/main" id="{7D40BEDC-9AEF-48B5-B610-0EEDE8AA45C3}"/>
                </a:ext>
              </a:extLst>
            </p:cNvPr>
            <p:cNvSpPr>
              <a:spLocks noChangeArrowheads="1"/>
            </p:cNvSpPr>
            <p:nvPr/>
          </p:nvSpPr>
          <p:spPr bwMode="auto">
            <a:xfrm>
              <a:off x="2479863" y="5534577"/>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1" name="Straight Connector 60">
              <a:extLst>
                <a:ext uri="{FF2B5EF4-FFF2-40B4-BE49-F238E27FC236}">
                  <a16:creationId xmlns:a16="http://schemas.microsoft.com/office/drawing/2014/main" id="{DD16BBF0-337D-4473-AAA3-0FFD64D2784F}"/>
                </a:ext>
              </a:extLst>
            </p:cNvPr>
            <p:cNvCxnSpPr>
              <a:cxnSpLocks/>
              <a:endCxn id="64" idx="0"/>
            </p:cNvCxnSpPr>
            <p:nvPr/>
          </p:nvCxnSpPr>
          <p:spPr>
            <a:xfrm flipH="1">
              <a:off x="138237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E7BB88B-F34F-42C7-93CB-DBB00CBEB248}"/>
                </a:ext>
              </a:extLst>
            </p:cNvPr>
            <p:cNvCxnSpPr>
              <a:cxnSpLocks/>
              <a:stCxn id="73" idx="1"/>
              <a:endCxn id="74" idx="3"/>
            </p:cNvCxnSpPr>
            <p:nvPr/>
          </p:nvCxnSpPr>
          <p:spPr>
            <a:xfrm flipH="1">
              <a:off x="1614965" y="4304484"/>
              <a:ext cx="1685359" cy="37588"/>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80C6CC-B77D-4B20-A2AF-9E71D0F30609}"/>
                </a:ext>
              </a:extLst>
            </p:cNvPr>
            <p:cNvCxnSpPr>
              <a:cxnSpLocks/>
            </p:cNvCxnSpPr>
            <p:nvPr/>
          </p:nvCxnSpPr>
          <p:spPr>
            <a:xfrm flipV="1">
              <a:off x="99789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4" name="Oval 16">
              <a:extLst>
                <a:ext uri="{FF2B5EF4-FFF2-40B4-BE49-F238E27FC236}">
                  <a16:creationId xmlns:a16="http://schemas.microsoft.com/office/drawing/2014/main" id="{9FB47DEA-F37D-4E2B-8AB5-CBBA26CE9467}"/>
                </a:ext>
              </a:extLst>
            </p:cNvPr>
            <p:cNvSpPr>
              <a:spLocks noChangeArrowheads="1"/>
            </p:cNvSpPr>
            <p:nvPr/>
          </p:nvSpPr>
          <p:spPr bwMode="auto">
            <a:xfrm>
              <a:off x="116460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5" name="Straight Connector 64">
              <a:extLst>
                <a:ext uri="{FF2B5EF4-FFF2-40B4-BE49-F238E27FC236}">
                  <a16:creationId xmlns:a16="http://schemas.microsoft.com/office/drawing/2014/main" id="{D0D87C6F-9FFA-4EAA-8139-C0064116F21C}"/>
                </a:ext>
              </a:extLst>
            </p:cNvPr>
            <p:cNvCxnSpPr>
              <a:cxnSpLocks/>
              <a:stCxn id="73" idx="2"/>
            </p:cNvCxnSpPr>
            <p:nvPr/>
          </p:nvCxnSpPr>
          <p:spPr>
            <a:xfrm flipH="1">
              <a:off x="125572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7B8BF0E-5AEB-4A15-BB73-78A343F806C3}"/>
                </a:ext>
              </a:extLst>
            </p:cNvPr>
            <p:cNvCxnSpPr>
              <a:cxnSpLocks/>
            </p:cNvCxnSpPr>
            <p:nvPr/>
          </p:nvCxnSpPr>
          <p:spPr>
            <a:xfrm flipH="1">
              <a:off x="135447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7" name="Oval 16">
              <a:extLst>
                <a:ext uri="{FF2B5EF4-FFF2-40B4-BE49-F238E27FC236}">
                  <a16:creationId xmlns:a16="http://schemas.microsoft.com/office/drawing/2014/main" id="{87BBDF56-47C0-44C6-AB04-5C3FBC564BDE}"/>
                </a:ext>
              </a:extLst>
            </p:cNvPr>
            <p:cNvSpPr>
              <a:spLocks noChangeArrowheads="1"/>
            </p:cNvSpPr>
            <p:nvPr/>
          </p:nvSpPr>
          <p:spPr bwMode="auto">
            <a:xfrm>
              <a:off x="892425" y="5617563"/>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8" name="Oval 16">
              <a:extLst>
                <a:ext uri="{FF2B5EF4-FFF2-40B4-BE49-F238E27FC236}">
                  <a16:creationId xmlns:a16="http://schemas.microsoft.com/office/drawing/2014/main" id="{D7FDC460-21CE-4CA6-8FEE-C571633DCC8C}"/>
                </a:ext>
              </a:extLst>
            </p:cNvPr>
            <p:cNvSpPr>
              <a:spLocks noChangeArrowheads="1"/>
            </p:cNvSpPr>
            <p:nvPr/>
          </p:nvSpPr>
          <p:spPr bwMode="auto">
            <a:xfrm>
              <a:off x="2439696" y="3239640"/>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69" name="Straight Connector 68">
              <a:extLst>
                <a:ext uri="{FF2B5EF4-FFF2-40B4-BE49-F238E27FC236}">
                  <a16:creationId xmlns:a16="http://schemas.microsoft.com/office/drawing/2014/main" id="{588B9140-0F70-495F-B9C0-5681798224B6}"/>
                </a:ext>
              </a:extLst>
            </p:cNvPr>
            <p:cNvCxnSpPr>
              <a:cxnSpLocks/>
              <a:stCxn id="68" idx="5"/>
            </p:cNvCxnSpPr>
            <p:nvPr/>
          </p:nvCxnSpPr>
          <p:spPr>
            <a:xfrm>
              <a:off x="281144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5744D4D-EE36-4DAE-97C4-AF8916B6D6F1}"/>
                </a:ext>
              </a:extLst>
            </p:cNvPr>
            <p:cNvCxnSpPr>
              <a:cxnSpLocks/>
              <a:stCxn id="64" idx="7"/>
            </p:cNvCxnSpPr>
            <p:nvPr/>
          </p:nvCxnSpPr>
          <p:spPr>
            <a:xfrm flipV="1">
              <a:off x="1536353" y="3638030"/>
              <a:ext cx="973502" cy="561298"/>
            </a:xfrm>
            <a:prstGeom prst="line">
              <a:avLst/>
            </a:prstGeom>
            <a:ln w="28575">
              <a:solidFill>
                <a:srgbClr val="D012C2"/>
              </a:solidFill>
              <a:headEnd type="stealt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E55EA9B-EA9C-406D-9E2F-90591AA135EE}"/>
                </a:ext>
              </a:extLst>
            </p:cNvPr>
            <p:cNvCxnSpPr/>
            <p:nvPr/>
          </p:nvCxnSpPr>
          <p:spPr>
            <a:xfrm flipV="1">
              <a:off x="289215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3" name="Oval 16">
              <a:extLst>
                <a:ext uri="{FF2B5EF4-FFF2-40B4-BE49-F238E27FC236}">
                  <a16:creationId xmlns:a16="http://schemas.microsoft.com/office/drawing/2014/main" id="{6B3F8987-7172-4524-A3D7-27F7B51F49DC}"/>
                </a:ext>
              </a:extLst>
            </p:cNvPr>
            <p:cNvSpPr>
              <a:spLocks noChangeArrowheads="1"/>
            </p:cNvSpPr>
            <p:nvPr/>
          </p:nvSpPr>
          <p:spPr bwMode="auto">
            <a:xfrm>
              <a:off x="3236542" y="4240702"/>
              <a:ext cx="435531" cy="435531"/>
            </a:xfrm>
            <a:prstGeom prst="ellipse">
              <a:avLst/>
            </a:prstGeom>
            <a:solidFill>
              <a:schemeClr val="bg2"/>
            </a:solidFill>
            <a:ln w="38100">
              <a:solidFill>
                <a:srgbClr val="D012C2"/>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46687E55-692B-41A2-BDC9-2B579C899D49}"/>
                </a:ext>
              </a:extLst>
            </p:cNvPr>
            <p:cNvSpPr txBox="1"/>
            <p:nvPr/>
          </p:nvSpPr>
          <p:spPr>
            <a:xfrm>
              <a:off x="121389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5" name="TextBox 74">
              <a:extLst>
                <a:ext uri="{FF2B5EF4-FFF2-40B4-BE49-F238E27FC236}">
                  <a16:creationId xmlns:a16="http://schemas.microsoft.com/office/drawing/2014/main" id="{27FA8E26-F265-4A29-9C7D-949EB5E90E92}"/>
                </a:ext>
              </a:extLst>
            </p:cNvPr>
            <p:cNvSpPr txBox="1"/>
            <p:nvPr/>
          </p:nvSpPr>
          <p:spPr>
            <a:xfrm>
              <a:off x="324502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6" name="Rectangle 75">
              <a:extLst>
                <a:ext uri="{FF2B5EF4-FFF2-40B4-BE49-F238E27FC236}">
                  <a16:creationId xmlns:a16="http://schemas.microsoft.com/office/drawing/2014/main" id="{C82E2DD6-C599-4B48-9439-CB1F32A40D32}"/>
                </a:ext>
              </a:extLst>
            </p:cNvPr>
            <p:cNvSpPr/>
            <p:nvPr/>
          </p:nvSpPr>
          <p:spPr>
            <a:xfrm>
              <a:off x="249062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7" name="Rectangle 76">
              <a:extLst>
                <a:ext uri="{FF2B5EF4-FFF2-40B4-BE49-F238E27FC236}">
                  <a16:creationId xmlns:a16="http://schemas.microsoft.com/office/drawing/2014/main" id="{7FD9242D-9984-475B-9BBD-BF8D3523D5EC}"/>
                </a:ext>
              </a:extLst>
            </p:cNvPr>
            <p:cNvSpPr/>
            <p:nvPr/>
          </p:nvSpPr>
          <p:spPr>
            <a:xfrm>
              <a:off x="245283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9" name="TextBox 78">
              <a:extLst>
                <a:ext uri="{FF2B5EF4-FFF2-40B4-BE49-F238E27FC236}">
                  <a16:creationId xmlns:a16="http://schemas.microsoft.com/office/drawing/2014/main" id="{D43778DD-8923-44E0-931E-4A2DDB67603B}"/>
                </a:ext>
              </a:extLst>
            </p:cNvPr>
            <p:cNvSpPr txBox="1"/>
            <p:nvPr/>
          </p:nvSpPr>
          <p:spPr>
            <a:xfrm>
              <a:off x="90037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80" name="TextBox 79">
              <a:extLst>
                <a:ext uri="{FF2B5EF4-FFF2-40B4-BE49-F238E27FC236}">
                  <a16:creationId xmlns:a16="http://schemas.microsoft.com/office/drawing/2014/main" id="{EFDC9E52-46B9-46B6-ABCF-E2A8FEA71B7A}"/>
                </a:ext>
              </a:extLst>
            </p:cNvPr>
            <p:cNvSpPr txBox="1"/>
            <p:nvPr/>
          </p:nvSpPr>
          <p:spPr>
            <a:xfrm>
              <a:off x="79032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1" name="TextBox 80">
              <a:extLst>
                <a:ext uri="{FF2B5EF4-FFF2-40B4-BE49-F238E27FC236}">
                  <a16:creationId xmlns:a16="http://schemas.microsoft.com/office/drawing/2014/main" id="{CB4349CE-A0B9-431B-AD23-E4B9A26E84FF}"/>
                </a:ext>
              </a:extLst>
            </p:cNvPr>
            <p:cNvSpPr txBox="1"/>
            <p:nvPr/>
          </p:nvSpPr>
          <p:spPr>
            <a:xfrm>
              <a:off x="223145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82" name="TextBox 81">
              <a:extLst>
                <a:ext uri="{FF2B5EF4-FFF2-40B4-BE49-F238E27FC236}">
                  <a16:creationId xmlns:a16="http://schemas.microsoft.com/office/drawing/2014/main" id="{4BF30B6A-0357-462A-91C0-EE64B484A2F1}"/>
                </a:ext>
              </a:extLst>
            </p:cNvPr>
            <p:cNvSpPr txBox="1"/>
            <p:nvPr/>
          </p:nvSpPr>
          <p:spPr>
            <a:xfrm>
              <a:off x="155251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83" name="TextBox 82">
              <a:extLst>
                <a:ext uri="{FF2B5EF4-FFF2-40B4-BE49-F238E27FC236}">
                  <a16:creationId xmlns:a16="http://schemas.microsoft.com/office/drawing/2014/main" id="{D42DF740-E413-494A-876E-A8D99071EBF6}"/>
                </a:ext>
              </a:extLst>
            </p:cNvPr>
            <p:cNvSpPr txBox="1"/>
            <p:nvPr/>
          </p:nvSpPr>
          <p:spPr>
            <a:xfrm>
              <a:off x="126750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84" name="TextBox 83">
              <a:extLst>
                <a:ext uri="{FF2B5EF4-FFF2-40B4-BE49-F238E27FC236}">
                  <a16:creationId xmlns:a16="http://schemas.microsoft.com/office/drawing/2014/main" id="{7F9901AF-B3ED-4AED-B6F9-F0721956F593}"/>
                </a:ext>
              </a:extLst>
            </p:cNvPr>
            <p:cNvSpPr txBox="1"/>
            <p:nvPr/>
          </p:nvSpPr>
          <p:spPr>
            <a:xfrm>
              <a:off x="182941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5" name="TextBox 84">
              <a:extLst>
                <a:ext uri="{FF2B5EF4-FFF2-40B4-BE49-F238E27FC236}">
                  <a16:creationId xmlns:a16="http://schemas.microsoft.com/office/drawing/2014/main" id="{911F17A4-8F03-4F83-BA52-632FA3D35A23}"/>
                </a:ext>
              </a:extLst>
            </p:cNvPr>
            <p:cNvSpPr txBox="1"/>
            <p:nvPr/>
          </p:nvSpPr>
          <p:spPr>
            <a:xfrm>
              <a:off x="203755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6" name="TextBox 85">
              <a:extLst>
                <a:ext uri="{FF2B5EF4-FFF2-40B4-BE49-F238E27FC236}">
                  <a16:creationId xmlns:a16="http://schemas.microsoft.com/office/drawing/2014/main" id="{F93FDC5D-6424-42CB-B5F7-B361E39A1286}"/>
                </a:ext>
              </a:extLst>
            </p:cNvPr>
            <p:cNvSpPr txBox="1"/>
            <p:nvPr/>
          </p:nvSpPr>
          <p:spPr>
            <a:xfrm>
              <a:off x="269069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7" name="TextBox 86">
              <a:extLst>
                <a:ext uri="{FF2B5EF4-FFF2-40B4-BE49-F238E27FC236}">
                  <a16:creationId xmlns:a16="http://schemas.microsoft.com/office/drawing/2014/main" id="{6D5AAE07-784B-4A20-A4FC-FF714951FC9C}"/>
                </a:ext>
              </a:extLst>
            </p:cNvPr>
            <p:cNvSpPr txBox="1"/>
            <p:nvPr/>
          </p:nvSpPr>
          <p:spPr>
            <a:xfrm>
              <a:off x="319869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8" name="TextBox 87">
              <a:extLst>
                <a:ext uri="{FF2B5EF4-FFF2-40B4-BE49-F238E27FC236}">
                  <a16:creationId xmlns:a16="http://schemas.microsoft.com/office/drawing/2014/main" id="{8181FDBF-292B-4F5F-98EE-A2FE2C24A3CC}"/>
                </a:ext>
              </a:extLst>
            </p:cNvPr>
            <p:cNvSpPr txBox="1"/>
            <p:nvPr/>
          </p:nvSpPr>
          <p:spPr>
            <a:xfrm>
              <a:off x="311160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9" name="TextBox 88">
              <a:extLst>
                <a:ext uri="{FF2B5EF4-FFF2-40B4-BE49-F238E27FC236}">
                  <a16:creationId xmlns:a16="http://schemas.microsoft.com/office/drawing/2014/main" id="{6015502B-E689-47F1-B833-3464C6749240}"/>
                </a:ext>
              </a:extLst>
            </p:cNvPr>
            <p:cNvSpPr txBox="1"/>
            <p:nvPr/>
          </p:nvSpPr>
          <p:spPr>
            <a:xfrm>
              <a:off x="207383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
        <p:nvSpPr>
          <p:cNvPr id="38" name="TextBox 37">
            <a:extLst>
              <a:ext uri="{FF2B5EF4-FFF2-40B4-BE49-F238E27FC236}">
                <a16:creationId xmlns:a16="http://schemas.microsoft.com/office/drawing/2014/main" id="{115DDFF7-4304-4353-8FE0-48F7EFD69D5A}"/>
              </a:ext>
            </a:extLst>
          </p:cNvPr>
          <p:cNvSpPr txBox="1"/>
          <p:nvPr/>
        </p:nvSpPr>
        <p:spPr>
          <a:xfrm>
            <a:off x="6246369" y="2923395"/>
            <a:ext cx="2015295" cy="523220"/>
          </a:xfrm>
          <a:prstGeom prst="rect">
            <a:avLst/>
          </a:prstGeom>
          <a:noFill/>
        </p:spPr>
        <p:txBody>
          <a:bodyPr wrap="none" rtlCol="0">
            <a:spAutoFit/>
          </a:bodyPr>
          <a:lstStyle/>
          <a:p>
            <a:r>
              <a:rPr lang="en-US" sz="2800" b="1" dirty="0">
                <a:latin typeface="Arial Rounded MT Bold" panose="020F0704030504030204" pitchFamily="34" charset="0"/>
              </a:rPr>
              <a:t>d(v1,v4)=1</a:t>
            </a:r>
          </a:p>
        </p:txBody>
      </p:sp>
      <p:sp>
        <p:nvSpPr>
          <p:cNvPr id="40" name="TextBox 39">
            <a:extLst>
              <a:ext uri="{FF2B5EF4-FFF2-40B4-BE49-F238E27FC236}">
                <a16:creationId xmlns:a16="http://schemas.microsoft.com/office/drawing/2014/main" id="{5211943B-5DC2-4AB9-81FD-7729621ADC68}"/>
              </a:ext>
            </a:extLst>
          </p:cNvPr>
          <p:cNvSpPr txBox="1"/>
          <p:nvPr/>
        </p:nvSpPr>
        <p:spPr>
          <a:xfrm>
            <a:off x="6211859" y="3429000"/>
            <a:ext cx="2015295" cy="523220"/>
          </a:xfrm>
          <a:prstGeom prst="rect">
            <a:avLst/>
          </a:prstGeom>
          <a:noFill/>
        </p:spPr>
        <p:txBody>
          <a:bodyPr wrap="none" rtlCol="0">
            <a:spAutoFit/>
          </a:bodyPr>
          <a:lstStyle/>
          <a:p>
            <a:r>
              <a:rPr lang="en-US" sz="2800" b="1" dirty="0">
                <a:latin typeface="Arial Rounded MT Bold" panose="020F0704030504030204" pitchFamily="34" charset="0"/>
              </a:rPr>
              <a:t>d(v1,v5)=5</a:t>
            </a:r>
          </a:p>
        </p:txBody>
      </p:sp>
      <p:sp>
        <p:nvSpPr>
          <p:cNvPr id="41" name="TextBox 40">
            <a:extLst>
              <a:ext uri="{FF2B5EF4-FFF2-40B4-BE49-F238E27FC236}">
                <a16:creationId xmlns:a16="http://schemas.microsoft.com/office/drawing/2014/main" id="{2CE90E1A-D71A-4220-921C-0DBF91249474}"/>
              </a:ext>
            </a:extLst>
          </p:cNvPr>
          <p:cNvSpPr txBox="1"/>
          <p:nvPr/>
        </p:nvSpPr>
        <p:spPr>
          <a:xfrm>
            <a:off x="6219119" y="3917626"/>
            <a:ext cx="2015295" cy="523220"/>
          </a:xfrm>
          <a:prstGeom prst="rect">
            <a:avLst/>
          </a:prstGeom>
          <a:noFill/>
        </p:spPr>
        <p:txBody>
          <a:bodyPr wrap="none" rtlCol="0">
            <a:spAutoFit/>
          </a:bodyPr>
          <a:lstStyle/>
          <a:p>
            <a:r>
              <a:rPr lang="en-US" sz="2800" b="1" dirty="0">
                <a:latin typeface="Arial Rounded MT Bold" panose="020F0704030504030204" pitchFamily="34" charset="0"/>
              </a:rPr>
              <a:t>d(v2,v1)=9</a:t>
            </a:r>
          </a:p>
        </p:txBody>
      </p:sp>
      <p:sp>
        <p:nvSpPr>
          <p:cNvPr id="42" name="TextBox 41">
            <a:extLst>
              <a:ext uri="{FF2B5EF4-FFF2-40B4-BE49-F238E27FC236}">
                <a16:creationId xmlns:a16="http://schemas.microsoft.com/office/drawing/2014/main" id="{60AFE54C-2BB7-4CE8-A399-F488A73C8BE1}"/>
              </a:ext>
            </a:extLst>
          </p:cNvPr>
          <p:cNvSpPr txBox="1"/>
          <p:nvPr/>
        </p:nvSpPr>
        <p:spPr>
          <a:xfrm>
            <a:off x="6240892"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d(v2,v3)=3</a:t>
            </a:r>
          </a:p>
        </p:txBody>
      </p:sp>
      <p:sp>
        <p:nvSpPr>
          <p:cNvPr id="43" name="TextBox 42">
            <a:extLst>
              <a:ext uri="{FF2B5EF4-FFF2-40B4-BE49-F238E27FC236}">
                <a16:creationId xmlns:a16="http://schemas.microsoft.com/office/drawing/2014/main" id="{336AE8A8-9296-42A3-8283-0FED00DAB243}"/>
              </a:ext>
            </a:extLst>
          </p:cNvPr>
          <p:cNvSpPr txBox="1"/>
          <p:nvPr/>
        </p:nvSpPr>
        <p:spPr>
          <a:xfrm>
            <a:off x="6211865"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d(v2,v4)=2</a:t>
            </a:r>
          </a:p>
        </p:txBody>
      </p:sp>
      <p:sp>
        <p:nvSpPr>
          <p:cNvPr id="44" name="TextBox 43">
            <a:extLst>
              <a:ext uri="{FF2B5EF4-FFF2-40B4-BE49-F238E27FC236}">
                <a16:creationId xmlns:a16="http://schemas.microsoft.com/office/drawing/2014/main" id="{AD967372-BC66-4548-A429-2C1212C2A41F}"/>
              </a:ext>
            </a:extLst>
          </p:cNvPr>
          <p:cNvSpPr txBox="1"/>
          <p:nvPr/>
        </p:nvSpPr>
        <p:spPr>
          <a:xfrm>
            <a:off x="6219125" y="5238421"/>
            <a:ext cx="2228495" cy="523220"/>
          </a:xfrm>
          <a:prstGeom prst="rect">
            <a:avLst/>
          </a:prstGeom>
          <a:noFill/>
        </p:spPr>
        <p:txBody>
          <a:bodyPr wrap="none" rtlCol="0">
            <a:spAutoFit/>
          </a:bodyPr>
          <a:lstStyle/>
          <a:p>
            <a:r>
              <a:rPr lang="en-US" sz="2800" b="1" dirty="0">
                <a:latin typeface="Arial Rounded MT Bold" panose="020F0704030504030204" pitchFamily="34" charset="0"/>
              </a:rPr>
              <a:t>d(v2,v5)=14</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2885DE3-4B8D-4243-A20D-44DC3BDFD9A9}"/>
                  </a:ext>
                </a:extLst>
              </p:cNvPr>
              <p:cNvSpPr txBox="1"/>
              <p:nvPr/>
            </p:nvSpPr>
            <p:spPr>
              <a:xfrm>
                <a:off x="6204601" y="5659345"/>
                <a:ext cx="2108269" cy="523220"/>
              </a:xfrm>
              <a:prstGeom prst="rect">
                <a:avLst/>
              </a:prstGeom>
              <a:noFill/>
            </p:spPr>
            <p:txBody>
              <a:bodyPr wrap="none" rtlCol="0">
                <a:spAutoFit/>
              </a:bodyPr>
              <a:lstStyle/>
              <a:p>
                <a:r>
                  <a:rPr lang="en-US" sz="2800" b="1" dirty="0">
                    <a:latin typeface="Arial Rounded MT Bold" panose="020F0704030504030204" pitchFamily="34" charset="0"/>
                  </a:rPr>
                  <a:t>d(v3,v1)=</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5" name="TextBox 44">
                <a:extLst>
                  <a:ext uri="{FF2B5EF4-FFF2-40B4-BE49-F238E27FC236}">
                    <a16:creationId xmlns:a16="http://schemas.microsoft.com/office/drawing/2014/main" id="{52885DE3-4B8D-4243-A20D-44DC3BDFD9A9}"/>
                  </a:ext>
                </a:extLst>
              </p:cNvPr>
              <p:cNvSpPr txBox="1">
                <a:spLocks noRot="1" noChangeAspect="1" noMove="1" noResize="1" noEditPoints="1" noAdjustHandles="1" noChangeArrowheads="1" noChangeShapeType="1" noTextEdit="1"/>
              </p:cNvSpPr>
              <p:nvPr/>
            </p:nvSpPr>
            <p:spPr>
              <a:xfrm>
                <a:off x="6204601" y="5659345"/>
                <a:ext cx="2108269" cy="523220"/>
              </a:xfrm>
              <a:prstGeom prst="rect">
                <a:avLst/>
              </a:prstGeom>
              <a:blipFill>
                <a:blip r:embed="rId4"/>
                <a:stretch>
                  <a:fillRect l="-6069"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6531520-498B-48E0-8B6F-4F873C0E63AC}"/>
                  </a:ext>
                </a:extLst>
              </p:cNvPr>
              <p:cNvSpPr txBox="1"/>
              <p:nvPr/>
            </p:nvSpPr>
            <p:spPr>
              <a:xfrm>
                <a:off x="6211859" y="6137891"/>
                <a:ext cx="2108269" cy="523220"/>
              </a:xfrm>
              <a:prstGeom prst="rect">
                <a:avLst/>
              </a:prstGeom>
              <a:noFill/>
            </p:spPr>
            <p:txBody>
              <a:bodyPr wrap="none" rtlCol="0">
                <a:spAutoFit/>
              </a:bodyPr>
              <a:lstStyle/>
              <a:p>
                <a:r>
                  <a:rPr lang="en-US" sz="2800" b="1" dirty="0">
                    <a:latin typeface="Arial Rounded MT Bold" panose="020F0704030504030204" pitchFamily="34" charset="0"/>
                  </a:rPr>
                  <a:t>d(v3,v2)=</a:t>
                </a:r>
                <a14:m>
                  <m:oMath xmlns:m="http://schemas.openxmlformats.org/officeDocument/2006/math">
                    <m:r>
                      <a:rPr lang="en-US" sz="2800" b="1" i="1" dirty="0" smtClean="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6" name="TextBox 45">
                <a:extLst>
                  <a:ext uri="{FF2B5EF4-FFF2-40B4-BE49-F238E27FC236}">
                    <a16:creationId xmlns:a16="http://schemas.microsoft.com/office/drawing/2014/main" id="{46531520-498B-48E0-8B6F-4F873C0E63AC}"/>
                  </a:ext>
                </a:extLst>
              </p:cNvPr>
              <p:cNvSpPr txBox="1">
                <a:spLocks noRot="1" noChangeAspect="1" noMove="1" noResize="1" noEditPoints="1" noAdjustHandles="1" noChangeArrowheads="1" noChangeShapeType="1" noTextEdit="1"/>
              </p:cNvSpPr>
              <p:nvPr/>
            </p:nvSpPr>
            <p:spPr>
              <a:xfrm>
                <a:off x="6211859" y="6137891"/>
                <a:ext cx="2108269" cy="523220"/>
              </a:xfrm>
              <a:prstGeom prst="rect">
                <a:avLst/>
              </a:prstGeom>
              <a:blipFill>
                <a:blip r:embed="rId5"/>
                <a:stretch>
                  <a:fillRect l="-5780" t="-12791" b="-31395"/>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4D6FA9E3-9629-40AE-A90A-760D4978865B}"/>
              </a:ext>
            </a:extLst>
          </p:cNvPr>
          <p:cNvSpPr txBox="1"/>
          <p:nvPr/>
        </p:nvSpPr>
        <p:spPr>
          <a:xfrm>
            <a:off x="8589875" y="1863853"/>
            <a:ext cx="2015295" cy="523220"/>
          </a:xfrm>
          <a:prstGeom prst="rect">
            <a:avLst/>
          </a:prstGeom>
          <a:noFill/>
        </p:spPr>
        <p:txBody>
          <a:bodyPr wrap="none" rtlCol="0">
            <a:spAutoFit/>
          </a:bodyPr>
          <a:lstStyle/>
          <a:p>
            <a:r>
              <a:rPr lang="en-US" sz="2800" b="1" dirty="0">
                <a:latin typeface="Arial Rounded MT Bold" panose="020F0704030504030204" pitchFamily="34" charset="0"/>
              </a:rPr>
              <a:t>d(v3,v4)=4</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D26ACC-4EE1-48DC-9BB7-5A8E16C12BBA}"/>
                  </a:ext>
                </a:extLst>
              </p:cNvPr>
              <p:cNvSpPr txBox="1"/>
              <p:nvPr/>
            </p:nvSpPr>
            <p:spPr>
              <a:xfrm>
                <a:off x="8589875" y="2387073"/>
                <a:ext cx="2207656" cy="523220"/>
              </a:xfrm>
              <a:prstGeom prst="rect">
                <a:avLst/>
              </a:prstGeom>
              <a:noFill/>
            </p:spPr>
            <p:txBody>
              <a:bodyPr wrap="none" rtlCol="0">
                <a:spAutoFit/>
              </a:bodyPr>
              <a:lstStyle/>
              <a:p>
                <a:r>
                  <a:rPr lang="en-US" sz="2800" b="1" dirty="0">
                    <a:latin typeface="Arial Rounded MT Bold" panose="020F0704030504030204" pitchFamily="34" charset="0"/>
                  </a:rPr>
                  <a:t>d(v3,v5)=</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8" name="TextBox 47">
                <a:extLst>
                  <a:ext uri="{FF2B5EF4-FFF2-40B4-BE49-F238E27FC236}">
                    <a16:creationId xmlns:a16="http://schemas.microsoft.com/office/drawing/2014/main" id="{81D26ACC-4EE1-48DC-9BB7-5A8E16C12BBA}"/>
                  </a:ext>
                </a:extLst>
              </p:cNvPr>
              <p:cNvSpPr txBox="1">
                <a:spLocks noRot="1" noChangeAspect="1" noMove="1" noResize="1" noEditPoints="1" noAdjustHandles="1" noChangeArrowheads="1" noChangeShapeType="1" noTextEdit="1"/>
              </p:cNvSpPr>
              <p:nvPr/>
            </p:nvSpPr>
            <p:spPr>
              <a:xfrm>
                <a:off x="8589875" y="2387073"/>
                <a:ext cx="2207656" cy="523220"/>
              </a:xfrm>
              <a:prstGeom prst="rect">
                <a:avLst/>
              </a:prstGeom>
              <a:blipFill>
                <a:blip r:embed="rId6"/>
                <a:stretch>
                  <a:fillRect l="-5525" t="-14118" b="-3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F131F5B-16FA-4FDB-BDEA-D07C4DDF7878}"/>
                  </a:ext>
                </a:extLst>
              </p:cNvPr>
              <p:cNvSpPr txBox="1"/>
              <p:nvPr/>
            </p:nvSpPr>
            <p:spPr>
              <a:xfrm>
                <a:off x="8589875" y="2902820"/>
                <a:ext cx="2207656" cy="523220"/>
              </a:xfrm>
              <a:prstGeom prst="rect">
                <a:avLst/>
              </a:prstGeom>
              <a:noFill/>
            </p:spPr>
            <p:txBody>
              <a:bodyPr wrap="none" rtlCol="0">
                <a:spAutoFit/>
              </a:bodyPr>
              <a:lstStyle/>
              <a:p>
                <a:r>
                  <a:rPr lang="en-US" sz="2800" b="1" dirty="0">
                    <a:latin typeface="Arial Rounded MT Bold" panose="020F0704030504030204" pitchFamily="34" charset="0"/>
                  </a:rPr>
                  <a:t>d(v4,v1)=</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6F131F5B-16FA-4FDB-BDEA-D07C4DDF7878}"/>
                  </a:ext>
                </a:extLst>
              </p:cNvPr>
              <p:cNvSpPr txBox="1">
                <a:spLocks noRot="1" noChangeAspect="1" noMove="1" noResize="1" noEditPoints="1" noAdjustHandles="1" noChangeArrowheads="1" noChangeShapeType="1" noTextEdit="1"/>
              </p:cNvSpPr>
              <p:nvPr/>
            </p:nvSpPr>
            <p:spPr>
              <a:xfrm>
                <a:off x="8589875" y="2902820"/>
                <a:ext cx="2207656" cy="523220"/>
              </a:xfrm>
              <a:prstGeom prst="rect">
                <a:avLst/>
              </a:prstGeom>
              <a:blipFill>
                <a:blip r:embed="rId7"/>
                <a:stretch>
                  <a:fillRect l="-5525" t="-12791"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8999BE9-8190-4267-B92E-ED10E9D79071}"/>
                  </a:ext>
                </a:extLst>
              </p:cNvPr>
              <p:cNvSpPr txBox="1"/>
              <p:nvPr/>
            </p:nvSpPr>
            <p:spPr>
              <a:xfrm>
                <a:off x="8589875" y="3387432"/>
                <a:ext cx="2207656" cy="523220"/>
              </a:xfrm>
              <a:prstGeom prst="rect">
                <a:avLst/>
              </a:prstGeom>
              <a:noFill/>
            </p:spPr>
            <p:txBody>
              <a:bodyPr wrap="none" rtlCol="0">
                <a:spAutoFit/>
              </a:bodyPr>
              <a:lstStyle/>
              <a:p>
                <a:r>
                  <a:rPr lang="en-US" sz="2800" b="1" dirty="0">
                    <a:latin typeface="Arial Rounded MT Bold" panose="020F0704030504030204" pitchFamily="34" charset="0"/>
                  </a:rPr>
                  <a:t>d(v4,v2)=</a:t>
                </a:r>
                <a:r>
                  <a:rPr lang="en-US" sz="2800" b="1" dirty="0"/>
                  <a:t> </a:t>
                </a:r>
                <a14:m>
                  <m:oMath xmlns:m="http://schemas.openxmlformats.org/officeDocument/2006/math">
                    <m:r>
                      <a:rPr lang="en-US" sz="2800" b="1" i="1" dirty="0">
                        <a:latin typeface="Cambria Math" panose="02040503050406030204" pitchFamily="18" charset="0"/>
                      </a:rPr>
                      <m:t>∞</m:t>
                    </m:r>
                  </m:oMath>
                </a14:m>
                <a:endParaRPr lang="en-US" sz="2800" b="1" dirty="0">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38999BE9-8190-4267-B92E-ED10E9D79071}"/>
                  </a:ext>
                </a:extLst>
              </p:cNvPr>
              <p:cNvSpPr txBox="1">
                <a:spLocks noRot="1" noChangeAspect="1" noMove="1" noResize="1" noEditPoints="1" noAdjustHandles="1" noChangeArrowheads="1" noChangeShapeType="1" noTextEdit="1"/>
              </p:cNvSpPr>
              <p:nvPr/>
            </p:nvSpPr>
            <p:spPr>
              <a:xfrm>
                <a:off x="8589875" y="3387432"/>
                <a:ext cx="2207656" cy="523220"/>
              </a:xfrm>
              <a:prstGeom prst="rect">
                <a:avLst/>
              </a:prstGeom>
              <a:blipFill>
                <a:blip r:embed="rId8"/>
                <a:stretch>
                  <a:fillRect l="-5525" t="-13953" b="-30233"/>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D01EBC81-A6FE-44F9-9559-7900BFD1B38E}"/>
              </a:ext>
            </a:extLst>
          </p:cNvPr>
          <p:cNvSpPr txBox="1"/>
          <p:nvPr/>
        </p:nvSpPr>
        <p:spPr>
          <a:xfrm>
            <a:off x="8601974" y="3926045"/>
            <a:ext cx="2015295" cy="523220"/>
          </a:xfrm>
          <a:prstGeom prst="rect">
            <a:avLst/>
          </a:prstGeom>
          <a:noFill/>
        </p:spPr>
        <p:txBody>
          <a:bodyPr wrap="none" rtlCol="0">
            <a:spAutoFit/>
          </a:bodyPr>
          <a:lstStyle/>
          <a:p>
            <a:r>
              <a:rPr lang="en-US" sz="2800" b="1" dirty="0">
                <a:latin typeface="Arial Rounded MT Bold" panose="020F0704030504030204" pitchFamily="34" charset="0"/>
              </a:rPr>
              <a:t>d(v4,v3)=2</a:t>
            </a:r>
          </a:p>
        </p:txBody>
      </p:sp>
      <p:sp>
        <p:nvSpPr>
          <p:cNvPr id="52" name="TextBox 51">
            <a:extLst>
              <a:ext uri="{FF2B5EF4-FFF2-40B4-BE49-F238E27FC236}">
                <a16:creationId xmlns:a16="http://schemas.microsoft.com/office/drawing/2014/main" id="{D30DEAB2-5A97-4BB3-8D48-049F8D025005}"/>
              </a:ext>
            </a:extLst>
          </p:cNvPr>
          <p:cNvSpPr txBox="1"/>
          <p:nvPr/>
        </p:nvSpPr>
        <p:spPr>
          <a:xfrm>
            <a:off x="8589243" y="4360313"/>
            <a:ext cx="2015295" cy="523220"/>
          </a:xfrm>
          <a:prstGeom prst="rect">
            <a:avLst/>
          </a:prstGeom>
          <a:noFill/>
        </p:spPr>
        <p:txBody>
          <a:bodyPr wrap="none" rtlCol="0">
            <a:spAutoFit/>
          </a:bodyPr>
          <a:lstStyle/>
          <a:p>
            <a:r>
              <a:rPr lang="en-US" sz="2800" b="1" dirty="0">
                <a:latin typeface="Arial Rounded MT Bold" panose="020F0704030504030204" pitchFamily="34" charset="0"/>
              </a:rPr>
              <a:t>d(v4,v5)=3</a:t>
            </a:r>
          </a:p>
        </p:txBody>
      </p:sp>
      <p:sp>
        <p:nvSpPr>
          <p:cNvPr id="53" name="TextBox 52">
            <a:extLst>
              <a:ext uri="{FF2B5EF4-FFF2-40B4-BE49-F238E27FC236}">
                <a16:creationId xmlns:a16="http://schemas.microsoft.com/office/drawing/2014/main" id="{28BE88A5-03B8-4F1D-9FA4-AA6FE0534177}"/>
              </a:ext>
            </a:extLst>
          </p:cNvPr>
          <p:cNvSpPr txBox="1"/>
          <p:nvPr/>
        </p:nvSpPr>
        <p:spPr>
          <a:xfrm>
            <a:off x="8608320" y="4824765"/>
            <a:ext cx="2015295" cy="523220"/>
          </a:xfrm>
          <a:prstGeom prst="rect">
            <a:avLst/>
          </a:prstGeom>
          <a:noFill/>
        </p:spPr>
        <p:txBody>
          <a:bodyPr wrap="none" rtlCol="0">
            <a:spAutoFit/>
          </a:bodyPr>
          <a:lstStyle/>
          <a:p>
            <a:r>
              <a:rPr lang="en-US" sz="2800" b="1" dirty="0">
                <a:latin typeface="Arial Rounded MT Bold" panose="020F0704030504030204" pitchFamily="34" charset="0"/>
              </a:rPr>
              <a:t>d(v5,v1)=2</a:t>
            </a:r>
          </a:p>
        </p:txBody>
      </p:sp>
      <p:sp>
        <p:nvSpPr>
          <p:cNvPr id="54" name="TextBox 53">
            <a:extLst>
              <a:ext uri="{FF2B5EF4-FFF2-40B4-BE49-F238E27FC236}">
                <a16:creationId xmlns:a16="http://schemas.microsoft.com/office/drawing/2014/main" id="{28C91073-0750-422F-949E-5728A581D734}"/>
              </a:ext>
            </a:extLst>
          </p:cNvPr>
          <p:cNvSpPr txBox="1"/>
          <p:nvPr/>
        </p:nvSpPr>
        <p:spPr>
          <a:xfrm>
            <a:off x="8615580" y="5238421"/>
            <a:ext cx="2015295" cy="523220"/>
          </a:xfrm>
          <a:prstGeom prst="rect">
            <a:avLst/>
          </a:prstGeom>
          <a:noFill/>
        </p:spPr>
        <p:txBody>
          <a:bodyPr wrap="none" rtlCol="0">
            <a:spAutoFit/>
          </a:bodyPr>
          <a:lstStyle/>
          <a:p>
            <a:r>
              <a:rPr lang="en-US" sz="2800" b="1" dirty="0">
                <a:latin typeface="Arial Rounded MT Bold" panose="020F0704030504030204" pitchFamily="34" charset="0"/>
              </a:rPr>
              <a:t>d(v5,v2)=4</a:t>
            </a:r>
          </a:p>
        </p:txBody>
      </p:sp>
      <p:sp>
        <p:nvSpPr>
          <p:cNvPr id="55" name="TextBox 54">
            <a:extLst>
              <a:ext uri="{FF2B5EF4-FFF2-40B4-BE49-F238E27FC236}">
                <a16:creationId xmlns:a16="http://schemas.microsoft.com/office/drawing/2014/main" id="{1CCA11D0-1E31-4033-8D81-5D875B5FA8D1}"/>
              </a:ext>
            </a:extLst>
          </p:cNvPr>
          <p:cNvSpPr txBox="1"/>
          <p:nvPr/>
        </p:nvSpPr>
        <p:spPr>
          <a:xfrm>
            <a:off x="8601056" y="5659345"/>
            <a:ext cx="2015295" cy="523220"/>
          </a:xfrm>
          <a:prstGeom prst="rect">
            <a:avLst/>
          </a:prstGeom>
          <a:noFill/>
        </p:spPr>
        <p:txBody>
          <a:bodyPr wrap="none" rtlCol="0">
            <a:spAutoFit/>
          </a:bodyPr>
          <a:lstStyle/>
          <a:p>
            <a:r>
              <a:rPr lang="en-US" sz="2800" b="1" dirty="0">
                <a:latin typeface="Arial Rounded MT Bold" panose="020F0704030504030204" pitchFamily="34" charset="0"/>
              </a:rPr>
              <a:t>d(v5,v3)=7</a:t>
            </a:r>
          </a:p>
        </p:txBody>
      </p:sp>
      <p:sp>
        <p:nvSpPr>
          <p:cNvPr id="56" name="TextBox 55">
            <a:extLst>
              <a:ext uri="{FF2B5EF4-FFF2-40B4-BE49-F238E27FC236}">
                <a16:creationId xmlns:a16="http://schemas.microsoft.com/office/drawing/2014/main" id="{3AE74509-BBF4-4855-95E4-89DE273A41A9}"/>
              </a:ext>
            </a:extLst>
          </p:cNvPr>
          <p:cNvSpPr txBox="1"/>
          <p:nvPr/>
        </p:nvSpPr>
        <p:spPr>
          <a:xfrm>
            <a:off x="8608314" y="6137891"/>
            <a:ext cx="2015295" cy="523220"/>
          </a:xfrm>
          <a:prstGeom prst="rect">
            <a:avLst/>
          </a:prstGeom>
          <a:noFill/>
        </p:spPr>
        <p:txBody>
          <a:bodyPr wrap="none" rtlCol="0">
            <a:spAutoFit/>
          </a:bodyPr>
          <a:lstStyle/>
          <a:p>
            <a:r>
              <a:rPr lang="en-US" sz="2800" b="1" dirty="0">
                <a:latin typeface="Arial Rounded MT Bold" panose="020F0704030504030204" pitchFamily="34" charset="0"/>
              </a:rPr>
              <a:t>d(v5,v4)=4</a:t>
            </a:r>
          </a:p>
        </p:txBody>
      </p:sp>
    </p:spTree>
    <p:custDataLst>
      <p:tags r:id="rId1"/>
    </p:custDataLst>
    <p:extLst>
      <p:ext uri="{BB962C8B-B14F-4D97-AF65-F5344CB8AC3E}">
        <p14:creationId xmlns:p14="http://schemas.microsoft.com/office/powerpoint/2010/main" val="21061727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err="1"/>
              <a:t>Subproblems</a:t>
            </a:r>
            <a:r>
              <a:rPr lang="en-US" dirty="0"/>
              <a:t>: Representation</a:t>
            </a:r>
          </a:p>
        </p:txBody>
      </p:sp>
      <p:sp>
        <p:nvSpPr>
          <p:cNvPr id="4" name="Slide Number Placeholder 3">
            <a:extLst>
              <a:ext uri="{FF2B5EF4-FFF2-40B4-BE49-F238E27FC236}">
                <a16:creationId xmlns:a16="http://schemas.microsoft.com/office/drawing/2014/main" id="{A5701F01-D1D7-4982-9009-53B9ECF1B85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60/89</a:t>
            </a:r>
          </a:p>
        </p:txBody>
      </p:sp>
      <p:graphicFrame>
        <p:nvGraphicFramePr>
          <p:cNvPr id="38" name="Table 37"/>
          <p:cNvGraphicFramePr>
            <a:graphicFrameLocks noGrp="1"/>
          </p:cNvGraphicFramePr>
          <p:nvPr>
            <p:extLst>
              <p:ext uri="{D42A27DB-BD31-4B8C-83A1-F6EECF244321}">
                <p14:modId xmlns:p14="http://schemas.microsoft.com/office/powerpoint/2010/main" val="4076290246"/>
              </p:ext>
            </p:extLst>
          </p:nvPr>
        </p:nvGraphicFramePr>
        <p:xfrm>
          <a:off x="6646444" y="1917475"/>
          <a:ext cx="3528072" cy="316092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gridCol w="588012">
                  <a:extLst>
                    <a:ext uri="{9D8B030D-6E8A-4147-A177-3AD203B41FA5}">
                      <a16:colId xmlns:a16="http://schemas.microsoft.com/office/drawing/2014/main" val="1874499129"/>
                    </a:ext>
                  </a:extLst>
                </a:gridCol>
              </a:tblGrid>
              <a:tr h="526820">
                <a:tc>
                  <a:txBody>
                    <a:bodyPr/>
                    <a:lstStyle/>
                    <a:p>
                      <a:pPr algn="ctr"/>
                      <a:endParaRPr lang="en-US" sz="2400"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sz="2400" dirty="0">
                          <a:latin typeface="Arial Rounded MT Bold" panose="020F0704030504030204" pitchFamily="34" charset="0"/>
                        </a:rPr>
                        <a:t>v1</a:t>
                      </a:r>
                      <a:endParaRPr lang="en-US" sz="2400"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sz="2400" dirty="0">
                          <a:latin typeface="Arial Rounded MT Bold" panose="020F0704030504030204" pitchFamily="34" charset="0"/>
                        </a:rPr>
                        <a:t>v2</a:t>
                      </a:r>
                      <a:endParaRPr lang="en-US" sz="2400"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sz="2400" dirty="0">
                          <a:latin typeface="Arial Rounded MT Bold" panose="020F0704030504030204" pitchFamily="34" charset="0"/>
                        </a:rPr>
                        <a:t>v3</a:t>
                      </a:r>
                      <a:endParaRPr lang="en-US" sz="2400"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sz="2400" dirty="0">
                          <a:latin typeface="Arial Rounded MT Bold" panose="020F0704030504030204" pitchFamily="34" charset="0"/>
                        </a:rPr>
                        <a:t>v4</a:t>
                      </a:r>
                      <a:endParaRPr lang="en-US" sz="2400"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sz="2400" dirty="0">
                          <a:latin typeface="Arial Rounded MT Bold" panose="020F0704030504030204" pitchFamily="34" charset="0"/>
                        </a:rPr>
                        <a:t>v5</a:t>
                      </a:r>
                      <a:endParaRPr lang="en-US" sz="2400" dirty="0">
                        <a:solidFill>
                          <a:schemeClr val="bg1"/>
                        </a:solidFill>
                        <a:latin typeface="Arial Rounded MT Bold" panose="020F0704030504030204" pitchFamily="34" charset="0"/>
                      </a:endParaRPr>
                    </a:p>
                  </a:txBody>
                  <a:tcPr>
                    <a:solidFill>
                      <a:schemeClr val="accent2">
                        <a:lumMod val="40000"/>
                        <a:lumOff val="60000"/>
                      </a:schemeClr>
                    </a:solidFill>
                  </a:tcPr>
                </a:tc>
                <a:extLst>
                  <a:ext uri="{0D108BD9-81ED-4DB2-BD59-A6C34878D82A}">
                    <a16:rowId xmlns:a16="http://schemas.microsoft.com/office/drawing/2014/main" val="1978098576"/>
                  </a:ext>
                </a:extLst>
              </a:tr>
              <a:tr h="526820">
                <a:tc>
                  <a:txBody>
                    <a:bodyPr/>
                    <a:lstStyle/>
                    <a:p>
                      <a:pPr algn="ctr"/>
                      <a:r>
                        <a:rPr lang="en-US" sz="2400" b="1" dirty="0">
                          <a:latin typeface="Arial Rounded MT Bold" panose="020F0704030504030204" pitchFamily="34" charset="0"/>
                        </a:rPr>
                        <a:t>v1</a:t>
                      </a:r>
                      <a:endParaRPr lang="en-US" sz="2400"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Arial Rounded MT Bold" panose="020F0704030504030204" pitchFamily="34" charset="0"/>
                        </a:rPr>
                        <a:t>0</a:t>
                      </a:r>
                      <a:endParaRPr lang="en-US" sz="2400"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1</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4 </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1</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5</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sz="2400" b="1" dirty="0">
                          <a:latin typeface="Arial Rounded MT Bold" panose="020F0704030504030204" pitchFamily="34" charset="0"/>
                        </a:rPr>
                        <a:t>v2</a:t>
                      </a:r>
                      <a:endParaRPr lang="en-US" sz="2400"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sz="2400" dirty="0">
                          <a:latin typeface="Arial Rounded MT Bold" panose="020F0704030504030204" pitchFamily="34" charset="0"/>
                        </a:rPr>
                        <a:t>9</a:t>
                      </a:r>
                      <a:endParaRPr lang="en-US" sz="2400"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0</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3</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2</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14</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sz="2400" b="1" dirty="0">
                          <a:latin typeface="Arial Rounded MT Bold" panose="020F0704030504030204" pitchFamily="34" charset="0"/>
                        </a:rPr>
                        <a:t>v3</a:t>
                      </a:r>
                      <a:endParaRPr lang="en-US" sz="2400"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lang="en-US" sz="2400"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0</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algn="ct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endParaRPr lang="en-US" sz="2400"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sz="2400" b="1" dirty="0">
                          <a:latin typeface="Arial Rounded MT Bold" panose="020F0704030504030204" pitchFamily="34" charset="0"/>
                        </a:rPr>
                        <a:t>v4</a:t>
                      </a:r>
                      <a:endParaRPr lang="en-US" sz="2400"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lang="en-US" sz="2400"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2</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0</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3</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1084115065"/>
                  </a:ext>
                </a:extLst>
              </a:tr>
              <a:tr h="526820">
                <a:tc>
                  <a:txBody>
                    <a:bodyPr/>
                    <a:lstStyle/>
                    <a:p>
                      <a:pPr algn="ctr"/>
                      <a:r>
                        <a:rPr lang="en-US" sz="2400" b="1" dirty="0">
                          <a:latin typeface="Arial Rounded MT Bold" panose="020F0704030504030204" pitchFamily="34" charset="0"/>
                        </a:rPr>
                        <a:t>v5</a:t>
                      </a:r>
                      <a:endParaRPr lang="en-US" sz="2400"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sz="2400" dirty="0">
                          <a:latin typeface="Arial Rounded MT Bold" panose="020F0704030504030204" pitchFamily="34" charset="0"/>
                        </a:rPr>
                        <a:t>3</a:t>
                      </a:r>
                      <a:endParaRPr lang="en-US" sz="2400" b="1" dirty="0">
                        <a:latin typeface="Arial Rounded MT Bold" panose="020F0704030504030204" pitchFamily="34" charset="0"/>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7</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4</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dirty="0">
                          <a:ln>
                            <a:noFill/>
                          </a:ln>
                          <a:effectLst/>
                          <a:uLnTx/>
                          <a:uFillTx/>
                          <a:latin typeface="Arial Rounded MT Bold" panose="020F0704030504030204" pitchFamily="34" charset="0"/>
                        </a:rPr>
                        <a:t>0</a:t>
                      </a:r>
                      <a:endParaRPr kumimoji="0" lang="en-US" sz="24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bg1"/>
                    </a:solidFill>
                  </a:tcPr>
                </a:tc>
                <a:extLst>
                  <a:ext uri="{0D108BD9-81ED-4DB2-BD59-A6C34878D82A}">
                    <a16:rowId xmlns:a16="http://schemas.microsoft.com/office/drawing/2014/main" val="4208500189"/>
                  </a:ext>
                </a:extLst>
              </a:tr>
            </a:tbl>
          </a:graphicData>
        </a:graphic>
      </p:graphicFrame>
      <p:grpSp>
        <p:nvGrpSpPr>
          <p:cNvPr id="3" name="Group 2"/>
          <p:cNvGrpSpPr/>
          <p:nvPr/>
        </p:nvGrpSpPr>
        <p:grpSpPr>
          <a:xfrm>
            <a:off x="8306390" y="5090167"/>
            <a:ext cx="932948" cy="679119"/>
            <a:chOff x="8306390" y="5364230"/>
            <a:chExt cx="932948" cy="679119"/>
          </a:xfrm>
        </p:grpSpPr>
        <p:sp>
          <p:nvSpPr>
            <p:cNvPr id="36" name="Rectangle 35"/>
            <p:cNvSpPr/>
            <p:nvPr/>
          </p:nvSpPr>
          <p:spPr>
            <a:xfrm>
              <a:off x="8306390" y="5458574"/>
              <a:ext cx="60914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a:t>
              </a:r>
            </a:p>
          </p:txBody>
        </p:sp>
        <p:sp>
          <p:nvSpPr>
            <p:cNvPr id="37" name="Rectangle 36"/>
            <p:cNvSpPr/>
            <p:nvPr/>
          </p:nvSpPr>
          <p:spPr>
            <a:xfrm>
              <a:off x="8599739" y="5364230"/>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(3)</a:t>
              </a:r>
            </a:p>
          </p:txBody>
        </p:sp>
      </p:grpSp>
      <mc:AlternateContent xmlns:mc="http://schemas.openxmlformats.org/markup-compatibility/2006" xmlns:a14="http://schemas.microsoft.com/office/drawing/2010/main">
        <mc:Choice Requires="a14">
          <p:sp>
            <p:nvSpPr>
              <p:cNvPr id="51" name="Rectangle 50"/>
              <p:cNvSpPr/>
              <p:nvPr/>
            </p:nvSpPr>
            <p:spPr>
              <a:xfrm>
                <a:off x="884035" y="5741524"/>
                <a:ext cx="9753376" cy="860748"/>
              </a:xfrm>
              <a:prstGeom prst="rect">
                <a:avLst/>
              </a:prstGeom>
            </p:spPr>
            <p:txBody>
              <a:bodyPr wrap="none">
                <a:spAutoFit/>
              </a:bodyPr>
              <a:lstStyle/>
              <a:p>
                <a:pPr marL="118872" lvl="0">
                  <a:buClr>
                    <a:srgbClr val="F0AD00"/>
                  </a:buClr>
                  <a:buSzPct val="80000"/>
                </a:pPr>
                <a14:m>
                  <m:oMath xmlns:m="http://schemas.openxmlformats.org/officeDocument/2006/math">
                    <m:sSup>
                      <m:sSupPr>
                        <m:ctrlPr>
                          <a:rPr lang="en-US" sz="2400" b="1" i="1" smtClean="0">
                            <a:latin typeface="Cambria Math" panose="02040503050406030204" pitchFamily="18" charset="0"/>
                          </a:rPr>
                        </m:ctrlPr>
                      </m:sSupPr>
                      <m:e>
                        <m:r>
                          <a:rPr lang="en-US" sz="2400" b="1" i="0" smtClean="0">
                            <a:latin typeface="Cambria Math" panose="02040503050406030204" pitchFamily="18" charset="0"/>
                          </a:rPr>
                          <m:t>𝐃</m:t>
                        </m:r>
                      </m:e>
                      <m:sup>
                        <m:r>
                          <a:rPr lang="en-US" sz="2400" b="1" i="0" smtClean="0">
                            <a:latin typeface="Cambria Math" panose="02040503050406030204" pitchFamily="18" charset="0"/>
                          </a:rPr>
                          <m:t>(</m:t>
                        </m:r>
                        <m:r>
                          <a:rPr lang="en-US" sz="2400" b="1" i="0" smtClean="0">
                            <a:latin typeface="Cambria Math" panose="02040503050406030204" pitchFamily="18" charset="0"/>
                          </a:rPr>
                          <m:t>𝐤</m:t>
                        </m:r>
                        <m:r>
                          <a:rPr lang="en-US" sz="2400" b="1" i="0" smtClean="0">
                            <a:latin typeface="Cambria Math" panose="02040503050406030204" pitchFamily="18" charset="0"/>
                          </a:rPr>
                          <m:t>)</m:t>
                        </m:r>
                      </m:sup>
                    </m:sSup>
                    <m:d>
                      <m:dPr>
                        <m:begChr m:val="["/>
                        <m:endChr m:val="]"/>
                        <m:ctrlPr>
                          <a:rPr lang="en-US" sz="2400" b="1" i="1" smtClean="0">
                            <a:latin typeface="Cambria Math" panose="02040503050406030204" pitchFamily="18" charset="0"/>
                          </a:rPr>
                        </m:ctrlPr>
                      </m:dPr>
                      <m:e>
                        <m:r>
                          <a:rPr lang="en-US" sz="2400" b="1" i="0" smtClean="0">
                            <a:latin typeface="Cambria Math" panose="02040503050406030204" pitchFamily="18" charset="0"/>
                          </a:rPr>
                          <m:t>𝐢</m:t>
                        </m:r>
                      </m:e>
                    </m:d>
                    <m:d>
                      <m:dPr>
                        <m:begChr m:val="["/>
                        <m:endChr m:val="]"/>
                        <m:ctrlPr>
                          <a:rPr lang="en-US" sz="2400" b="1" i="1" smtClean="0">
                            <a:latin typeface="Cambria Math" panose="02040503050406030204" pitchFamily="18" charset="0"/>
                          </a:rPr>
                        </m:ctrlPr>
                      </m:dPr>
                      <m:e>
                        <m:r>
                          <a:rPr lang="en-US" sz="2400" b="1" i="0" smtClean="0">
                            <a:latin typeface="Cambria Math" panose="02040503050406030204" pitchFamily="18" charset="0"/>
                          </a:rPr>
                          <m:t>𝐣</m:t>
                        </m:r>
                      </m:e>
                    </m:d>
                    <m:r>
                      <a:rPr lang="en-US" sz="2400" b="0" i="1" smtClean="0">
                        <a:latin typeface="Cambria Math" panose="02040503050406030204" pitchFamily="18" charset="0"/>
                      </a:rPr>
                      <m:t>= </m:t>
                    </m:r>
                  </m:oMath>
                </a14:m>
                <a:r>
                  <a:rPr lang="en-US" sz="2400" dirty="0"/>
                  <a:t>the length of the shortest path from  vertex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𝑣</m:t>
                        </m:r>
                      </m:e>
                      <m:sub>
                        <m:r>
                          <a:rPr lang="en-US" sz="2400" i="1" dirty="0">
                            <a:latin typeface="Cambria Math" panose="02040503050406030204" pitchFamily="18" charset="0"/>
                          </a:rPr>
                          <m:t>𝑖</m:t>
                        </m:r>
                      </m:sub>
                    </m:sSub>
                  </m:oMath>
                </a14:m>
                <a:r>
                  <a:rPr lang="en-US" sz="2400" dirty="0"/>
                  <a:t> to vertex </a:t>
                </a:r>
                <a14:m>
                  <m:oMath xmlns:m="http://schemas.openxmlformats.org/officeDocument/2006/math">
                    <m:sSub>
                      <m:sSubPr>
                        <m:ctrlPr>
                          <a:rPr lang="en-US" sz="2400" i="1" dirty="0">
                            <a:latin typeface="Cambria Math" panose="02040503050406030204" pitchFamily="18" charset="0"/>
                          </a:rPr>
                        </m:ctrlPr>
                      </m:sSubPr>
                      <m:e>
                        <m:r>
                          <a:rPr lang="en-US" sz="2400" i="1" dirty="0" err="1">
                            <a:latin typeface="Cambria Math" panose="02040503050406030204" pitchFamily="18" charset="0"/>
                          </a:rPr>
                          <m:t>𝑣</m:t>
                        </m:r>
                      </m:e>
                      <m:sub>
                        <m:r>
                          <a:rPr lang="en-US" sz="2400" i="1" dirty="0" err="1">
                            <a:latin typeface="Cambria Math" panose="02040503050406030204" pitchFamily="18" charset="0"/>
                          </a:rPr>
                          <m:t>𝑗</m:t>
                        </m:r>
                      </m:sub>
                    </m:sSub>
                  </m:oMath>
                </a14:m>
                <a:r>
                  <a:rPr lang="en-US" sz="2400" dirty="0"/>
                  <a:t> </a:t>
                </a:r>
              </a:p>
              <a:p>
                <a:pPr marL="118872" lvl="0">
                  <a:buClr>
                    <a:srgbClr val="F0AD00"/>
                  </a:buClr>
                  <a:buSzPct val="80000"/>
                </a:pPr>
                <a:r>
                  <a:rPr lang="en-US" sz="2400" dirty="0"/>
                  <a:t>          considering only intermediate vertices from the set </a:t>
                </a:r>
                <a14:m>
                  <m:oMath xmlns:m="http://schemas.openxmlformats.org/officeDocument/2006/math">
                    <m:r>
                      <a:rPr lang="en-US" sz="2400" b="1" i="1" dirty="0" smtClean="0">
                        <a:solidFill>
                          <a:srgbClr val="00B0F0"/>
                        </a:solidFill>
                        <a:latin typeface="Cambria Math" panose="02040503050406030204" pitchFamily="18" charset="0"/>
                      </a:rPr>
                      <m:t>{</m:t>
                    </m:r>
                    <m:sSub>
                      <m:sSubPr>
                        <m:ctrlPr>
                          <a:rPr lang="en-US" sz="2400" b="1" i="1" dirty="0">
                            <a:solidFill>
                              <a:srgbClr val="00B0F0"/>
                            </a:solidFill>
                            <a:latin typeface="Cambria Math" panose="02040503050406030204" pitchFamily="18" charset="0"/>
                          </a:rPr>
                        </m:ctrlPr>
                      </m:sSubPr>
                      <m:e>
                        <m:r>
                          <a:rPr lang="en-US" sz="2400" b="1" i="1" dirty="0">
                            <a:solidFill>
                              <a:srgbClr val="00B0F0"/>
                            </a:solidFill>
                            <a:latin typeface="Cambria Math" panose="02040503050406030204" pitchFamily="18" charset="0"/>
                          </a:rPr>
                          <m:t>𝒗</m:t>
                        </m:r>
                      </m:e>
                      <m:sub>
                        <m:r>
                          <a:rPr lang="en-US" sz="2400" b="1" i="1" dirty="0">
                            <a:solidFill>
                              <a:srgbClr val="00B0F0"/>
                            </a:solidFill>
                            <a:latin typeface="Cambria Math" panose="02040503050406030204" pitchFamily="18" charset="0"/>
                          </a:rPr>
                          <m:t>𝟏</m:t>
                        </m:r>
                      </m:sub>
                    </m:sSub>
                    <m:r>
                      <a:rPr lang="en-US" sz="2400" b="1" i="1" dirty="0">
                        <a:solidFill>
                          <a:srgbClr val="00B0F0"/>
                        </a:solidFill>
                        <a:latin typeface="Cambria Math" panose="02040503050406030204" pitchFamily="18" charset="0"/>
                      </a:rPr>
                      <m:t>,</m:t>
                    </m:r>
                    <m:sSub>
                      <m:sSubPr>
                        <m:ctrlPr>
                          <a:rPr lang="en-US" sz="2400" b="1" i="1" dirty="0">
                            <a:solidFill>
                              <a:srgbClr val="00B0F0"/>
                            </a:solidFill>
                            <a:latin typeface="Cambria Math" panose="02040503050406030204" pitchFamily="18" charset="0"/>
                          </a:rPr>
                        </m:ctrlPr>
                      </m:sSubPr>
                      <m:e>
                        <m:r>
                          <a:rPr lang="en-US" sz="2400" b="1" i="1" dirty="0">
                            <a:solidFill>
                              <a:srgbClr val="00B0F0"/>
                            </a:solidFill>
                            <a:latin typeface="Cambria Math" panose="02040503050406030204" pitchFamily="18" charset="0"/>
                          </a:rPr>
                          <m:t>𝒗</m:t>
                        </m:r>
                      </m:e>
                      <m:sub>
                        <m:r>
                          <a:rPr lang="en-US" sz="2400" b="1" i="1" dirty="0">
                            <a:solidFill>
                              <a:srgbClr val="00B0F0"/>
                            </a:solidFill>
                            <a:latin typeface="Cambria Math" panose="02040503050406030204" pitchFamily="18" charset="0"/>
                          </a:rPr>
                          <m:t>𝟐</m:t>
                        </m:r>
                      </m:sub>
                    </m:sSub>
                    <m:r>
                      <a:rPr lang="en-US" sz="2400" b="1" i="1" dirty="0">
                        <a:solidFill>
                          <a:srgbClr val="00B0F0"/>
                        </a:solidFill>
                        <a:latin typeface="Cambria Math" panose="02040503050406030204" pitchFamily="18" charset="0"/>
                      </a:rPr>
                      <m:t>,</m:t>
                    </m:r>
                    <m:sSub>
                      <m:sSubPr>
                        <m:ctrlPr>
                          <a:rPr lang="en-US" sz="2400" b="1" i="1" dirty="0" smtClean="0">
                            <a:solidFill>
                              <a:srgbClr val="00B0F0"/>
                            </a:solidFill>
                            <a:latin typeface="Cambria Math" panose="02040503050406030204" pitchFamily="18" charset="0"/>
                          </a:rPr>
                        </m:ctrlPr>
                      </m:sSubPr>
                      <m:e>
                        <m:r>
                          <a:rPr lang="en-US" sz="2400" b="1" i="1" dirty="0" smtClean="0">
                            <a:solidFill>
                              <a:srgbClr val="00B0F0"/>
                            </a:solidFill>
                            <a:latin typeface="Cambria Math" panose="02040503050406030204" pitchFamily="18" charset="0"/>
                          </a:rPr>
                          <m:t>…,</m:t>
                        </m:r>
                        <m:r>
                          <a:rPr lang="en-US" sz="2400" b="1" i="1" dirty="0">
                            <a:solidFill>
                              <a:srgbClr val="00B0F0"/>
                            </a:solidFill>
                            <a:latin typeface="Cambria Math" panose="02040503050406030204" pitchFamily="18" charset="0"/>
                          </a:rPr>
                          <m:t>𝒗</m:t>
                        </m:r>
                      </m:e>
                      <m:sub>
                        <m:r>
                          <a:rPr lang="en-US" sz="2400" b="1" i="1" dirty="0" smtClean="0">
                            <a:solidFill>
                              <a:srgbClr val="00B0F0"/>
                            </a:solidFill>
                            <a:latin typeface="Cambria Math" panose="02040503050406030204" pitchFamily="18" charset="0"/>
                          </a:rPr>
                          <m:t>𝒌</m:t>
                        </m:r>
                      </m:sub>
                    </m:sSub>
                    <m:r>
                      <a:rPr lang="en-US" sz="2400" b="1" i="1" dirty="0">
                        <a:solidFill>
                          <a:srgbClr val="00B0F0"/>
                        </a:solidFill>
                        <a:latin typeface="Cambria Math" panose="02040503050406030204" pitchFamily="18" charset="0"/>
                      </a:rPr>
                      <m:t>}</m:t>
                    </m:r>
                  </m:oMath>
                </a14:m>
                <a:endParaRPr lang="en-US" sz="2400" b="1" dirty="0">
                  <a:effectLst>
                    <a:outerShdw blurRad="38100" dist="38100" dir="2700000" algn="tl">
                      <a:srgbClr val="000000">
                        <a:alpha val="43137"/>
                      </a:srgbClr>
                    </a:outerShdw>
                  </a:effectLst>
                </a:endParaRPr>
              </a:p>
            </p:txBody>
          </p:sp>
        </mc:Choice>
        <mc:Fallback xmlns="">
          <p:sp>
            <p:nvSpPr>
              <p:cNvPr id="51" name="Rectangle 50"/>
              <p:cNvSpPr>
                <a:spLocks noRot="1" noChangeAspect="1" noMove="1" noResize="1" noEditPoints="1" noAdjustHandles="1" noChangeArrowheads="1" noChangeShapeType="1" noTextEdit="1"/>
              </p:cNvSpPr>
              <p:nvPr/>
            </p:nvSpPr>
            <p:spPr>
              <a:xfrm>
                <a:off x="884035" y="5741524"/>
                <a:ext cx="9753376" cy="860748"/>
              </a:xfrm>
              <a:prstGeom prst="rect">
                <a:avLst/>
              </a:prstGeom>
              <a:blipFill>
                <a:blip r:embed="rId4"/>
                <a:stretch>
                  <a:fillRect t="-5674" b="-15603"/>
                </a:stretch>
              </a:blipFill>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733C6486-2682-4D21-ACB9-170E2474D419}"/>
              </a:ext>
            </a:extLst>
          </p:cNvPr>
          <p:cNvGrpSpPr/>
          <p:nvPr/>
        </p:nvGrpSpPr>
        <p:grpSpPr>
          <a:xfrm>
            <a:off x="1853452" y="2105616"/>
            <a:ext cx="2881750" cy="2823186"/>
            <a:chOff x="3513203" y="3239640"/>
            <a:chExt cx="2881750" cy="2823186"/>
          </a:xfrm>
        </p:grpSpPr>
        <p:cxnSp>
          <p:nvCxnSpPr>
            <p:cNvPr id="42" name="Straight Connector 41">
              <a:extLst>
                <a:ext uri="{FF2B5EF4-FFF2-40B4-BE49-F238E27FC236}">
                  <a16:creationId xmlns:a16="http://schemas.microsoft.com/office/drawing/2014/main" id="{CB9F5D87-4724-4233-8D10-6B596AC35B0B}"/>
                </a:ext>
              </a:extLst>
            </p:cNvPr>
            <p:cNvCxnSpPr>
              <a:endCxn id="71" idx="0"/>
            </p:cNvCxnSpPr>
            <p:nvPr/>
          </p:nvCxnSpPr>
          <p:spPr>
            <a:xfrm flipH="1">
              <a:off x="5414042" y="4579963"/>
              <a:ext cx="580591"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DDB779A-2F47-4463-AE4E-5F238ECD1C0C}"/>
                </a:ext>
              </a:extLst>
            </p:cNvPr>
            <p:cNvCxnSpPr>
              <a:cxnSpLocks/>
              <a:endCxn id="46" idx="0"/>
            </p:cNvCxnSpPr>
            <p:nvPr/>
          </p:nvCxnSpPr>
          <p:spPr>
            <a:xfrm flipH="1">
              <a:off x="4105250" y="3515344"/>
              <a:ext cx="1057330" cy="62020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1410DA7-A6FE-47E0-BEA2-B863082C5A34}"/>
                </a:ext>
              </a:extLst>
            </p:cNvPr>
            <p:cNvCxnSpPr>
              <a:cxnSpLocks/>
              <a:stCxn id="68" idx="1"/>
              <a:endCxn id="69" idx="3"/>
            </p:cNvCxnSpPr>
            <p:nvPr/>
          </p:nvCxnSpPr>
          <p:spPr>
            <a:xfrm flipH="1">
              <a:off x="4337845" y="4304484"/>
              <a:ext cx="1685359" cy="3758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2E18585-CB21-47FD-A273-49EFC1C00741}"/>
                </a:ext>
              </a:extLst>
            </p:cNvPr>
            <p:cNvCxnSpPr>
              <a:cxnSpLocks/>
            </p:cNvCxnSpPr>
            <p:nvPr/>
          </p:nvCxnSpPr>
          <p:spPr>
            <a:xfrm flipV="1">
              <a:off x="3720777" y="4548598"/>
              <a:ext cx="244223" cy="111179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6" name="Oval 16">
              <a:extLst>
                <a:ext uri="{FF2B5EF4-FFF2-40B4-BE49-F238E27FC236}">
                  <a16:creationId xmlns:a16="http://schemas.microsoft.com/office/drawing/2014/main" id="{89137145-6738-41FA-8805-5CD0FC3FC4C1}"/>
                </a:ext>
              </a:extLst>
            </p:cNvPr>
            <p:cNvSpPr>
              <a:spLocks noChangeArrowheads="1"/>
            </p:cNvSpPr>
            <p:nvPr/>
          </p:nvSpPr>
          <p:spPr bwMode="auto">
            <a:xfrm>
              <a:off x="3887484" y="413554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7" name="Straight Connector 46">
              <a:extLst>
                <a:ext uri="{FF2B5EF4-FFF2-40B4-BE49-F238E27FC236}">
                  <a16:creationId xmlns:a16="http://schemas.microsoft.com/office/drawing/2014/main" id="{086A3BF5-AB75-400A-8CF2-30073857A3D6}"/>
                </a:ext>
              </a:extLst>
            </p:cNvPr>
            <p:cNvCxnSpPr>
              <a:cxnSpLocks/>
              <a:stCxn id="68" idx="2"/>
            </p:cNvCxnSpPr>
            <p:nvPr/>
          </p:nvCxnSpPr>
          <p:spPr>
            <a:xfrm flipH="1">
              <a:off x="3978608" y="4458468"/>
              <a:ext cx="1980814" cy="1291840"/>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C9D58E6-3B8E-4A62-AAA7-3DC782BB1BB3}"/>
                </a:ext>
              </a:extLst>
            </p:cNvPr>
            <p:cNvCxnSpPr>
              <a:cxnSpLocks/>
            </p:cNvCxnSpPr>
            <p:nvPr/>
          </p:nvCxnSpPr>
          <p:spPr>
            <a:xfrm flipH="1">
              <a:off x="4077350" y="5748324"/>
              <a:ext cx="1132305"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9" name="Oval 16">
              <a:extLst>
                <a:ext uri="{FF2B5EF4-FFF2-40B4-BE49-F238E27FC236}">
                  <a16:creationId xmlns:a16="http://schemas.microsoft.com/office/drawing/2014/main" id="{5B2064B5-EDD7-4DEB-A736-D073E3E09B63}"/>
                </a:ext>
              </a:extLst>
            </p:cNvPr>
            <p:cNvSpPr>
              <a:spLocks noChangeArrowheads="1"/>
            </p:cNvSpPr>
            <p:nvPr/>
          </p:nvSpPr>
          <p:spPr bwMode="auto">
            <a:xfrm>
              <a:off x="5194013" y="5525986"/>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53" name="Oval 16">
              <a:extLst>
                <a:ext uri="{FF2B5EF4-FFF2-40B4-BE49-F238E27FC236}">
                  <a16:creationId xmlns:a16="http://schemas.microsoft.com/office/drawing/2014/main" id="{81E00C1A-DE10-4148-AB77-98B633690207}"/>
                </a:ext>
              </a:extLst>
            </p:cNvPr>
            <p:cNvSpPr>
              <a:spLocks noChangeArrowheads="1"/>
            </p:cNvSpPr>
            <p:nvPr/>
          </p:nvSpPr>
          <p:spPr bwMode="auto">
            <a:xfrm>
              <a:off x="5162576" y="3239640"/>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54" name="Straight Connector 53">
              <a:extLst>
                <a:ext uri="{FF2B5EF4-FFF2-40B4-BE49-F238E27FC236}">
                  <a16:creationId xmlns:a16="http://schemas.microsoft.com/office/drawing/2014/main" id="{5354AC75-C35C-49FF-BD3B-BE7B8C98DCBC}"/>
                </a:ext>
              </a:extLst>
            </p:cNvPr>
            <p:cNvCxnSpPr>
              <a:cxnSpLocks/>
              <a:stCxn id="53" idx="5"/>
            </p:cNvCxnSpPr>
            <p:nvPr/>
          </p:nvCxnSpPr>
          <p:spPr>
            <a:xfrm>
              <a:off x="5534325" y="3611389"/>
              <a:ext cx="561675" cy="62931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A254977-20E7-49DB-960B-22BA44B96E89}"/>
                </a:ext>
              </a:extLst>
            </p:cNvPr>
            <p:cNvCxnSpPr>
              <a:cxnSpLocks/>
              <a:stCxn id="46" idx="4"/>
              <a:endCxn id="73" idx="0"/>
            </p:cNvCxnSpPr>
            <p:nvPr/>
          </p:nvCxnSpPr>
          <p:spPr>
            <a:xfrm flipH="1">
              <a:off x="3834698" y="4571077"/>
              <a:ext cx="270552" cy="105621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E4339B1-4FA9-40AC-9603-EE016077B52B}"/>
                </a:ext>
              </a:extLst>
            </p:cNvPr>
            <p:cNvCxnSpPr>
              <a:cxnSpLocks/>
              <a:stCxn id="46" idx="7"/>
            </p:cNvCxnSpPr>
            <p:nvPr/>
          </p:nvCxnSpPr>
          <p:spPr>
            <a:xfrm flipV="1">
              <a:off x="4259233" y="3638030"/>
              <a:ext cx="973502" cy="56129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1B813F-EE67-45FB-98ED-E3F89960547A}"/>
                </a:ext>
              </a:extLst>
            </p:cNvPr>
            <p:cNvCxnSpPr/>
            <p:nvPr/>
          </p:nvCxnSpPr>
          <p:spPr>
            <a:xfrm flipV="1">
              <a:off x="5615030" y="4661010"/>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68" name="Oval 16">
              <a:extLst>
                <a:ext uri="{FF2B5EF4-FFF2-40B4-BE49-F238E27FC236}">
                  <a16:creationId xmlns:a16="http://schemas.microsoft.com/office/drawing/2014/main" id="{2C193B67-F713-479A-BEF6-F03723619B41}"/>
                </a:ext>
              </a:extLst>
            </p:cNvPr>
            <p:cNvSpPr>
              <a:spLocks noChangeArrowheads="1"/>
            </p:cNvSpPr>
            <p:nvPr/>
          </p:nvSpPr>
          <p:spPr bwMode="auto">
            <a:xfrm>
              <a:off x="5959422" y="4240702"/>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69" name="TextBox 68">
              <a:extLst>
                <a:ext uri="{FF2B5EF4-FFF2-40B4-BE49-F238E27FC236}">
                  <a16:creationId xmlns:a16="http://schemas.microsoft.com/office/drawing/2014/main" id="{D474DCC9-5529-4712-BF90-60D5AADAFA78}"/>
                </a:ext>
              </a:extLst>
            </p:cNvPr>
            <p:cNvSpPr txBox="1"/>
            <p:nvPr/>
          </p:nvSpPr>
          <p:spPr>
            <a:xfrm>
              <a:off x="3936773" y="4157406"/>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1</a:t>
              </a:r>
            </a:p>
          </p:txBody>
        </p:sp>
        <p:sp>
          <p:nvSpPr>
            <p:cNvPr id="70" name="TextBox 69">
              <a:extLst>
                <a:ext uri="{FF2B5EF4-FFF2-40B4-BE49-F238E27FC236}">
                  <a16:creationId xmlns:a16="http://schemas.microsoft.com/office/drawing/2014/main" id="{E3CB0D0E-0626-4845-95C2-D949A37FA0CD}"/>
                </a:ext>
              </a:extLst>
            </p:cNvPr>
            <p:cNvSpPr txBox="1"/>
            <p:nvPr/>
          </p:nvSpPr>
          <p:spPr>
            <a:xfrm>
              <a:off x="5967901" y="4256331"/>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4</a:t>
              </a:r>
            </a:p>
          </p:txBody>
        </p:sp>
        <p:sp>
          <p:nvSpPr>
            <p:cNvPr id="71" name="Rectangle 70">
              <a:extLst>
                <a:ext uri="{FF2B5EF4-FFF2-40B4-BE49-F238E27FC236}">
                  <a16:creationId xmlns:a16="http://schemas.microsoft.com/office/drawing/2014/main" id="{B7C7D156-ABFF-485F-87C9-75B48C549034}"/>
                </a:ext>
              </a:extLst>
            </p:cNvPr>
            <p:cNvSpPr/>
            <p:nvPr/>
          </p:nvSpPr>
          <p:spPr>
            <a:xfrm>
              <a:off x="5213506" y="55506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3</a:t>
              </a:r>
            </a:p>
          </p:txBody>
        </p:sp>
        <p:sp>
          <p:nvSpPr>
            <p:cNvPr id="72" name="Rectangle 71">
              <a:extLst>
                <a:ext uri="{FF2B5EF4-FFF2-40B4-BE49-F238E27FC236}">
                  <a16:creationId xmlns:a16="http://schemas.microsoft.com/office/drawing/2014/main" id="{2AA549F3-4042-4347-9642-E9BA1EE607BA}"/>
                </a:ext>
              </a:extLst>
            </p:cNvPr>
            <p:cNvSpPr/>
            <p:nvPr/>
          </p:nvSpPr>
          <p:spPr>
            <a:xfrm>
              <a:off x="5175716" y="3254169"/>
              <a:ext cx="401072" cy="369332"/>
            </a:xfrm>
            <a:prstGeom prst="rect">
              <a:avLst/>
            </a:prstGeom>
          </p:spPr>
          <p:txBody>
            <a:bodyPr wrap="none">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5</a:t>
              </a:r>
            </a:p>
          </p:txBody>
        </p:sp>
        <p:sp>
          <p:nvSpPr>
            <p:cNvPr id="73" name="Oval 16">
              <a:extLst>
                <a:ext uri="{FF2B5EF4-FFF2-40B4-BE49-F238E27FC236}">
                  <a16:creationId xmlns:a16="http://schemas.microsoft.com/office/drawing/2014/main" id="{6300C60A-4B63-446B-A0C2-223E447A0CB0}"/>
                </a:ext>
              </a:extLst>
            </p:cNvPr>
            <p:cNvSpPr>
              <a:spLocks noChangeArrowheads="1"/>
            </p:cNvSpPr>
            <p:nvPr/>
          </p:nvSpPr>
          <p:spPr bwMode="auto">
            <a:xfrm>
              <a:off x="3616932" y="5627295"/>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4" name="TextBox 73">
              <a:extLst>
                <a:ext uri="{FF2B5EF4-FFF2-40B4-BE49-F238E27FC236}">
                  <a16:creationId xmlns:a16="http://schemas.microsoft.com/office/drawing/2014/main" id="{1D028E9D-6B4E-4420-A36C-4B483C2CF171}"/>
                </a:ext>
              </a:extLst>
            </p:cNvPr>
            <p:cNvSpPr txBox="1"/>
            <p:nvPr/>
          </p:nvSpPr>
          <p:spPr>
            <a:xfrm>
              <a:off x="3623251" y="5631819"/>
              <a:ext cx="401072"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b="1" baseline="-25000" dirty="0">
                  <a:solidFill>
                    <a:prstClr val="black"/>
                  </a:solidFill>
                  <a:latin typeface="Arial Rounded MT Bold" panose="020F0704030504030204" pitchFamily="34" charset="0"/>
                </a:rPr>
                <a:t>2</a:t>
              </a:r>
            </a:p>
          </p:txBody>
        </p:sp>
        <p:sp>
          <p:nvSpPr>
            <p:cNvPr id="75" name="TextBox 74">
              <a:extLst>
                <a:ext uri="{FF2B5EF4-FFF2-40B4-BE49-F238E27FC236}">
                  <a16:creationId xmlns:a16="http://schemas.microsoft.com/office/drawing/2014/main" id="{F07B524C-8013-4FE5-A0A3-41D3DA426A8C}"/>
                </a:ext>
              </a:extLst>
            </p:cNvPr>
            <p:cNvSpPr txBox="1"/>
            <p:nvPr/>
          </p:nvSpPr>
          <p:spPr>
            <a:xfrm>
              <a:off x="3513203" y="4723533"/>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76" name="TextBox 75">
              <a:extLst>
                <a:ext uri="{FF2B5EF4-FFF2-40B4-BE49-F238E27FC236}">
                  <a16:creationId xmlns:a16="http://schemas.microsoft.com/office/drawing/2014/main" id="{C0A13C8C-FECF-403A-BC03-BED54E40E409}"/>
                </a:ext>
              </a:extLst>
            </p:cNvPr>
            <p:cNvSpPr txBox="1"/>
            <p:nvPr/>
          </p:nvSpPr>
          <p:spPr>
            <a:xfrm>
              <a:off x="4954336" y="4016808"/>
              <a:ext cx="336952" cy="400110"/>
            </a:xfrm>
            <a:prstGeom prst="rect">
              <a:avLst/>
            </a:prstGeom>
            <a:noFill/>
          </p:spPr>
          <p:txBody>
            <a:bodyPr wrap="none" rtlCol="0">
              <a:spAutoFit/>
            </a:bodyPr>
            <a:lstStyle/>
            <a:p>
              <a:r>
                <a:rPr lang="en-US" sz="2000" b="1" dirty="0">
                  <a:latin typeface="Arial Rounded MT Bold" panose="020F0704030504030204" pitchFamily="34" charset="0"/>
                </a:rPr>
                <a:t>1</a:t>
              </a:r>
            </a:p>
          </p:txBody>
        </p:sp>
        <p:sp>
          <p:nvSpPr>
            <p:cNvPr id="77" name="TextBox 76">
              <a:extLst>
                <a:ext uri="{FF2B5EF4-FFF2-40B4-BE49-F238E27FC236}">
                  <a16:creationId xmlns:a16="http://schemas.microsoft.com/office/drawing/2014/main" id="{63EC1065-B48A-4BDE-8227-B68BF33739B8}"/>
                </a:ext>
              </a:extLst>
            </p:cNvPr>
            <p:cNvSpPr txBox="1"/>
            <p:nvPr/>
          </p:nvSpPr>
          <p:spPr>
            <a:xfrm>
              <a:off x="4275391" y="35204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78" name="TextBox 77">
              <a:extLst>
                <a:ext uri="{FF2B5EF4-FFF2-40B4-BE49-F238E27FC236}">
                  <a16:creationId xmlns:a16="http://schemas.microsoft.com/office/drawing/2014/main" id="{CDD0C866-0640-4784-8323-37C2F76D099B}"/>
                </a:ext>
              </a:extLst>
            </p:cNvPr>
            <p:cNvSpPr txBox="1"/>
            <p:nvPr/>
          </p:nvSpPr>
          <p:spPr>
            <a:xfrm>
              <a:off x="3990385" y="4764859"/>
              <a:ext cx="336952" cy="400110"/>
            </a:xfrm>
            <a:prstGeom prst="rect">
              <a:avLst/>
            </a:prstGeom>
            <a:noFill/>
          </p:spPr>
          <p:txBody>
            <a:bodyPr wrap="none" rtlCol="0">
              <a:spAutoFit/>
            </a:bodyPr>
            <a:lstStyle/>
            <a:p>
              <a:r>
                <a:rPr lang="en-US" sz="2000" b="1" dirty="0">
                  <a:latin typeface="Arial Rounded MT Bold" panose="020F0704030504030204" pitchFamily="34" charset="0"/>
                </a:rPr>
                <a:t>9</a:t>
              </a:r>
            </a:p>
          </p:txBody>
        </p:sp>
        <p:sp>
          <p:nvSpPr>
            <p:cNvPr id="79" name="TextBox 78">
              <a:extLst>
                <a:ext uri="{FF2B5EF4-FFF2-40B4-BE49-F238E27FC236}">
                  <a16:creationId xmlns:a16="http://schemas.microsoft.com/office/drawing/2014/main" id="{892A532E-B8EE-4FB9-B1D2-B42873AD5229}"/>
                </a:ext>
              </a:extLst>
            </p:cNvPr>
            <p:cNvSpPr txBox="1"/>
            <p:nvPr/>
          </p:nvSpPr>
          <p:spPr>
            <a:xfrm>
              <a:off x="4552290" y="5435741"/>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0" name="TextBox 79">
              <a:extLst>
                <a:ext uri="{FF2B5EF4-FFF2-40B4-BE49-F238E27FC236}">
                  <a16:creationId xmlns:a16="http://schemas.microsoft.com/office/drawing/2014/main" id="{8F1B82B7-08BB-4EAA-B6F2-7BD087A00881}"/>
                </a:ext>
              </a:extLst>
            </p:cNvPr>
            <p:cNvSpPr txBox="1"/>
            <p:nvPr/>
          </p:nvSpPr>
          <p:spPr>
            <a:xfrm>
              <a:off x="4760430" y="4724541"/>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1" name="TextBox 80">
              <a:extLst>
                <a:ext uri="{FF2B5EF4-FFF2-40B4-BE49-F238E27FC236}">
                  <a16:creationId xmlns:a16="http://schemas.microsoft.com/office/drawing/2014/main" id="{F20A5D5E-EEE5-46B5-ACFD-8C760A8F6CB7}"/>
                </a:ext>
              </a:extLst>
            </p:cNvPr>
            <p:cNvSpPr txBox="1"/>
            <p:nvPr/>
          </p:nvSpPr>
          <p:spPr>
            <a:xfrm>
              <a:off x="5413571" y="4811627"/>
              <a:ext cx="336952" cy="400110"/>
            </a:xfrm>
            <a:prstGeom prst="rect">
              <a:avLst/>
            </a:prstGeom>
            <a:noFill/>
          </p:spPr>
          <p:txBody>
            <a:bodyPr wrap="none" rtlCol="0">
              <a:spAutoFit/>
            </a:bodyPr>
            <a:lstStyle/>
            <a:p>
              <a:r>
                <a:rPr lang="en-US" sz="2000" b="1" dirty="0">
                  <a:latin typeface="Arial Rounded MT Bold" panose="020F0704030504030204" pitchFamily="34" charset="0"/>
                </a:rPr>
                <a:t>4</a:t>
              </a:r>
            </a:p>
          </p:txBody>
        </p:sp>
        <p:sp>
          <p:nvSpPr>
            <p:cNvPr id="82" name="TextBox 81">
              <a:extLst>
                <a:ext uri="{FF2B5EF4-FFF2-40B4-BE49-F238E27FC236}">
                  <a16:creationId xmlns:a16="http://schemas.microsoft.com/office/drawing/2014/main" id="{2154E3D0-C976-4591-994E-0EB95683811B}"/>
                </a:ext>
              </a:extLst>
            </p:cNvPr>
            <p:cNvSpPr txBox="1"/>
            <p:nvPr/>
          </p:nvSpPr>
          <p:spPr>
            <a:xfrm>
              <a:off x="5921574" y="4898712"/>
              <a:ext cx="336952" cy="400110"/>
            </a:xfrm>
            <a:prstGeom prst="rect">
              <a:avLst/>
            </a:prstGeom>
            <a:noFill/>
          </p:spPr>
          <p:txBody>
            <a:bodyPr wrap="none" rtlCol="0">
              <a:spAutoFit/>
            </a:bodyPr>
            <a:lstStyle/>
            <a:p>
              <a:r>
                <a:rPr lang="en-US" sz="2000" b="1" dirty="0">
                  <a:latin typeface="Arial Rounded MT Bold" panose="020F0704030504030204" pitchFamily="34" charset="0"/>
                </a:rPr>
                <a:t>2</a:t>
              </a:r>
            </a:p>
          </p:txBody>
        </p:sp>
        <p:sp>
          <p:nvSpPr>
            <p:cNvPr id="83" name="TextBox 82">
              <a:extLst>
                <a:ext uri="{FF2B5EF4-FFF2-40B4-BE49-F238E27FC236}">
                  <a16:creationId xmlns:a16="http://schemas.microsoft.com/office/drawing/2014/main" id="{13F860A8-BA8B-4F45-BC54-9FD5C3770027}"/>
                </a:ext>
              </a:extLst>
            </p:cNvPr>
            <p:cNvSpPr txBox="1"/>
            <p:nvPr/>
          </p:nvSpPr>
          <p:spPr>
            <a:xfrm>
              <a:off x="5834487" y="3650485"/>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sp>
          <p:nvSpPr>
            <p:cNvPr id="84" name="TextBox 83">
              <a:extLst>
                <a:ext uri="{FF2B5EF4-FFF2-40B4-BE49-F238E27FC236}">
                  <a16:creationId xmlns:a16="http://schemas.microsoft.com/office/drawing/2014/main" id="{1B3C160D-CC08-4731-A4B3-7E2F2D53A390}"/>
                </a:ext>
              </a:extLst>
            </p:cNvPr>
            <p:cNvSpPr txBox="1"/>
            <p:nvPr/>
          </p:nvSpPr>
          <p:spPr>
            <a:xfrm>
              <a:off x="4796716" y="3715799"/>
              <a:ext cx="336952" cy="400110"/>
            </a:xfrm>
            <a:prstGeom prst="rect">
              <a:avLst/>
            </a:prstGeom>
            <a:noFill/>
          </p:spPr>
          <p:txBody>
            <a:bodyPr wrap="none" rtlCol="0">
              <a:spAutoFit/>
            </a:bodyPr>
            <a:lstStyle/>
            <a:p>
              <a:r>
                <a:rPr lang="en-US" sz="2000" b="1" dirty="0">
                  <a:latin typeface="Arial Rounded MT Bold" panose="020F0704030504030204" pitchFamily="34" charset="0"/>
                </a:rPr>
                <a:t>3</a:t>
              </a:r>
            </a:p>
          </p:txBody>
        </p:sp>
      </p:grpSp>
    </p:spTree>
    <p:custDataLst>
      <p:tags r:id="rId1"/>
    </p:custDataLst>
    <p:extLst>
      <p:ext uri="{BB962C8B-B14F-4D97-AF65-F5344CB8AC3E}">
        <p14:creationId xmlns:p14="http://schemas.microsoft.com/office/powerpoint/2010/main" val="6704315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Notations</a:t>
            </a:r>
          </a:p>
        </p:txBody>
      </p:sp>
      <p:sp>
        <p:nvSpPr>
          <p:cNvPr id="3" name="Slide Number Placeholder 2">
            <a:extLst>
              <a:ext uri="{FF2B5EF4-FFF2-40B4-BE49-F238E27FC236}">
                <a16:creationId xmlns:a16="http://schemas.microsoft.com/office/drawing/2014/main" id="{EF7077C1-9F2C-480D-9DBA-B57B97F3223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61/89</a:t>
            </a:r>
          </a:p>
        </p:txBody>
      </p:sp>
      <p:grpSp>
        <p:nvGrpSpPr>
          <p:cNvPr id="50" name="Group 49"/>
          <p:cNvGrpSpPr/>
          <p:nvPr/>
        </p:nvGrpSpPr>
        <p:grpSpPr>
          <a:xfrm>
            <a:off x="867812" y="2018689"/>
            <a:ext cx="1643079" cy="679119"/>
            <a:chOff x="8306390" y="5364230"/>
            <a:chExt cx="1643079" cy="679119"/>
          </a:xfrm>
        </p:grpSpPr>
        <p:sp>
          <p:nvSpPr>
            <p:cNvPr id="51" name="Rectangle 50"/>
            <p:cNvSpPr/>
            <p:nvPr/>
          </p:nvSpPr>
          <p:spPr>
            <a:xfrm>
              <a:off x="8306390" y="5458574"/>
              <a:ext cx="1643079"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=W</a:t>
              </a:r>
            </a:p>
          </p:txBody>
        </p:sp>
        <p:sp>
          <p:nvSpPr>
            <p:cNvPr id="52" name="Rectangle 51"/>
            <p:cNvSpPr/>
            <p:nvPr/>
          </p:nvSpPr>
          <p:spPr>
            <a:xfrm>
              <a:off x="8599739" y="5364230"/>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(0)</a:t>
              </a:r>
            </a:p>
          </p:txBody>
        </p:sp>
      </p:grpSp>
      <p:grpSp>
        <p:nvGrpSpPr>
          <p:cNvPr id="40" name="Group 39"/>
          <p:cNvGrpSpPr/>
          <p:nvPr/>
        </p:nvGrpSpPr>
        <p:grpSpPr>
          <a:xfrm>
            <a:off x="3269924" y="2018689"/>
            <a:ext cx="1562928" cy="679119"/>
            <a:chOff x="8306390" y="5364230"/>
            <a:chExt cx="1562928" cy="679119"/>
          </a:xfrm>
        </p:grpSpPr>
        <p:sp>
          <p:nvSpPr>
            <p:cNvPr id="41" name="Rectangle 40"/>
            <p:cNvSpPr/>
            <p:nvPr/>
          </p:nvSpPr>
          <p:spPr>
            <a:xfrm>
              <a:off x="8306390" y="5458574"/>
              <a:ext cx="1562928"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=D</a:t>
              </a:r>
            </a:p>
          </p:txBody>
        </p:sp>
        <p:sp>
          <p:nvSpPr>
            <p:cNvPr id="42" name="Rectangle 41"/>
            <p:cNvSpPr/>
            <p:nvPr/>
          </p:nvSpPr>
          <p:spPr>
            <a:xfrm>
              <a:off x="8599739" y="5364230"/>
              <a:ext cx="642805"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(n)</a:t>
              </a:r>
            </a:p>
          </p:txBody>
        </p:sp>
      </p:grpSp>
      <p:sp>
        <p:nvSpPr>
          <p:cNvPr id="7" name="Rectangle 6">
            <a:extLst>
              <a:ext uri="{FF2B5EF4-FFF2-40B4-BE49-F238E27FC236}">
                <a16:creationId xmlns:a16="http://schemas.microsoft.com/office/drawing/2014/main" id="{B81051D4-6F4F-4650-8078-07162E716A17}"/>
              </a:ext>
            </a:extLst>
          </p:cNvPr>
          <p:cNvSpPr/>
          <p:nvPr/>
        </p:nvSpPr>
        <p:spPr>
          <a:xfrm>
            <a:off x="2026025" y="1900518"/>
            <a:ext cx="3406588" cy="11116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ACFB69F-22E5-44E8-B65A-FDF6BA675793}"/>
              </a:ext>
            </a:extLst>
          </p:cNvPr>
          <p:cNvSpPr/>
          <p:nvPr/>
        </p:nvSpPr>
        <p:spPr>
          <a:xfrm>
            <a:off x="3312261" y="1900517"/>
            <a:ext cx="3406588" cy="11116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C9590F7-3F9B-42C2-99A6-A9FB9F735F8F}"/>
              </a:ext>
            </a:extLst>
          </p:cNvPr>
          <p:cNvSpPr/>
          <p:nvPr/>
        </p:nvSpPr>
        <p:spPr>
          <a:xfrm>
            <a:off x="4398621" y="1891511"/>
            <a:ext cx="3406588" cy="11116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6449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9" grpId="0" animBg="1"/>
      <p:bldP spid="5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Notations</a:t>
            </a:r>
          </a:p>
        </p:txBody>
      </p:sp>
      <p:sp>
        <p:nvSpPr>
          <p:cNvPr id="3" name="Slide Number Placeholder 2">
            <a:extLst>
              <a:ext uri="{FF2B5EF4-FFF2-40B4-BE49-F238E27FC236}">
                <a16:creationId xmlns:a16="http://schemas.microsoft.com/office/drawing/2014/main" id="{EF7077C1-9F2C-480D-9DBA-B57B97F3223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62/89</a:t>
            </a:r>
          </a:p>
        </p:txBody>
      </p:sp>
      <p:grpSp>
        <p:nvGrpSpPr>
          <p:cNvPr id="50" name="Group 49"/>
          <p:cNvGrpSpPr/>
          <p:nvPr/>
        </p:nvGrpSpPr>
        <p:grpSpPr>
          <a:xfrm>
            <a:off x="867812" y="2018689"/>
            <a:ext cx="1643079" cy="679119"/>
            <a:chOff x="8306390" y="5364230"/>
            <a:chExt cx="1643079" cy="679119"/>
          </a:xfrm>
        </p:grpSpPr>
        <p:sp>
          <p:nvSpPr>
            <p:cNvPr id="51" name="Rectangle 50"/>
            <p:cNvSpPr/>
            <p:nvPr/>
          </p:nvSpPr>
          <p:spPr>
            <a:xfrm>
              <a:off x="8306390" y="5458574"/>
              <a:ext cx="1643079"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=W</a:t>
              </a:r>
            </a:p>
          </p:txBody>
        </p:sp>
        <p:sp>
          <p:nvSpPr>
            <p:cNvPr id="52" name="Rectangle 51"/>
            <p:cNvSpPr/>
            <p:nvPr/>
          </p:nvSpPr>
          <p:spPr>
            <a:xfrm>
              <a:off x="8599739" y="5364230"/>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(0)</a:t>
              </a:r>
            </a:p>
          </p:txBody>
        </p:sp>
      </p:grpSp>
      <p:grpSp>
        <p:nvGrpSpPr>
          <p:cNvPr id="40" name="Group 39"/>
          <p:cNvGrpSpPr/>
          <p:nvPr/>
        </p:nvGrpSpPr>
        <p:grpSpPr>
          <a:xfrm>
            <a:off x="3269924" y="2018689"/>
            <a:ext cx="1562928" cy="679119"/>
            <a:chOff x="8306390" y="5364230"/>
            <a:chExt cx="1562928" cy="679119"/>
          </a:xfrm>
        </p:grpSpPr>
        <p:sp>
          <p:nvSpPr>
            <p:cNvPr id="41" name="Rectangle 40"/>
            <p:cNvSpPr/>
            <p:nvPr/>
          </p:nvSpPr>
          <p:spPr>
            <a:xfrm>
              <a:off x="8306390" y="5458574"/>
              <a:ext cx="1562928"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=D</a:t>
              </a:r>
            </a:p>
          </p:txBody>
        </p:sp>
        <p:sp>
          <p:nvSpPr>
            <p:cNvPr id="42" name="Rectangle 41"/>
            <p:cNvSpPr/>
            <p:nvPr/>
          </p:nvSpPr>
          <p:spPr>
            <a:xfrm>
              <a:off x="8599739" y="5364230"/>
              <a:ext cx="642805"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(n)</a:t>
              </a:r>
            </a:p>
          </p:txBody>
        </p:sp>
      </p:grpSp>
      <p:grpSp>
        <p:nvGrpSpPr>
          <p:cNvPr id="5" name="Group 4"/>
          <p:cNvGrpSpPr/>
          <p:nvPr/>
        </p:nvGrpSpPr>
        <p:grpSpPr>
          <a:xfrm>
            <a:off x="6375384" y="2113033"/>
            <a:ext cx="3497168" cy="679119"/>
            <a:chOff x="932527" y="3402665"/>
            <a:chExt cx="3497168" cy="679119"/>
          </a:xfrm>
        </p:grpSpPr>
        <p:grpSp>
          <p:nvGrpSpPr>
            <p:cNvPr id="43" name="Group 42"/>
            <p:cNvGrpSpPr/>
            <p:nvPr/>
          </p:nvGrpSpPr>
          <p:grpSpPr>
            <a:xfrm>
              <a:off x="932527" y="3402665"/>
              <a:ext cx="1019510" cy="679119"/>
              <a:chOff x="8306390" y="5364230"/>
              <a:chExt cx="1019510" cy="679119"/>
            </a:xfrm>
          </p:grpSpPr>
          <p:sp>
            <p:nvSpPr>
              <p:cNvPr id="44" name="Rectangle 43"/>
              <p:cNvSpPr/>
              <p:nvPr/>
            </p:nvSpPr>
            <p:spPr>
              <a:xfrm>
                <a:off x="8306390" y="5458574"/>
                <a:ext cx="1019510"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a:t>
                </a:r>
              </a:p>
            </p:txBody>
          </p:sp>
          <p:sp>
            <p:nvSpPr>
              <p:cNvPr id="45" name="Rectangle 44"/>
              <p:cNvSpPr/>
              <p:nvPr/>
            </p:nvSpPr>
            <p:spPr>
              <a:xfrm>
                <a:off x="8599739" y="5364230"/>
                <a:ext cx="63478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(k)</a:t>
                </a:r>
              </a:p>
            </p:txBody>
          </p:sp>
        </p:grpSp>
        <p:grpSp>
          <p:nvGrpSpPr>
            <p:cNvPr id="46" name="Group 45"/>
            <p:cNvGrpSpPr/>
            <p:nvPr/>
          </p:nvGrpSpPr>
          <p:grpSpPr>
            <a:xfrm>
              <a:off x="3102409" y="3402665"/>
              <a:ext cx="1327286" cy="679119"/>
              <a:chOff x="8306390" y="5364230"/>
              <a:chExt cx="1327286" cy="679119"/>
            </a:xfrm>
          </p:grpSpPr>
          <p:sp>
            <p:nvSpPr>
              <p:cNvPr id="47" name="Rectangle 46"/>
              <p:cNvSpPr/>
              <p:nvPr/>
            </p:nvSpPr>
            <p:spPr>
              <a:xfrm>
                <a:off x="8306390" y="5458574"/>
                <a:ext cx="1327286"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a:t>
                </a:r>
              </a:p>
            </p:txBody>
          </p:sp>
          <p:sp>
            <p:nvSpPr>
              <p:cNvPr id="48" name="Rectangle 47"/>
              <p:cNvSpPr/>
              <p:nvPr/>
            </p:nvSpPr>
            <p:spPr>
              <a:xfrm>
                <a:off x="8599739" y="5364230"/>
                <a:ext cx="936154"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(k+1)</a:t>
                </a:r>
              </a:p>
            </p:txBody>
          </p:sp>
        </p:grpSp>
        <p:sp>
          <p:nvSpPr>
            <p:cNvPr id="4" name="Striped Right Arrow 3"/>
            <p:cNvSpPr/>
            <p:nvPr/>
          </p:nvSpPr>
          <p:spPr>
            <a:xfrm>
              <a:off x="1859063" y="3731340"/>
              <a:ext cx="1243346" cy="173004"/>
            </a:xfrm>
            <a:prstGeom prst="striped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21" name="Group 20"/>
          <p:cNvGrpSpPr/>
          <p:nvPr/>
        </p:nvGrpSpPr>
        <p:grpSpPr>
          <a:xfrm>
            <a:off x="668562" y="3630807"/>
            <a:ext cx="10408403" cy="772433"/>
            <a:chOff x="668562" y="3630807"/>
            <a:chExt cx="10408403" cy="772433"/>
          </a:xfrm>
        </p:grpSpPr>
        <p:grpSp>
          <p:nvGrpSpPr>
            <p:cNvPr id="53" name="Group 52"/>
            <p:cNvGrpSpPr/>
            <p:nvPr/>
          </p:nvGrpSpPr>
          <p:grpSpPr>
            <a:xfrm>
              <a:off x="668562" y="3630807"/>
              <a:ext cx="3696418" cy="765173"/>
              <a:chOff x="733277" y="3316611"/>
              <a:chExt cx="3696418" cy="765173"/>
            </a:xfrm>
          </p:grpSpPr>
          <p:grpSp>
            <p:nvGrpSpPr>
              <p:cNvPr id="54" name="Group 53"/>
              <p:cNvGrpSpPr/>
              <p:nvPr/>
            </p:nvGrpSpPr>
            <p:grpSpPr>
              <a:xfrm>
                <a:off x="733277" y="3316611"/>
                <a:ext cx="1643079" cy="765173"/>
                <a:chOff x="8107140" y="5278176"/>
                <a:chExt cx="1643079" cy="765173"/>
              </a:xfrm>
            </p:grpSpPr>
            <p:sp>
              <p:nvSpPr>
                <p:cNvPr id="69" name="Rectangle 68"/>
                <p:cNvSpPr/>
                <p:nvPr/>
              </p:nvSpPr>
              <p:spPr>
                <a:xfrm>
                  <a:off x="8107140" y="5458574"/>
                  <a:ext cx="1643079"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=W</a:t>
                  </a:r>
                </a:p>
              </p:txBody>
            </p:sp>
            <p:sp>
              <p:nvSpPr>
                <p:cNvPr id="70" name="Rectangle 69"/>
                <p:cNvSpPr/>
                <p:nvPr/>
              </p:nvSpPr>
              <p:spPr>
                <a:xfrm>
                  <a:off x="8356266" y="5278176"/>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(0)</a:t>
                  </a:r>
                </a:p>
              </p:txBody>
            </p:sp>
          </p:grpSp>
          <p:grpSp>
            <p:nvGrpSpPr>
              <p:cNvPr id="55" name="Group 54"/>
              <p:cNvGrpSpPr/>
              <p:nvPr/>
            </p:nvGrpSpPr>
            <p:grpSpPr>
              <a:xfrm>
                <a:off x="3102409" y="3402665"/>
                <a:ext cx="1327286" cy="679119"/>
                <a:chOff x="8306390" y="5364230"/>
                <a:chExt cx="1327286" cy="679119"/>
              </a:xfrm>
            </p:grpSpPr>
            <p:sp>
              <p:nvSpPr>
                <p:cNvPr id="57" name="Rectangle 56"/>
                <p:cNvSpPr/>
                <p:nvPr/>
              </p:nvSpPr>
              <p:spPr>
                <a:xfrm>
                  <a:off x="8306390" y="5458574"/>
                  <a:ext cx="1327286"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a:t>
                  </a:r>
                </a:p>
              </p:txBody>
            </p:sp>
            <p:sp>
              <p:nvSpPr>
                <p:cNvPr id="68" name="Rectangle 67"/>
                <p:cNvSpPr/>
                <p:nvPr/>
              </p:nvSpPr>
              <p:spPr>
                <a:xfrm>
                  <a:off x="8599739" y="5364230"/>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(1)</a:t>
                  </a:r>
                </a:p>
              </p:txBody>
            </p:sp>
          </p:grpSp>
          <p:sp>
            <p:nvSpPr>
              <p:cNvPr id="56" name="Striped Right Arrow 55"/>
              <p:cNvSpPr/>
              <p:nvPr/>
            </p:nvSpPr>
            <p:spPr>
              <a:xfrm>
                <a:off x="2521537" y="3731340"/>
                <a:ext cx="653441" cy="207150"/>
              </a:xfrm>
              <a:prstGeom prst="striped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71" name="Rectangle 70"/>
            <p:cNvSpPr/>
            <p:nvPr/>
          </p:nvSpPr>
          <p:spPr>
            <a:xfrm>
              <a:off x="4539922" y="3818465"/>
              <a:ext cx="1327286"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a:t>
              </a:r>
            </a:p>
          </p:txBody>
        </p:sp>
        <p:sp>
          <p:nvSpPr>
            <p:cNvPr id="72" name="Rectangle 71"/>
            <p:cNvSpPr/>
            <p:nvPr/>
          </p:nvSpPr>
          <p:spPr>
            <a:xfrm>
              <a:off x="4833271" y="3724121"/>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(2)</a:t>
              </a:r>
            </a:p>
          </p:txBody>
        </p:sp>
        <p:sp>
          <p:nvSpPr>
            <p:cNvPr id="73" name="Striped Right Arrow 72"/>
            <p:cNvSpPr/>
            <p:nvPr/>
          </p:nvSpPr>
          <p:spPr>
            <a:xfrm>
              <a:off x="3959050" y="4052796"/>
              <a:ext cx="653441" cy="207150"/>
            </a:xfrm>
            <a:prstGeom prst="striped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74" name="Rectangle 73"/>
            <p:cNvSpPr/>
            <p:nvPr/>
          </p:nvSpPr>
          <p:spPr>
            <a:xfrm>
              <a:off x="6158264" y="3796692"/>
              <a:ext cx="1327286"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a:t>
              </a:r>
            </a:p>
          </p:txBody>
        </p:sp>
        <p:sp>
          <p:nvSpPr>
            <p:cNvPr id="75" name="Rectangle 74"/>
            <p:cNvSpPr/>
            <p:nvPr/>
          </p:nvSpPr>
          <p:spPr>
            <a:xfrm>
              <a:off x="6451613" y="3702348"/>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(3)</a:t>
              </a:r>
            </a:p>
          </p:txBody>
        </p:sp>
        <p:sp>
          <p:nvSpPr>
            <p:cNvPr id="76" name="Striped Right Arrow 75"/>
            <p:cNvSpPr/>
            <p:nvPr/>
          </p:nvSpPr>
          <p:spPr>
            <a:xfrm>
              <a:off x="5577392" y="4031023"/>
              <a:ext cx="653441" cy="207150"/>
            </a:xfrm>
            <a:prstGeom prst="striped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77" name="Rectangle 76"/>
            <p:cNvSpPr/>
            <p:nvPr/>
          </p:nvSpPr>
          <p:spPr>
            <a:xfrm>
              <a:off x="7689520" y="3774924"/>
              <a:ext cx="1022716"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   </a:t>
              </a:r>
            </a:p>
          </p:txBody>
        </p:sp>
        <p:sp>
          <p:nvSpPr>
            <p:cNvPr id="79" name="Striped Right Arrow 78"/>
            <p:cNvSpPr/>
            <p:nvPr/>
          </p:nvSpPr>
          <p:spPr>
            <a:xfrm>
              <a:off x="7108648" y="4009255"/>
              <a:ext cx="653441" cy="207150"/>
            </a:xfrm>
            <a:prstGeom prst="striped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
          <p:nvSpPr>
            <p:cNvPr id="80" name="Rectangle 79"/>
            <p:cNvSpPr/>
            <p:nvPr/>
          </p:nvSpPr>
          <p:spPr>
            <a:xfrm>
              <a:off x="9206260" y="3782181"/>
              <a:ext cx="1870705"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=D   </a:t>
              </a:r>
            </a:p>
          </p:txBody>
        </p:sp>
        <p:sp>
          <p:nvSpPr>
            <p:cNvPr id="81" name="Rectangle 80"/>
            <p:cNvSpPr/>
            <p:nvPr/>
          </p:nvSpPr>
          <p:spPr>
            <a:xfrm>
              <a:off x="9499609" y="3687837"/>
              <a:ext cx="642805"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(n)</a:t>
              </a:r>
            </a:p>
          </p:txBody>
        </p:sp>
        <p:sp>
          <p:nvSpPr>
            <p:cNvPr id="82" name="Striped Right Arrow 81"/>
            <p:cNvSpPr/>
            <p:nvPr/>
          </p:nvSpPr>
          <p:spPr>
            <a:xfrm>
              <a:off x="8625388" y="4016512"/>
              <a:ext cx="653441" cy="207150"/>
            </a:xfrm>
            <a:prstGeom prst="stripedRightArrow">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6" name="Rectangle 5">
            <a:extLst>
              <a:ext uri="{FF2B5EF4-FFF2-40B4-BE49-F238E27FC236}">
                <a16:creationId xmlns:a16="http://schemas.microsoft.com/office/drawing/2014/main" id="{04D299B9-7C30-40C6-9FCC-35850BB231AB}"/>
              </a:ext>
            </a:extLst>
          </p:cNvPr>
          <p:cNvSpPr/>
          <p:nvPr/>
        </p:nvSpPr>
        <p:spPr>
          <a:xfrm>
            <a:off x="6375384" y="1957544"/>
            <a:ext cx="3665087" cy="9827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spTree>
    <p:custDataLst>
      <p:tags r:id="rId1"/>
    </p:custDataLst>
    <p:extLst>
      <p:ext uri="{BB962C8B-B14F-4D97-AF65-F5344CB8AC3E}">
        <p14:creationId xmlns:p14="http://schemas.microsoft.com/office/powerpoint/2010/main" val="344927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Calculating Ds</a:t>
            </a:r>
          </a:p>
        </p:txBody>
      </p:sp>
      <p:sp>
        <p:nvSpPr>
          <p:cNvPr id="19" name="Slide Number Placeholder 18">
            <a:extLst>
              <a:ext uri="{FF2B5EF4-FFF2-40B4-BE49-F238E27FC236}">
                <a16:creationId xmlns:a16="http://schemas.microsoft.com/office/drawing/2014/main" id="{D42F3761-78EE-4C90-B6A3-2AF82BB4534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63/89</a:t>
            </a:r>
          </a:p>
        </p:txBody>
      </p:sp>
      <p:grpSp>
        <p:nvGrpSpPr>
          <p:cNvPr id="7" name="Group 6"/>
          <p:cNvGrpSpPr/>
          <p:nvPr/>
        </p:nvGrpSpPr>
        <p:grpSpPr>
          <a:xfrm>
            <a:off x="853999" y="3496925"/>
            <a:ext cx="435531" cy="435531"/>
            <a:chOff x="375029" y="3482411"/>
            <a:chExt cx="435531" cy="435531"/>
          </a:xfrm>
        </p:grpSpPr>
        <p:sp>
          <p:nvSpPr>
            <p:cNvPr id="10"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Corbel"/>
              </a:endParaRPr>
            </a:p>
          </p:txBody>
        </p:sp>
        <p:sp>
          <p:nvSpPr>
            <p:cNvPr id="23" name="TextBox 22"/>
            <p:cNvSpPr txBox="1"/>
            <p:nvPr/>
          </p:nvSpPr>
          <p:spPr>
            <a:xfrm>
              <a:off x="424318" y="3504271"/>
              <a:ext cx="356188" cy="369332"/>
            </a:xfrm>
            <a:prstGeom prst="rect">
              <a:avLst/>
            </a:prstGeom>
            <a:noFill/>
          </p:spPr>
          <p:txBody>
            <a:bodyPr wrap="none" rtlCol="0">
              <a:spAutoFit/>
            </a:bodyPr>
            <a:lstStyle/>
            <a:p>
              <a:r>
                <a:rPr lang="en-US" b="1" dirty="0">
                  <a:solidFill>
                    <a:prstClr val="black"/>
                  </a:solidFill>
                  <a:latin typeface="Corbel"/>
                </a:rPr>
                <a:t>vi</a:t>
              </a:r>
            </a:p>
          </p:txBody>
        </p:sp>
      </p:grpSp>
      <p:grpSp>
        <p:nvGrpSpPr>
          <p:cNvPr id="5" name="Group 4"/>
          <p:cNvGrpSpPr/>
          <p:nvPr/>
        </p:nvGrpSpPr>
        <p:grpSpPr>
          <a:xfrm>
            <a:off x="4705505" y="3435645"/>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Corbel"/>
              </a:endParaRPr>
            </a:p>
          </p:txBody>
        </p:sp>
        <p:sp>
          <p:nvSpPr>
            <p:cNvPr id="24" name="TextBox 23"/>
            <p:cNvSpPr txBox="1"/>
            <p:nvPr/>
          </p:nvSpPr>
          <p:spPr>
            <a:xfrm>
              <a:off x="7798791" y="2249538"/>
              <a:ext cx="359394" cy="369332"/>
            </a:xfrm>
            <a:prstGeom prst="rect">
              <a:avLst/>
            </a:prstGeom>
            <a:noFill/>
          </p:spPr>
          <p:txBody>
            <a:bodyPr wrap="none" rtlCol="0">
              <a:spAutoFit/>
            </a:bodyPr>
            <a:lstStyle/>
            <a:p>
              <a:r>
                <a:rPr lang="en-US" b="1" dirty="0" err="1">
                  <a:solidFill>
                    <a:prstClr val="black"/>
                  </a:solidFill>
                  <a:latin typeface="Corbel"/>
                </a:rPr>
                <a:t>vj</a:t>
              </a:r>
              <a:endParaRPr lang="en-US" b="1" dirty="0">
                <a:solidFill>
                  <a:prstClr val="black"/>
                </a:solidFill>
                <a:latin typeface="Corbel"/>
              </a:endParaRPr>
            </a:p>
          </p:txBody>
        </p:sp>
      </p:grpSp>
      <p:sp>
        <p:nvSpPr>
          <p:cNvPr id="4" name="Freeform 3"/>
          <p:cNvSpPr/>
          <p:nvPr/>
        </p:nvSpPr>
        <p:spPr>
          <a:xfrm>
            <a:off x="1291772" y="3495115"/>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153B66-897F-4365-AE22-613B78B1B402}"/>
                  </a:ext>
                </a:extLst>
              </p:cNvPr>
              <p:cNvSpPr txBox="1"/>
              <p:nvPr/>
            </p:nvSpPr>
            <p:spPr>
              <a:xfrm>
                <a:off x="2197633" y="3649028"/>
                <a:ext cx="1752980"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0" dirty="0" smtClean="0">
                              <a:solidFill>
                                <a:srgbClr val="FF0000"/>
                              </a:solidFill>
                              <a:latin typeface="Cambria Math" panose="02040503050406030204" pitchFamily="18" charset="0"/>
                            </a:rPr>
                            <m:t>𝐃</m:t>
                          </m:r>
                        </m:e>
                        <m:sup>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𝐤</m:t>
                          </m:r>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𝟏</m:t>
                          </m:r>
                          <m:r>
                            <a:rPr lang="en-US" sz="2400" b="1" i="0" dirty="0" smtClean="0">
                              <a:solidFill>
                                <a:srgbClr val="FF0000"/>
                              </a:solidFill>
                              <a:latin typeface="Cambria Math" panose="02040503050406030204" pitchFamily="18" charset="0"/>
                            </a:rPr>
                            <m:t>)</m:t>
                          </m:r>
                        </m:sup>
                      </m:sSup>
                      <m:d>
                        <m:dPr>
                          <m:begChr m:val="["/>
                          <m:endChr m:val="]"/>
                          <m:ctrlPr>
                            <a:rPr lang="en-US" sz="2400" b="1" i="1" dirty="0" smtClean="0">
                              <a:solidFill>
                                <a:srgbClr val="FF0000"/>
                              </a:solidFill>
                              <a:latin typeface="Cambria Math" panose="02040503050406030204" pitchFamily="18" charset="0"/>
                            </a:rPr>
                          </m:ctrlPr>
                        </m:dPr>
                        <m:e>
                          <m:r>
                            <a:rPr lang="en-US" sz="2400" b="1" i="0" dirty="0" smtClean="0">
                              <a:solidFill>
                                <a:srgbClr val="FF0000"/>
                              </a:solidFill>
                              <a:latin typeface="Cambria Math" panose="02040503050406030204" pitchFamily="18" charset="0"/>
                            </a:rPr>
                            <m:t>𝐢</m:t>
                          </m:r>
                        </m:e>
                      </m:d>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𝐣</m:t>
                      </m:r>
                      <m:r>
                        <a:rPr lang="en-US" sz="2400" b="1" i="0" dirty="0" smtClean="0">
                          <a:solidFill>
                            <a:srgbClr val="FF0000"/>
                          </a:solidFill>
                          <a:latin typeface="Cambria Math" panose="02040503050406030204" pitchFamily="18" charset="0"/>
                        </a:rPr>
                        <m:t>]</m:t>
                      </m:r>
                    </m:oMath>
                  </m:oMathPara>
                </a14:m>
                <a:endParaRPr lang="en-US" sz="2400" b="1" dirty="0"/>
              </a:p>
            </p:txBody>
          </p:sp>
        </mc:Choice>
        <mc:Fallback xmlns="">
          <p:sp>
            <p:nvSpPr>
              <p:cNvPr id="3" name="TextBox 2">
                <a:extLst>
                  <a:ext uri="{FF2B5EF4-FFF2-40B4-BE49-F238E27FC236}">
                    <a16:creationId xmlns:a16="http://schemas.microsoft.com/office/drawing/2014/main" id="{97153B66-897F-4365-AE22-613B78B1B402}"/>
                  </a:ext>
                </a:extLst>
              </p:cNvPr>
              <p:cNvSpPr txBox="1">
                <a:spLocks noRot="1" noChangeAspect="1" noMove="1" noResize="1" noEditPoints="1" noAdjustHandles="1" noChangeArrowheads="1" noChangeShapeType="1" noTextEdit="1"/>
              </p:cNvSpPr>
              <p:nvPr/>
            </p:nvSpPr>
            <p:spPr>
              <a:xfrm>
                <a:off x="2197633" y="3649028"/>
                <a:ext cx="1752980" cy="477503"/>
              </a:xfrm>
              <a:prstGeom prst="rect">
                <a:avLst/>
              </a:prstGeom>
              <a:blipFill>
                <a:blip r:embed="rId4"/>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363125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Calculating Ds</a:t>
            </a:r>
          </a:p>
        </p:txBody>
      </p:sp>
      <p:sp>
        <p:nvSpPr>
          <p:cNvPr id="19" name="Slide Number Placeholder 18">
            <a:extLst>
              <a:ext uri="{FF2B5EF4-FFF2-40B4-BE49-F238E27FC236}">
                <a16:creationId xmlns:a16="http://schemas.microsoft.com/office/drawing/2014/main" id="{D42F3761-78EE-4C90-B6A3-2AF82BB4534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64/89</a:t>
            </a:r>
          </a:p>
        </p:txBody>
      </p:sp>
      <p:grpSp>
        <p:nvGrpSpPr>
          <p:cNvPr id="7" name="Group 6"/>
          <p:cNvGrpSpPr/>
          <p:nvPr/>
        </p:nvGrpSpPr>
        <p:grpSpPr>
          <a:xfrm>
            <a:off x="853999" y="3950281"/>
            <a:ext cx="435531" cy="435531"/>
            <a:chOff x="375029" y="3482411"/>
            <a:chExt cx="435531" cy="435531"/>
          </a:xfrm>
        </p:grpSpPr>
        <p:sp>
          <p:nvSpPr>
            <p:cNvPr id="10"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5" name="Group 4"/>
          <p:cNvGrpSpPr/>
          <p:nvPr/>
        </p:nvGrpSpPr>
        <p:grpSpPr>
          <a:xfrm>
            <a:off x="4705505" y="3889001"/>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 name="Freeform 3"/>
          <p:cNvSpPr/>
          <p:nvPr/>
        </p:nvSpPr>
        <p:spPr>
          <a:xfrm>
            <a:off x="1291772" y="394847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11" name="Group 10"/>
          <p:cNvGrpSpPr/>
          <p:nvPr/>
        </p:nvGrpSpPr>
        <p:grpSpPr>
          <a:xfrm>
            <a:off x="6340407" y="4986914"/>
            <a:ext cx="4287037" cy="1150876"/>
            <a:chOff x="5440520" y="4683870"/>
            <a:chExt cx="4287037" cy="1150876"/>
          </a:xfrm>
        </p:grpSpPr>
        <p:grpSp>
          <p:nvGrpSpPr>
            <p:cNvPr id="38" name="Group 37"/>
            <p:cNvGrpSpPr/>
            <p:nvPr/>
          </p:nvGrpSpPr>
          <p:grpSpPr>
            <a:xfrm>
              <a:off x="5440520" y="4745150"/>
              <a:ext cx="435531" cy="435531"/>
              <a:chOff x="375029" y="3482411"/>
              <a:chExt cx="435531" cy="435531"/>
            </a:xfrm>
          </p:grpSpPr>
          <p:sp>
            <p:nvSpPr>
              <p:cNvPr id="3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0" name="TextBox 3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41" name="Group 40"/>
            <p:cNvGrpSpPr/>
            <p:nvPr/>
          </p:nvGrpSpPr>
          <p:grpSpPr>
            <a:xfrm>
              <a:off x="9292026" y="4683870"/>
              <a:ext cx="435531" cy="435531"/>
              <a:chOff x="7753506" y="2216439"/>
              <a:chExt cx="435531" cy="435531"/>
            </a:xfrm>
          </p:grpSpPr>
          <p:sp>
            <p:nvSpPr>
              <p:cNvPr id="4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5" name="Freeform 44"/>
            <p:cNvSpPr/>
            <p:nvPr/>
          </p:nvSpPr>
          <p:spPr>
            <a:xfrm>
              <a:off x="5878293" y="4743340"/>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70C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9" name="Group 8"/>
          <p:cNvGrpSpPr/>
          <p:nvPr/>
        </p:nvGrpSpPr>
        <p:grpSpPr>
          <a:xfrm>
            <a:off x="6320631" y="2093757"/>
            <a:ext cx="4287037" cy="1410579"/>
            <a:chOff x="5244575" y="2107588"/>
            <a:chExt cx="4287037" cy="1410579"/>
          </a:xfrm>
        </p:grpSpPr>
        <p:grpSp>
          <p:nvGrpSpPr>
            <p:cNvPr id="25" name="Group 24"/>
            <p:cNvGrpSpPr/>
            <p:nvPr/>
          </p:nvGrpSpPr>
          <p:grpSpPr>
            <a:xfrm>
              <a:off x="5244575" y="2168868"/>
              <a:ext cx="435531" cy="435531"/>
              <a:chOff x="375029" y="3482411"/>
              <a:chExt cx="435531" cy="435531"/>
            </a:xfrm>
          </p:grpSpPr>
          <p:sp>
            <p:nvSpPr>
              <p:cNvPr id="2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0" name="TextBox 2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31" name="Group 30"/>
            <p:cNvGrpSpPr/>
            <p:nvPr/>
          </p:nvGrpSpPr>
          <p:grpSpPr>
            <a:xfrm>
              <a:off x="9096081" y="2107588"/>
              <a:ext cx="435531" cy="435531"/>
              <a:chOff x="7753506" y="2216439"/>
              <a:chExt cx="435531" cy="435531"/>
            </a:xfrm>
          </p:grpSpPr>
          <p:sp>
            <p:nvSpPr>
              <p:cNvPr id="3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3" name="TextBox 3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34" name="Freeform 33"/>
            <p:cNvSpPr/>
            <p:nvPr/>
          </p:nvSpPr>
          <p:spPr>
            <a:xfrm>
              <a:off x="5682348" y="2167058"/>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3" name="Group 2"/>
            <p:cNvGrpSpPr/>
            <p:nvPr/>
          </p:nvGrpSpPr>
          <p:grpSpPr>
            <a:xfrm>
              <a:off x="7598374" y="3049024"/>
              <a:ext cx="622286" cy="469143"/>
              <a:chOff x="4850198" y="4397830"/>
              <a:chExt cx="622286" cy="469143"/>
            </a:xfrm>
          </p:grpSpPr>
          <p:sp>
            <p:nvSpPr>
              <p:cNvPr id="14" name="Oval 16"/>
              <p:cNvSpPr>
                <a:spLocks noChangeArrowheads="1"/>
              </p:cNvSpPr>
              <p:nvPr/>
            </p:nvSpPr>
            <p:spPr bwMode="auto">
              <a:xfrm>
                <a:off x="4903729" y="4397830"/>
                <a:ext cx="492879" cy="469143"/>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Rectangle 25"/>
              <p:cNvSpPr/>
              <p:nvPr/>
            </p:nvSpPr>
            <p:spPr>
              <a:xfrm>
                <a:off x="4850198" y="4489604"/>
                <a:ext cx="622286" cy="307777"/>
              </a:xfrm>
              <a:prstGeom prst="rect">
                <a:avLst/>
              </a:prstGeom>
            </p:spPr>
            <p:txBody>
              <a:bodyPr wrap="none">
                <a:spAutoFit/>
              </a:bodyPr>
              <a:lstStyle/>
              <a:p>
                <a:r>
                  <a:rPr lang="en-US" sz="1400" b="1" dirty="0">
                    <a:solidFill>
                      <a:prstClr val="black"/>
                    </a:solidFill>
                    <a:latin typeface="Arial Rounded MT Bold" panose="020F0704030504030204" pitchFamily="34" charset="0"/>
                  </a:rPr>
                  <a:t>Vk+1</a:t>
                </a:r>
              </a:p>
            </p:txBody>
          </p:sp>
        </p:grpSp>
      </p:grpSp>
      <p:sp>
        <p:nvSpPr>
          <p:cNvPr id="55" name="Left Brace 54"/>
          <p:cNvSpPr/>
          <p:nvPr/>
        </p:nvSpPr>
        <p:spPr>
          <a:xfrm>
            <a:off x="5609133" y="2385108"/>
            <a:ext cx="294588" cy="3427406"/>
          </a:xfrm>
          <a:prstGeom prst="leftBrace">
            <a:avLst>
              <a:gd name="adj1" fmla="val 4112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47DB08-5B57-4F30-B368-4C6235794C2F}"/>
                  </a:ext>
                </a:extLst>
              </p:cNvPr>
              <p:cNvSpPr txBox="1"/>
              <p:nvPr/>
            </p:nvSpPr>
            <p:spPr>
              <a:xfrm>
                <a:off x="2197633" y="4102384"/>
                <a:ext cx="1752980"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0" dirty="0" smtClean="0">
                              <a:solidFill>
                                <a:srgbClr val="FF0000"/>
                              </a:solidFill>
                              <a:latin typeface="Cambria Math" panose="02040503050406030204" pitchFamily="18" charset="0"/>
                            </a:rPr>
                            <m:t>𝐃</m:t>
                          </m:r>
                        </m:e>
                        <m:sup>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𝐤</m:t>
                          </m:r>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𝟏</m:t>
                          </m:r>
                          <m:r>
                            <a:rPr lang="en-US" sz="2400" b="1" i="0" dirty="0" smtClean="0">
                              <a:solidFill>
                                <a:srgbClr val="FF0000"/>
                              </a:solidFill>
                              <a:latin typeface="Cambria Math" panose="02040503050406030204" pitchFamily="18" charset="0"/>
                            </a:rPr>
                            <m:t>)</m:t>
                          </m:r>
                        </m:sup>
                      </m:sSup>
                      <m:d>
                        <m:dPr>
                          <m:begChr m:val="["/>
                          <m:endChr m:val="]"/>
                          <m:ctrlPr>
                            <a:rPr lang="en-US" sz="2400" b="1" i="1" dirty="0" smtClean="0">
                              <a:solidFill>
                                <a:srgbClr val="FF0000"/>
                              </a:solidFill>
                              <a:latin typeface="Cambria Math" panose="02040503050406030204" pitchFamily="18" charset="0"/>
                            </a:rPr>
                          </m:ctrlPr>
                        </m:dPr>
                        <m:e>
                          <m:r>
                            <a:rPr lang="en-US" sz="2400" b="1" i="0" dirty="0" smtClean="0">
                              <a:solidFill>
                                <a:srgbClr val="FF0000"/>
                              </a:solidFill>
                              <a:latin typeface="Cambria Math" panose="02040503050406030204" pitchFamily="18" charset="0"/>
                            </a:rPr>
                            <m:t>𝐢</m:t>
                          </m:r>
                        </m:e>
                      </m:d>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𝐣</m:t>
                      </m:r>
                      <m:r>
                        <a:rPr lang="en-US" sz="2400" b="1" i="0" dirty="0" smtClean="0">
                          <a:solidFill>
                            <a:srgbClr val="FF0000"/>
                          </a:solidFill>
                          <a:latin typeface="Cambria Math" panose="02040503050406030204" pitchFamily="18" charset="0"/>
                        </a:rPr>
                        <m:t>]</m:t>
                      </m:r>
                    </m:oMath>
                  </m:oMathPara>
                </a14:m>
                <a:endParaRPr lang="en-US" sz="2400" b="1" dirty="0">
                  <a:latin typeface="Arial Rounded MT Bold" panose="020F0704030504030204" pitchFamily="34" charset="0"/>
                </a:endParaRPr>
              </a:p>
            </p:txBody>
          </p:sp>
        </mc:Choice>
        <mc:Fallback xmlns="">
          <p:sp>
            <p:nvSpPr>
              <p:cNvPr id="35" name="TextBox 34">
                <a:extLst>
                  <a:ext uri="{FF2B5EF4-FFF2-40B4-BE49-F238E27FC236}">
                    <a16:creationId xmlns:a16="http://schemas.microsoft.com/office/drawing/2014/main" id="{2647DB08-5B57-4F30-B368-4C6235794C2F}"/>
                  </a:ext>
                </a:extLst>
              </p:cNvPr>
              <p:cNvSpPr txBox="1">
                <a:spLocks noRot="1" noChangeAspect="1" noMove="1" noResize="1" noEditPoints="1" noAdjustHandles="1" noChangeArrowheads="1" noChangeShapeType="1" noTextEdit="1"/>
              </p:cNvSpPr>
              <p:nvPr/>
            </p:nvSpPr>
            <p:spPr>
              <a:xfrm>
                <a:off x="2197633" y="4102384"/>
                <a:ext cx="1752980" cy="47750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DF1F9F63-654D-6F91-3826-BACAEF7B595C}"/>
                  </a:ext>
                </a:extLst>
              </p14:cNvPr>
              <p14:cNvContentPartPr/>
              <p14:nvPr/>
            </p14:nvContentPartPr>
            <p14:xfrm>
              <a:off x="8054316" y="2451609"/>
              <a:ext cx="1550160" cy="1417680"/>
            </p14:xfrm>
          </p:contentPart>
        </mc:Choice>
        <mc:Fallback>
          <p:pic>
            <p:nvPicPr>
              <p:cNvPr id="6" name="Ink 5">
                <a:extLst>
                  <a:ext uri="{FF2B5EF4-FFF2-40B4-BE49-F238E27FC236}">
                    <a16:creationId xmlns:a16="http://schemas.microsoft.com/office/drawing/2014/main" id="{DF1F9F63-654D-6F91-3826-BACAEF7B595C}"/>
                  </a:ext>
                </a:extLst>
              </p:cNvPr>
              <p:cNvPicPr/>
              <p:nvPr/>
            </p:nvPicPr>
            <p:blipFill>
              <a:blip r:embed="rId6"/>
              <a:stretch>
                <a:fillRect/>
              </a:stretch>
            </p:blipFill>
            <p:spPr>
              <a:xfrm>
                <a:off x="8048196" y="2445489"/>
                <a:ext cx="1562400" cy="1429920"/>
              </a:xfrm>
              <a:prstGeom prst="rect">
                <a:avLst/>
              </a:prstGeom>
            </p:spPr>
          </p:pic>
        </mc:Fallback>
      </mc:AlternateContent>
    </p:spTree>
    <p:custDataLst>
      <p:tags r:id="rId1"/>
    </p:custDataLst>
    <p:extLst>
      <p:ext uri="{BB962C8B-B14F-4D97-AF65-F5344CB8AC3E}">
        <p14:creationId xmlns:p14="http://schemas.microsoft.com/office/powerpoint/2010/main" val="3966445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Calculating Ds</a:t>
            </a:r>
          </a:p>
        </p:txBody>
      </p:sp>
      <p:sp>
        <p:nvSpPr>
          <p:cNvPr id="19" name="Slide Number Placeholder 18">
            <a:extLst>
              <a:ext uri="{FF2B5EF4-FFF2-40B4-BE49-F238E27FC236}">
                <a16:creationId xmlns:a16="http://schemas.microsoft.com/office/drawing/2014/main" id="{D42F3761-78EE-4C90-B6A3-2AF82BB4534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65/89</a:t>
            </a:r>
          </a:p>
        </p:txBody>
      </p:sp>
      <p:grpSp>
        <p:nvGrpSpPr>
          <p:cNvPr id="7" name="Group 6"/>
          <p:cNvGrpSpPr/>
          <p:nvPr/>
        </p:nvGrpSpPr>
        <p:grpSpPr>
          <a:xfrm>
            <a:off x="853999" y="3950281"/>
            <a:ext cx="435531" cy="435531"/>
            <a:chOff x="375029" y="3482411"/>
            <a:chExt cx="435531" cy="435531"/>
          </a:xfrm>
        </p:grpSpPr>
        <p:sp>
          <p:nvSpPr>
            <p:cNvPr id="10"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5" name="Group 4"/>
          <p:cNvGrpSpPr/>
          <p:nvPr/>
        </p:nvGrpSpPr>
        <p:grpSpPr>
          <a:xfrm>
            <a:off x="4705505" y="3889001"/>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 name="Freeform 3"/>
          <p:cNvSpPr/>
          <p:nvPr/>
        </p:nvSpPr>
        <p:spPr>
          <a:xfrm>
            <a:off x="1291772" y="394847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11" name="Group 10"/>
          <p:cNvGrpSpPr/>
          <p:nvPr/>
        </p:nvGrpSpPr>
        <p:grpSpPr>
          <a:xfrm>
            <a:off x="6340407" y="4986914"/>
            <a:ext cx="4287037" cy="1150876"/>
            <a:chOff x="5440520" y="4683870"/>
            <a:chExt cx="4287037" cy="1150876"/>
          </a:xfrm>
        </p:grpSpPr>
        <p:grpSp>
          <p:nvGrpSpPr>
            <p:cNvPr id="38" name="Group 37"/>
            <p:cNvGrpSpPr/>
            <p:nvPr/>
          </p:nvGrpSpPr>
          <p:grpSpPr>
            <a:xfrm>
              <a:off x="5440520" y="4745150"/>
              <a:ext cx="435531" cy="435531"/>
              <a:chOff x="375029" y="3482411"/>
              <a:chExt cx="435531" cy="435531"/>
            </a:xfrm>
          </p:grpSpPr>
          <p:sp>
            <p:nvSpPr>
              <p:cNvPr id="3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0" name="TextBox 3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41" name="Group 40"/>
            <p:cNvGrpSpPr/>
            <p:nvPr/>
          </p:nvGrpSpPr>
          <p:grpSpPr>
            <a:xfrm>
              <a:off x="9292026" y="4683870"/>
              <a:ext cx="435531" cy="435531"/>
              <a:chOff x="7753506" y="2216439"/>
              <a:chExt cx="435531" cy="435531"/>
            </a:xfrm>
          </p:grpSpPr>
          <p:sp>
            <p:nvSpPr>
              <p:cNvPr id="4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5" name="Freeform 44"/>
            <p:cNvSpPr/>
            <p:nvPr/>
          </p:nvSpPr>
          <p:spPr>
            <a:xfrm>
              <a:off x="5878293" y="4743340"/>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70C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9" name="Group 8"/>
          <p:cNvGrpSpPr/>
          <p:nvPr/>
        </p:nvGrpSpPr>
        <p:grpSpPr>
          <a:xfrm>
            <a:off x="6320631" y="2093757"/>
            <a:ext cx="4287037" cy="1410579"/>
            <a:chOff x="5244575" y="2107588"/>
            <a:chExt cx="4287037" cy="1410579"/>
          </a:xfrm>
        </p:grpSpPr>
        <p:grpSp>
          <p:nvGrpSpPr>
            <p:cNvPr id="25" name="Group 24"/>
            <p:cNvGrpSpPr/>
            <p:nvPr/>
          </p:nvGrpSpPr>
          <p:grpSpPr>
            <a:xfrm>
              <a:off x="5244575" y="2168868"/>
              <a:ext cx="435531" cy="435531"/>
              <a:chOff x="375029" y="3482411"/>
              <a:chExt cx="435531" cy="435531"/>
            </a:xfrm>
          </p:grpSpPr>
          <p:sp>
            <p:nvSpPr>
              <p:cNvPr id="2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0" name="TextBox 2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31" name="Group 30"/>
            <p:cNvGrpSpPr/>
            <p:nvPr/>
          </p:nvGrpSpPr>
          <p:grpSpPr>
            <a:xfrm>
              <a:off x="9096081" y="2107588"/>
              <a:ext cx="435531" cy="435531"/>
              <a:chOff x="7753506" y="2216439"/>
              <a:chExt cx="435531" cy="435531"/>
            </a:xfrm>
          </p:grpSpPr>
          <p:sp>
            <p:nvSpPr>
              <p:cNvPr id="3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3" name="TextBox 3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34" name="Freeform 33"/>
            <p:cNvSpPr/>
            <p:nvPr/>
          </p:nvSpPr>
          <p:spPr>
            <a:xfrm>
              <a:off x="5682348" y="2167058"/>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3" name="Group 2"/>
            <p:cNvGrpSpPr/>
            <p:nvPr/>
          </p:nvGrpSpPr>
          <p:grpSpPr>
            <a:xfrm>
              <a:off x="7598374" y="3049024"/>
              <a:ext cx="622286" cy="469143"/>
              <a:chOff x="4850198" y="4397830"/>
              <a:chExt cx="622286" cy="469143"/>
            </a:xfrm>
          </p:grpSpPr>
          <p:sp>
            <p:nvSpPr>
              <p:cNvPr id="14" name="Oval 16"/>
              <p:cNvSpPr>
                <a:spLocks noChangeArrowheads="1"/>
              </p:cNvSpPr>
              <p:nvPr/>
            </p:nvSpPr>
            <p:spPr bwMode="auto">
              <a:xfrm>
                <a:off x="4903729" y="4397830"/>
                <a:ext cx="492879" cy="469143"/>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Rectangle 25"/>
              <p:cNvSpPr/>
              <p:nvPr/>
            </p:nvSpPr>
            <p:spPr>
              <a:xfrm>
                <a:off x="4850198" y="4489604"/>
                <a:ext cx="622286" cy="307777"/>
              </a:xfrm>
              <a:prstGeom prst="rect">
                <a:avLst/>
              </a:prstGeom>
            </p:spPr>
            <p:txBody>
              <a:bodyPr wrap="none">
                <a:spAutoFit/>
              </a:bodyPr>
              <a:lstStyle/>
              <a:p>
                <a:r>
                  <a:rPr lang="en-US" sz="1400" b="1" dirty="0">
                    <a:solidFill>
                      <a:prstClr val="black"/>
                    </a:solidFill>
                    <a:latin typeface="Arial Rounded MT Bold" panose="020F0704030504030204" pitchFamily="34" charset="0"/>
                  </a:rPr>
                  <a:t>Vk+1</a:t>
                </a:r>
              </a:p>
            </p:txBody>
          </p:sp>
        </p:grpSp>
      </p:grpSp>
      <p:sp>
        <p:nvSpPr>
          <p:cNvPr id="55" name="Left Brace 54"/>
          <p:cNvSpPr/>
          <p:nvPr/>
        </p:nvSpPr>
        <p:spPr>
          <a:xfrm>
            <a:off x="5609133" y="2385108"/>
            <a:ext cx="294588" cy="3427406"/>
          </a:xfrm>
          <a:prstGeom prst="leftBrace">
            <a:avLst>
              <a:gd name="adj1" fmla="val 4112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47DB08-5B57-4F30-B368-4C6235794C2F}"/>
                  </a:ext>
                </a:extLst>
              </p:cNvPr>
              <p:cNvSpPr txBox="1"/>
              <p:nvPr/>
            </p:nvSpPr>
            <p:spPr>
              <a:xfrm>
                <a:off x="2197633" y="4102384"/>
                <a:ext cx="1752980"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0" dirty="0" smtClean="0">
                              <a:solidFill>
                                <a:srgbClr val="FF0000"/>
                              </a:solidFill>
                              <a:latin typeface="Cambria Math" panose="02040503050406030204" pitchFamily="18" charset="0"/>
                            </a:rPr>
                            <m:t>𝐃</m:t>
                          </m:r>
                        </m:e>
                        <m:sup>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𝐤</m:t>
                          </m:r>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𝟏</m:t>
                          </m:r>
                          <m:r>
                            <a:rPr lang="en-US" sz="2400" b="1" i="0" dirty="0" smtClean="0">
                              <a:solidFill>
                                <a:srgbClr val="FF0000"/>
                              </a:solidFill>
                              <a:latin typeface="Cambria Math" panose="02040503050406030204" pitchFamily="18" charset="0"/>
                            </a:rPr>
                            <m:t>)</m:t>
                          </m:r>
                        </m:sup>
                      </m:sSup>
                      <m:d>
                        <m:dPr>
                          <m:begChr m:val="["/>
                          <m:endChr m:val="]"/>
                          <m:ctrlPr>
                            <a:rPr lang="en-US" sz="2400" b="1" i="1" dirty="0" smtClean="0">
                              <a:solidFill>
                                <a:srgbClr val="FF0000"/>
                              </a:solidFill>
                              <a:latin typeface="Cambria Math" panose="02040503050406030204" pitchFamily="18" charset="0"/>
                            </a:rPr>
                          </m:ctrlPr>
                        </m:dPr>
                        <m:e>
                          <m:r>
                            <a:rPr lang="en-US" sz="2400" b="1" i="0" dirty="0" smtClean="0">
                              <a:solidFill>
                                <a:srgbClr val="FF0000"/>
                              </a:solidFill>
                              <a:latin typeface="Cambria Math" panose="02040503050406030204" pitchFamily="18" charset="0"/>
                            </a:rPr>
                            <m:t>𝐢</m:t>
                          </m:r>
                        </m:e>
                      </m:d>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𝐣</m:t>
                      </m:r>
                      <m:r>
                        <a:rPr lang="en-US" sz="2400" b="1" i="0" dirty="0" smtClean="0">
                          <a:solidFill>
                            <a:srgbClr val="FF0000"/>
                          </a:solidFill>
                          <a:latin typeface="Cambria Math" panose="02040503050406030204" pitchFamily="18" charset="0"/>
                        </a:rPr>
                        <m:t>]</m:t>
                      </m:r>
                    </m:oMath>
                  </m:oMathPara>
                </a14:m>
                <a:endParaRPr lang="en-US" sz="2400" b="1" dirty="0">
                  <a:latin typeface="Arial Rounded MT Bold" panose="020F0704030504030204" pitchFamily="34" charset="0"/>
                </a:endParaRPr>
              </a:p>
            </p:txBody>
          </p:sp>
        </mc:Choice>
        <mc:Fallback xmlns="">
          <p:sp>
            <p:nvSpPr>
              <p:cNvPr id="35" name="TextBox 34">
                <a:extLst>
                  <a:ext uri="{FF2B5EF4-FFF2-40B4-BE49-F238E27FC236}">
                    <a16:creationId xmlns:a16="http://schemas.microsoft.com/office/drawing/2014/main" id="{2647DB08-5B57-4F30-B368-4C6235794C2F}"/>
                  </a:ext>
                </a:extLst>
              </p:cNvPr>
              <p:cNvSpPr txBox="1">
                <a:spLocks noRot="1" noChangeAspect="1" noMove="1" noResize="1" noEditPoints="1" noAdjustHandles="1" noChangeArrowheads="1" noChangeShapeType="1" noTextEdit="1"/>
              </p:cNvSpPr>
              <p:nvPr/>
            </p:nvSpPr>
            <p:spPr>
              <a:xfrm>
                <a:off x="2197633" y="4102384"/>
                <a:ext cx="1752980" cy="47750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9C39573-8C4D-4EFA-9353-29BD339D8DF9}"/>
                  </a:ext>
                </a:extLst>
              </p:cNvPr>
              <p:cNvSpPr txBox="1"/>
              <p:nvPr/>
            </p:nvSpPr>
            <p:spPr>
              <a:xfrm>
                <a:off x="7865505" y="5306087"/>
                <a:ext cx="1446806"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70C0"/>
                              </a:solidFill>
                              <a:latin typeface="Cambria Math" panose="02040503050406030204" pitchFamily="18" charset="0"/>
                            </a:rPr>
                          </m:ctrlPr>
                        </m:sSupPr>
                        <m:e>
                          <m:r>
                            <a:rPr lang="en-US" sz="2400" b="1" i="0" dirty="0" smtClean="0">
                              <a:solidFill>
                                <a:srgbClr val="0070C0"/>
                              </a:solidFill>
                              <a:latin typeface="Cambria Math" panose="02040503050406030204" pitchFamily="18" charset="0"/>
                            </a:rPr>
                            <m:t>𝐃</m:t>
                          </m:r>
                        </m:e>
                        <m:sup>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𝐤</m:t>
                          </m:r>
                          <m:r>
                            <a:rPr lang="en-US" sz="2400" b="1" i="0" dirty="0" smtClean="0">
                              <a:solidFill>
                                <a:srgbClr val="0070C0"/>
                              </a:solidFill>
                              <a:latin typeface="Cambria Math" panose="02040503050406030204" pitchFamily="18" charset="0"/>
                            </a:rPr>
                            <m:t>)</m:t>
                          </m:r>
                        </m:sup>
                      </m:sSup>
                      <m:d>
                        <m:dPr>
                          <m:begChr m:val="["/>
                          <m:endChr m:val="]"/>
                          <m:ctrlPr>
                            <a:rPr lang="en-US" sz="2400" b="1" i="1" dirty="0" smtClean="0">
                              <a:solidFill>
                                <a:srgbClr val="0070C0"/>
                              </a:solidFill>
                              <a:latin typeface="Cambria Math" panose="02040503050406030204" pitchFamily="18" charset="0"/>
                            </a:rPr>
                          </m:ctrlPr>
                        </m:dPr>
                        <m:e>
                          <m:r>
                            <a:rPr lang="en-US" sz="2400" b="1" i="0" dirty="0" smtClean="0">
                              <a:solidFill>
                                <a:srgbClr val="0070C0"/>
                              </a:solidFill>
                              <a:latin typeface="Cambria Math" panose="02040503050406030204" pitchFamily="18" charset="0"/>
                            </a:rPr>
                            <m:t>𝐢</m:t>
                          </m:r>
                        </m:e>
                      </m:d>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𝐣</m:t>
                      </m:r>
                      <m:r>
                        <a:rPr lang="en-US" sz="2400" b="1" i="0" dirty="0" smtClean="0">
                          <a:solidFill>
                            <a:srgbClr val="0070C0"/>
                          </a:solidFill>
                          <a:latin typeface="Cambria Math" panose="02040503050406030204" pitchFamily="18" charset="0"/>
                        </a:rPr>
                        <m:t>]</m:t>
                      </m:r>
                    </m:oMath>
                  </m:oMathPara>
                </a14:m>
                <a:endParaRPr lang="en-US" sz="2400" b="1" dirty="0">
                  <a:solidFill>
                    <a:srgbClr val="0070C0"/>
                  </a:solidFill>
                  <a:latin typeface="Arial Rounded MT Bold" panose="020F0704030504030204" pitchFamily="34" charset="0"/>
                </a:endParaRPr>
              </a:p>
            </p:txBody>
          </p:sp>
        </mc:Choice>
        <mc:Fallback xmlns="">
          <p:sp>
            <p:nvSpPr>
              <p:cNvPr id="36" name="TextBox 35">
                <a:extLst>
                  <a:ext uri="{FF2B5EF4-FFF2-40B4-BE49-F238E27FC236}">
                    <a16:creationId xmlns:a16="http://schemas.microsoft.com/office/drawing/2014/main" id="{79C39573-8C4D-4EFA-9353-29BD339D8DF9}"/>
                  </a:ext>
                </a:extLst>
              </p:cNvPr>
              <p:cNvSpPr txBox="1">
                <a:spLocks noRot="1" noChangeAspect="1" noMove="1" noResize="1" noEditPoints="1" noAdjustHandles="1" noChangeArrowheads="1" noChangeShapeType="1" noTextEdit="1"/>
              </p:cNvSpPr>
              <p:nvPr/>
            </p:nvSpPr>
            <p:spPr>
              <a:xfrm>
                <a:off x="7865505" y="5306087"/>
                <a:ext cx="1446806" cy="477503"/>
              </a:xfrm>
              <a:prstGeom prst="rect">
                <a:avLst/>
              </a:prstGeom>
              <a:blipFill>
                <a:blip r:embed="rId5"/>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826483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Calculating Ds</a:t>
            </a:r>
          </a:p>
        </p:txBody>
      </p:sp>
      <p:sp>
        <p:nvSpPr>
          <p:cNvPr id="19" name="Slide Number Placeholder 18">
            <a:extLst>
              <a:ext uri="{FF2B5EF4-FFF2-40B4-BE49-F238E27FC236}">
                <a16:creationId xmlns:a16="http://schemas.microsoft.com/office/drawing/2014/main" id="{D42F3761-78EE-4C90-B6A3-2AF82BB4534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66/89</a:t>
            </a:r>
          </a:p>
        </p:txBody>
      </p:sp>
      <p:grpSp>
        <p:nvGrpSpPr>
          <p:cNvPr id="7" name="Group 6"/>
          <p:cNvGrpSpPr/>
          <p:nvPr/>
        </p:nvGrpSpPr>
        <p:grpSpPr>
          <a:xfrm>
            <a:off x="853999" y="3950281"/>
            <a:ext cx="435531" cy="435531"/>
            <a:chOff x="375029" y="3482411"/>
            <a:chExt cx="435531" cy="435531"/>
          </a:xfrm>
        </p:grpSpPr>
        <p:sp>
          <p:nvSpPr>
            <p:cNvPr id="10"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5" name="Group 4"/>
          <p:cNvGrpSpPr/>
          <p:nvPr/>
        </p:nvGrpSpPr>
        <p:grpSpPr>
          <a:xfrm>
            <a:off x="4705505" y="3889001"/>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 name="Freeform 3"/>
          <p:cNvSpPr/>
          <p:nvPr/>
        </p:nvSpPr>
        <p:spPr>
          <a:xfrm>
            <a:off x="1291772" y="394847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11" name="Group 10"/>
          <p:cNvGrpSpPr/>
          <p:nvPr/>
        </p:nvGrpSpPr>
        <p:grpSpPr>
          <a:xfrm>
            <a:off x="6340407" y="4986914"/>
            <a:ext cx="4287037" cy="1150876"/>
            <a:chOff x="5440520" y="4683870"/>
            <a:chExt cx="4287037" cy="1150876"/>
          </a:xfrm>
        </p:grpSpPr>
        <p:grpSp>
          <p:nvGrpSpPr>
            <p:cNvPr id="38" name="Group 37"/>
            <p:cNvGrpSpPr/>
            <p:nvPr/>
          </p:nvGrpSpPr>
          <p:grpSpPr>
            <a:xfrm>
              <a:off x="5440520" y="4745150"/>
              <a:ext cx="435531" cy="435531"/>
              <a:chOff x="375029" y="3482411"/>
              <a:chExt cx="435531" cy="435531"/>
            </a:xfrm>
          </p:grpSpPr>
          <p:sp>
            <p:nvSpPr>
              <p:cNvPr id="3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0" name="TextBox 3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41" name="Group 40"/>
            <p:cNvGrpSpPr/>
            <p:nvPr/>
          </p:nvGrpSpPr>
          <p:grpSpPr>
            <a:xfrm>
              <a:off x="9292026" y="4683870"/>
              <a:ext cx="435531" cy="435531"/>
              <a:chOff x="7753506" y="2216439"/>
              <a:chExt cx="435531" cy="435531"/>
            </a:xfrm>
          </p:grpSpPr>
          <p:sp>
            <p:nvSpPr>
              <p:cNvPr id="4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5" name="Freeform 44"/>
            <p:cNvSpPr/>
            <p:nvPr/>
          </p:nvSpPr>
          <p:spPr>
            <a:xfrm>
              <a:off x="5878293" y="4743340"/>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70C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9" name="Group 8"/>
          <p:cNvGrpSpPr/>
          <p:nvPr/>
        </p:nvGrpSpPr>
        <p:grpSpPr>
          <a:xfrm>
            <a:off x="6320631" y="2093757"/>
            <a:ext cx="4287037" cy="1410579"/>
            <a:chOff x="5244575" y="2107588"/>
            <a:chExt cx="4287037" cy="1410579"/>
          </a:xfrm>
        </p:grpSpPr>
        <p:grpSp>
          <p:nvGrpSpPr>
            <p:cNvPr id="25" name="Group 24"/>
            <p:cNvGrpSpPr/>
            <p:nvPr/>
          </p:nvGrpSpPr>
          <p:grpSpPr>
            <a:xfrm>
              <a:off x="5244575" y="2168868"/>
              <a:ext cx="435531" cy="435531"/>
              <a:chOff x="375029" y="3482411"/>
              <a:chExt cx="435531" cy="435531"/>
            </a:xfrm>
          </p:grpSpPr>
          <p:sp>
            <p:nvSpPr>
              <p:cNvPr id="2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0" name="TextBox 2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31" name="Group 30"/>
            <p:cNvGrpSpPr/>
            <p:nvPr/>
          </p:nvGrpSpPr>
          <p:grpSpPr>
            <a:xfrm>
              <a:off x="9096081" y="2107588"/>
              <a:ext cx="435531" cy="435531"/>
              <a:chOff x="7753506" y="2216439"/>
              <a:chExt cx="435531" cy="435531"/>
            </a:xfrm>
          </p:grpSpPr>
          <p:sp>
            <p:nvSpPr>
              <p:cNvPr id="3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3" name="TextBox 3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34" name="Freeform 33"/>
            <p:cNvSpPr/>
            <p:nvPr/>
          </p:nvSpPr>
          <p:spPr>
            <a:xfrm>
              <a:off x="5682348" y="2167058"/>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3" name="Group 2"/>
            <p:cNvGrpSpPr/>
            <p:nvPr/>
          </p:nvGrpSpPr>
          <p:grpSpPr>
            <a:xfrm>
              <a:off x="7598374" y="3049024"/>
              <a:ext cx="622286" cy="469143"/>
              <a:chOff x="4850198" y="4397830"/>
              <a:chExt cx="622286" cy="469143"/>
            </a:xfrm>
          </p:grpSpPr>
          <p:sp>
            <p:nvSpPr>
              <p:cNvPr id="14" name="Oval 16"/>
              <p:cNvSpPr>
                <a:spLocks noChangeArrowheads="1"/>
              </p:cNvSpPr>
              <p:nvPr/>
            </p:nvSpPr>
            <p:spPr bwMode="auto">
              <a:xfrm>
                <a:off x="4903729" y="4397830"/>
                <a:ext cx="492879" cy="469143"/>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Rectangle 25"/>
              <p:cNvSpPr/>
              <p:nvPr/>
            </p:nvSpPr>
            <p:spPr>
              <a:xfrm>
                <a:off x="4850198" y="4489604"/>
                <a:ext cx="622286" cy="307777"/>
              </a:xfrm>
              <a:prstGeom prst="rect">
                <a:avLst/>
              </a:prstGeom>
            </p:spPr>
            <p:txBody>
              <a:bodyPr wrap="none">
                <a:spAutoFit/>
              </a:bodyPr>
              <a:lstStyle/>
              <a:p>
                <a:r>
                  <a:rPr lang="en-US" sz="1400" b="1" dirty="0">
                    <a:solidFill>
                      <a:prstClr val="black"/>
                    </a:solidFill>
                    <a:latin typeface="Arial Rounded MT Bold" panose="020F0704030504030204" pitchFamily="34" charset="0"/>
                  </a:rPr>
                  <a:t>Vk+1</a:t>
                </a:r>
              </a:p>
            </p:txBody>
          </p:sp>
        </p:grpSp>
      </p:grpSp>
      <p:sp>
        <p:nvSpPr>
          <p:cNvPr id="55" name="Left Brace 54"/>
          <p:cNvSpPr/>
          <p:nvPr/>
        </p:nvSpPr>
        <p:spPr>
          <a:xfrm>
            <a:off x="5609133" y="2385108"/>
            <a:ext cx="294588" cy="3427406"/>
          </a:xfrm>
          <a:prstGeom prst="leftBrace">
            <a:avLst>
              <a:gd name="adj1" fmla="val 4112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47DB08-5B57-4F30-B368-4C6235794C2F}"/>
                  </a:ext>
                </a:extLst>
              </p:cNvPr>
              <p:cNvSpPr txBox="1"/>
              <p:nvPr/>
            </p:nvSpPr>
            <p:spPr>
              <a:xfrm>
                <a:off x="2197633" y="4102384"/>
                <a:ext cx="1752980"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0" dirty="0" smtClean="0">
                              <a:solidFill>
                                <a:srgbClr val="FF0000"/>
                              </a:solidFill>
                              <a:latin typeface="Cambria Math" panose="02040503050406030204" pitchFamily="18" charset="0"/>
                            </a:rPr>
                            <m:t>𝐃</m:t>
                          </m:r>
                        </m:e>
                        <m:sup>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𝐤</m:t>
                          </m:r>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𝟏</m:t>
                          </m:r>
                          <m:r>
                            <a:rPr lang="en-US" sz="2400" b="1" i="0" dirty="0" smtClean="0">
                              <a:solidFill>
                                <a:srgbClr val="FF0000"/>
                              </a:solidFill>
                              <a:latin typeface="Cambria Math" panose="02040503050406030204" pitchFamily="18" charset="0"/>
                            </a:rPr>
                            <m:t>)</m:t>
                          </m:r>
                        </m:sup>
                      </m:sSup>
                      <m:d>
                        <m:dPr>
                          <m:begChr m:val="["/>
                          <m:endChr m:val="]"/>
                          <m:ctrlPr>
                            <a:rPr lang="en-US" sz="2400" b="1" i="1" dirty="0" smtClean="0">
                              <a:solidFill>
                                <a:srgbClr val="FF0000"/>
                              </a:solidFill>
                              <a:latin typeface="Cambria Math" panose="02040503050406030204" pitchFamily="18" charset="0"/>
                            </a:rPr>
                          </m:ctrlPr>
                        </m:dPr>
                        <m:e>
                          <m:r>
                            <a:rPr lang="en-US" sz="2400" b="1" i="0" dirty="0" smtClean="0">
                              <a:solidFill>
                                <a:srgbClr val="FF0000"/>
                              </a:solidFill>
                              <a:latin typeface="Cambria Math" panose="02040503050406030204" pitchFamily="18" charset="0"/>
                            </a:rPr>
                            <m:t>𝐢</m:t>
                          </m:r>
                        </m:e>
                      </m:d>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𝐣</m:t>
                      </m:r>
                      <m:r>
                        <a:rPr lang="en-US" sz="2400" b="1" i="0" dirty="0" smtClean="0">
                          <a:solidFill>
                            <a:srgbClr val="FF0000"/>
                          </a:solidFill>
                          <a:latin typeface="Cambria Math" panose="02040503050406030204" pitchFamily="18" charset="0"/>
                        </a:rPr>
                        <m:t>]</m:t>
                      </m:r>
                    </m:oMath>
                  </m:oMathPara>
                </a14:m>
                <a:endParaRPr lang="en-US" sz="2400" b="1" dirty="0">
                  <a:latin typeface="Arial Rounded MT Bold" panose="020F0704030504030204" pitchFamily="34" charset="0"/>
                </a:endParaRPr>
              </a:p>
            </p:txBody>
          </p:sp>
        </mc:Choice>
        <mc:Fallback xmlns="">
          <p:sp>
            <p:nvSpPr>
              <p:cNvPr id="35" name="TextBox 34">
                <a:extLst>
                  <a:ext uri="{FF2B5EF4-FFF2-40B4-BE49-F238E27FC236}">
                    <a16:creationId xmlns:a16="http://schemas.microsoft.com/office/drawing/2014/main" id="{2647DB08-5B57-4F30-B368-4C6235794C2F}"/>
                  </a:ext>
                </a:extLst>
              </p:cNvPr>
              <p:cNvSpPr txBox="1">
                <a:spLocks noRot="1" noChangeAspect="1" noMove="1" noResize="1" noEditPoints="1" noAdjustHandles="1" noChangeArrowheads="1" noChangeShapeType="1" noTextEdit="1"/>
              </p:cNvSpPr>
              <p:nvPr/>
            </p:nvSpPr>
            <p:spPr>
              <a:xfrm>
                <a:off x="2197633" y="4102384"/>
                <a:ext cx="1752980" cy="47750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9C39573-8C4D-4EFA-9353-29BD339D8DF9}"/>
                  </a:ext>
                </a:extLst>
              </p:cNvPr>
              <p:cNvSpPr txBox="1"/>
              <p:nvPr/>
            </p:nvSpPr>
            <p:spPr>
              <a:xfrm>
                <a:off x="7865505" y="5306087"/>
                <a:ext cx="1446806"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70C0"/>
                              </a:solidFill>
                              <a:latin typeface="Cambria Math" panose="02040503050406030204" pitchFamily="18" charset="0"/>
                            </a:rPr>
                          </m:ctrlPr>
                        </m:sSupPr>
                        <m:e>
                          <m:r>
                            <a:rPr lang="en-US" sz="2400" b="1" i="0" dirty="0" smtClean="0">
                              <a:solidFill>
                                <a:srgbClr val="0070C0"/>
                              </a:solidFill>
                              <a:latin typeface="Cambria Math" panose="02040503050406030204" pitchFamily="18" charset="0"/>
                            </a:rPr>
                            <m:t>𝐃</m:t>
                          </m:r>
                        </m:e>
                        <m:sup>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𝐤</m:t>
                          </m:r>
                          <m:r>
                            <a:rPr lang="en-US" sz="2400" b="1" i="0" dirty="0" smtClean="0">
                              <a:solidFill>
                                <a:srgbClr val="0070C0"/>
                              </a:solidFill>
                              <a:latin typeface="Cambria Math" panose="02040503050406030204" pitchFamily="18" charset="0"/>
                            </a:rPr>
                            <m:t>)</m:t>
                          </m:r>
                        </m:sup>
                      </m:sSup>
                      <m:d>
                        <m:dPr>
                          <m:begChr m:val="["/>
                          <m:endChr m:val="]"/>
                          <m:ctrlPr>
                            <a:rPr lang="en-US" sz="2400" b="1" i="1" dirty="0" smtClean="0">
                              <a:solidFill>
                                <a:srgbClr val="0070C0"/>
                              </a:solidFill>
                              <a:latin typeface="Cambria Math" panose="02040503050406030204" pitchFamily="18" charset="0"/>
                            </a:rPr>
                          </m:ctrlPr>
                        </m:dPr>
                        <m:e>
                          <m:r>
                            <a:rPr lang="en-US" sz="2400" b="1" i="0" dirty="0" smtClean="0">
                              <a:solidFill>
                                <a:srgbClr val="0070C0"/>
                              </a:solidFill>
                              <a:latin typeface="Cambria Math" panose="02040503050406030204" pitchFamily="18" charset="0"/>
                            </a:rPr>
                            <m:t>𝐢</m:t>
                          </m:r>
                        </m:e>
                      </m:d>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𝐣</m:t>
                      </m:r>
                      <m:r>
                        <a:rPr lang="en-US" sz="2400" b="1" i="0" dirty="0" smtClean="0">
                          <a:solidFill>
                            <a:srgbClr val="0070C0"/>
                          </a:solidFill>
                          <a:latin typeface="Cambria Math" panose="02040503050406030204" pitchFamily="18" charset="0"/>
                        </a:rPr>
                        <m:t>]</m:t>
                      </m:r>
                    </m:oMath>
                  </m:oMathPara>
                </a14:m>
                <a:endParaRPr lang="en-US" sz="2400" b="1" dirty="0">
                  <a:solidFill>
                    <a:srgbClr val="0070C0"/>
                  </a:solidFill>
                  <a:latin typeface="Arial Rounded MT Bold" panose="020F0704030504030204" pitchFamily="34" charset="0"/>
                </a:endParaRPr>
              </a:p>
            </p:txBody>
          </p:sp>
        </mc:Choice>
        <mc:Fallback xmlns="">
          <p:sp>
            <p:nvSpPr>
              <p:cNvPr id="36" name="TextBox 35">
                <a:extLst>
                  <a:ext uri="{FF2B5EF4-FFF2-40B4-BE49-F238E27FC236}">
                    <a16:creationId xmlns:a16="http://schemas.microsoft.com/office/drawing/2014/main" id="{79C39573-8C4D-4EFA-9353-29BD339D8DF9}"/>
                  </a:ext>
                </a:extLst>
              </p:cNvPr>
              <p:cNvSpPr txBox="1">
                <a:spLocks noRot="1" noChangeAspect="1" noMove="1" noResize="1" noEditPoints="1" noAdjustHandles="1" noChangeArrowheads="1" noChangeShapeType="1" noTextEdit="1"/>
              </p:cNvSpPr>
              <p:nvPr/>
            </p:nvSpPr>
            <p:spPr>
              <a:xfrm>
                <a:off x="7865505" y="5306087"/>
                <a:ext cx="1446806" cy="47750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A821A2-04BE-4843-A8FA-84434B9ECD9E}"/>
                  </a:ext>
                </a:extLst>
              </p:cNvPr>
              <p:cNvSpPr txBox="1"/>
              <p:nvPr/>
            </p:nvSpPr>
            <p:spPr>
              <a:xfrm>
                <a:off x="7278455" y="3549341"/>
                <a:ext cx="4276492" cy="4769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B050"/>
                              </a:solidFill>
                              <a:latin typeface="Cambria Math" panose="02040503050406030204" pitchFamily="18" charset="0"/>
                            </a:rPr>
                          </m:ctrlPr>
                        </m:sSupPr>
                        <m:e>
                          <m:r>
                            <a:rPr lang="en-US" sz="2400" b="1" i="0" dirty="0" smtClean="0">
                              <a:solidFill>
                                <a:srgbClr val="00B050"/>
                              </a:solidFill>
                              <a:latin typeface="Cambria Math" panose="02040503050406030204" pitchFamily="18" charset="0"/>
                            </a:rPr>
                            <m:t>𝐃</m:t>
                          </m:r>
                        </m:e>
                        <m:sup>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sup>
                      </m:sSup>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𝐢</m:t>
                          </m:r>
                        </m:e>
                      </m:d>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r>
                        <a:rPr lang="en-US" sz="2400" b="1" i="0" dirty="0" smtClean="0">
                          <a:solidFill>
                            <a:srgbClr val="00B050"/>
                          </a:solidFill>
                          <a:latin typeface="Cambria Math" panose="02040503050406030204" pitchFamily="18" charset="0"/>
                        </a:rPr>
                        <m:t>+</m:t>
                      </m:r>
                      <m:sSup>
                        <m:sSupPr>
                          <m:ctrlPr>
                            <a:rPr lang="en-US" sz="2400" b="1" i="1" dirty="0">
                              <a:solidFill>
                                <a:srgbClr val="00B050"/>
                              </a:solidFill>
                              <a:latin typeface="Cambria Math" panose="02040503050406030204" pitchFamily="18" charset="0"/>
                            </a:rPr>
                          </m:ctrlPr>
                        </m:sSupPr>
                        <m:e>
                          <m:r>
                            <a:rPr lang="en-US" sz="2400" b="1" dirty="0">
                              <a:solidFill>
                                <a:srgbClr val="00B050"/>
                              </a:solidFill>
                              <a:latin typeface="Cambria Math" panose="02040503050406030204" pitchFamily="18" charset="0"/>
                            </a:rPr>
                            <m:t>𝐃</m:t>
                          </m:r>
                        </m:e>
                        <m:sup>
                          <m:r>
                            <a:rPr lang="en-US" sz="2400" b="1" dirty="0">
                              <a:solidFill>
                                <a:srgbClr val="00B050"/>
                              </a:solidFill>
                              <a:latin typeface="Cambria Math" panose="02040503050406030204" pitchFamily="18" charset="0"/>
                            </a:rPr>
                            <m:t>(</m:t>
                          </m:r>
                          <m:r>
                            <a:rPr lang="en-US" sz="2400" b="1" dirty="0">
                              <a:solidFill>
                                <a:srgbClr val="00B050"/>
                              </a:solidFill>
                              <a:latin typeface="Cambria Math" panose="02040503050406030204" pitchFamily="18" charset="0"/>
                            </a:rPr>
                            <m:t>𝐤</m:t>
                          </m:r>
                          <m:r>
                            <a:rPr lang="en-US" sz="2400" b="1" dirty="0">
                              <a:solidFill>
                                <a:srgbClr val="00B050"/>
                              </a:solidFill>
                              <a:latin typeface="Cambria Math" panose="02040503050406030204" pitchFamily="18" charset="0"/>
                            </a:rPr>
                            <m:t>)</m:t>
                          </m:r>
                        </m:sup>
                      </m:sSup>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𝐣</m:t>
                          </m:r>
                        </m:e>
                      </m:d>
                    </m:oMath>
                  </m:oMathPara>
                </a14:m>
                <a:endParaRPr lang="en-US" sz="2400" b="1" dirty="0">
                  <a:solidFill>
                    <a:srgbClr val="00B050"/>
                  </a:solidFill>
                  <a:latin typeface="Arial Rounded MT Bold" panose="020F0704030504030204" pitchFamily="34" charset="0"/>
                </a:endParaRPr>
              </a:p>
            </p:txBody>
          </p:sp>
        </mc:Choice>
        <mc:Fallback xmlns="">
          <p:sp>
            <p:nvSpPr>
              <p:cNvPr id="37" name="TextBox 36">
                <a:extLst>
                  <a:ext uri="{FF2B5EF4-FFF2-40B4-BE49-F238E27FC236}">
                    <a16:creationId xmlns:a16="http://schemas.microsoft.com/office/drawing/2014/main" id="{CEA821A2-04BE-4843-A8FA-84434B9ECD9E}"/>
                  </a:ext>
                </a:extLst>
              </p:cNvPr>
              <p:cNvSpPr txBox="1">
                <a:spLocks noRot="1" noChangeAspect="1" noMove="1" noResize="1" noEditPoints="1" noAdjustHandles="1" noChangeArrowheads="1" noChangeShapeType="1" noTextEdit="1"/>
              </p:cNvSpPr>
              <p:nvPr/>
            </p:nvSpPr>
            <p:spPr>
              <a:xfrm>
                <a:off x="7278455" y="3549341"/>
                <a:ext cx="4276492" cy="476990"/>
              </a:xfrm>
              <a:prstGeom prst="rect">
                <a:avLst/>
              </a:prstGeom>
              <a:blipFill>
                <a:blip r:embed="rId6"/>
                <a:stretch>
                  <a:fillRect/>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1086B55B-67DA-ACA7-0BD0-DFEB5925C2B1}"/>
              </a:ext>
            </a:extLst>
          </p:cNvPr>
          <p:cNvGrpSpPr/>
          <p:nvPr/>
        </p:nvGrpSpPr>
        <p:grpSpPr>
          <a:xfrm>
            <a:off x="6647076" y="2149209"/>
            <a:ext cx="4780800" cy="2422080"/>
            <a:chOff x="6647076" y="2149209"/>
            <a:chExt cx="4780800" cy="2422080"/>
          </a:xfrm>
        </p:grpSpPr>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EFAF452A-34D1-38A0-D1EC-CF77B15EFC3B}"/>
                    </a:ext>
                  </a:extLst>
                </p14:cNvPr>
                <p14:cNvContentPartPr/>
                <p14:nvPr/>
              </p14:nvContentPartPr>
              <p14:xfrm>
                <a:off x="6647076" y="2356209"/>
                <a:ext cx="1950480" cy="840600"/>
              </p14:xfrm>
            </p:contentPart>
          </mc:Choice>
          <mc:Fallback>
            <p:pic>
              <p:nvPicPr>
                <p:cNvPr id="6" name="Ink 5">
                  <a:extLst>
                    <a:ext uri="{FF2B5EF4-FFF2-40B4-BE49-F238E27FC236}">
                      <a16:creationId xmlns:a16="http://schemas.microsoft.com/office/drawing/2014/main" id="{EFAF452A-34D1-38A0-D1EC-CF77B15EFC3B}"/>
                    </a:ext>
                  </a:extLst>
                </p:cNvPr>
                <p:cNvPicPr/>
                <p:nvPr/>
              </p:nvPicPr>
              <p:blipFill>
                <a:blip r:embed="rId8"/>
                <a:stretch>
                  <a:fillRect/>
                </a:stretch>
              </p:blipFill>
              <p:spPr>
                <a:xfrm>
                  <a:off x="6640956" y="2350089"/>
                  <a:ext cx="1962720" cy="852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28717DA7-457B-E0ED-4E02-48158617CF6E}"/>
                    </a:ext>
                  </a:extLst>
                </p14:cNvPr>
                <p14:cNvContentPartPr/>
                <p14:nvPr/>
              </p14:nvContentPartPr>
              <p14:xfrm>
                <a:off x="9248436" y="2149209"/>
                <a:ext cx="808200" cy="1063080"/>
              </p14:xfrm>
            </p:contentPart>
          </mc:Choice>
          <mc:Fallback>
            <p:pic>
              <p:nvPicPr>
                <p:cNvPr id="8" name="Ink 7">
                  <a:extLst>
                    <a:ext uri="{FF2B5EF4-FFF2-40B4-BE49-F238E27FC236}">
                      <a16:creationId xmlns:a16="http://schemas.microsoft.com/office/drawing/2014/main" id="{28717DA7-457B-E0ED-4E02-48158617CF6E}"/>
                    </a:ext>
                  </a:extLst>
                </p:cNvPr>
                <p:cNvPicPr/>
                <p:nvPr/>
              </p:nvPicPr>
              <p:blipFill>
                <a:blip r:embed="rId10"/>
                <a:stretch>
                  <a:fillRect/>
                </a:stretch>
              </p:blipFill>
              <p:spPr>
                <a:xfrm>
                  <a:off x="9242316" y="2143089"/>
                  <a:ext cx="820440" cy="1075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9F5B0819-F459-A2E9-E74C-5C5FD58D728C}"/>
                    </a:ext>
                  </a:extLst>
                </p14:cNvPr>
                <p14:cNvContentPartPr/>
                <p14:nvPr/>
              </p14:nvContentPartPr>
              <p14:xfrm>
                <a:off x="9455436" y="3165849"/>
                <a:ext cx="1972440" cy="1264680"/>
              </p14:xfrm>
            </p:contentPart>
          </mc:Choice>
          <mc:Fallback>
            <p:pic>
              <p:nvPicPr>
                <p:cNvPr id="12" name="Ink 11">
                  <a:extLst>
                    <a:ext uri="{FF2B5EF4-FFF2-40B4-BE49-F238E27FC236}">
                      <a16:creationId xmlns:a16="http://schemas.microsoft.com/office/drawing/2014/main" id="{9F5B0819-F459-A2E9-E74C-5C5FD58D728C}"/>
                    </a:ext>
                  </a:extLst>
                </p:cNvPr>
                <p:cNvPicPr/>
                <p:nvPr/>
              </p:nvPicPr>
              <p:blipFill>
                <a:blip r:embed="rId12"/>
                <a:stretch>
                  <a:fillRect/>
                </a:stretch>
              </p:blipFill>
              <p:spPr>
                <a:xfrm>
                  <a:off x="9449316" y="3159729"/>
                  <a:ext cx="1984680" cy="1276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04BC0AEC-189F-FC4B-C224-966A8798B85E}"/>
                    </a:ext>
                  </a:extLst>
                </p14:cNvPr>
                <p14:cNvContentPartPr/>
                <p14:nvPr/>
              </p14:nvContentPartPr>
              <p14:xfrm>
                <a:off x="7009956" y="3448809"/>
                <a:ext cx="2035080" cy="1122480"/>
              </p14:xfrm>
            </p:contentPart>
          </mc:Choice>
          <mc:Fallback>
            <p:pic>
              <p:nvPicPr>
                <p:cNvPr id="15" name="Ink 14">
                  <a:extLst>
                    <a:ext uri="{FF2B5EF4-FFF2-40B4-BE49-F238E27FC236}">
                      <a16:creationId xmlns:a16="http://schemas.microsoft.com/office/drawing/2014/main" id="{04BC0AEC-189F-FC4B-C224-966A8798B85E}"/>
                    </a:ext>
                  </a:extLst>
                </p:cNvPr>
                <p:cNvPicPr/>
                <p:nvPr/>
              </p:nvPicPr>
              <p:blipFill>
                <a:blip r:embed="rId14"/>
                <a:stretch>
                  <a:fillRect/>
                </a:stretch>
              </p:blipFill>
              <p:spPr>
                <a:xfrm>
                  <a:off x="7003836" y="3442689"/>
                  <a:ext cx="2047320" cy="1134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6" name="Ink 15">
                  <a:extLst>
                    <a:ext uri="{FF2B5EF4-FFF2-40B4-BE49-F238E27FC236}">
                      <a16:creationId xmlns:a16="http://schemas.microsoft.com/office/drawing/2014/main" id="{847F01CD-1FAA-D828-6AF8-C1771B0FAABB}"/>
                    </a:ext>
                  </a:extLst>
                </p14:cNvPr>
                <p14:cNvContentPartPr/>
                <p14:nvPr/>
              </p14:nvContentPartPr>
              <p14:xfrm>
                <a:off x="7450596" y="3007809"/>
                <a:ext cx="538920" cy="443160"/>
              </p14:xfrm>
            </p:contentPart>
          </mc:Choice>
          <mc:Fallback>
            <p:pic>
              <p:nvPicPr>
                <p:cNvPr id="16" name="Ink 15">
                  <a:extLst>
                    <a:ext uri="{FF2B5EF4-FFF2-40B4-BE49-F238E27FC236}">
                      <a16:creationId xmlns:a16="http://schemas.microsoft.com/office/drawing/2014/main" id="{847F01CD-1FAA-D828-6AF8-C1771B0FAABB}"/>
                    </a:ext>
                  </a:extLst>
                </p:cNvPr>
                <p:cNvPicPr/>
                <p:nvPr/>
              </p:nvPicPr>
              <p:blipFill>
                <a:blip r:embed="rId16"/>
                <a:stretch>
                  <a:fillRect/>
                </a:stretch>
              </p:blipFill>
              <p:spPr>
                <a:xfrm>
                  <a:off x="7444476" y="3001689"/>
                  <a:ext cx="551160" cy="455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 name="Ink 16">
                  <a:extLst>
                    <a:ext uri="{FF2B5EF4-FFF2-40B4-BE49-F238E27FC236}">
                      <a16:creationId xmlns:a16="http://schemas.microsoft.com/office/drawing/2014/main" id="{A2700425-FC6C-0D99-6AE7-19C54AF7880F}"/>
                    </a:ext>
                  </a:extLst>
                </p14:cNvPr>
                <p14:cNvContentPartPr/>
                <p14:nvPr/>
              </p14:nvContentPartPr>
              <p14:xfrm>
                <a:off x="9797796" y="2331009"/>
                <a:ext cx="446760" cy="628920"/>
              </p14:xfrm>
            </p:contentPart>
          </mc:Choice>
          <mc:Fallback>
            <p:pic>
              <p:nvPicPr>
                <p:cNvPr id="17" name="Ink 16">
                  <a:extLst>
                    <a:ext uri="{FF2B5EF4-FFF2-40B4-BE49-F238E27FC236}">
                      <a16:creationId xmlns:a16="http://schemas.microsoft.com/office/drawing/2014/main" id="{A2700425-FC6C-0D99-6AE7-19C54AF7880F}"/>
                    </a:ext>
                  </a:extLst>
                </p:cNvPr>
                <p:cNvPicPr/>
                <p:nvPr/>
              </p:nvPicPr>
              <p:blipFill>
                <a:blip r:embed="rId18"/>
                <a:stretch>
                  <a:fillRect/>
                </a:stretch>
              </p:blipFill>
              <p:spPr>
                <a:xfrm>
                  <a:off x="9791676" y="2324889"/>
                  <a:ext cx="459000" cy="6411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8" name="Ink 17">
                  <a:extLst>
                    <a:ext uri="{FF2B5EF4-FFF2-40B4-BE49-F238E27FC236}">
                      <a16:creationId xmlns:a16="http://schemas.microsoft.com/office/drawing/2014/main" id="{DCBC822F-EF08-109F-E613-8DE07B99A42A}"/>
                    </a:ext>
                  </a:extLst>
                </p14:cNvPr>
                <p14:cNvContentPartPr/>
                <p14:nvPr/>
              </p14:nvContentPartPr>
              <p14:xfrm>
                <a:off x="9256716" y="3965049"/>
                <a:ext cx="248040" cy="58680"/>
              </p14:xfrm>
            </p:contentPart>
          </mc:Choice>
          <mc:Fallback>
            <p:pic>
              <p:nvPicPr>
                <p:cNvPr id="18" name="Ink 17">
                  <a:extLst>
                    <a:ext uri="{FF2B5EF4-FFF2-40B4-BE49-F238E27FC236}">
                      <a16:creationId xmlns:a16="http://schemas.microsoft.com/office/drawing/2014/main" id="{DCBC822F-EF08-109F-E613-8DE07B99A42A}"/>
                    </a:ext>
                  </a:extLst>
                </p:cNvPr>
                <p:cNvPicPr/>
                <p:nvPr/>
              </p:nvPicPr>
              <p:blipFill>
                <a:blip r:embed="rId20"/>
                <a:stretch>
                  <a:fillRect/>
                </a:stretch>
              </p:blipFill>
              <p:spPr>
                <a:xfrm>
                  <a:off x="9250596" y="3958929"/>
                  <a:ext cx="26028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0" name="Ink 19">
                  <a:extLst>
                    <a:ext uri="{FF2B5EF4-FFF2-40B4-BE49-F238E27FC236}">
                      <a16:creationId xmlns:a16="http://schemas.microsoft.com/office/drawing/2014/main" id="{890191DE-82C3-DD9C-2B93-6C6A870D8D4C}"/>
                    </a:ext>
                  </a:extLst>
                </p14:cNvPr>
                <p14:cNvContentPartPr/>
                <p14:nvPr/>
              </p14:nvContentPartPr>
              <p14:xfrm>
                <a:off x="9561276" y="3780009"/>
                <a:ext cx="33840" cy="367920"/>
              </p14:xfrm>
            </p:contentPart>
          </mc:Choice>
          <mc:Fallback>
            <p:pic>
              <p:nvPicPr>
                <p:cNvPr id="20" name="Ink 19">
                  <a:extLst>
                    <a:ext uri="{FF2B5EF4-FFF2-40B4-BE49-F238E27FC236}">
                      <a16:creationId xmlns:a16="http://schemas.microsoft.com/office/drawing/2014/main" id="{890191DE-82C3-DD9C-2B93-6C6A870D8D4C}"/>
                    </a:ext>
                  </a:extLst>
                </p:cNvPr>
                <p:cNvPicPr/>
                <p:nvPr/>
              </p:nvPicPr>
              <p:blipFill>
                <a:blip r:embed="rId22"/>
                <a:stretch>
                  <a:fillRect/>
                </a:stretch>
              </p:blipFill>
              <p:spPr>
                <a:xfrm>
                  <a:off x="9555156" y="3773889"/>
                  <a:ext cx="46080" cy="380160"/>
                </a:xfrm>
                <a:prstGeom prst="rect">
                  <a:avLst/>
                </a:prstGeom>
              </p:spPr>
            </p:pic>
          </mc:Fallback>
        </mc:AlternateContent>
      </p:grpSp>
    </p:spTree>
    <p:custDataLst>
      <p:tags r:id="rId1"/>
    </p:custDataLst>
    <p:extLst>
      <p:ext uri="{BB962C8B-B14F-4D97-AF65-F5344CB8AC3E}">
        <p14:creationId xmlns:p14="http://schemas.microsoft.com/office/powerpoint/2010/main" val="1236934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Calculating Ds</a:t>
            </a:r>
          </a:p>
        </p:txBody>
      </p:sp>
      <p:sp>
        <p:nvSpPr>
          <p:cNvPr id="19" name="Slide Number Placeholder 18">
            <a:extLst>
              <a:ext uri="{FF2B5EF4-FFF2-40B4-BE49-F238E27FC236}">
                <a16:creationId xmlns:a16="http://schemas.microsoft.com/office/drawing/2014/main" id="{D42F3761-78EE-4C90-B6A3-2AF82BB4534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67/89</a:t>
            </a:r>
          </a:p>
        </p:txBody>
      </p:sp>
      <p:grpSp>
        <p:nvGrpSpPr>
          <p:cNvPr id="7" name="Group 6"/>
          <p:cNvGrpSpPr/>
          <p:nvPr/>
        </p:nvGrpSpPr>
        <p:grpSpPr>
          <a:xfrm>
            <a:off x="853999" y="3950281"/>
            <a:ext cx="435531" cy="435531"/>
            <a:chOff x="375029" y="3482411"/>
            <a:chExt cx="435531" cy="435531"/>
          </a:xfrm>
        </p:grpSpPr>
        <p:sp>
          <p:nvSpPr>
            <p:cNvPr id="10"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5" name="Group 4"/>
          <p:cNvGrpSpPr/>
          <p:nvPr/>
        </p:nvGrpSpPr>
        <p:grpSpPr>
          <a:xfrm>
            <a:off x="4705505" y="3889001"/>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 name="Freeform 3"/>
          <p:cNvSpPr/>
          <p:nvPr/>
        </p:nvSpPr>
        <p:spPr>
          <a:xfrm>
            <a:off x="1291772" y="394847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11" name="Group 10"/>
          <p:cNvGrpSpPr/>
          <p:nvPr/>
        </p:nvGrpSpPr>
        <p:grpSpPr>
          <a:xfrm>
            <a:off x="6340407" y="4986914"/>
            <a:ext cx="4287037" cy="1150876"/>
            <a:chOff x="5440520" y="4683870"/>
            <a:chExt cx="4287037" cy="1150876"/>
          </a:xfrm>
        </p:grpSpPr>
        <p:grpSp>
          <p:nvGrpSpPr>
            <p:cNvPr id="38" name="Group 37"/>
            <p:cNvGrpSpPr/>
            <p:nvPr/>
          </p:nvGrpSpPr>
          <p:grpSpPr>
            <a:xfrm>
              <a:off x="5440520" y="4745150"/>
              <a:ext cx="435531" cy="435531"/>
              <a:chOff x="375029" y="3482411"/>
              <a:chExt cx="435531" cy="435531"/>
            </a:xfrm>
          </p:grpSpPr>
          <p:sp>
            <p:nvSpPr>
              <p:cNvPr id="3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0" name="TextBox 3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41" name="Group 40"/>
            <p:cNvGrpSpPr/>
            <p:nvPr/>
          </p:nvGrpSpPr>
          <p:grpSpPr>
            <a:xfrm>
              <a:off x="9292026" y="4683870"/>
              <a:ext cx="435531" cy="435531"/>
              <a:chOff x="7753506" y="2216439"/>
              <a:chExt cx="435531" cy="435531"/>
            </a:xfrm>
          </p:grpSpPr>
          <p:sp>
            <p:nvSpPr>
              <p:cNvPr id="4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5" name="Freeform 44"/>
            <p:cNvSpPr/>
            <p:nvPr/>
          </p:nvSpPr>
          <p:spPr>
            <a:xfrm>
              <a:off x="5878293" y="4743340"/>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70C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9" name="Group 8"/>
          <p:cNvGrpSpPr/>
          <p:nvPr/>
        </p:nvGrpSpPr>
        <p:grpSpPr>
          <a:xfrm>
            <a:off x="6320631" y="2093757"/>
            <a:ext cx="4287037" cy="1410579"/>
            <a:chOff x="5244575" y="2107588"/>
            <a:chExt cx="4287037" cy="1410579"/>
          </a:xfrm>
        </p:grpSpPr>
        <p:grpSp>
          <p:nvGrpSpPr>
            <p:cNvPr id="25" name="Group 24"/>
            <p:cNvGrpSpPr/>
            <p:nvPr/>
          </p:nvGrpSpPr>
          <p:grpSpPr>
            <a:xfrm>
              <a:off x="5244575" y="2168868"/>
              <a:ext cx="435531" cy="435531"/>
              <a:chOff x="375029" y="3482411"/>
              <a:chExt cx="435531" cy="435531"/>
            </a:xfrm>
          </p:grpSpPr>
          <p:sp>
            <p:nvSpPr>
              <p:cNvPr id="2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0" name="TextBox 2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31" name="Group 30"/>
            <p:cNvGrpSpPr/>
            <p:nvPr/>
          </p:nvGrpSpPr>
          <p:grpSpPr>
            <a:xfrm>
              <a:off x="9096081" y="2107588"/>
              <a:ext cx="435531" cy="435531"/>
              <a:chOff x="7753506" y="2216439"/>
              <a:chExt cx="435531" cy="435531"/>
            </a:xfrm>
          </p:grpSpPr>
          <p:sp>
            <p:nvSpPr>
              <p:cNvPr id="3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3" name="TextBox 3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34" name="Freeform 33"/>
            <p:cNvSpPr/>
            <p:nvPr/>
          </p:nvSpPr>
          <p:spPr>
            <a:xfrm>
              <a:off x="5682348" y="2167058"/>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3" name="Group 2"/>
            <p:cNvGrpSpPr/>
            <p:nvPr/>
          </p:nvGrpSpPr>
          <p:grpSpPr>
            <a:xfrm>
              <a:off x="7598374" y="3049024"/>
              <a:ext cx="622286" cy="469143"/>
              <a:chOff x="4850198" y="4397830"/>
              <a:chExt cx="622286" cy="469143"/>
            </a:xfrm>
          </p:grpSpPr>
          <p:sp>
            <p:nvSpPr>
              <p:cNvPr id="14" name="Oval 16"/>
              <p:cNvSpPr>
                <a:spLocks noChangeArrowheads="1"/>
              </p:cNvSpPr>
              <p:nvPr/>
            </p:nvSpPr>
            <p:spPr bwMode="auto">
              <a:xfrm>
                <a:off x="4903729" y="4397830"/>
                <a:ext cx="492879" cy="469143"/>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Rectangle 25"/>
              <p:cNvSpPr/>
              <p:nvPr/>
            </p:nvSpPr>
            <p:spPr>
              <a:xfrm>
                <a:off x="4850198" y="4489604"/>
                <a:ext cx="622286" cy="307777"/>
              </a:xfrm>
              <a:prstGeom prst="rect">
                <a:avLst/>
              </a:prstGeom>
            </p:spPr>
            <p:txBody>
              <a:bodyPr wrap="none">
                <a:spAutoFit/>
              </a:bodyPr>
              <a:lstStyle/>
              <a:p>
                <a:r>
                  <a:rPr lang="en-US" sz="1400" b="1" dirty="0">
                    <a:solidFill>
                      <a:prstClr val="black"/>
                    </a:solidFill>
                    <a:latin typeface="Arial Rounded MT Bold" panose="020F0704030504030204" pitchFamily="34" charset="0"/>
                  </a:rPr>
                  <a:t>Vk+1</a:t>
                </a:r>
              </a:p>
            </p:txBody>
          </p:sp>
        </p:grpSp>
      </p:grpSp>
      <p:sp>
        <p:nvSpPr>
          <p:cNvPr id="55" name="Left Brace 54"/>
          <p:cNvSpPr/>
          <p:nvPr/>
        </p:nvSpPr>
        <p:spPr>
          <a:xfrm>
            <a:off x="5609133" y="2385108"/>
            <a:ext cx="294588" cy="3427406"/>
          </a:xfrm>
          <a:prstGeom prst="leftBrace">
            <a:avLst>
              <a:gd name="adj1" fmla="val 4112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47DB08-5B57-4F30-B368-4C6235794C2F}"/>
                  </a:ext>
                </a:extLst>
              </p:cNvPr>
              <p:cNvSpPr txBox="1"/>
              <p:nvPr/>
            </p:nvSpPr>
            <p:spPr>
              <a:xfrm>
                <a:off x="2197633" y="4102384"/>
                <a:ext cx="1752980"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0" dirty="0" smtClean="0">
                              <a:solidFill>
                                <a:srgbClr val="FF0000"/>
                              </a:solidFill>
                              <a:latin typeface="Cambria Math" panose="02040503050406030204" pitchFamily="18" charset="0"/>
                            </a:rPr>
                            <m:t>𝐃</m:t>
                          </m:r>
                        </m:e>
                        <m:sup>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𝐤</m:t>
                          </m:r>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𝟏</m:t>
                          </m:r>
                          <m:r>
                            <a:rPr lang="en-US" sz="2400" b="1" i="0" dirty="0" smtClean="0">
                              <a:solidFill>
                                <a:srgbClr val="FF0000"/>
                              </a:solidFill>
                              <a:latin typeface="Cambria Math" panose="02040503050406030204" pitchFamily="18" charset="0"/>
                            </a:rPr>
                            <m:t>)</m:t>
                          </m:r>
                        </m:sup>
                      </m:sSup>
                      <m:d>
                        <m:dPr>
                          <m:begChr m:val="["/>
                          <m:endChr m:val="]"/>
                          <m:ctrlPr>
                            <a:rPr lang="en-US" sz="2400" b="1" i="1" dirty="0" smtClean="0">
                              <a:solidFill>
                                <a:srgbClr val="FF0000"/>
                              </a:solidFill>
                              <a:latin typeface="Cambria Math" panose="02040503050406030204" pitchFamily="18" charset="0"/>
                            </a:rPr>
                          </m:ctrlPr>
                        </m:dPr>
                        <m:e>
                          <m:r>
                            <a:rPr lang="en-US" sz="2400" b="1" i="0" dirty="0" smtClean="0">
                              <a:solidFill>
                                <a:srgbClr val="FF0000"/>
                              </a:solidFill>
                              <a:latin typeface="Cambria Math" panose="02040503050406030204" pitchFamily="18" charset="0"/>
                            </a:rPr>
                            <m:t>𝐢</m:t>
                          </m:r>
                        </m:e>
                      </m:d>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𝐣</m:t>
                      </m:r>
                      <m:r>
                        <a:rPr lang="en-US" sz="2400" b="1" i="0" dirty="0" smtClean="0">
                          <a:solidFill>
                            <a:srgbClr val="FF0000"/>
                          </a:solidFill>
                          <a:latin typeface="Cambria Math" panose="02040503050406030204" pitchFamily="18" charset="0"/>
                        </a:rPr>
                        <m:t>]</m:t>
                      </m:r>
                    </m:oMath>
                  </m:oMathPara>
                </a14:m>
                <a:endParaRPr lang="en-US" sz="2400" b="1" dirty="0">
                  <a:latin typeface="Arial Rounded MT Bold" panose="020F0704030504030204" pitchFamily="34" charset="0"/>
                </a:endParaRPr>
              </a:p>
            </p:txBody>
          </p:sp>
        </mc:Choice>
        <mc:Fallback xmlns="">
          <p:sp>
            <p:nvSpPr>
              <p:cNvPr id="35" name="TextBox 34">
                <a:extLst>
                  <a:ext uri="{FF2B5EF4-FFF2-40B4-BE49-F238E27FC236}">
                    <a16:creationId xmlns:a16="http://schemas.microsoft.com/office/drawing/2014/main" id="{2647DB08-5B57-4F30-B368-4C6235794C2F}"/>
                  </a:ext>
                </a:extLst>
              </p:cNvPr>
              <p:cNvSpPr txBox="1">
                <a:spLocks noRot="1" noChangeAspect="1" noMove="1" noResize="1" noEditPoints="1" noAdjustHandles="1" noChangeArrowheads="1" noChangeShapeType="1" noTextEdit="1"/>
              </p:cNvSpPr>
              <p:nvPr/>
            </p:nvSpPr>
            <p:spPr>
              <a:xfrm>
                <a:off x="2197633" y="4102384"/>
                <a:ext cx="1752980" cy="47750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9C39573-8C4D-4EFA-9353-29BD339D8DF9}"/>
                  </a:ext>
                </a:extLst>
              </p:cNvPr>
              <p:cNvSpPr txBox="1"/>
              <p:nvPr/>
            </p:nvSpPr>
            <p:spPr>
              <a:xfrm>
                <a:off x="7865505" y="5306087"/>
                <a:ext cx="1446806"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70C0"/>
                              </a:solidFill>
                              <a:latin typeface="Cambria Math" panose="02040503050406030204" pitchFamily="18" charset="0"/>
                            </a:rPr>
                          </m:ctrlPr>
                        </m:sSupPr>
                        <m:e>
                          <m:r>
                            <a:rPr lang="en-US" sz="2400" b="1" i="0" dirty="0" smtClean="0">
                              <a:solidFill>
                                <a:srgbClr val="0070C0"/>
                              </a:solidFill>
                              <a:latin typeface="Cambria Math" panose="02040503050406030204" pitchFamily="18" charset="0"/>
                            </a:rPr>
                            <m:t>𝐃</m:t>
                          </m:r>
                        </m:e>
                        <m:sup>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𝐤</m:t>
                          </m:r>
                          <m:r>
                            <a:rPr lang="en-US" sz="2400" b="1" i="0" dirty="0" smtClean="0">
                              <a:solidFill>
                                <a:srgbClr val="0070C0"/>
                              </a:solidFill>
                              <a:latin typeface="Cambria Math" panose="02040503050406030204" pitchFamily="18" charset="0"/>
                            </a:rPr>
                            <m:t>)</m:t>
                          </m:r>
                        </m:sup>
                      </m:sSup>
                      <m:d>
                        <m:dPr>
                          <m:begChr m:val="["/>
                          <m:endChr m:val="]"/>
                          <m:ctrlPr>
                            <a:rPr lang="en-US" sz="2400" b="1" i="1" dirty="0" smtClean="0">
                              <a:solidFill>
                                <a:srgbClr val="0070C0"/>
                              </a:solidFill>
                              <a:latin typeface="Cambria Math" panose="02040503050406030204" pitchFamily="18" charset="0"/>
                            </a:rPr>
                          </m:ctrlPr>
                        </m:dPr>
                        <m:e>
                          <m:r>
                            <a:rPr lang="en-US" sz="2400" b="1" i="0" dirty="0" smtClean="0">
                              <a:solidFill>
                                <a:srgbClr val="0070C0"/>
                              </a:solidFill>
                              <a:latin typeface="Cambria Math" panose="02040503050406030204" pitchFamily="18" charset="0"/>
                            </a:rPr>
                            <m:t>𝐢</m:t>
                          </m:r>
                        </m:e>
                      </m:d>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𝐣</m:t>
                      </m:r>
                      <m:r>
                        <a:rPr lang="en-US" sz="2400" b="1" i="0" dirty="0" smtClean="0">
                          <a:solidFill>
                            <a:srgbClr val="0070C0"/>
                          </a:solidFill>
                          <a:latin typeface="Cambria Math" panose="02040503050406030204" pitchFamily="18" charset="0"/>
                        </a:rPr>
                        <m:t>]</m:t>
                      </m:r>
                    </m:oMath>
                  </m:oMathPara>
                </a14:m>
                <a:endParaRPr lang="en-US" sz="2400" b="1" dirty="0">
                  <a:solidFill>
                    <a:srgbClr val="0070C0"/>
                  </a:solidFill>
                  <a:latin typeface="Arial Rounded MT Bold" panose="020F0704030504030204" pitchFamily="34" charset="0"/>
                </a:endParaRPr>
              </a:p>
            </p:txBody>
          </p:sp>
        </mc:Choice>
        <mc:Fallback xmlns="">
          <p:sp>
            <p:nvSpPr>
              <p:cNvPr id="36" name="TextBox 35">
                <a:extLst>
                  <a:ext uri="{FF2B5EF4-FFF2-40B4-BE49-F238E27FC236}">
                    <a16:creationId xmlns:a16="http://schemas.microsoft.com/office/drawing/2014/main" id="{79C39573-8C4D-4EFA-9353-29BD339D8DF9}"/>
                  </a:ext>
                </a:extLst>
              </p:cNvPr>
              <p:cNvSpPr txBox="1">
                <a:spLocks noRot="1" noChangeAspect="1" noMove="1" noResize="1" noEditPoints="1" noAdjustHandles="1" noChangeArrowheads="1" noChangeShapeType="1" noTextEdit="1"/>
              </p:cNvSpPr>
              <p:nvPr/>
            </p:nvSpPr>
            <p:spPr>
              <a:xfrm>
                <a:off x="7865505" y="5306087"/>
                <a:ext cx="1446806" cy="47750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A821A2-04BE-4843-A8FA-84434B9ECD9E}"/>
                  </a:ext>
                </a:extLst>
              </p:cNvPr>
              <p:cNvSpPr txBox="1"/>
              <p:nvPr/>
            </p:nvSpPr>
            <p:spPr>
              <a:xfrm>
                <a:off x="7278455" y="3549341"/>
                <a:ext cx="4276492" cy="4769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B050"/>
                              </a:solidFill>
                              <a:latin typeface="Cambria Math" panose="02040503050406030204" pitchFamily="18" charset="0"/>
                            </a:rPr>
                          </m:ctrlPr>
                        </m:sSupPr>
                        <m:e>
                          <m:r>
                            <a:rPr lang="en-US" sz="2400" b="1" i="0" dirty="0" smtClean="0">
                              <a:solidFill>
                                <a:srgbClr val="00B050"/>
                              </a:solidFill>
                              <a:latin typeface="Cambria Math" panose="02040503050406030204" pitchFamily="18" charset="0"/>
                            </a:rPr>
                            <m:t>𝐃</m:t>
                          </m:r>
                        </m:e>
                        <m:sup>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sup>
                      </m:sSup>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𝐢</m:t>
                          </m:r>
                        </m:e>
                      </m:d>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r>
                        <a:rPr lang="en-US" sz="2400" b="1" i="0" dirty="0" smtClean="0">
                          <a:solidFill>
                            <a:srgbClr val="00B050"/>
                          </a:solidFill>
                          <a:latin typeface="Cambria Math" panose="02040503050406030204" pitchFamily="18" charset="0"/>
                        </a:rPr>
                        <m:t>+</m:t>
                      </m:r>
                      <m:sSup>
                        <m:sSupPr>
                          <m:ctrlPr>
                            <a:rPr lang="en-US" sz="2400" b="1" i="1" dirty="0">
                              <a:solidFill>
                                <a:srgbClr val="00B050"/>
                              </a:solidFill>
                              <a:latin typeface="Cambria Math" panose="02040503050406030204" pitchFamily="18" charset="0"/>
                            </a:rPr>
                          </m:ctrlPr>
                        </m:sSupPr>
                        <m:e>
                          <m:r>
                            <a:rPr lang="en-US" sz="2400" b="1" dirty="0">
                              <a:solidFill>
                                <a:srgbClr val="00B050"/>
                              </a:solidFill>
                              <a:latin typeface="Cambria Math" panose="02040503050406030204" pitchFamily="18" charset="0"/>
                            </a:rPr>
                            <m:t>𝐃</m:t>
                          </m:r>
                        </m:e>
                        <m:sup>
                          <m:r>
                            <a:rPr lang="en-US" sz="2400" b="1" dirty="0">
                              <a:solidFill>
                                <a:srgbClr val="00B050"/>
                              </a:solidFill>
                              <a:latin typeface="Cambria Math" panose="02040503050406030204" pitchFamily="18" charset="0"/>
                            </a:rPr>
                            <m:t>(</m:t>
                          </m:r>
                          <m:r>
                            <a:rPr lang="en-US" sz="2400" b="1" dirty="0">
                              <a:solidFill>
                                <a:srgbClr val="00B050"/>
                              </a:solidFill>
                              <a:latin typeface="Cambria Math" panose="02040503050406030204" pitchFamily="18" charset="0"/>
                            </a:rPr>
                            <m:t>𝐤</m:t>
                          </m:r>
                          <m:r>
                            <a:rPr lang="en-US" sz="2400" b="1" dirty="0">
                              <a:solidFill>
                                <a:srgbClr val="00B050"/>
                              </a:solidFill>
                              <a:latin typeface="Cambria Math" panose="02040503050406030204" pitchFamily="18" charset="0"/>
                            </a:rPr>
                            <m:t>)</m:t>
                          </m:r>
                        </m:sup>
                      </m:sSup>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𝐣</m:t>
                          </m:r>
                        </m:e>
                      </m:d>
                    </m:oMath>
                  </m:oMathPara>
                </a14:m>
                <a:endParaRPr lang="en-US" sz="2400" b="1" dirty="0">
                  <a:solidFill>
                    <a:srgbClr val="00B050"/>
                  </a:solidFill>
                  <a:latin typeface="Arial Rounded MT Bold" panose="020F0704030504030204" pitchFamily="34" charset="0"/>
                </a:endParaRPr>
              </a:p>
            </p:txBody>
          </p:sp>
        </mc:Choice>
        <mc:Fallback xmlns="">
          <p:sp>
            <p:nvSpPr>
              <p:cNvPr id="37" name="TextBox 36">
                <a:extLst>
                  <a:ext uri="{FF2B5EF4-FFF2-40B4-BE49-F238E27FC236}">
                    <a16:creationId xmlns:a16="http://schemas.microsoft.com/office/drawing/2014/main" id="{CEA821A2-04BE-4843-A8FA-84434B9ECD9E}"/>
                  </a:ext>
                </a:extLst>
              </p:cNvPr>
              <p:cNvSpPr txBox="1">
                <a:spLocks noRot="1" noChangeAspect="1" noMove="1" noResize="1" noEditPoints="1" noAdjustHandles="1" noChangeArrowheads="1" noChangeShapeType="1" noTextEdit="1"/>
              </p:cNvSpPr>
              <p:nvPr/>
            </p:nvSpPr>
            <p:spPr>
              <a:xfrm>
                <a:off x="7278455" y="3549341"/>
                <a:ext cx="4276492" cy="47699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AEA8298-FCA9-40E5-A29E-7D6A1C76AFF4}"/>
                  </a:ext>
                </a:extLst>
              </p:cNvPr>
              <p:cNvSpPr txBox="1"/>
              <p:nvPr/>
            </p:nvSpPr>
            <p:spPr>
              <a:xfrm>
                <a:off x="1326261" y="6242914"/>
                <a:ext cx="8565743" cy="477503"/>
              </a:xfrm>
              <a:prstGeom prst="rect">
                <a:avLst/>
              </a:prstGeom>
              <a:solidFill>
                <a:srgbClr val="FBFEDA"/>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B050"/>
                              </a:solidFill>
                              <a:latin typeface="Cambria Math" panose="02040503050406030204" pitchFamily="18" charset="0"/>
                            </a:rPr>
                          </m:ctrlPr>
                        </m:sSupPr>
                        <m:e>
                          <m:sSup>
                            <m:sSupPr>
                              <m:ctrlPr>
                                <a:rPr lang="en-US" sz="2400" b="1" i="1" dirty="0" smtClean="0">
                                  <a:solidFill>
                                    <a:srgbClr val="FF0000"/>
                                  </a:solidFill>
                                  <a:latin typeface="Cambria Math" panose="02040503050406030204" pitchFamily="18" charset="0"/>
                                </a:rPr>
                              </m:ctrlPr>
                            </m:sSupPr>
                            <m:e>
                              <m:r>
                                <a:rPr lang="en-US" sz="2400" b="1" dirty="0">
                                  <a:solidFill>
                                    <a:srgbClr val="FF0000"/>
                                  </a:solidFill>
                                  <a:latin typeface="Cambria Math" panose="02040503050406030204" pitchFamily="18" charset="0"/>
                                </a:rPr>
                                <m:t>𝐃</m:t>
                              </m:r>
                            </m:e>
                            <m:sup>
                              <m:r>
                                <a:rPr lang="en-US" sz="2400" b="1" dirty="0">
                                  <a:solidFill>
                                    <a:srgbClr val="FF0000"/>
                                  </a:solidFill>
                                  <a:latin typeface="Cambria Math" panose="02040503050406030204" pitchFamily="18" charset="0"/>
                                </a:rPr>
                                <m:t>(</m:t>
                              </m:r>
                              <m:r>
                                <a:rPr lang="en-US" sz="2400" b="1" dirty="0">
                                  <a:solidFill>
                                    <a:srgbClr val="FF0000"/>
                                  </a:solidFill>
                                  <a:latin typeface="Cambria Math" panose="02040503050406030204" pitchFamily="18" charset="0"/>
                                </a:rPr>
                                <m:t>𝐤</m:t>
                              </m:r>
                              <m:r>
                                <a:rPr lang="en-US" sz="2400" b="1" dirty="0">
                                  <a:solidFill>
                                    <a:srgbClr val="FF0000"/>
                                  </a:solidFill>
                                  <a:latin typeface="Cambria Math" panose="02040503050406030204" pitchFamily="18" charset="0"/>
                                </a:rPr>
                                <m:t>+</m:t>
                              </m:r>
                              <m:r>
                                <a:rPr lang="en-US" sz="2400" b="1" dirty="0">
                                  <a:solidFill>
                                    <a:srgbClr val="FF0000"/>
                                  </a:solidFill>
                                  <a:latin typeface="Cambria Math" panose="02040503050406030204" pitchFamily="18" charset="0"/>
                                </a:rPr>
                                <m:t>𝟏</m:t>
                              </m:r>
                              <m:r>
                                <a:rPr lang="en-US" sz="2400" b="1" dirty="0">
                                  <a:solidFill>
                                    <a:srgbClr val="FF0000"/>
                                  </a:solidFill>
                                  <a:latin typeface="Cambria Math" panose="02040503050406030204" pitchFamily="18" charset="0"/>
                                </a:rPr>
                                <m:t>)</m:t>
                              </m:r>
                            </m:sup>
                          </m:sSup>
                          <m:d>
                            <m:dPr>
                              <m:begChr m:val="["/>
                              <m:endChr m:val="]"/>
                              <m:ctrlPr>
                                <a:rPr lang="en-US" sz="2400" b="1" i="1" dirty="0">
                                  <a:solidFill>
                                    <a:srgbClr val="FF0000"/>
                                  </a:solidFill>
                                  <a:latin typeface="Cambria Math" panose="02040503050406030204" pitchFamily="18" charset="0"/>
                                </a:rPr>
                              </m:ctrlPr>
                            </m:dPr>
                            <m:e>
                              <m:r>
                                <a:rPr lang="en-US" sz="2400" b="1" dirty="0">
                                  <a:solidFill>
                                    <a:srgbClr val="FF0000"/>
                                  </a:solidFill>
                                  <a:latin typeface="Cambria Math" panose="02040503050406030204" pitchFamily="18" charset="0"/>
                                </a:rPr>
                                <m:t>𝐢</m:t>
                              </m:r>
                            </m:e>
                          </m:d>
                          <m:d>
                            <m:dPr>
                              <m:begChr m:val="["/>
                              <m:endChr m:val="]"/>
                              <m:ctrlPr>
                                <a:rPr lang="en-US" sz="2400" b="1" i="1" dirty="0">
                                  <a:solidFill>
                                    <a:srgbClr val="FF0000"/>
                                  </a:solidFill>
                                  <a:latin typeface="Cambria Math" panose="02040503050406030204" pitchFamily="18" charset="0"/>
                                </a:rPr>
                              </m:ctrlPr>
                            </m:dPr>
                            <m:e>
                              <m:r>
                                <a:rPr lang="en-US" sz="2400" b="1" dirty="0">
                                  <a:solidFill>
                                    <a:srgbClr val="FF0000"/>
                                  </a:solidFill>
                                  <a:latin typeface="Cambria Math" panose="02040503050406030204" pitchFamily="18" charset="0"/>
                                </a:rPr>
                                <m:t>𝐣</m:t>
                              </m:r>
                            </m:e>
                          </m:d>
                          <m:r>
                            <a:rPr lang="en-US" sz="2400" b="1" i="0" dirty="0" smtClean="0">
                              <a:solidFill>
                                <a:schemeClr val="tx1"/>
                              </a:solidFill>
                              <a:latin typeface="Cambria Math" panose="02040503050406030204" pitchFamily="18" charset="0"/>
                            </a:rPr>
                            <m:t>=</m:t>
                          </m:r>
                          <m:r>
                            <a:rPr lang="en-US" sz="2400" b="1" i="0" dirty="0" smtClean="0">
                              <a:solidFill>
                                <a:schemeClr val="tx1"/>
                              </a:solidFill>
                              <a:latin typeface="Cambria Math" panose="02040503050406030204" pitchFamily="18" charset="0"/>
                            </a:rPr>
                            <m:t>𝐦𝐢𝐧</m:t>
                          </m:r>
                          <m:r>
                            <a:rPr lang="en-US" sz="2400" b="1" i="0" dirty="0" smtClean="0">
                              <a:solidFill>
                                <a:schemeClr val="tx1"/>
                              </a:solidFill>
                              <a:latin typeface="Cambria Math" panose="02040503050406030204" pitchFamily="18" charset="0"/>
                            </a:rPr>
                            <m:t>{</m:t>
                          </m:r>
                          <m:r>
                            <a:rPr lang="en-US" sz="2400" b="1" i="0" dirty="0" smtClean="0">
                              <a:solidFill>
                                <a:srgbClr val="00B050"/>
                              </a:solidFill>
                              <a:latin typeface="Cambria Math" panose="02040503050406030204" pitchFamily="18" charset="0"/>
                            </a:rPr>
                            <m:t>𝐃</m:t>
                          </m:r>
                        </m:e>
                        <m:sup>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sup>
                      </m:sSup>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𝐢</m:t>
                          </m:r>
                        </m:e>
                      </m:d>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r>
                        <a:rPr lang="en-US" sz="2400" b="1" i="0" dirty="0" smtClean="0">
                          <a:solidFill>
                            <a:srgbClr val="00B050"/>
                          </a:solidFill>
                          <a:latin typeface="Cambria Math" panose="02040503050406030204" pitchFamily="18" charset="0"/>
                        </a:rPr>
                        <m:t>+</m:t>
                      </m:r>
                      <m:sSup>
                        <m:sSupPr>
                          <m:ctrlPr>
                            <a:rPr lang="en-US" sz="2400" b="1" i="1" dirty="0">
                              <a:solidFill>
                                <a:srgbClr val="00B050"/>
                              </a:solidFill>
                              <a:latin typeface="Cambria Math" panose="02040503050406030204" pitchFamily="18" charset="0"/>
                            </a:rPr>
                          </m:ctrlPr>
                        </m:sSupPr>
                        <m:e>
                          <m:r>
                            <a:rPr lang="en-US" sz="2400" b="1" dirty="0">
                              <a:solidFill>
                                <a:srgbClr val="00B050"/>
                              </a:solidFill>
                              <a:latin typeface="Cambria Math" panose="02040503050406030204" pitchFamily="18" charset="0"/>
                            </a:rPr>
                            <m:t>𝐃</m:t>
                          </m:r>
                        </m:e>
                        <m:sup>
                          <m:r>
                            <a:rPr lang="en-US" sz="2400" b="1" dirty="0">
                              <a:solidFill>
                                <a:srgbClr val="00B050"/>
                              </a:solidFill>
                              <a:latin typeface="Cambria Math" panose="02040503050406030204" pitchFamily="18" charset="0"/>
                            </a:rPr>
                            <m:t>(</m:t>
                          </m:r>
                          <m:r>
                            <a:rPr lang="en-US" sz="2400" b="1" dirty="0">
                              <a:solidFill>
                                <a:srgbClr val="00B050"/>
                              </a:solidFill>
                              <a:latin typeface="Cambria Math" panose="02040503050406030204" pitchFamily="18" charset="0"/>
                            </a:rPr>
                            <m:t>𝐤</m:t>
                          </m:r>
                          <m:r>
                            <a:rPr lang="en-US" sz="2400" b="1" dirty="0">
                              <a:solidFill>
                                <a:srgbClr val="00B050"/>
                              </a:solidFill>
                              <a:latin typeface="Cambria Math" panose="02040503050406030204" pitchFamily="18" charset="0"/>
                            </a:rPr>
                            <m:t>)</m:t>
                          </m:r>
                        </m:sup>
                      </m:sSup>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𝐣</m:t>
                          </m:r>
                        </m:e>
                      </m:d>
                      <m:r>
                        <a:rPr lang="en-US" sz="2400" b="1" i="1" dirty="0" smtClean="0">
                          <a:solidFill>
                            <a:schemeClr val="tx1"/>
                          </a:solidFill>
                          <a:latin typeface="Cambria Math" panose="02040503050406030204" pitchFamily="18" charset="0"/>
                        </a:rPr>
                        <m:t>,</m:t>
                      </m:r>
                      <m:sSup>
                        <m:sSupPr>
                          <m:ctrlPr>
                            <a:rPr lang="en-US" sz="2400" b="1" i="1" dirty="0" smtClean="0">
                              <a:solidFill>
                                <a:srgbClr val="0070C0"/>
                              </a:solidFill>
                              <a:latin typeface="Cambria Math" panose="02040503050406030204" pitchFamily="18" charset="0"/>
                            </a:rPr>
                          </m:ctrlPr>
                        </m:sSupPr>
                        <m:e>
                          <m:r>
                            <a:rPr lang="en-US" sz="2400" b="1" dirty="0">
                              <a:solidFill>
                                <a:srgbClr val="0070C0"/>
                              </a:solidFill>
                              <a:latin typeface="Cambria Math" panose="02040503050406030204" pitchFamily="18" charset="0"/>
                            </a:rPr>
                            <m:t>𝐃</m:t>
                          </m:r>
                        </m:e>
                        <m:sup>
                          <m:r>
                            <a:rPr lang="en-US" sz="2400" b="1" dirty="0">
                              <a:solidFill>
                                <a:srgbClr val="0070C0"/>
                              </a:solidFill>
                              <a:latin typeface="Cambria Math" panose="02040503050406030204" pitchFamily="18" charset="0"/>
                            </a:rPr>
                            <m:t>(</m:t>
                          </m:r>
                          <m:r>
                            <a:rPr lang="en-US" sz="2400" b="1" dirty="0">
                              <a:solidFill>
                                <a:srgbClr val="0070C0"/>
                              </a:solidFill>
                              <a:latin typeface="Cambria Math" panose="02040503050406030204" pitchFamily="18" charset="0"/>
                            </a:rPr>
                            <m:t>𝐤</m:t>
                          </m:r>
                          <m:r>
                            <a:rPr lang="en-US" sz="2400" b="1" dirty="0">
                              <a:solidFill>
                                <a:srgbClr val="0070C0"/>
                              </a:solidFill>
                              <a:latin typeface="Cambria Math" panose="02040503050406030204" pitchFamily="18" charset="0"/>
                            </a:rPr>
                            <m:t>)</m:t>
                          </m:r>
                        </m:sup>
                      </m:sSup>
                      <m:d>
                        <m:dPr>
                          <m:begChr m:val="["/>
                          <m:endChr m:val="]"/>
                          <m:ctrlPr>
                            <a:rPr lang="en-US" sz="2400" b="1" i="1" dirty="0">
                              <a:solidFill>
                                <a:srgbClr val="0070C0"/>
                              </a:solidFill>
                              <a:latin typeface="Cambria Math" panose="02040503050406030204" pitchFamily="18" charset="0"/>
                            </a:rPr>
                          </m:ctrlPr>
                        </m:dPr>
                        <m:e>
                          <m:r>
                            <a:rPr lang="en-US" sz="2400" b="1" dirty="0">
                              <a:solidFill>
                                <a:srgbClr val="0070C0"/>
                              </a:solidFill>
                              <a:latin typeface="Cambria Math" panose="02040503050406030204" pitchFamily="18" charset="0"/>
                            </a:rPr>
                            <m:t>𝐢</m:t>
                          </m:r>
                        </m:e>
                      </m:d>
                      <m:r>
                        <a:rPr lang="en-US" sz="2400" b="1" dirty="0">
                          <a:solidFill>
                            <a:srgbClr val="0070C0"/>
                          </a:solidFill>
                          <a:latin typeface="Cambria Math" panose="02040503050406030204" pitchFamily="18" charset="0"/>
                        </a:rPr>
                        <m:t>[</m:t>
                      </m:r>
                      <m:r>
                        <a:rPr lang="en-US" sz="2400" b="1" dirty="0">
                          <a:solidFill>
                            <a:srgbClr val="0070C0"/>
                          </a:solidFill>
                          <a:latin typeface="Cambria Math" panose="02040503050406030204" pitchFamily="18" charset="0"/>
                        </a:rPr>
                        <m:t>𝐣</m:t>
                      </m:r>
                      <m:r>
                        <a:rPr lang="en-US" sz="2400" b="1" dirty="0">
                          <a:solidFill>
                            <a:srgbClr val="0070C0"/>
                          </a:solidFill>
                          <a:latin typeface="Cambria Math" panose="02040503050406030204" pitchFamily="18" charset="0"/>
                        </a:rPr>
                        <m:t>]}</m:t>
                      </m:r>
                    </m:oMath>
                  </m:oMathPara>
                </a14:m>
                <a:endParaRPr lang="en-US" sz="2400" b="1" dirty="0">
                  <a:solidFill>
                    <a:schemeClr val="tx1"/>
                  </a:solidFill>
                  <a:latin typeface="Arial Rounded MT Bold" panose="020F0704030504030204" pitchFamily="34" charset="0"/>
                </a:endParaRPr>
              </a:p>
            </p:txBody>
          </p:sp>
        </mc:Choice>
        <mc:Fallback xmlns="">
          <p:sp>
            <p:nvSpPr>
              <p:cNvPr id="44" name="TextBox 43">
                <a:extLst>
                  <a:ext uri="{FF2B5EF4-FFF2-40B4-BE49-F238E27FC236}">
                    <a16:creationId xmlns:a16="http://schemas.microsoft.com/office/drawing/2014/main" id="{9AEA8298-FCA9-40E5-A29E-7D6A1C76AFF4}"/>
                  </a:ext>
                </a:extLst>
              </p:cNvPr>
              <p:cNvSpPr txBox="1">
                <a:spLocks noRot="1" noChangeAspect="1" noMove="1" noResize="1" noEditPoints="1" noAdjustHandles="1" noChangeArrowheads="1" noChangeShapeType="1" noTextEdit="1"/>
              </p:cNvSpPr>
              <p:nvPr/>
            </p:nvSpPr>
            <p:spPr>
              <a:xfrm>
                <a:off x="1326261" y="6242914"/>
                <a:ext cx="8565743" cy="477503"/>
              </a:xfrm>
              <a:prstGeom prst="rect">
                <a:avLst/>
              </a:prstGeom>
              <a:blipFill>
                <a:blip r:embed="rId7"/>
                <a:stretch>
                  <a:fillRect/>
                </a:stretch>
              </a:blipFill>
              <a:ln>
                <a:solidFill>
                  <a:schemeClr val="tx1"/>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374901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 Example</a:t>
            </a:r>
          </a:p>
        </p:txBody>
      </p:sp>
      <p:sp>
        <p:nvSpPr>
          <p:cNvPr id="3" name="Slide Number Placeholder 2">
            <a:extLst>
              <a:ext uri="{FF2B5EF4-FFF2-40B4-BE49-F238E27FC236}">
                <a16:creationId xmlns:a16="http://schemas.microsoft.com/office/drawing/2014/main" id="{72BB1C64-E224-4FB8-B777-C738B6A6189C}"/>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68/89</a:t>
            </a:r>
          </a:p>
        </p:txBody>
      </p:sp>
      <p:cxnSp>
        <p:nvCxnSpPr>
          <p:cNvPr id="6" name="Straight Connector 5"/>
          <p:cNvCxnSpPr>
            <a:endCxn id="26" idx="0"/>
          </p:cNvCxnSpPr>
          <p:nvPr/>
        </p:nvCxnSpPr>
        <p:spPr>
          <a:xfrm flipH="1">
            <a:off x="3404831" y="3022034"/>
            <a:ext cx="557346" cy="97070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a:stCxn id="20" idx="1"/>
            <a:endCxn id="23" idx="3"/>
          </p:cNvCxnSpPr>
          <p:nvPr/>
        </p:nvCxnSpPr>
        <p:spPr>
          <a:xfrm flipH="1">
            <a:off x="2323303" y="2733566"/>
            <a:ext cx="1638873" cy="37588"/>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1659749" y="2771154"/>
            <a:ext cx="230510" cy="1318322"/>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0" name="Oval 16"/>
          <p:cNvSpPr>
            <a:spLocks noChangeArrowheads="1"/>
          </p:cNvSpPr>
          <p:nvPr/>
        </p:nvSpPr>
        <p:spPr bwMode="auto">
          <a:xfrm>
            <a:off x="1826456" y="2564628"/>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1" name="Straight Connector 10"/>
          <p:cNvCxnSpPr/>
          <p:nvPr/>
        </p:nvCxnSpPr>
        <p:spPr>
          <a:xfrm flipH="1">
            <a:off x="1917578" y="2890912"/>
            <a:ext cx="2019373" cy="1288478"/>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1913089" y="4177406"/>
            <a:ext cx="1242911" cy="96736"/>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14" name="Oval 16"/>
          <p:cNvSpPr>
            <a:spLocks noChangeArrowheads="1"/>
          </p:cNvSpPr>
          <p:nvPr/>
        </p:nvSpPr>
        <p:spPr bwMode="auto">
          <a:xfrm>
            <a:off x="3132985" y="3955068"/>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17" name="Straight Connector 16"/>
          <p:cNvCxnSpPr/>
          <p:nvPr/>
        </p:nvCxnSpPr>
        <p:spPr>
          <a:xfrm flipH="1">
            <a:off x="1844531" y="2970334"/>
            <a:ext cx="185176" cy="1288831"/>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554002" y="3090092"/>
            <a:ext cx="540117" cy="977285"/>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20" name="Oval 16"/>
          <p:cNvSpPr>
            <a:spLocks noChangeArrowheads="1"/>
          </p:cNvSpPr>
          <p:nvPr/>
        </p:nvSpPr>
        <p:spPr bwMode="auto">
          <a:xfrm>
            <a:off x="3898394" y="2669784"/>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1875745" y="258648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sp>
        <p:nvSpPr>
          <p:cNvPr id="25" name="TextBox 24"/>
          <p:cNvSpPr txBox="1"/>
          <p:nvPr/>
        </p:nvSpPr>
        <p:spPr>
          <a:xfrm>
            <a:off x="3965979" y="2691732"/>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sp>
        <p:nvSpPr>
          <p:cNvPr id="26" name="Rectangle 25"/>
          <p:cNvSpPr/>
          <p:nvPr/>
        </p:nvSpPr>
        <p:spPr>
          <a:xfrm>
            <a:off x="3181052" y="3992740"/>
            <a:ext cx="447558" cy="369332"/>
          </a:xfrm>
          <a:prstGeom prst="rect">
            <a:avLst/>
          </a:prstGeom>
        </p:spPr>
        <p:txBody>
          <a:bodyPr wrap="none">
            <a:spAutoFit/>
          </a:bodyPr>
          <a:lstStyle/>
          <a:p>
            <a:r>
              <a:rPr lang="en-US" b="1" dirty="0">
                <a:solidFill>
                  <a:prstClr val="black"/>
                </a:solidFill>
                <a:latin typeface="Arial Rounded MT Bold" panose="020F0704030504030204" pitchFamily="34" charset="0"/>
              </a:rPr>
              <a:t>v3</a:t>
            </a:r>
          </a:p>
        </p:txBody>
      </p:sp>
      <p:sp>
        <p:nvSpPr>
          <p:cNvPr id="30" name="Rectangle 29"/>
          <p:cNvSpPr/>
          <p:nvPr/>
        </p:nvSpPr>
        <p:spPr>
          <a:xfrm>
            <a:off x="2362787" y="5264022"/>
            <a:ext cx="62998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G</a:t>
            </a:r>
          </a:p>
        </p:txBody>
      </p:sp>
      <p:sp>
        <p:nvSpPr>
          <p:cNvPr id="13" name="Oval 16"/>
          <p:cNvSpPr>
            <a:spLocks noChangeArrowheads="1"/>
          </p:cNvSpPr>
          <p:nvPr/>
        </p:nvSpPr>
        <p:spPr bwMode="auto">
          <a:xfrm>
            <a:off x="1555904" y="4056377"/>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1601189" y="4089476"/>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v2</a:t>
            </a:r>
          </a:p>
        </p:txBody>
      </p:sp>
      <p:sp>
        <p:nvSpPr>
          <p:cNvPr id="58" name="TextBox 57"/>
          <p:cNvSpPr txBox="1"/>
          <p:nvPr/>
        </p:nvSpPr>
        <p:spPr>
          <a:xfrm>
            <a:off x="1452175" y="315261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59" name="TextBox 58"/>
          <p:cNvSpPr txBox="1"/>
          <p:nvPr/>
        </p:nvSpPr>
        <p:spPr>
          <a:xfrm>
            <a:off x="2866317" y="2391028"/>
            <a:ext cx="489236" cy="400110"/>
          </a:xfrm>
          <a:prstGeom prst="rect">
            <a:avLst/>
          </a:prstGeom>
          <a:noFill/>
        </p:spPr>
        <p:txBody>
          <a:bodyPr wrap="none" rtlCol="0">
            <a:spAutoFit/>
          </a:bodyPr>
          <a:lstStyle/>
          <a:p>
            <a:r>
              <a:rPr lang="en-US" sz="2000" b="1" dirty="0">
                <a:latin typeface="Arial Rounded MT Bold" panose="020F0704030504030204" pitchFamily="34" charset="0"/>
              </a:rPr>
              <a:t>15</a:t>
            </a:r>
          </a:p>
        </p:txBody>
      </p:sp>
      <p:sp>
        <p:nvSpPr>
          <p:cNvPr id="61" name="TextBox 60"/>
          <p:cNvSpPr txBox="1"/>
          <p:nvPr/>
        </p:nvSpPr>
        <p:spPr>
          <a:xfrm>
            <a:off x="1959174" y="3255226"/>
            <a:ext cx="489236" cy="400110"/>
          </a:xfrm>
          <a:prstGeom prst="rect">
            <a:avLst/>
          </a:prstGeom>
          <a:noFill/>
        </p:spPr>
        <p:txBody>
          <a:bodyPr wrap="none" rtlCol="0">
            <a:spAutoFit/>
          </a:bodyPr>
          <a:lstStyle/>
          <a:p>
            <a:r>
              <a:rPr lang="en-US" sz="2000" b="1" dirty="0">
                <a:latin typeface="Arial Rounded MT Bold" panose="020F0704030504030204" pitchFamily="34" charset="0"/>
              </a:rPr>
              <a:t>50</a:t>
            </a:r>
          </a:p>
        </p:txBody>
      </p:sp>
      <p:sp>
        <p:nvSpPr>
          <p:cNvPr id="62" name="TextBox 61"/>
          <p:cNvSpPr txBox="1"/>
          <p:nvPr/>
        </p:nvSpPr>
        <p:spPr>
          <a:xfrm>
            <a:off x="2510717" y="3827245"/>
            <a:ext cx="489236" cy="400110"/>
          </a:xfrm>
          <a:prstGeom prst="rect">
            <a:avLst/>
          </a:prstGeom>
          <a:noFill/>
        </p:spPr>
        <p:txBody>
          <a:bodyPr wrap="none" rtlCol="0">
            <a:spAutoFit/>
          </a:bodyPr>
          <a:lstStyle/>
          <a:p>
            <a:r>
              <a:rPr lang="en-US" sz="2000" b="1" dirty="0">
                <a:latin typeface="Arial Rounded MT Bold" panose="020F0704030504030204" pitchFamily="34" charset="0"/>
              </a:rPr>
              <a:t>15</a:t>
            </a:r>
          </a:p>
        </p:txBody>
      </p:sp>
      <p:sp>
        <p:nvSpPr>
          <p:cNvPr id="63" name="TextBox 62"/>
          <p:cNvSpPr txBox="1"/>
          <p:nvPr/>
        </p:nvSpPr>
        <p:spPr>
          <a:xfrm>
            <a:off x="3137812" y="2928155"/>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4" name="TextBox 63"/>
          <p:cNvSpPr txBox="1"/>
          <p:nvPr/>
        </p:nvSpPr>
        <p:spPr>
          <a:xfrm>
            <a:off x="3264861" y="3240709"/>
            <a:ext cx="489236" cy="400110"/>
          </a:xfrm>
          <a:prstGeom prst="rect">
            <a:avLst/>
          </a:prstGeom>
          <a:noFill/>
        </p:spPr>
        <p:txBody>
          <a:bodyPr wrap="none" rtlCol="0">
            <a:spAutoFit/>
          </a:bodyPr>
          <a:lstStyle/>
          <a:p>
            <a:r>
              <a:rPr lang="en-US" sz="2000" b="1" dirty="0">
                <a:latin typeface="Arial Rounded MT Bold" panose="020F0704030504030204" pitchFamily="34" charset="0"/>
              </a:rPr>
              <a:t>15</a:t>
            </a:r>
          </a:p>
        </p:txBody>
      </p:sp>
      <p:sp>
        <p:nvSpPr>
          <p:cNvPr id="65" name="TextBox 64"/>
          <p:cNvSpPr txBox="1"/>
          <p:nvPr/>
        </p:nvSpPr>
        <p:spPr>
          <a:xfrm>
            <a:off x="3860546" y="3327794"/>
            <a:ext cx="336952" cy="400110"/>
          </a:xfrm>
          <a:prstGeom prst="rect">
            <a:avLst/>
          </a:prstGeom>
          <a:noFill/>
        </p:spPr>
        <p:txBody>
          <a:bodyPr wrap="none" rtlCol="0">
            <a:spAutoFit/>
          </a:bodyPr>
          <a:lstStyle/>
          <a:p>
            <a:r>
              <a:rPr lang="en-US" sz="2000" b="1" dirty="0">
                <a:latin typeface="Arial Rounded MT Bold" panose="020F0704030504030204" pitchFamily="34" charset="0"/>
              </a:rPr>
              <a:t>5</a:t>
            </a:r>
          </a:p>
        </p:txBody>
      </p:sp>
      <p:sp>
        <p:nvSpPr>
          <p:cNvPr id="68" name="Striped Right Arrow 67"/>
          <p:cNvSpPr/>
          <p:nvPr/>
        </p:nvSpPr>
        <p:spPr>
          <a:xfrm>
            <a:off x="4949372" y="3862728"/>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2511559552"/>
              </p:ext>
            </p:extLst>
          </p:nvPr>
        </p:nvGraphicFramePr>
        <p:xfrm>
          <a:off x="6646444" y="2191538"/>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b="1" dirty="0">
                          <a:solidFill>
                            <a:schemeClr val="tx1"/>
                          </a:solidFill>
                          <a:latin typeface="Arial Rounded MT Bold" panose="020F0704030504030204" pitchFamily="34" charset="0"/>
                        </a:rPr>
                        <a:t>50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b="1" dirty="0">
                          <a:solidFill>
                            <a:schemeClr val="tx1"/>
                          </a:solidFill>
                          <a:latin typeface="Arial Rounded MT Bold" panose="020F0704030504030204" pitchFamily="34" charset="0"/>
                        </a:rPr>
                        <a:t>30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b="1" dirty="0">
                          <a:solidFill>
                            <a:schemeClr val="tx1"/>
                          </a:solidFill>
                          <a:latin typeface="Arial Rounded MT Bold" panose="020F0704030504030204" pitchFamily="34" charset="0"/>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extLst>
                  <a:ext uri="{0D108BD9-81ED-4DB2-BD59-A6C34878D82A}">
                    <a16:rowId xmlns:a16="http://schemas.microsoft.com/office/drawing/2014/main" val="1084115065"/>
                  </a:ext>
                </a:extLst>
              </a:tr>
            </a:tbl>
          </a:graphicData>
        </a:graphic>
      </p:graphicFrame>
      <p:sp>
        <p:nvSpPr>
          <p:cNvPr id="39" name="Rectangle 38"/>
          <p:cNvSpPr/>
          <p:nvPr/>
        </p:nvSpPr>
        <p:spPr>
          <a:xfrm>
            <a:off x="8146733" y="5429546"/>
            <a:ext cx="68929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W</a:t>
            </a:r>
          </a:p>
        </p:txBody>
      </p:sp>
      <p:cxnSp>
        <p:nvCxnSpPr>
          <p:cNvPr id="37" name="Straight Connector 36"/>
          <p:cNvCxnSpPr>
            <a:stCxn id="10" idx="5"/>
            <a:endCxn id="14" idx="1"/>
          </p:cNvCxnSpPr>
          <p:nvPr/>
        </p:nvCxnSpPr>
        <p:spPr>
          <a:xfrm>
            <a:off x="2198205" y="2936377"/>
            <a:ext cx="998562" cy="1082473"/>
          </a:xfrm>
          <a:prstGeom prst="line">
            <a:avLst/>
          </a:prstGeom>
          <a:ln w="28575">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388340" y="2855087"/>
            <a:ext cx="489236" cy="400110"/>
          </a:xfrm>
          <a:prstGeom prst="rect">
            <a:avLst/>
          </a:prstGeom>
          <a:noFill/>
        </p:spPr>
        <p:txBody>
          <a:bodyPr wrap="none" rtlCol="0">
            <a:spAutoFit/>
          </a:bodyPr>
          <a:lstStyle/>
          <a:p>
            <a:r>
              <a:rPr lang="en-US" sz="2000" b="1" dirty="0">
                <a:latin typeface="Arial Rounded MT Bold" panose="020F0704030504030204" pitchFamily="34" charset="0"/>
              </a:rPr>
              <a:t>30</a:t>
            </a:r>
          </a:p>
        </p:txBody>
      </p:sp>
    </p:spTree>
    <p:custDataLst>
      <p:tags r:id="rId1"/>
    </p:custDataLst>
    <p:extLst>
      <p:ext uri="{BB962C8B-B14F-4D97-AF65-F5344CB8AC3E}">
        <p14:creationId xmlns:p14="http://schemas.microsoft.com/office/powerpoint/2010/main" val="24983114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 Example</a:t>
            </a:r>
          </a:p>
        </p:txBody>
      </p:sp>
      <p:sp>
        <p:nvSpPr>
          <p:cNvPr id="3" name="Slide Number Placeholder 2">
            <a:extLst>
              <a:ext uri="{FF2B5EF4-FFF2-40B4-BE49-F238E27FC236}">
                <a16:creationId xmlns:a16="http://schemas.microsoft.com/office/drawing/2014/main" id="{B9AB4BFB-B679-46B5-8AA3-58F269B3F17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69/89</a:t>
            </a:r>
          </a:p>
        </p:txBody>
      </p:sp>
      <p:sp>
        <p:nvSpPr>
          <p:cNvPr id="68" name="Striped Right Arrow 67"/>
          <p:cNvSpPr/>
          <p:nvPr/>
        </p:nvSpPr>
        <p:spPr>
          <a:xfrm>
            <a:off x="4949372" y="3862728"/>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2232863980"/>
              </p:ext>
            </p:extLst>
          </p:nvPr>
        </p:nvGraphicFramePr>
        <p:xfrm>
          <a:off x="6646444" y="2191538"/>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chemeClr val="accent2">
                        <a:lumMod val="40000"/>
                        <a:lumOff val="60000"/>
                      </a:schemeClr>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b="1" dirty="0">
                          <a:solidFill>
                            <a:schemeClr val="tx1"/>
                          </a:solidFill>
                          <a:latin typeface="Arial Rounded MT Bold" panose="020F0704030504030204" pitchFamily="34" charset="0"/>
                        </a:rPr>
                        <a:t>50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b="1" dirty="0">
                          <a:solidFill>
                            <a:schemeClr val="tx1"/>
                          </a:solidFill>
                          <a:latin typeface="Arial Rounded MT Bold" panose="020F0704030504030204" pitchFamily="34" charset="0"/>
                        </a:rPr>
                        <a:t>30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35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chemeClr val="accent2">
                        <a:lumMod val="40000"/>
                        <a:lumOff val="60000"/>
                      </a:schemeClr>
                    </a:solidFill>
                  </a:tcPr>
                </a:tc>
                <a:tc>
                  <a:txBody>
                    <a:bodyPr/>
                    <a:lstStyle/>
                    <a:p>
                      <a:pPr algn="ctr"/>
                      <a:r>
                        <a:rPr lang="en-US" b="1" dirty="0">
                          <a:solidFill>
                            <a:schemeClr val="tx1"/>
                          </a:solidFill>
                          <a:latin typeface="Arial Rounded MT Bold" panose="020F0704030504030204" pitchFamily="34" charset="0"/>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extLst>
                  <a:ext uri="{0D108BD9-81ED-4DB2-BD59-A6C34878D82A}">
                    <a16:rowId xmlns:a16="http://schemas.microsoft.com/office/drawing/2014/main" val="1084115065"/>
                  </a:ext>
                </a:extLst>
              </a:tr>
            </a:tbl>
          </a:graphicData>
        </a:graphic>
      </p:graphicFrame>
      <p:sp>
        <p:nvSpPr>
          <p:cNvPr id="36" name="Rectangle 35"/>
          <p:cNvSpPr/>
          <p:nvPr/>
        </p:nvSpPr>
        <p:spPr>
          <a:xfrm>
            <a:off x="8306390" y="5429546"/>
            <a:ext cx="60914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a:t>
            </a:r>
          </a:p>
        </p:txBody>
      </p:sp>
      <p:sp>
        <p:nvSpPr>
          <p:cNvPr id="39" name="Rectangle 38"/>
          <p:cNvSpPr/>
          <p:nvPr/>
        </p:nvSpPr>
        <p:spPr>
          <a:xfrm>
            <a:off x="1808577" y="5429546"/>
            <a:ext cx="1540486"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=W</a:t>
            </a:r>
          </a:p>
        </p:txBody>
      </p:sp>
      <p:sp>
        <p:nvSpPr>
          <p:cNvPr id="40" name="Rectangle 39"/>
          <p:cNvSpPr/>
          <p:nvPr/>
        </p:nvSpPr>
        <p:spPr>
          <a:xfrm>
            <a:off x="2025455" y="5300501"/>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(0)</a:t>
            </a:r>
          </a:p>
        </p:txBody>
      </p:sp>
      <p:sp>
        <p:nvSpPr>
          <p:cNvPr id="41" name="Rectangle 40"/>
          <p:cNvSpPr/>
          <p:nvPr/>
        </p:nvSpPr>
        <p:spPr>
          <a:xfrm>
            <a:off x="8551501" y="5338079"/>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(1)</a:t>
            </a:r>
          </a:p>
        </p:txBody>
      </p:sp>
      <p:graphicFrame>
        <p:nvGraphicFramePr>
          <p:cNvPr id="42" name="Table 41"/>
          <p:cNvGraphicFramePr>
            <a:graphicFrameLocks noGrp="1"/>
          </p:cNvGraphicFramePr>
          <p:nvPr>
            <p:extLst>
              <p:ext uri="{D42A27DB-BD31-4B8C-83A1-F6EECF244321}">
                <p14:modId xmlns:p14="http://schemas.microsoft.com/office/powerpoint/2010/main" val="3019085511"/>
              </p:ext>
            </p:extLst>
          </p:nvPr>
        </p:nvGraphicFramePr>
        <p:xfrm>
          <a:off x="899098" y="2206152"/>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chemeClr val="accent6">
                        <a:lumMod val="20000"/>
                        <a:lumOff val="80000"/>
                      </a:schemeClr>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b="1" dirty="0">
                          <a:solidFill>
                            <a:schemeClr val="tx1"/>
                          </a:solidFill>
                          <a:latin typeface="Arial Rounded MT Bold" panose="020F0704030504030204" pitchFamily="34" charset="0"/>
                        </a:rPr>
                        <a:t>50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b="1" dirty="0">
                          <a:solidFill>
                            <a:schemeClr val="tx1"/>
                          </a:solidFill>
                          <a:latin typeface="Arial Rounded MT Bold" panose="020F0704030504030204" pitchFamily="34" charset="0"/>
                        </a:rPr>
                        <a:t>30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chemeClr val="accent6">
                        <a:lumMod val="20000"/>
                        <a:lumOff val="80000"/>
                      </a:schemeClr>
                    </a:solidFill>
                  </a:tcPr>
                </a:tc>
                <a:tc>
                  <a:txBody>
                    <a:bodyPr/>
                    <a:lstStyle/>
                    <a:p>
                      <a:pPr algn="ctr"/>
                      <a:r>
                        <a:rPr lang="en-US" b="1" dirty="0">
                          <a:solidFill>
                            <a:schemeClr val="tx1"/>
                          </a:solidFill>
                          <a:latin typeface="Arial Rounded MT Bold" panose="020F0704030504030204" pitchFamily="34" charset="0"/>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extLst>
                  <a:ext uri="{0D108BD9-81ED-4DB2-BD59-A6C34878D82A}">
                    <a16:rowId xmlns:a16="http://schemas.microsoft.com/office/drawing/2014/main" val="1084115065"/>
                  </a:ext>
                </a:extLst>
              </a:tr>
            </a:tbl>
          </a:graphicData>
        </a:graphic>
      </p:graphicFrame>
      <p:sp>
        <p:nvSpPr>
          <p:cNvPr id="43" name="Striped Right Arrow 42"/>
          <p:cNvSpPr/>
          <p:nvPr/>
        </p:nvSpPr>
        <p:spPr>
          <a:xfrm>
            <a:off x="10776050" y="3877342"/>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975370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 Example</a:t>
            </a:r>
          </a:p>
        </p:txBody>
      </p:sp>
      <p:sp>
        <p:nvSpPr>
          <p:cNvPr id="3" name="Slide Number Placeholder 2">
            <a:extLst>
              <a:ext uri="{FF2B5EF4-FFF2-40B4-BE49-F238E27FC236}">
                <a16:creationId xmlns:a16="http://schemas.microsoft.com/office/drawing/2014/main" id="{AFBAE4FB-253A-434D-A56C-BCBD75A90A0D}"/>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70/89</a:t>
            </a:r>
          </a:p>
        </p:txBody>
      </p:sp>
      <p:sp>
        <p:nvSpPr>
          <p:cNvPr id="68" name="Striped Right Arrow 67"/>
          <p:cNvSpPr/>
          <p:nvPr/>
        </p:nvSpPr>
        <p:spPr>
          <a:xfrm>
            <a:off x="4949372" y="3862728"/>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3806527712"/>
              </p:ext>
            </p:extLst>
          </p:nvPr>
        </p:nvGraphicFramePr>
        <p:xfrm>
          <a:off x="6646444" y="2191538"/>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chemeClr val="accent4">
                        <a:lumMod val="60000"/>
                        <a:lumOff val="40000"/>
                      </a:schemeClr>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chemeClr val="accent4">
                        <a:lumMod val="60000"/>
                        <a:lumOff val="40000"/>
                      </a:schemeClr>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chemeClr val="accent4">
                        <a:lumMod val="60000"/>
                        <a:lumOff val="40000"/>
                      </a:schemeClr>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chemeClr val="accent4">
                        <a:lumMod val="60000"/>
                        <a:lumOff val="40000"/>
                      </a:schemeClr>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chemeClr val="accent4">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10</a:t>
                      </a: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chemeClr val="accent4">
                        <a:lumMod val="60000"/>
                        <a:lumOff val="40000"/>
                      </a:schemeClr>
                    </a:solidFill>
                  </a:tcPr>
                </a:tc>
                <a:tc>
                  <a:txBody>
                    <a:bodyPr/>
                    <a:lstStyle/>
                    <a:p>
                      <a:pPr algn="ctr"/>
                      <a:r>
                        <a:rPr lang="en-US" b="1" dirty="0">
                          <a:solidFill>
                            <a:schemeClr val="tx1"/>
                          </a:solidFill>
                          <a:latin typeface="Arial Rounded MT Bold" panose="020F0704030504030204" pitchFamily="34" charset="0"/>
                        </a:rPr>
                        <a:t>45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chemeClr val="accent4">
                        <a:lumMod val="60000"/>
                        <a:lumOff val="40000"/>
                      </a:schemeClr>
                    </a:solidFill>
                  </a:tcPr>
                </a:tc>
                <a:tc>
                  <a:txBody>
                    <a:bodyPr/>
                    <a:lstStyle/>
                    <a:p>
                      <a:pPr algn="ctr"/>
                      <a:r>
                        <a:rPr lang="en-US" b="1" dirty="0">
                          <a:solidFill>
                            <a:schemeClr val="tx1"/>
                          </a:solidFill>
                          <a:latin typeface="Arial Rounded MT Bold" panose="020F0704030504030204" pitchFamily="34" charset="0"/>
                        </a:rPr>
                        <a:t>30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35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chemeClr val="accent4">
                        <a:lumMod val="60000"/>
                        <a:lumOff val="40000"/>
                      </a:schemeClr>
                    </a:solidFill>
                  </a:tcPr>
                </a:tc>
                <a:tc>
                  <a:txBody>
                    <a:bodyPr/>
                    <a:lstStyle/>
                    <a:p>
                      <a:pPr algn="ctr"/>
                      <a:r>
                        <a:rPr lang="en-US" b="1" dirty="0">
                          <a:solidFill>
                            <a:schemeClr val="tx1"/>
                          </a:solidFill>
                          <a:latin typeface="Arial Rounded MT Bold" panose="020F0704030504030204" pitchFamily="34" charset="0"/>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extLst>
                  <a:ext uri="{0D108BD9-81ED-4DB2-BD59-A6C34878D82A}">
                    <a16:rowId xmlns:a16="http://schemas.microsoft.com/office/drawing/2014/main" val="1084115065"/>
                  </a:ext>
                </a:extLst>
              </a:tr>
            </a:tbl>
          </a:graphicData>
        </a:graphic>
      </p:graphicFrame>
      <p:sp>
        <p:nvSpPr>
          <p:cNvPr id="36" name="Rectangle 35"/>
          <p:cNvSpPr/>
          <p:nvPr/>
        </p:nvSpPr>
        <p:spPr>
          <a:xfrm>
            <a:off x="8306390" y="5429546"/>
            <a:ext cx="609141"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a:t>
            </a:r>
          </a:p>
        </p:txBody>
      </p:sp>
      <p:sp>
        <p:nvSpPr>
          <p:cNvPr id="39" name="Rectangle 38"/>
          <p:cNvSpPr/>
          <p:nvPr/>
        </p:nvSpPr>
        <p:spPr>
          <a:xfrm>
            <a:off x="1808577" y="5429546"/>
            <a:ext cx="916918"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a:t>
            </a:r>
          </a:p>
        </p:txBody>
      </p:sp>
      <p:sp>
        <p:nvSpPr>
          <p:cNvPr id="40" name="Rectangle 39"/>
          <p:cNvSpPr/>
          <p:nvPr/>
        </p:nvSpPr>
        <p:spPr>
          <a:xfrm>
            <a:off x="2025455" y="5300501"/>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(2)</a:t>
            </a:r>
          </a:p>
        </p:txBody>
      </p:sp>
      <p:sp>
        <p:nvSpPr>
          <p:cNvPr id="41" name="Rectangle 40"/>
          <p:cNvSpPr/>
          <p:nvPr/>
        </p:nvSpPr>
        <p:spPr>
          <a:xfrm>
            <a:off x="8551501" y="5338079"/>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(3)</a:t>
            </a:r>
          </a:p>
        </p:txBody>
      </p:sp>
      <p:graphicFrame>
        <p:nvGraphicFramePr>
          <p:cNvPr id="42" name="Table 41"/>
          <p:cNvGraphicFramePr>
            <a:graphicFrameLocks noGrp="1"/>
          </p:cNvGraphicFramePr>
          <p:nvPr>
            <p:extLst>
              <p:ext uri="{D42A27DB-BD31-4B8C-83A1-F6EECF244321}">
                <p14:modId xmlns:p14="http://schemas.microsoft.com/office/powerpoint/2010/main" val="770070178"/>
              </p:ext>
            </p:extLst>
          </p:nvPr>
        </p:nvGraphicFramePr>
        <p:xfrm>
          <a:off x="899098" y="2206152"/>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chemeClr val="accent1">
                        <a:lumMod val="40000"/>
                        <a:lumOff val="60000"/>
                      </a:schemeClr>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chemeClr val="accent1">
                        <a:lumMod val="40000"/>
                        <a:lumOff val="60000"/>
                      </a:schemeClr>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chemeClr val="accent1">
                        <a:lumMod val="40000"/>
                        <a:lumOff val="60000"/>
                      </a:schemeClr>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chemeClr val="accent1">
                        <a:lumMod val="40000"/>
                        <a:lumOff val="60000"/>
                      </a:schemeClr>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chemeClr val="accent1">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10</a:t>
                      </a: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chemeClr val="accent1">
                        <a:lumMod val="40000"/>
                        <a:lumOff val="60000"/>
                      </a:schemeClr>
                    </a:solidFill>
                  </a:tcPr>
                </a:tc>
                <a:tc>
                  <a:txBody>
                    <a:bodyPr/>
                    <a:lstStyle/>
                    <a:p>
                      <a:pPr algn="ctr"/>
                      <a:r>
                        <a:rPr lang="en-US" b="1" dirty="0">
                          <a:solidFill>
                            <a:schemeClr val="tx1"/>
                          </a:solidFill>
                          <a:latin typeface="Arial Rounded MT Bold" panose="020F0704030504030204" pitchFamily="34" charset="0"/>
                        </a:rPr>
                        <a:t>50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chemeClr val="accent1">
                        <a:lumMod val="40000"/>
                        <a:lumOff val="60000"/>
                      </a:schemeClr>
                    </a:solidFill>
                  </a:tcPr>
                </a:tc>
                <a:tc>
                  <a:txBody>
                    <a:bodyPr/>
                    <a:lstStyle/>
                    <a:p>
                      <a:pPr algn="ctr"/>
                      <a:r>
                        <a:rPr lang="en-US" b="1" dirty="0">
                          <a:solidFill>
                            <a:schemeClr val="tx1"/>
                          </a:solidFill>
                          <a:latin typeface="Arial Rounded MT Bold" panose="020F0704030504030204" pitchFamily="34" charset="0"/>
                        </a:rPr>
                        <a:t>30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35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chemeClr val="accent1">
                        <a:lumMod val="40000"/>
                        <a:lumOff val="60000"/>
                      </a:schemeClr>
                    </a:solidFill>
                  </a:tcPr>
                </a:tc>
                <a:tc>
                  <a:txBody>
                    <a:bodyPr/>
                    <a:lstStyle/>
                    <a:p>
                      <a:pPr algn="ctr"/>
                      <a:r>
                        <a:rPr lang="en-US" b="1" dirty="0">
                          <a:solidFill>
                            <a:schemeClr val="tx1"/>
                          </a:solidFill>
                          <a:latin typeface="Arial Rounded MT Bold" panose="020F0704030504030204" pitchFamily="34" charset="0"/>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extLst>
                  <a:ext uri="{0D108BD9-81ED-4DB2-BD59-A6C34878D82A}">
                    <a16:rowId xmlns:a16="http://schemas.microsoft.com/office/drawing/2014/main" val="1084115065"/>
                  </a:ext>
                </a:extLst>
              </a:tr>
            </a:tbl>
          </a:graphicData>
        </a:graphic>
      </p:graphicFrame>
      <p:sp>
        <p:nvSpPr>
          <p:cNvPr id="10" name="Striped Right Arrow 9"/>
          <p:cNvSpPr/>
          <p:nvPr/>
        </p:nvSpPr>
        <p:spPr>
          <a:xfrm>
            <a:off x="10776050" y="3877342"/>
            <a:ext cx="566057" cy="266730"/>
          </a:xfrm>
          <a:prstGeom prst="stripedRightArrow">
            <a:avLst/>
          </a:prstGeom>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180015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 Example</a:t>
            </a:r>
          </a:p>
        </p:txBody>
      </p:sp>
      <p:sp>
        <p:nvSpPr>
          <p:cNvPr id="3" name="Slide Number Placeholder 2">
            <a:extLst>
              <a:ext uri="{FF2B5EF4-FFF2-40B4-BE49-F238E27FC236}">
                <a16:creationId xmlns:a16="http://schemas.microsoft.com/office/drawing/2014/main" id="{563C74BA-27B2-49AB-83C9-33E37F2444C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71/89</a:t>
            </a:r>
          </a:p>
        </p:txBody>
      </p:sp>
      <p:sp>
        <p:nvSpPr>
          <p:cNvPr id="39" name="Rectangle 38"/>
          <p:cNvSpPr/>
          <p:nvPr/>
        </p:nvSpPr>
        <p:spPr>
          <a:xfrm>
            <a:off x="1808577" y="5429546"/>
            <a:ext cx="1870705" cy="584775"/>
          </a:xfrm>
          <a:prstGeom prst="rect">
            <a:avLst/>
          </a:prstGeom>
        </p:spPr>
        <p:txBody>
          <a:bodyPr wrap="none">
            <a:spAutoFit/>
          </a:bodyPr>
          <a:lstStyle/>
          <a:p>
            <a:pPr marL="118872" lvl="0">
              <a:buClr>
                <a:srgbClr val="F0AD00"/>
              </a:buClr>
              <a:buSzPct val="80000"/>
            </a:pPr>
            <a:r>
              <a:rPr lang="en-US" sz="3200" b="1" dirty="0">
                <a:effectLst>
                  <a:outerShdw blurRad="38100" dist="38100" dir="2700000" algn="tl">
                    <a:srgbClr val="000000">
                      <a:alpha val="43137"/>
                    </a:srgbClr>
                  </a:outerShdw>
                </a:effectLst>
                <a:latin typeface="Arial Rounded MT Bold" panose="020F0704030504030204" pitchFamily="34" charset="0"/>
              </a:rPr>
              <a:t>D    =D   </a:t>
            </a:r>
          </a:p>
        </p:txBody>
      </p:sp>
      <p:sp>
        <p:nvSpPr>
          <p:cNvPr id="40" name="Rectangle 39"/>
          <p:cNvSpPr/>
          <p:nvPr/>
        </p:nvSpPr>
        <p:spPr>
          <a:xfrm>
            <a:off x="2025455" y="5300501"/>
            <a:ext cx="639599" cy="400110"/>
          </a:xfrm>
          <a:prstGeom prst="rect">
            <a:avLst/>
          </a:prstGeom>
        </p:spPr>
        <p:txBody>
          <a:bodyPr wrap="none">
            <a:spAutoFit/>
          </a:bodyPr>
          <a:lstStyle/>
          <a:p>
            <a:pPr marL="118872" lvl="0">
              <a:buClr>
                <a:srgbClr val="F0AD00"/>
              </a:buClr>
              <a:buSzPct val="80000"/>
            </a:pPr>
            <a:r>
              <a:rPr lang="en-US" sz="2000" b="1" dirty="0">
                <a:effectLst>
                  <a:outerShdw blurRad="38100" dist="38100" dir="2700000" algn="tl">
                    <a:srgbClr val="000000">
                      <a:alpha val="43137"/>
                    </a:srgbClr>
                  </a:outerShdw>
                </a:effectLst>
                <a:latin typeface="Arial Rounded MT Bold" panose="020F0704030504030204" pitchFamily="34" charset="0"/>
              </a:rPr>
              <a:t>(4)</a:t>
            </a:r>
          </a:p>
        </p:txBody>
      </p:sp>
      <p:graphicFrame>
        <p:nvGraphicFramePr>
          <p:cNvPr id="42" name="Table 41"/>
          <p:cNvGraphicFramePr>
            <a:graphicFrameLocks noGrp="1"/>
          </p:cNvGraphicFramePr>
          <p:nvPr>
            <p:extLst>
              <p:ext uri="{D42A27DB-BD31-4B8C-83A1-F6EECF244321}">
                <p14:modId xmlns:p14="http://schemas.microsoft.com/office/powerpoint/2010/main" val="4187082894"/>
              </p:ext>
            </p:extLst>
          </p:nvPr>
        </p:nvGraphicFramePr>
        <p:xfrm>
          <a:off x="899098" y="2206152"/>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FFFF00"/>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10</a:t>
                      </a:r>
                    </a:p>
                  </a:txBody>
                  <a:tcPr>
                    <a:solidFill>
                      <a:schemeClr val="bg1"/>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b="1" dirty="0">
                          <a:solidFill>
                            <a:schemeClr val="tx1"/>
                          </a:solidFill>
                          <a:latin typeface="Arial Rounded MT Bold" panose="020F0704030504030204" pitchFamily="34" charset="0"/>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b="1" dirty="0">
                          <a:solidFill>
                            <a:schemeClr val="tx1"/>
                          </a:solidFill>
                          <a:latin typeface="Arial Rounded MT Bold" panose="020F0704030504030204" pitchFamily="34" charset="0"/>
                        </a:rPr>
                        <a:t>30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35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15</a:t>
                      </a:r>
                    </a:p>
                  </a:txBody>
                  <a:tcPr>
                    <a:solidFill>
                      <a:schemeClr val="bg1"/>
                    </a:solid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b="1" dirty="0">
                          <a:solidFill>
                            <a:schemeClr val="tx1"/>
                          </a:solidFill>
                          <a:latin typeface="Arial Rounded MT Bold" panose="020F0704030504030204" pitchFamily="34" charset="0"/>
                        </a:rPr>
                        <a:t>15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20</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5</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0</a:t>
                      </a:r>
                    </a:p>
                  </a:txBody>
                  <a:tcPr>
                    <a:solidFill>
                      <a:schemeClr val="bg1"/>
                    </a:solidFill>
                  </a:tcPr>
                </a:tc>
                <a:extLst>
                  <a:ext uri="{0D108BD9-81ED-4DB2-BD59-A6C34878D82A}">
                    <a16:rowId xmlns:a16="http://schemas.microsoft.com/office/drawing/2014/main" val="1084115065"/>
                  </a:ext>
                </a:extLst>
              </a:tr>
            </a:tbl>
          </a:graphicData>
        </a:graphic>
      </p:graphicFrame>
      <p:grpSp>
        <p:nvGrpSpPr>
          <p:cNvPr id="10" name="Group 9">
            <a:extLst>
              <a:ext uri="{FF2B5EF4-FFF2-40B4-BE49-F238E27FC236}">
                <a16:creationId xmlns:a16="http://schemas.microsoft.com/office/drawing/2014/main" id="{9506AD25-E740-DE70-2114-2A38B05F429B}"/>
              </a:ext>
            </a:extLst>
          </p:cNvPr>
          <p:cNvGrpSpPr/>
          <p:nvPr/>
        </p:nvGrpSpPr>
        <p:grpSpPr>
          <a:xfrm>
            <a:off x="6102396" y="1397169"/>
            <a:ext cx="5459760" cy="4493160"/>
            <a:chOff x="6102396" y="1397169"/>
            <a:chExt cx="5459760" cy="449316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1477B9AB-2DBA-6E84-F0FD-5A5562E6F7C9}"/>
                    </a:ext>
                  </a:extLst>
                </p14:cNvPr>
                <p14:cNvContentPartPr/>
                <p14:nvPr/>
              </p14:nvContentPartPr>
              <p14:xfrm>
                <a:off x="6102396" y="1397169"/>
                <a:ext cx="249480" cy="4493160"/>
              </p14:xfrm>
            </p:contentPart>
          </mc:Choice>
          <mc:Fallback>
            <p:pic>
              <p:nvPicPr>
                <p:cNvPr id="4" name="Ink 3">
                  <a:extLst>
                    <a:ext uri="{FF2B5EF4-FFF2-40B4-BE49-F238E27FC236}">
                      <a16:creationId xmlns:a16="http://schemas.microsoft.com/office/drawing/2014/main" id="{1477B9AB-2DBA-6E84-F0FD-5A5562E6F7C9}"/>
                    </a:ext>
                  </a:extLst>
                </p:cNvPr>
                <p:cNvPicPr/>
                <p:nvPr/>
              </p:nvPicPr>
              <p:blipFill>
                <a:blip r:embed="rId5"/>
                <a:stretch>
                  <a:fillRect/>
                </a:stretch>
              </p:blipFill>
              <p:spPr>
                <a:xfrm>
                  <a:off x="6096276" y="1391049"/>
                  <a:ext cx="261720" cy="4505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86982384-EBE8-4CDB-AFE3-DA213DD51932}"/>
                    </a:ext>
                  </a:extLst>
                </p14:cNvPr>
                <p14:cNvContentPartPr/>
                <p14:nvPr/>
              </p14:nvContentPartPr>
              <p14:xfrm>
                <a:off x="6538356" y="2025369"/>
                <a:ext cx="422280" cy="453240"/>
              </p14:xfrm>
            </p:contentPart>
          </mc:Choice>
          <mc:Fallback>
            <p:pic>
              <p:nvPicPr>
                <p:cNvPr id="5" name="Ink 4">
                  <a:extLst>
                    <a:ext uri="{FF2B5EF4-FFF2-40B4-BE49-F238E27FC236}">
                      <a16:creationId xmlns:a16="http://schemas.microsoft.com/office/drawing/2014/main" id="{86982384-EBE8-4CDB-AFE3-DA213DD51932}"/>
                    </a:ext>
                  </a:extLst>
                </p:cNvPr>
                <p:cNvPicPr/>
                <p:nvPr/>
              </p:nvPicPr>
              <p:blipFill>
                <a:blip r:embed="rId7"/>
                <a:stretch>
                  <a:fillRect/>
                </a:stretch>
              </p:blipFill>
              <p:spPr>
                <a:xfrm>
                  <a:off x="6532236" y="2019249"/>
                  <a:ext cx="434520" cy="465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689353EE-0004-5895-07BA-B570D8BC0343}"/>
                    </a:ext>
                  </a:extLst>
                </p14:cNvPr>
                <p14:cNvContentPartPr/>
                <p14:nvPr/>
              </p14:nvContentPartPr>
              <p14:xfrm>
                <a:off x="7196436" y="1957689"/>
                <a:ext cx="82800" cy="617040"/>
              </p14:xfrm>
            </p:contentPart>
          </mc:Choice>
          <mc:Fallback>
            <p:pic>
              <p:nvPicPr>
                <p:cNvPr id="6" name="Ink 5">
                  <a:extLst>
                    <a:ext uri="{FF2B5EF4-FFF2-40B4-BE49-F238E27FC236}">
                      <a16:creationId xmlns:a16="http://schemas.microsoft.com/office/drawing/2014/main" id="{689353EE-0004-5895-07BA-B570D8BC0343}"/>
                    </a:ext>
                  </a:extLst>
                </p:cNvPr>
                <p:cNvPicPr/>
                <p:nvPr/>
              </p:nvPicPr>
              <p:blipFill>
                <a:blip r:embed="rId9"/>
                <a:stretch>
                  <a:fillRect/>
                </a:stretch>
              </p:blipFill>
              <p:spPr>
                <a:xfrm>
                  <a:off x="7190316" y="1951569"/>
                  <a:ext cx="95040" cy="629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1995E88C-5834-C06D-ECBA-0F22A0470FF4}"/>
                    </a:ext>
                  </a:extLst>
                </p14:cNvPr>
                <p14:cNvContentPartPr/>
                <p14:nvPr/>
              </p14:nvContentPartPr>
              <p14:xfrm>
                <a:off x="7839756" y="1869849"/>
                <a:ext cx="1594080" cy="747360"/>
              </p14:xfrm>
            </p:contentPart>
          </mc:Choice>
          <mc:Fallback>
            <p:pic>
              <p:nvPicPr>
                <p:cNvPr id="7" name="Ink 6">
                  <a:extLst>
                    <a:ext uri="{FF2B5EF4-FFF2-40B4-BE49-F238E27FC236}">
                      <a16:creationId xmlns:a16="http://schemas.microsoft.com/office/drawing/2014/main" id="{1995E88C-5834-C06D-ECBA-0F22A0470FF4}"/>
                    </a:ext>
                  </a:extLst>
                </p:cNvPr>
                <p:cNvPicPr/>
                <p:nvPr/>
              </p:nvPicPr>
              <p:blipFill>
                <a:blip r:embed="rId11"/>
                <a:stretch>
                  <a:fillRect/>
                </a:stretch>
              </p:blipFill>
              <p:spPr>
                <a:xfrm>
                  <a:off x="7833636" y="1863729"/>
                  <a:ext cx="1606320" cy="759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5574F7C0-FFE1-33EB-CF89-7E2F0618D06B}"/>
                    </a:ext>
                  </a:extLst>
                </p14:cNvPr>
                <p14:cNvContentPartPr/>
                <p14:nvPr/>
              </p14:nvContentPartPr>
              <p14:xfrm>
                <a:off x="9599436" y="2066049"/>
                <a:ext cx="160920" cy="352440"/>
              </p14:xfrm>
            </p:contentPart>
          </mc:Choice>
          <mc:Fallback>
            <p:pic>
              <p:nvPicPr>
                <p:cNvPr id="8" name="Ink 7">
                  <a:extLst>
                    <a:ext uri="{FF2B5EF4-FFF2-40B4-BE49-F238E27FC236}">
                      <a16:creationId xmlns:a16="http://schemas.microsoft.com/office/drawing/2014/main" id="{5574F7C0-FFE1-33EB-CF89-7E2F0618D06B}"/>
                    </a:ext>
                  </a:extLst>
                </p:cNvPr>
                <p:cNvPicPr/>
                <p:nvPr/>
              </p:nvPicPr>
              <p:blipFill>
                <a:blip r:embed="rId13"/>
                <a:stretch>
                  <a:fillRect/>
                </a:stretch>
              </p:blipFill>
              <p:spPr>
                <a:xfrm>
                  <a:off x="9593316" y="2059929"/>
                  <a:ext cx="17316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0D46CCEC-B33D-4E61-A8BA-3ED70D1D2844}"/>
                    </a:ext>
                  </a:extLst>
                </p14:cNvPr>
                <p14:cNvContentPartPr/>
                <p14:nvPr/>
              </p14:nvContentPartPr>
              <p14:xfrm>
                <a:off x="9993276" y="1871289"/>
                <a:ext cx="1568880" cy="519840"/>
              </p14:xfrm>
            </p:contentPart>
          </mc:Choice>
          <mc:Fallback>
            <p:pic>
              <p:nvPicPr>
                <p:cNvPr id="9" name="Ink 8">
                  <a:extLst>
                    <a:ext uri="{FF2B5EF4-FFF2-40B4-BE49-F238E27FC236}">
                      <a16:creationId xmlns:a16="http://schemas.microsoft.com/office/drawing/2014/main" id="{0D46CCEC-B33D-4E61-A8BA-3ED70D1D2844}"/>
                    </a:ext>
                  </a:extLst>
                </p:cNvPr>
                <p:cNvPicPr/>
                <p:nvPr/>
              </p:nvPicPr>
              <p:blipFill>
                <a:blip r:embed="rId15"/>
                <a:stretch>
                  <a:fillRect/>
                </a:stretch>
              </p:blipFill>
              <p:spPr>
                <a:xfrm>
                  <a:off x="9987156" y="1865169"/>
                  <a:ext cx="1581120" cy="532080"/>
                </a:xfrm>
                <a:prstGeom prst="rect">
                  <a:avLst/>
                </a:prstGeom>
              </p:spPr>
            </p:pic>
          </mc:Fallback>
        </mc:AlternateContent>
      </p:grpSp>
      <p:grpSp>
        <p:nvGrpSpPr>
          <p:cNvPr id="24" name="Group 23">
            <a:extLst>
              <a:ext uri="{FF2B5EF4-FFF2-40B4-BE49-F238E27FC236}">
                <a16:creationId xmlns:a16="http://schemas.microsoft.com/office/drawing/2014/main" id="{41F2C031-243A-3BA1-534C-8D586611BE1A}"/>
              </a:ext>
            </a:extLst>
          </p:cNvPr>
          <p:cNvGrpSpPr/>
          <p:nvPr/>
        </p:nvGrpSpPr>
        <p:grpSpPr>
          <a:xfrm>
            <a:off x="6338556" y="3153969"/>
            <a:ext cx="4095000" cy="704880"/>
            <a:chOff x="6338556" y="3153969"/>
            <a:chExt cx="4095000" cy="704880"/>
          </a:xfrm>
        </p:grpSpPr>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B9BF79F3-DAEE-214F-966A-407F9F78F934}"/>
                    </a:ext>
                  </a:extLst>
                </p14:cNvPr>
                <p14:cNvContentPartPr/>
                <p14:nvPr/>
              </p14:nvContentPartPr>
              <p14:xfrm>
                <a:off x="6553836" y="3211569"/>
                <a:ext cx="66240" cy="576000"/>
              </p14:xfrm>
            </p:contentPart>
          </mc:Choice>
          <mc:Fallback>
            <p:pic>
              <p:nvPicPr>
                <p:cNvPr id="11" name="Ink 10">
                  <a:extLst>
                    <a:ext uri="{FF2B5EF4-FFF2-40B4-BE49-F238E27FC236}">
                      <a16:creationId xmlns:a16="http://schemas.microsoft.com/office/drawing/2014/main" id="{B9BF79F3-DAEE-214F-966A-407F9F78F934}"/>
                    </a:ext>
                  </a:extLst>
                </p:cNvPr>
                <p:cNvPicPr/>
                <p:nvPr/>
              </p:nvPicPr>
              <p:blipFill>
                <a:blip r:embed="rId17"/>
                <a:stretch>
                  <a:fillRect/>
                </a:stretch>
              </p:blipFill>
              <p:spPr>
                <a:xfrm>
                  <a:off x="6547716" y="3205449"/>
                  <a:ext cx="78480" cy="588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D45F2177-FE5E-DE27-DEF7-19327E317C52}"/>
                    </a:ext>
                  </a:extLst>
                </p14:cNvPr>
                <p14:cNvContentPartPr/>
                <p14:nvPr/>
              </p14:nvContentPartPr>
              <p14:xfrm>
                <a:off x="6338556" y="3692169"/>
                <a:ext cx="446400" cy="166680"/>
              </p14:xfrm>
            </p:contentPart>
          </mc:Choice>
          <mc:Fallback>
            <p:pic>
              <p:nvPicPr>
                <p:cNvPr id="12" name="Ink 11">
                  <a:extLst>
                    <a:ext uri="{FF2B5EF4-FFF2-40B4-BE49-F238E27FC236}">
                      <a16:creationId xmlns:a16="http://schemas.microsoft.com/office/drawing/2014/main" id="{D45F2177-FE5E-DE27-DEF7-19327E317C52}"/>
                    </a:ext>
                  </a:extLst>
                </p:cNvPr>
                <p:cNvPicPr/>
                <p:nvPr/>
              </p:nvPicPr>
              <p:blipFill>
                <a:blip r:embed="rId19"/>
                <a:stretch>
                  <a:fillRect/>
                </a:stretch>
              </p:blipFill>
              <p:spPr>
                <a:xfrm>
                  <a:off x="6332436" y="3686049"/>
                  <a:ext cx="4586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230F93EF-B3EA-46AF-3ECD-AB7EBF6E934E}"/>
                    </a:ext>
                  </a:extLst>
                </p14:cNvPr>
                <p14:cNvContentPartPr/>
                <p14:nvPr/>
              </p14:nvContentPartPr>
              <p14:xfrm>
                <a:off x="6495516" y="3214449"/>
                <a:ext cx="524160" cy="150120"/>
              </p14:xfrm>
            </p:contentPart>
          </mc:Choice>
          <mc:Fallback>
            <p:pic>
              <p:nvPicPr>
                <p:cNvPr id="13" name="Ink 12">
                  <a:extLst>
                    <a:ext uri="{FF2B5EF4-FFF2-40B4-BE49-F238E27FC236}">
                      <a16:creationId xmlns:a16="http://schemas.microsoft.com/office/drawing/2014/main" id="{230F93EF-B3EA-46AF-3ECD-AB7EBF6E934E}"/>
                    </a:ext>
                  </a:extLst>
                </p:cNvPr>
                <p:cNvPicPr/>
                <p:nvPr/>
              </p:nvPicPr>
              <p:blipFill>
                <a:blip r:embed="rId21"/>
                <a:stretch>
                  <a:fillRect/>
                </a:stretch>
              </p:blipFill>
              <p:spPr>
                <a:xfrm>
                  <a:off x="6489396" y="3208329"/>
                  <a:ext cx="53640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898C61EC-D5D4-C1F8-EFD1-F74449ABA360}"/>
                    </a:ext>
                  </a:extLst>
                </p14:cNvPr>
                <p14:cNvContentPartPr/>
                <p14:nvPr/>
              </p14:nvContentPartPr>
              <p14:xfrm>
                <a:off x="7205796" y="3485529"/>
                <a:ext cx="297360" cy="329760"/>
              </p14:xfrm>
            </p:contentPart>
          </mc:Choice>
          <mc:Fallback>
            <p:pic>
              <p:nvPicPr>
                <p:cNvPr id="14" name="Ink 13">
                  <a:extLst>
                    <a:ext uri="{FF2B5EF4-FFF2-40B4-BE49-F238E27FC236}">
                      <a16:creationId xmlns:a16="http://schemas.microsoft.com/office/drawing/2014/main" id="{898C61EC-D5D4-C1F8-EFD1-F74449ABA360}"/>
                    </a:ext>
                  </a:extLst>
                </p:cNvPr>
                <p:cNvPicPr/>
                <p:nvPr/>
              </p:nvPicPr>
              <p:blipFill>
                <a:blip r:embed="rId23"/>
                <a:stretch>
                  <a:fillRect/>
                </a:stretch>
              </p:blipFill>
              <p:spPr>
                <a:xfrm>
                  <a:off x="7199676" y="3479409"/>
                  <a:ext cx="30960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49ABADA9-F284-2E25-1946-09E3F0522894}"/>
                    </a:ext>
                  </a:extLst>
                </p14:cNvPr>
                <p14:cNvContentPartPr/>
                <p14:nvPr/>
              </p14:nvContentPartPr>
              <p14:xfrm>
                <a:off x="7633116" y="3389409"/>
                <a:ext cx="255240" cy="280800"/>
              </p14:xfrm>
            </p:contentPart>
          </mc:Choice>
          <mc:Fallback>
            <p:pic>
              <p:nvPicPr>
                <p:cNvPr id="15" name="Ink 14">
                  <a:extLst>
                    <a:ext uri="{FF2B5EF4-FFF2-40B4-BE49-F238E27FC236}">
                      <a16:creationId xmlns:a16="http://schemas.microsoft.com/office/drawing/2014/main" id="{49ABADA9-F284-2E25-1946-09E3F0522894}"/>
                    </a:ext>
                  </a:extLst>
                </p:cNvPr>
                <p:cNvPicPr/>
                <p:nvPr/>
              </p:nvPicPr>
              <p:blipFill>
                <a:blip r:embed="rId25"/>
                <a:stretch>
                  <a:fillRect/>
                </a:stretch>
              </p:blipFill>
              <p:spPr>
                <a:xfrm>
                  <a:off x="7626996" y="3383289"/>
                  <a:ext cx="26748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9A6050EF-DE19-40B2-862D-D6DE75C6F6D0}"/>
                    </a:ext>
                  </a:extLst>
                </p14:cNvPr>
                <p14:cNvContentPartPr/>
                <p14:nvPr/>
              </p14:nvContentPartPr>
              <p14:xfrm>
                <a:off x="7970076" y="3237849"/>
                <a:ext cx="1220400" cy="460080"/>
              </p14:xfrm>
            </p:contentPart>
          </mc:Choice>
          <mc:Fallback>
            <p:pic>
              <p:nvPicPr>
                <p:cNvPr id="16" name="Ink 15">
                  <a:extLst>
                    <a:ext uri="{FF2B5EF4-FFF2-40B4-BE49-F238E27FC236}">
                      <a16:creationId xmlns:a16="http://schemas.microsoft.com/office/drawing/2014/main" id="{9A6050EF-DE19-40B2-862D-D6DE75C6F6D0}"/>
                    </a:ext>
                  </a:extLst>
                </p:cNvPr>
                <p:cNvPicPr/>
                <p:nvPr/>
              </p:nvPicPr>
              <p:blipFill>
                <a:blip r:embed="rId27"/>
                <a:stretch>
                  <a:fillRect/>
                </a:stretch>
              </p:blipFill>
              <p:spPr>
                <a:xfrm>
                  <a:off x="7963956" y="3231729"/>
                  <a:ext cx="1232640" cy="472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53A2BF7C-7F1E-66A9-C27C-2EFCEDFF89E2}"/>
                    </a:ext>
                  </a:extLst>
                </p14:cNvPr>
                <p14:cNvContentPartPr/>
                <p14:nvPr/>
              </p14:nvContentPartPr>
              <p14:xfrm>
                <a:off x="9371916" y="3378249"/>
                <a:ext cx="107640" cy="369360"/>
              </p14:xfrm>
            </p:contentPart>
          </mc:Choice>
          <mc:Fallback>
            <p:pic>
              <p:nvPicPr>
                <p:cNvPr id="17" name="Ink 16">
                  <a:extLst>
                    <a:ext uri="{FF2B5EF4-FFF2-40B4-BE49-F238E27FC236}">
                      <a16:creationId xmlns:a16="http://schemas.microsoft.com/office/drawing/2014/main" id="{53A2BF7C-7F1E-66A9-C27C-2EFCEDFF89E2}"/>
                    </a:ext>
                  </a:extLst>
                </p:cNvPr>
                <p:cNvPicPr/>
                <p:nvPr/>
              </p:nvPicPr>
              <p:blipFill>
                <a:blip r:embed="rId29"/>
                <a:stretch>
                  <a:fillRect/>
                </a:stretch>
              </p:blipFill>
              <p:spPr>
                <a:xfrm>
                  <a:off x="9365796" y="3372129"/>
                  <a:ext cx="11988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7392BE45-5129-0B0E-3110-E248E0E4CCF6}"/>
                    </a:ext>
                  </a:extLst>
                </p14:cNvPr>
                <p14:cNvContentPartPr/>
                <p14:nvPr/>
              </p14:nvContentPartPr>
              <p14:xfrm>
                <a:off x="9562716" y="3153969"/>
                <a:ext cx="31320" cy="50760"/>
              </p14:xfrm>
            </p:contentPart>
          </mc:Choice>
          <mc:Fallback>
            <p:pic>
              <p:nvPicPr>
                <p:cNvPr id="18" name="Ink 17">
                  <a:extLst>
                    <a:ext uri="{FF2B5EF4-FFF2-40B4-BE49-F238E27FC236}">
                      <a16:creationId xmlns:a16="http://schemas.microsoft.com/office/drawing/2014/main" id="{7392BE45-5129-0B0E-3110-E248E0E4CCF6}"/>
                    </a:ext>
                  </a:extLst>
                </p:cNvPr>
                <p:cNvPicPr/>
                <p:nvPr/>
              </p:nvPicPr>
              <p:blipFill>
                <a:blip r:embed="rId31"/>
                <a:stretch>
                  <a:fillRect/>
                </a:stretch>
              </p:blipFill>
              <p:spPr>
                <a:xfrm>
                  <a:off x="9556596" y="3147849"/>
                  <a:ext cx="4356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632DEFCC-947A-D43A-AB58-8A14910255B4}"/>
                    </a:ext>
                  </a:extLst>
                </p14:cNvPr>
                <p14:cNvContentPartPr/>
                <p14:nvPr/>
              </p14:nvContentPartPr>
              <p14:xfrm>
                <a:off x="9775116" y="3469329"/>
                <a:ext cx="183960" cy="247320"/>
              </p14:xfrm>
            </p:contentPart>
          </mc:Choice>
          <mc:Fallback>
            <p:pic>
              <p:nvPicPr>
                <p:cNvPr id="19" name="Ink 18">
                  <a:extLst>
                    <a:ext uri="{FF2B5EF4-FFF2-40B4-BE49-F238E27FC236}">
                      <a16:creationId xmlns:a16="http://schemas.microsoft.com/office/drawing/2014/main" id="{632DEFCC-947A-D43A-AB58-8A14910255B4}"/>
                    </a:ext>
                  </a:extLst>
                </p:cNvPr>
                <p:cNvPicPr/>
                <p:nvPr/>
              </p:nvPicPr>
              <p:blipFill>
                <a:blip r:embed="rId33"/>
                <a:stretch>
                  <a:fillRect/>
                </a:stretch>
              </p:blipFill>
              <p:spPr>
                <a:xfrm>
                  <a:off x="9768996" y="3463209"/>
                  <a:ext cx="1962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E64A3AE9-5261-27C4-AAEF-DA8DC7AA8A3D}"/>
                    </a:ext>
                  </a:extLst>
                </p14:cNvPr>
                <p14:cNvContentPartPr/>
                <p14:nvPr/>
              </p14:nvContentPartPr>
              <p14:xfrm>
                <a:off x="10136196" y="3394809"/>
                <a:ext cx="297360" cy="321840"/>
              </p14:xfrm>
            </p:contentPart>
          </mc:Choice>
          <mc:Fallback>
            <p:pic>
              <p:nvPicPr>
                <p:cNvPr id="20" name="Ink 19">
                  <a:extLst>
                    <a:ext uri="{FF2B5EF4-FFF2-40B4-BE49-F238E27FC236}">
                      <a16:creationId xmlns:a16="http://schemas.microsoft.com/office/drawing/2014/main" id="{E64A3AE9-5261-27C4-AAEF-DA8DC7AA8A3D}"/>
                    </a:ext>
                  </a:extLst>
                </p:cNvPr>
                <p:cNvPicPr/>
                <p:nvPr/>
              </p:nvPicPr>
              <p:blipFill>
                <a:blip r:embed="rId35"/>
                <a:stretch>
                  <a:fillRect/>
                </a:stretch>
              </p:blipFill>
              <p:spPr>
                <a:xfrm>
                  <a:off x="10130076" y="3388689"/>
                  <a:ext cx="309600" cy="334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F481B415-EAAE-7979-F281-1784BA09ABB1}"/>
                  </a:ext>
                </a:extLst>
              </p14:cNvPr>
              <p14:cNvContentPartPr/>
              <p14:nvPr/>
            </p14:nvContentPartPr>
            <p14:xfrm>
              <a:off x="7965396" y="4068369"/>
              <a:ext cx="30600" cy="87480"/>
            </p14:xfrm>
          </p:contentPart>
        </mc:Choice>
        <mc:Fallback>
          <p:pic>
            <p:nvPicPr>
              <p:cNvPr id="21" name="Ink 20">
                <a:extLst>
                  <a:ext uri="{FF2B5EF4-FFF2-40B4-BE49-F238E27FC236}">
                    <a16:creationId xmlns:a16="http://schemas.microsoft.com/office/drawing/2014/main" id="{F481B415-EAAE-7979-F281-1784BA09ABB1}"/>
                  </a:ext>
                </a:extLst>
              </p:cNvPr>
              <p:cNvPicPr/>
              <p:nvPr/>
            </p:nvPicPr>
            <p:blipFill>
              <a:blip r:embed="rId37"/>
              <a:stretch>
                <a:fillRect/>
              </a:stretch>
            </p:blipFill>
            <p:spPr>
              <a:xfrm>
                <a:off x="7959276" y="4062249"/>
                <a:ext cx="4284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32797198-EADF-1281-640F-E490D56AFD09}"/>
                  </a:ext>
                </a:extLst>
              </p14:cNvPr>
              <p14:cNvContentPartPr/>
              <p14:nvPr/>
            </p14:nvContentPartPr>
            <p14:xfrm>
              <a:off x="8144316" y="4733289"/>
              <a:ext cx="18360" cy="97560"/>
            </p14:xfrm>
          </p:contentPart>
        </mc:Choice>
        <mc:Fallback>
          <p:pic>
            <p:nvPicPr>
              <p:cNvPr id="22" name="Ink 21">
                <a:extLst>
                  <a:ext uri="{FF2B5EF4-FFF2-40B4-BE49-F238E27FC236}">
                    <a16:creationId xmlns:a16="http://schemas.microsoft.com/office/drawing/2014/main" id="{32797198-EADF-1281-640F-E490D56AFD09}"/>
                  </a:ext>
                </a:extLst>
              </p:cNvPr>
              <p:cNvPicPr/>
              <p:nvPr/>
            </p:nvPicPr>
            <p:blipFill>
              <a:blip r:embed="rId39"/>
              <a:stretch>
                <a:fillRect/>
              </a:stretch>
            </p:blipFill>
            <p:spPr>
              <a:xfrm>
                <a:off x="8138196" y="4727169"/>
                <a:ext cx="306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82648A3D-5EBB-D277-B3DE-19A26084D303}"/>
                  </a:ext>
                </a:extLst>
              </p14:cNvPr>
              <p14:cNvContentPartPr/>
              <p14:nvPr/>
            </p14:nvContentPartPr>
            <p14:xfrm>
              <a:off x="8136396" y="5248449"/>
              <a:ext cx="26640" cy="94320"/>
            </p14:xfrm>
          </p:contentPart>
        </mc:Choice>
        <mc:Fallback>
          <p:pic>
            <p:nvPicPr>
              <p:cNvPr id="23" name="Ink 22">
                <a:extLst>
                  <a:ext uri="{FF2B5EF4-FFF2-40B4-BE49-F238E27FC236}">
                    <a16:creationId xmlns:a16="http://schemas.microsoft.com/office/drawing/2014/main" id="{82648A3D-5EBB-D277-B3DE-19A26084D303}"/>
                  </a:ext>
                </a:extLst>
              </p:cNvPr>
              <p:cNvPicPr/>
              <p:nvPr/>
            </p:nvPicPr>
            <p:blipFill>
              <a:blip r:embed="rId41"/>
              <a:stretch>
                <a:fillRect/>
              </a:stretch>
            </p:blipFill>
            <p:spPr>
              <a:xfrm>
                <a:off x="8130276" y="5242329"/>
                <a:ext cx="38880" cy="106560"/>
              </a:xfrm>
              <a:prstGeom prst="rect">
                <a:avLst/>
              </a:prstGeom>
            </p:spPr>
          </p:pic>
        </mc:Fallback>
      </mc:AlternateContent>
    </p:spTree>
    <p:custDataLst>
      <p:tags r:id="rId1"/>
    </p:custDataLst>
    <p:extLst>
      <p:ext uri="{BB962C8B-B14F-4D97-AF65-F5344CB8AC3E}">
        <p14:creationId xmlns:p14="http://schemas.microsoft.com/office/powerpoint/2010/main" val="110826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Floyd-</a:t>
            </a:r>
            <a:r>
              <a:rPr lang="en-US" dirty="0" err="1"/>
              <a:t>Warshall</a:t>
            </a:r>
            <a:r>
              <a:rPr lang="en-US" dirty="0"/>
              <a:t> Algorithm</a:t>
            </a:r>
          </a:p>
        </p:txBody>
      </p:sp>
      <p:sp>
        <p:nvSpPr>
          <p:cNvPr id="3" name="Slide Number Placeholder 2">
            <a:extLst>
              <a:ext uri="{FF2B5EF4-FFF2-40B4-BE49-F238E27FC236}">
                <a16:creationId xmlns:a16="http://schemas.microsoft.com/office/drawing/2014/main" id="{36001F97-F478-41FB-B25C-84F3232D55B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72/89</a:t>
            </a:r>
          </a:p>
        </p:txBody>
      </p:sp>
      <p:sp>
        <p:nvSpPr>
          <p:cNvPr id="4" name="Text Box 17"/>
          <p:cNvSpPr txBox="1">
            <a:spLocks noChangeArrowheads="1"/>
          </p:cNvSpPr>
          <p:nvPr/>
        </p:nvSpPr>
        <p:spPr bwMode="auto">
          <a:xfrm>
            <a:off x="963567" y="2202321"/>
            <a:ext cx="9340721" cy="3108543"/>
          </a:xfrm>
          <a:prstGeom prst="rect">
            <a:avLst/>
          </a:prstGeom>
          <a:solidFill>
            <a:srgbClr val="FBFEDA"/>
          </a:solidFill>
          <a:ln w="9525">
            <a:solidFill>
              <a:schemeClr val="tx1"/>
            </a:solidFill>
            <a:miter lim="800000"/>
            <a:headEnd/>
            <a:tailEnd/>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dirty="0" err="1">
                <a:solidFill>
                  <a:srgbClr val="000000"/>
                </a:solidFill>
                <a:latin typeface="Consolas" panose="020B0609020204030204" pitchFamily="49" charset="0"/>
              </a:rPr>
              <a:t>FloydWarshall</a:t>
            </a:r>
            <a:r>
              <a:rPr lang="en-US" dirty="0">
                <a:solidFill>
                  <a:srgbClr val="000000"/>
                </a:solidFill>
                <a:latin typeface="Consolas" panose="020B0609020204030204" pitchFamily="49" charset="0"/>
              </a:rPr>
              <a:t>(W[][],n)</a:t>
            </a:r>
          </a:p>
          <a:p>
            <a:pPr marL="0" indent="0"/>
            <a:r>
              <a:rPr lang="en-US" altLang="en-US" dirty="0">
                <a:latin typeface="Consolas" panose="020B0609020204030204" pitchFamily="49" charset="0"/>
                <a:cs typeface="Courier New" panose="02070309020205020404" pitchFamily="49" charset="0"/>
              </a:rPr>
              <a:t>   D=W </a:t>
            </a:r>
            <a:r>
              <a:rPr lang="en-US" altLang="en-US" dirty="0">
                <a:solidFill>
                  <a:srgbClr val="00B050"/>
                </a:solidFill>
                <a:latin typeface="Consolas" panose="020B0609020204030204" pitchFamily="49" charset="0"/>
                <a:cs typeface="Courier New" panose="02070309020205020404" pitchFamily="49" charset="0"/>
              </a:rPr>
              <a:t>//initializing D</a:t>
            </a:r>
            <a:r>
              <a:rPr lang="en-US" altLang="en-US" baseline="30000" dirty="0">
                <a:solidFill>
                  <a:srgbClr val="00B050"/>
                </a:solidFill>
                <a:latin typeface="Consolas" panose="020B0609020204030204" pitchFamily="49" charset="0"/>
                <a:cs typeface="Courier New" panose="02070309020205020404" pitchFamily="49" charset="0"/>
              </a:rPr>
              <a:t>0</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FF0000"/>
                </a:solidFill>
                <a:latin typeface="Consolas" panose="020B0609020204030204" pitchFamily="49" charset="0"/>
                <a:cs typeface="Courier New" panose="02070309020205020404" pitchFamily="49" charset="0"/>
              </a:rPr>
              <a:t>for k=1 to n do </a:t>
            </a:r>
            <a:r>
              <a:rPr lang="en-US" altLang="en-US" dirty="0">
                <a:solidFill>
                  <a:srgbClr val="00B050"/>
                </a:solidFill>
                <a:latin typeface="Consolas" panose="020B0609020204030204" pitchFamily="49" charset="0"/>
                <a:cs typeface="Courier New" panose="02070309020205020404" pitchFamily="49" charset="0"/>
              </a:rPr>
              <a:t>//calculating D</a:t>
            </a:r>
            <a:r>
              <a:rPr lang="en-US" altLang="en-US" baseline="30000" dirty="0">
                <a:solidFill>
                  <a:srgbClr val="00B050"/>
                </a:solidFill>
                <a:latin typeface="Consolas" panose="020B0609020204030204" pitchFamily="49" charset="0"/>
                <a:cs typeface="Courier New" panose="02070309020205020404" pitchFamily="49" charset="0"/>
              </a:rPr>
              <a:t>k</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00B0F0"/>
                </a:solidFill>
                <a:latin typeface="Consolas" panose="020B0609020204030204" pitchFamily="49" charset="0"/>
                <a:cs typeface="Courier New" panose="02070309020205020404" pitchFamily="49" charset="0"/>
              </a:rPr>
              <a:t>for </a:t>
            </a:r>
            <a:r>
              <a:rPr lang="en-US" altLang="en-US" dirty="0" err="1">
                <a:solidFill>
                  <a:srgbClr val="00B0F0"/>
                </a:solidFill>
                <a:latin typeface="Consolas" panose="020B0609020204030204" pitchFamily="49" charset="0"/>
                <a:cs typeface="Courier New" panose="02070309020205020404" pitchFamily="49" charset="0"/>
              </a:rPr>
              <a:t>i</a:t>
            </a:r>
            <a:r>
              <a:rPr lang="en-US" altLang="en-US" dirty="0">
                <a:solidFill>
                  <a:srgbClr val="00B0F0"/>
                </a:solidFill>
                <a:latin typeface="Consolas" panose="020B0609020204030204" pitchFamily="49" charset="0"/>
                <a:cs typeface="Courier New" panose="02070309020205020404" pitchFamily="49" charset="0"/>
              </a:rPr>
              <a:t>=1 to n do</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00B0F0"/>
                </a:solidFill>
                <a:latin typeface="Consolas" panose="020B0609020204030204" pitchFamily="49" charset="0"/>
                <a:cs typeface="Courier New" panose="02070309020205020404" pitchFamily="49" charset="0"/>
              </a:rPr>
              <a:t>for j=1 to n do</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00B0F0"/>
                </a:solidFill>
                <a:latin typeface="Consolas" panose="020B0609020204030204" pitchFamily="49" charset="0"/>
                <a:cs typeface="Courier New" panose="02070309020205020404" pitchFamily="49" charset="0"/>
              </a:rPr>
              <a:t>D[</a:t>
            </a:r>
            <a:r>
              <a:rPr lang="en-US" altLang="en-US" dirty="0" err="1">
                <a:solidFill>
                  <a:srgbClr val="00B0F0"/>
                </a:solidFill>
                <a:latin typeface="Consolas" panose="020B0609020204030204" pitchFamily="49" charset="0"/>
                <a:cs typeface="Courier New" panose="02070309020205020404" pitchFamily="49" charset="0"/>
              </a:rPr>
              <a:t>i</a:t>
            </a:r>
            <a:r>
              <a:rPr lang="en-US" altLang="en-US" dirty="0">
                <a:solidFill>
                  <a:srgbClr val="00B0F0"/>
                </a:solidFill>
                <a:latin typeface="Consolas" panose="020B0609020204030204" pitchFamily="49" charset="0"/>
                <a:cs typeface="Courier New" panose="02070309020205020404" pitchFamily="49" charset="0"/>
              </a:rPr>
              <a:t>][j]=min{D[</a:t>
            </a:r>
            <a:r>
              <a:rPr lang="en-US" altLang="en-US" dirty="0" err="1">
                <a:solidFill>
                  <a:srgbClr val="00B0F0"/>
                </a:solidFill>
                <a:latin typeface="Consolas" panose="020B0609020204030204" pitchFamily="49" charset="0"/>
                <a:cs typeface="Courier New" panose="02070309020205020404" pitchFamily="49" charset="0"/>
              </a:rPr>
              <a:t>i</a:t>
            </a:r>
            <a:r>
              <a:rPr lang="en-US" altLang="en-US" dirty="0">
                <a:solidFill>
                  <a:srgbClr val="00B0F0"/>
                </a:solidFill>
                <a:latin typeface="Consolas" panose="020B0609020204030204" pitchFamily="49" charset="0"/>
                <a:cs typeface="Courier New" panose="02070309020205020404" pitchFamily="49" charset="0"/>
              </a:rPr>
              <a:t>][j],D[</a:t>
            </a:r>
            <a:r>
              <a:rPr lang="en-US" altLang="en-US" dirty="0" err="1">
                <a:solidFill>
                  <a:srgbClr val="00B0F0"/>
                </a:solidFill>
                <a:latin typeface="Consolas" panose="020B0609020204030204" pitchFamily="49" charset="0"/>
                <a:cs typeface="Courier New" panose="02070309020205020404" pitchFamily="49" charset="0"/>
              </a:rPr>
              <a:t>i</a:t>
            </a:r>
            <a:r>
              <a:rPr lang="en-US" altLang="en-US" dirty="0">
                <a:solidFill>
                  <a:srgbClr val="00B0F0"/>
                </a:solidFill>
                <a:latin typeface="Consolas" panose="020B0609020204030204" pitchFamily="49" charset="0"/>
                <a:cs typeface="Courier New" panose="02070309020205020404" pitchFamily="49" charset="0"/>
              </a:rPr>
              <a:t>][k]+D[k][j]</a:t>
            </a:r>
          </a:p>
          <a:p>
            <a:pPr marL="0" indent="0"/>
            <a:r>
              <a:rPr lang="en-US" altLang="en-US" dirty="0">
                <a:latin typeface="Consolas" panose="020B0609020204030204" pitchFamily="49" charset="0"/>
                <a:cs typeface="Courier New" panose="02070309020205020404" pitchFamily="49" charset="0"/>
              </a:rPr>
              <a:t>   return D</a:t>
            </a:r>
          </a:p>
          <a:p>
            <a:pPr marL="0" indent="0"/>
            <a:endParaRPr lang="en-US" altLang="en-US" sz="2800" dirty="0">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5" name="Rectangle 4"/>
              <p:cNvSpPr/>
              <p:nvPr/>
            </p:nvSpPr>
            <p:spPr>
              <a:xfrm>
                <a:off x="4913115" y="5675118"/>
                <a:ext cx="829010" cy="507831"/>
              </a:xfrm>
              <a:prstGeom prst="rect">
                <a:avLst/>
              </a:prstGeom>
              <a:ln>
                <a:solidFill>
                  <a:schemeClr val="tx1"/>
                </a:solidFill>
              </a:ln>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𝑂</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3</m:t>
                          </m:r>
                        </m:sup>
                      </m:sSup>
                      <m:r>
                        <a:rPr lang="en-US" i="1">
                          <a:latin typeface="Cambria Math" panose="02040503050406030204" pitchFamily="18" charset="0"/>
                        </a:rPr>
                        <m:t>)</m:t>
                      </m:r>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4913115" y="5675118"/>
                <a:ext cx="829010" cy="507831"/>
              </a:xfrm>
              <a:prstGeom prst="rect">
                <a:avLst/>
              </a:prstGeom>
              <a:blipFill>
                <a:blip r:embed="rId4"/>
                <a:stretch>
                  <a:fillRect/>
                </a:stretch>
              </a:blipFill>
              <a:ln>
                <a:solidFill>
                  <a:schemeClr val="tx1"/>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8421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4">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Floyd-</a:t>
            </a:r>
            <a:r>
              <a:rPr lang="en-US" dirty="0" err="1"/>
              <a:t>Warshall</a:t>
            </a:r>
            <a:r>
              <a:rPr lang="en-US" dirty="0"/>
              <a:t> Algorithm</a:t>
            </a:r>
          </a:p>
        </p:txBody>
      </p:sp>
      <p:sp>
        <p:nvSpPr>
          <p:cNvPr id="3" name="Slide Number Placeholder 2">
            <a:extLst>
              <a:ext uri="{FF2B5EF4-FFF2-40B4-BE49-F238E27FC236}">
                <a16:creationId xmlns:a16="http://schemas.microsoft.com/office/drawing/2014/main" id="{36001F97-F478-41FB-B25C-84F3232D55B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73/89</a:t>
            </a:r>
          </a:p>
        </p:txBody>
      </p:sp>
      <p:sp>
        <p:nvSpPr>
          <p:cNvPr id="4" name="Text Box 17"/>
          <p:cNvSpPr txBox="1">
            <a:spLocks noChangeArrowheads="1"/>
          </p:cNvSpPr>
          <p:nvPr/>
        </p:nvSpPr>
        <p:spPr bwMode="auto">
          <a:xfrm>
            <a:off x="963567" y="2202321"/>
            <a:ext cx="9340721" cy="3046988"/>
          </a:xfrm>
          <a:prstGeom prst="rect">
            <a:avLst/>
          </a:prstGeom>
          <a:solidFill>
            <a:srgbClr val="FBFEDA"/>
          </a:solidFill>
          <a:ln w="9525">
            <a:solidFill>
              <a:schemeClr val="tx1"/>
            </a:solidFill>
            <a:miter lim="800000"/>
            <a:headEnd/>
            <a:tailEnd/>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dirty="0" err="1">
                <a:solidFill>
                  <a:srgbClr val="000000"/>
                </a:solidFill>
                <a:latin typeface="Consolas" panose="020B0609020204030204" pitchFamily="49" charset="0"/>
              </a:rPr>
              <a:t>FloydWarshall</a:t>
            </a:r>
            <a:r>
              <a:rPr lang="en-US" dirty="0">
                <a:solidFill>
                  <a:srgbClr val="000000"/>
                </a:solidFill>
                <a:latin typeface="Consolas" panose="020B0609020204030204" pitchFamily="49" charset="0"/>
              </a:rPr>
              <a:t>(W[][],n)</a:t>
            </a:r>
          </a:p>
          <a:p>
            <a:pPr marL="0" indent="0"/>
            <a:r>
              <a:rPr lang="en-US" altLang="en-US" dirty="0">
                <a:latin typeface="Consolas" panose="020B0609020204030204" pitchFamily="49" charset="0"/>
                <a:cs typeface="Courier New" panose="02070309020205020404" pitchFamily="49" charset="0"/>
              </a:rPr>
              <a:t>   D=W </a:t>
            </a:r>
            <a:r>
              <a:rPr lang="en-US" altLang="en-US" dirty="0">
                <a:solidFill>
                  <a:srgbClr val="00B050"/>
                </a:solidFill>
                <a:latin typeface="Consolas" panose="020B0609020204030204" pitchFamily="49" charset="0"/>
                <a:cs typeface="Courier New" panose="02070309020205020404" pitchFamily="49" charset="0"/>
              </a:rPr>
              <a:t>//initializing D</a:t>
            </a:r>
            <a:r>
              <a:rPr lang="en-US" altLang="en-US" baseline="30000" dirty="0">
                <a:solidFill>
                  <a:srgbClr val="00B050"/>
                </a:solidFill>
                <a:latin typeface="Consolas" panose="020B0609020204030204" pitchFamily="49" charset="0"/>
                <a:cs typeface="Courier New" panose="02070309020205020404" pitchFamily="49" charset="0"/>
              </a:rPr>
              <a:t>0</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FF0000"/>
                </a:solidFill>
                <a:latin typeface="Consolas" panose="020B0609020204030204" pitchFamily="49" charset="0"/>
                <a:cs typeface="Courier New" panose="02070309020205020404" pitchFamily="49" charset="0"/>
              </a:rPr>
              <a:t>for k=1 to n do </a:t>
            </a:r>
            <a:r>
              <a:rPr lang="en-US" altLang="en-US" dirty="0">
                <a:solidFill>
                  <a:srgbClr val="00B050"/>
                </a:solidFill>
                <a:latin typeface="Consolas" panose="020B0609020204030204" pitchFamily="49" charset="0"/>
                <a:cs typeface="Courier New" panose="02070309020205020404" pitchFamily="49" charset="0"/>
              </a:rPr>
              <a:t>//calculating D</a:t>
            </a:r>
            <a:r>
              <a:rPr lang="en-US" altLang="en-US" baseline="30000" dirty="0">
                <a:solidFill>
                  <a:srgbClr val="00B050"/>
                </a:solidFill>
                <a:latin typeface="Consolas" panose="020B0609020204030204" pitchFamily="49" charset="0"/>
                <a:cs typeface="Courier New" panose="02070309020205020404" pitchFamily="49" charset="0"/>
              </a:rPr>
              <a:t>k</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00B0F0"/>
                </a:solidFill>
                <a:latin typeface="Consolas" panose="020B0609020204030204" pitchFamily="49" charset="0"/>
                <a:cs typeface="Courier New" panose="02070309020205020404" pitchFamily="49" charset="0"/>
              </a:rPr>
              <a:t>for </a:t>
            </a:r>
            <a:r>
              <a:rPr lang="en-US" altLang="en-US" dirty="0" err="1">
                <a:solidFill>
                  <a:srgbClr val="00B0F0"/>
                </a:solidFill>
                <a:latin typeface="Consolas" panose="020B0609020204030204" pitchFamily="49" charset="0"/>
                <a:cs typeface="Courier New" panose="02070309020205020404" pitchFamily="49" charset="0"/>
              </a:rPr>
              <a:t>i</a:t>
            </a:r>
            <a:r>
              <a:rPr lang="en-US" altLang="en-US" dirty="0">
                <a:solidFill>
                  <a:srgbClr val="00B0F0"/>
                </a:solidFill>
                <a:latin typeface="Consolas" panose="020B0609020204030204" pitchFamily="49" charset="0"/>
                <a:cs typeface="Courier New" panose="02070309020205020404" pitchFamily="49" charset="0"/>
              </a:rPr>
              <a:t>=1 to n do</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00B0F0"/>
                </a:solidFill>
                <a:latin typeface="Consolas" panose="020B0609020204030204" pitchFamily="49" charset="0"/>
                <a:cs typeface="Courier New" panose="02070309020205020404" pitchFamily="49" charset="0"/>
              </a:rPr>
              <a:t>for j=1 to n do</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D012C2"/>
                </a:solidFill>
                <a:latin typeface="Consolas" panose="020B0609020204030204" pitchFamily="49" charset="0"/>
                <a:cs typeface="Courier New" panose="02070309020205020404" pitchFamily="49" charset="0"/>
              </a:rPr>
              <a:t>if D[</a:t>
            </a:r>
            <a:r>
              <a:rPr lang="en-US" altLang="en-US" dirty="0" err="1">
                <a:solidFill>
                  <a:srgbClr val="D012C2"/>
                </a:solidFill>
                <a:latin typeface="Consolas" panose="020B0609020204030204" pitchFamily="49" charset="0"/>
                <a:cs typeface="Courier New" panose="02070309020205020404" pitchFamily="49" charset="0"/>
              </a:rPr>
              <a:t>i</a:t>
            </a:r>
            <a:r>
              <a:rPr lang="en-US" altLang="en-US" dirty="0">
                <a:solidFill>
                  <a:srgbClr val="D012C2"/>
                </a:solidFill>
                <a:latin typeface="Consolas" panose="020B0609020204030204" pitchFamily="49" charset="0"/>
                <a:cs typeface="Courier New" panose="02070309020205020404" pitchFamily="49" charset="0"/>
              </a:rPr>
              <a:t>][k]+D[k][j]&lt;D[</a:t>
            </a:r>
            <a:r>
              <a:rPr lang="en-US" altLang="en-US" dirty="0" err="1">
                <a:solidFill>
                  <a:srgbClr val="D012C2"/>
                </a:solidFill>
                <a:latin typeface="Consolas" panose="020B0609020204030204" pitchFamily="49" charset="0"/>
                <a:cs typeface="Courier New" panose="02070309020205020404" pitchFamily="49" charset="0"/>
              </a:rPr>
              <a:t>i</a:t>
            </a:r>
            <a:r>
              <a:rPr lang="en-US" altLang="en-US" dirty="0">
                <a:solidFill>
                  <a:srgbClr val="D012C2"/>
                </a:solidFill>
                <a:latin typeface="Consolas" panose="020B0609020204030204" pitchFamily="49" charset="0"/>
                <a:cs typeface="Courier New" panose="02070309020205020404" pitchFamily="49" charset="0"/>
              </a:rPr>
              <a:t>][j] then</a:t>
            </a:r>
          </a:p>
          <a:p>
            <a:pPr marL="0" indent="0"/>
            <a:r>
              <a:rPr lang="en-US" altLang="en-US" dirty="0">
                <a:solidFill>
                  <a:srgbClr val="D012C2"/>
                </a:solidFill>
                <a:latin typeface="Consolas" panose="020B0609020204030204" pitchFamily="49" charset="0"/>
                <a:cs typeface="Courier New" panose="02070309020205020404" pitchFamily="49" charset="0"/>
              </a:rPr>
              <a:t>			                 D[</a:t>
            </a:r>
            <a:r>
              <a:rPr lang="en-US" altLang="en-US" dirty="0" err="1">
                <a:solidFill>
                  <a:srgbClr val="D012C2"/>
                </a:solidFill>
                <a:latin typeface="Consolas" panose="020B0609020204030204" pitchFamily="49" charset="0"/>
                <a:cs typeface="Courier New" panose="02070309020205020404" pitchFamily="49" charset="0"/>
              </a:rPr>
              <a:t>i</a:t>
            </a:r>
            <a:r>
              <a:rPr lang="en-US" altLang="en-US" dirty="0">
                <a:solidFill>
                  <a:srgbClr val="D012C2"/>
                </a:solidFill>
                <a:latin typeface="Consolas" panose="020B0609020204030204" pitchFamily="49" charset="0"/>
                <a:cs typeface="Courier New" panose="02070309020205020404" pitchFamily="49" charset="0"/>
              </a:rPr>
              <a:t>][j]=D[</a:t>
            </a:r>
            <a:r>
              <a:rPr lang="en-US" altLang="en-US" dirty="0" err="1">
                <a:solidFill>
                  <a:srgbClr val="D012C2"/>
                </a:solidFill>
                <a:latin typeface="Consolas" panose="020B0609020204030204" pitchFamily="49" charset="0"/>
                <a:cs typeface="Courier New" panose="02070309020205020404" pitchFamily="49" charset="0"/>
              </a:rPr>
              <a:t>i</a:t>
            </a:r>
            <a:r>
              <a:rPr lang="en-US" altLang="en-US" dirty="0">
                <a:solidFill>
                  <a:srgbClr val="D012C2"/>
                </a:solidFill>
                <a:latin typeface="Consolas" panose="020B0609020204030204" pitchFamily="49" charset="0"/>
                <a:cs typeface="Courier New" panose="02070309020205020404" pitchFamily="49" charset="0"/>
              </a:rPr>
              <a:t>][k]+D[k][j]</a:t>
            </a:r>
          </a:p>
          <a:p>
            <a:pPr marL="0" indent="0"/>
            <a:r>
              <a:rPr lang="en-US" altLang="en-US" dirty="0">
                <a:latin typeface="Consolas" panose="020B0609020204030204" pitchFamily="49" charset="0"/>
                <a:cs typeface="Courier New" panose="02070309020205020404" pitchFamily="49" charset="0"/>
              </a:rPr>
              <a:t>   return D</a:t>
            </a:r>
            <a:endParaRPr lang="en-US" altLang="en-US" sz="2800" dirty="0">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5" name="Rectangle 4"/>
              <p:cNvSpPr/>
              <p:nvPr/>
            </p:nvSpPr>
            <p:spPr>
              <a:xfrm>
                <a:off x="4913115" y="5675118"/>
                <a:ext cx="829010" cy="507831"/>
              </a:xfrm>
              <a:prstGeom prst="rect">
                <a:avLst/>
              </a:prstGeom>
              <a:ln>
                <a:solidFill>
                  <a:schemeClr val="tx1"/>
                </a:solidFill>
              </a:ln>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𝑂</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3</m:t>
                          </m:r>
                        </m:sup>
                      </m:sSup>
                      <m:r>
                        <a:rPr lang="en-US" i="1">
                          <a:latin typeface="Cambria Math" panose="02040503050406030204" pitchFamily="18" charset="0"/>
                        </a:rPr>
                        <m:t>)</m:t>
                      </m:r>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4913115" y="5675118"/>
                <a:ext cx="829010" cy="507831"/>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F4B0A5BA-6EE0-ED21-888C-8FCFAF1BF389}"/>
                  </a:ext>
                </a:extLst>
              </p14:cNvPr>
              <p14:cNvContentPartPr/>
              <p14:nvPr/>
            </p14:nvContentPartPr>
            <p14:xfrm>
              <a:off x="3725316" y="3985929"/>
              <a:ext cx="6337440" cy="1262160"/>
            </p14:xfrm>
          </p:contentPart>
        </mc:Choice>
        <mc:Fallback>
          <p:pic>
            <p:nvPicPr>
              <p:cNvPr id="6" name="Ink 5">
                <a:extLst>
                  <a:ext uri="{FF2B5EF4-FFF2-40B4-BE49-F238E27FC236}">
                    <a16:creationId xmlns:a16="http://schemas.microsoft.com/office/drawing/2014/main" id="{F4B0A5BA-6EE0-ED21-888C-8FCFAF1BF389}"/>
                  </a:ext>
                </a:extLst>
              </p:cNvPr>
              <p:cNvPicPr/>
              <p:nvPr/>
            </p:nvPicPr>
            <p:blipFill>
              <a:blip r:embed="rId6"/>
              <a:stretch>
                <a:fillRect/>
              </a:stretch>
            </p:blipFill>
            <p:spPr>
              <a:xfrm>
                <a:off x="3719196" y="3979809"/>
                <a:ext cx="6349680" cy="1274400"/>
              </a:xfrm>
              <a:prstGeom prst="rect">
                <a:avLst/>
              </a:prstGeom>
            </p:spPr>
          </p:pic>
        </mc:Fallback>
      </mc:AlternateContent>
    </p:spTree>
    <p:custDataLst>
      <p:tags r:id="rId1"/>
    </p:custDataLst>
    <p:extLst>
      <p:ext uri="{BB962C8B-B14F-4D97-AF65-F5344CB8AC3E}">
        <p14:creationId xmlns:p14="http://schemas.microsoft.com/office/powerpoint/2010/main" val="36809465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7B220447-ABDF-4BA5-85AC-F8C383AD60BF}"/>
              </a:ext>
            </a:extLst>
          </p:cNvPr>
          <p:cNvCxnSpPr>
            <a:cxnSpLocks/>
          </p:cNvCxnSpPr>
          <p:nvPr/>
        </p:nvCxnSpPr>
        <p:spPr>
          <a:xfrm>
            <a:off x="4527261" y="5847635"/>
            <a:ext cx="1252037" cy="4323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ln>
            <a:noFill/>
          </a:ln>
        </p:spPr>
        <p:txBody>
          <a:bodyPr/>
          <a:lstStyle/>
          <a:p>
            <a:r>
              <a:rPr lang="en-US" dirty="0"/>
              <a:t>Shortest Paths! Path Matrix</a:t>
            </a:r>
          </a:p>
        </p:txBody>
      </p:sp>
      <p:sp>
        <p:nvSpPr>
          <p:cNvPr id="3" name="Slide Number Placeholder 2">
            <a:extLst>
              <a:ext uri="{FF2B5EF4-FFF2-40B4-BE49-F238E27FC236}">
                <a16:creationId xmlns:a16="http://schemas.microsoft.com/office/drawing/2014/main" id="{6AB0DD93-2810-4032-9869-E84F9E6237C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74/89</a:t>
            </a:r>
          </a:p>
        </p:txBody>
      </p:sp>
      <p:sp>
        <p:nvSpPr>
          <p:cNvPr id="39" name="Rectangle 38"/>
          <p:cNvSpPr/>
          <p:nvPr/>
        </p:nvSpPr>
        <p:spPr>
          <a:xfrm>
            <a:off x="495701" y="1917401"/>
            <a:ext cx="8486939" cy="3345147"/>
          </a:xfrm>
          <a:prstGeom prst="rect">
            <a:avLst/>
          </a:prstGeom>
        </p:spPr>
        <p:txBody>
          <a:bodyPr wrap="none">
            <a:spAutoFit/>
          </a:bodyPr>
          <a:lstStyle/>
          <a:p>
            <a:pPr marL="576072" lvl="0" indent="-457200">
              <a:lnSpc>
                <a:spcPct val="150000"/>
              </a:lnSpc>
              <a:buClr>
                <a:srgbClr val="F0AD00"/>
              </a:buClr>
              <a:buSzPct val="80000"/>
              <a:buFont typeface="Wingdings" panose="05000000000000000000" pitchFamily="2" charset="2"/>
              <a:buChar char="§"/>
            </a:pPr>
            <a:r>
              <a:rPr lang="en-US" sz="2400" dirty="0">
                <a:latin typeface="Arial Rounded MT Bold" panose="020F0704030504030204" pitchFamily="34" charset="0"/>
              </a:rPr>
              <a:t>Rows and columns of P: v</a:t>
            </a:r>
            <a:r>
              <a:rPr lang="en-US" sz="2400" baseline="-25000" dirty="0">
                <a:latin typeface="Arial Rounded MT Bold" panose="020F0704030504030204" pitchFamily="34" charset="0"/>
              </a:rPr>
              <a:t>1</a:t>
            </a:r>
            <a:r>
              <a:rPr lang="en-US" sz="2400" dirty="0">
                <a:latin typeface="Arial Rounded MT Bold" panose="020F0704030504030204" pitchFamily="34" charset="0"/>
              </a:rPr>
              <a:t> to </a:t>
            </a:r>
            <a:r>
              <a:rPr lang="en-US" sz="2400" dirty="0" err="1">
                <a:latin typeface="Arial Rounded MT Bold" panose="020F0704030504030204" pitchFamily="34" charset="0"/>
              </a:rPr>
              <a:t>v</a:t>
            </a:r>
            <a:r>
              <a:rPr lang="en-US" sz="2400" baseline="-25000" dirty="0" err="1">
                <a:latin typeface="Arial Rounded MT Bold" panose="020F0704030504030204" pitchFamily="34" charset="0"/>
              </a:rPr>
              <a:t>n</a:t>
            </a:r>
            <a:endParaRPr lang="en-US" sz="2400" baseline="-25000" dirty="0">
              <a:latin typeface="Arial Rounded MT Bold" panose="020F0704030504030204" pitchFamily="34" charset="0"/>
            </a:endParaRPr>
          </a:p>
          <a:p>
            <a:pPr marL="576072" lvl="0" indent="-457200">
              <a:lnSpc>
                <a:spcPct val="150000"/>
              </a:lnSpc>
              <a:buClr>
                <a:srgbClr val="F0AD00"/>
              </a:buClr>
              <a:buSzPct val="80000"/>
              <a:buFont typeface="Wingdings" panose="05000000000000000000" pitchFamily="2" charset="2"/>
              <a:buChar char="§"/>
            </a:pPr>
            <a:r>
              <a:rPr lang="en-US" sz="2400" dirty="0">
                <a:solidFill>
                  <a:srgbClr val="FF00FF"/>
                </a:solidFill>
                <a:latin typeface="Arial Rounded MT Bold" panose="020F0704030504030204" pitchFamily="34" charset="0"/>
              </a:rPr>
              <a:t>P[</a:t>
            </a:r>
            <a:r>
              <a:rPr lang="en-US" sz="2400" dirty="0" err="1">
                <a:solidFill>
                  <a:srgbClr val="FF00FF"/>
                </a:solidFill>
                <a:latin typeface="Arial Rounded MT Bold" panose="020F0704030504030204" pitchFamily="34" charset="0"/>
              </a:rPr>
              <a:t>i</a:t>
            </a:r>
            <a:r>
              <a:rPr lang="en-US" sz="2400" dirty="0">
                <a:solidFill>
                  <a:srgbClr val="FF00FF"/>
                </a:solidFill>
                <a:latin typeface="Arial Rounded MT Bold" panose="020F0704030504030204" pitchFamily="34" charset="0"/>
              </a:rPr>
              <a:t>][j]=r: </a:t>
            </a:r>
            <a:r>
              <a:rPr lang="en-US" sz="2400" dirty="0">
                <a:latin typeface="Arial Rounded MT Bold" panose="020F0704030504030204" pitchFamily="34" charset="0"/>
              </a:rPr>
              <a:t>shortest path from v</a:t>
            </a:r>
            <a:r>
              <a:rPr lang="en-US" sz="2400" baseline="-25000" dirty="0">
                <a:latin typeface="Arial Rounded MT Bold" panose="020F0704030504030204" pitchFamily="34" charset="0"/>
              </a:rPr>
              <a:t>i</a:t>
            </a:r>
            <a:r>
              <a:rPr lang="en-US" sz="2400" dirty="0">
                <a:latin typeface="Arial Rounded MT Bold" panose="020F0704030504030204" pitchFamily="34" charset="0"/>
              </a:rPr>
              <a:t> to </a:t>
            </a:r>
            <a:r>
              <a:rPr lang="en-US" sz="2400" dirty="0" err="1">
                <a:latin typeface="Arial Rounded MT Bold" panose="020F0704030504030204" pitchFamily="34" charset="0"/>
              </a:rPr>
              <a:t>v</a:t>
            </a:r>
            <a:r>
              <a:rPr lang="en-US" sz="2400" baseline="-25000" dirty="0" err="1">
                <a:latin typeface="Arial Rounded MT Bold" panose="020F0704030504030204" pitchFamily="34" charset="0"/>
              </a:rPr>
              <a:t>j</a:t>
            </a:r>
            <a:r>
              <a:rPr lang="en-US" sz="2400" dirty="0">
                <a:latin typeface="Arial Rounded MT Bold" panose="020F0704030504030204" pitchFamily="34" charset="0"/>
              </a:rPr>
              <a:t> passes through </a:t>
            </a:r>
            <a:r>
              <a:rPr lang="en-US" sz="2400" dirty="0" err="1">
                <a:latin typeface="Arial Rounded MT Bold" panose="020F0704030504030204" pitchFamily="34" charset="0"/>
              </a:rPr>
              <a:t>v</a:t>
            </a:r>
            <a:r>
              <a:rPr lang="en-US" sz="2400" baseline="-25000" dirty="0" err="1">
                <a:latin typeface="Arial Rounded MT Bold" panose="020F0704030504030204" pitchFamily="34" charset="0"/>
              </a:rPr>
              <a:t>r</a:t>
            </a:r>
            <a:endParaRPr lang="en-US" sz="2400" baseline="-25000" dirty="0">
              <a:latin typeface="Arial Rounded MT Bold" panose="020F0704030504030204" pitchFamily="34" charset="0"/>
            </a:endParaRPr>
          </a:p>
          <a:p>
            <a:pPr marL="576072" lvl="0" indent="-457200">
              <a:lnSpc>
                <a:spcPct val="150000"/>
              </a:lnSpc>
              <a:buClr>
                <a:srgbClr val="F0AD00"/>
              </a:buClr>
              <a:buSzPct val="80000"/>
              <a:buFont typeface="Wingdings" panose="05000000000000000000" pitchFamily="2" charset="2"/>
              <a:buChar char="§"/>
            </a:pPr>
            <a:endParaRPr lang="en-US" sz="2400" baseline="-25000" dirty="0">
              <a:latin typeface="Arial Rounded MT Bold" panose="020F0704030504030204" pitchFamily="34" charset="0"/>
            </a:endParaRPr>
          </a:p>
          <a:p>
            <a:pPr marL="576072" lvl="0" indent="-457200">
              <a:lnSpc>
                <a:spcPct val="150000"/>
              </a:lnSpc>
              <a:buClr>
                <a:srgbClr val="F0AD00"/>
              </a:buClr>
              <a:buSzPct val="80000"/>
              <a:buFont typeface="Wingdings" panose="05000000000000000000" pitchFamily="2" charset="2"/>
              <a:buChar char="§"/>
            </a:pPr>
            <a:endParaRPr lang="en-US" sz="2400" baseline="-25000" dirty="0">
              <a:latin typeface="Arial Rounded MT Bold" panose="020F0704030504030204" pitchFamily="34" charset="0"/>
            </a:endParaRPr>
          </a:p>
          <a:p>
            <a:pPr marL="576072" lvl="0" indent="-457200">
              <a:lnSpc>
                <a:spcPct val="150000"/>
              </a:lnSpc>
              <a:buClr>
                <a:srgbClr val="F0AD00"/>
              </a:buClr>
              <a:buSzPct val="80000"/>
              <a:buFont typeface="Wingdings" panose="05000000000000000000" pitchFamily="2" charset="2"/>
              <a:buChar char="§"/>
            </a:pPr>
            <a:endParaRPr lang="en-US" sz="2400" baseline="-25000" dirty="0">
              <a:latin typeface="Arial Rounded MT Bold" panose="020F0704030504030204" pitchFamily="34" charset="0"/>
            </a:endParaRPr>
          </a:p>
          <a:p>
            <a:pPr marL="118872" lvl="0">
              <a:lnSpc>
                <a:spcPct val="150000"/>
              </a:lnSpc>
              <a:buClr>
                <a:srgbClr val="F0AD00"/>
              </a:buClr>
              <a:buSzPct val="80000"/>
            </a:pPr>
            <a:r>
              <a:rPr lang="en-US" sz="2400" dirty="0">
                <a:latin typeface="Arial Rounded MT Bold" panose="020F0704030504030204" pitchFamily="34" charset="0"/>
              </a:rPr>
              <a:t> </a:t>
            </a:r>
          </a:p>
          <a:p>
            <a:pPr marL="576072" lvl="0" indent="-457200">
              <a:lnSpc>
                <a:spcPct val="150000"/>
              </a:lnSpc>
              <a:buClr>
                <a:srgbClr val="F0AD00"/>
              </a:buClr>
              <a:buSzPct val="80000"/>
              <a:buFont typeface="Wingdings" panose="05000000000000000000" pitchFamily="2" charset="2"/>
              <a:buChar char="§"/>
            </a:pPr>
            <a:r>
              <a:rPr lang="en-US" sz="2400" dirty="0">
                <a:solidFill>
                  <a:srgbClr val="00B0F0"/>
                </a:solidFill>
                <a:latin typeface="Arial Rounded MT Bold" panose="020F0704030504030204" pitchFamily="34" charset="0"/>
              </a:rPr>
              <a:t>P[</a:t>
            </a:r>
            <a:r>
              <a:rPr lang="en-US" sz="2400" dirty="0" err="1">
                <a:solidFill>
                  <a:srgbClr val="00B0F0"/>
                </a:solidFill>
                <a:latin typeface="Arial Rounded MT Bold" panose="020F0704030504030204" pitchFamily="34" charset="0"/>
              </a:rPr>
              <a:t>i</a:t>
            </a:r>
            <a:r>
              <a:rPr lang="en-US" sz="2400" dirty="0">
                <a:solidFill>
                  <a:srgbClr val="00B0F0"/>
                </a:solidFill>
                <a:latin typeface="Arial Rounded MT Bold" panose="020F0704030504030204" pitchFamily="34" charset="0"/>
              </a:rPr>
              <a:t>][j]=0</a:t>
            </a:r>
            <a:r>
              <a:rPr lang="en-US" sz="2400" dirty="0">
                <a:latin typeface="Arial Rounded MT Bold" panose="020F0704030504030204" pitchFamily="34" charset="0"/>
              </a:rPr>
              <a:t>: edge </a:t>
            </a:r>
            <a:r>
              <a:rPr lang="en-US" sz="2400" dirty="0" err="1">
                <a:latin typeface="Arial Rounded MT Bold" panose="020F0704030504030204" pitchFamily="34" charset="0"/>
              </a:rPr>
              <a:t>v</a:t>
            </a:r>
            <a:r>
              <a:rPr lang="en-US" sz="2400" baseline="-25000" dirty="0" err="1">
                <a:latin typeface="Arial Rounded MT Bold" panose="020F0704030504030204" pitchFamily="34" charset="0"/>
              </a:rPr>
              <a:t>i</a:t>
            </a:r>
            <a:r>
              <a:rPr lang="en-US" sz="2400" dirty="0" err="1">
                <a:latin typeface="Arial Rounded MT Bold" panose="020F0704030504030204" pitchFamily="34" charset="0"/>
              </a:rPr>
              <a:t>v</a:t>
            </a:r>
            <a:r>
              <a:rPr lang="en-US" sz="2400" baseline="-25000" dirty="0" err="1">
                <a:latin typeface="Arial Rounded MT Bold" panose="020F0704030504030204" pitchFamily="34" charset="0"/>
              </a:rPr>
              <a:t>j</a:t>
            </a:r>
            <a:r>
              <a:rPr lang="en-US" sz="2400" dirty="0">
                <a:latin typeface="Arial Rounded MT Bold" panose="020F0704030504030204" pitchFamily="34" charset="0"/>
              </a:rPr>
              <a:t> is the shortest path from v</a:t>
            </a:r>
            <a:r>
              <a:rPr lang="en-US" sz="2400" baseline="-25000" dirty="0">
                <a:latin typeface="Arial Rounded MT Bold" panose="020F0704030504030204" pitchFamily="34" charset="0"/>
              </a:rPr>
              <a:t>i</a:t>
            </a:r>
            <a:r>
              <a:rPr lang="en-US" sz="2400" dirty="0">
                <a:latin typeface="Arial Rounded MT Bold" panose="020F0704030504030204" pitchFamily="34" charset="0"/>
              </a:rPr>
              <a:t> to </a:t>
            </a:r>
            <a:r>
              <a:rPr lang="en-US" sz="2400" dirty="0" err="1">
                <a:latin typeface="Arial Rounded MT Bold" panose="020F0704030504030204" pitchFamily="34" charset="0"/>
              </a:rPr>
              <a:t>v</a:t>
            </a:r>
            <a:r>
              <a:rPr lang="en-US" sz="2400" baseline="-25000" dirty="0" err="1">
                <a:latin typeface="Arial Rounded MT Bold" panose="020F0704030504030204" pitchFamily="34" charset="0"/>
              </a:rPr>
              <a:t>j</a:t>
            </a:r>
            <a:r>
              <a:rPr lang="en-US" sz="2400" dirty="0">
                <a:latin typeface="Arial Rounded MT Bold" panose="020F0704030504030204" pitchFamily="34" charset="0"/>
              </a:rPr>
              <a:t>  </a:t>
            </a:r>
          </a:p>
        </p:txBody>
      </p:sp>
      <p:grpSp>
        <p:nvGrpSpPr>
          <p:cNvPr id="5" name="Group 4">
            <a:extLst>
              <a:ext uri="{FF2B5EF4-FFF2-40B4-BE49-F238E27FC236}">
                <a16:creationId xmlns:a16="http://schemas.microsoft.com/office/drawing/2014/main" id="{DF789536-D196-4AA4-946A-CC3AFD23A898}"/>
              </a:ext>
            </a:extLst>
          </p:cNvPr>
          <p:cNvGrpSpPr/>
          <p:nvPr/>
        </p:nvGrpSpPr>
        <p:grpSpPr>
          <a:xfrm>
            <a:off x="4543199" y="3306089"/>
            <a:ext cx="435531" cy="435531"/>
            <a:chOff x="375029" y="3482411"/>
            <a:chExt cx="435531" cy="435531"/>
          </a:xfrm>
        </p:grpSpPr>
        <p:sp>
          <p:nvSpPr>
            <p:cNvPr id="6" name="Oval 5">
              <a:extLst>
                <a:ext uri="{FF2B5EF4-FFF2-40B4-BE49-F238E27FC236}">
                  <a16:creationId xmlns:a16="http://schemas.microsoft.com/office/drawing/2014/main" id="{80B1DF07-6E31-402E-BF0F-263D9FB305A9}"/>
                </a:ext>
              </a:extLst>
            </p:cNvPr>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7" name="TextBox 6">
              <a:extLst>
                <a:ext uri="{FF2B5EF4-FFF2-40B4-BE49-F238E27FC236}">
                  <a16:creationId xmlns:a16="http://schemas.microsoft.com/office/drawing/2014/main" id="{06B1B078-9E58-4B5F-AA90-43E7F15796DF}"/>
                </a:ext>
              </a:extLst>
            </p:cNvPr>
            <p:cNvSpPr txBox="1"/>
            <p:nvPr/>
          </p:nvSpPr>
          <p:spPr>
            <a:xfrm>
              <a:off x="424318" y="3504271"/>
              <a:ext cx="365806"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sz="2400" b="1" baseline="-25000" dirty="0">
                  <a:solidFill>
                    <a:prstClr val="black"/>
                  </a:solidFill>
                  <a:latin typeface="Arial Rounded MT Bold" panose="020F0704030504030204" pitchFamily="34" charset="0"/>
                </a:rPr>
                <a:t>i</a:t>
              </a:r>
              <a:endParaRPr lang="en-US" b="1" baseline="-25000" dirty="0">
                <a:solidFill>
                  <a:prstClr val="black"/>
                </a:solidFill>
                <a:latin typeface="Arial Rounded MT Bold" panose="020F0704030504030204" pitchFamily="34" charset="0"/>
              </a:endParaRPr>
            </a:p>
          </p:txBody>
        </p:sp>
      </p:grpSp>
      <p:grpSp>
        <p:nvGrpSpPr>
          <p:cNvPr id="8" name="Group 7">
            <a:extLst>
              <a:ext uri="{FF2B5EF4-FFF2-40B4-BE49-F238E27FC236}">
                <a16:creationId xmlns:a16="http://schemas.microsoft.com/office/drawing/2014/main" id="{DF73C5ED-3766-4721-8D4E-2301B0122CCB}"/>
              </a:ext>
            </a:extLst>
          </p:cNvPr>
          <p:cNvGrpSpPr/>
          <p:nvPr/>
        </p:nvGrpSpPr>
        <p:grpSpPr>
          <a:xfrm>
            <a:off x="8394705" y="3244809"/>
            <a:ext cx="435531" cy="435531"/>
            <a:chOff x="7753506" y="2216439"/>
            <a:chExt cx="435531" cy="435531"/>
          </a:xfrm>
        </p:grpSpPr>
        <p:sp>
          <p:nvSpPr>
            <p:cNvPr id="9" name="Oval 16">
              <a:extLst>
                <a:ext uri="{FF2B5EF4-FFF2-40B4-BE49-F238E27FC236}">
                  <a16:creationId xmlns:a16="http://schemas.microsoft.com/office/drawing/2014/main" id="{1AF78C2E-59E0-4B31-9997-62FA5D35777C}"/>
                </a:ext>
              </a:extLst>
            </p:cNvPr>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4D527468-6347-4A6E-B6AC-11D4536BB06C}"/>
                </a:ext>
              </a:extLst>
            </p:cNvPr>
            <p:cNvSpPr txBox="1"/>
            <p:nvPr/>
          </p:nvSpPr>
          <p:spPr>
            <a:xfrm>
              <a:off x="7798791" y="2249538"/>
              <a:ext cx="365806"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a:t>
              </a:r>
              <a:r>
                <a:rPr lang="en-US" sz="2400" b="1" baseline="-25000" dirty="0" err="1">
                  <a:solidFill>
                    <a:prstClr val="black"/>
                  </a:solidFill>
                  <a:latin typeface="Arial Rounded MT Bold" panose="020F0704030504030204" pitchFamily="34" charset="0"/>
                </a:rPr>
                <a:t>j</a:t>
              </a:r>
              <a:endParaRPr lang="en-US" b="1" baseline="-25000" dirty="0">
                <a:solidFill>
                  <a:prstClr val="black"/>
                </a:solidFill>
                <a:latin typeface="Arial Rounded MT Bold" panose="020F0704030504030204" pitchFamily="34" charset="0"/>
              </a:endParaRPr>
            </a:p>
          </p:txBody>
        </p:sp>
      </p:grpSp>
      <p:sp>
        <p:nvSpPr>
          <p:cNvPr id="11" name="Freeform 10">
            <a:extLst>
              <a:ext uri="{FF2B5EF4-FFF2-40B4-BE49-F238E27FC236}">
                <a16:creationId xmlns:a16="http://schemas.microsoft.com/office/drawing/2014/main" id="{242E9319-A5AA-4166-AC86-7C6065DC3F70}"/>
              </a:ext>
            </a:extLst>
          </p:cNvPr>
          <p:cNvSpPr/>
          <p:nvPr/>
        </p:nvSpPr>
        <p:spPr>
          <a:xfrm>
            <a:off x="4980972" y="3304279"/>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12" name="Group 11">
            <a:extLst>
              <a:ext uri="{FF2B5EF4-FFF2-40B4-BE49-F238E27FC236}">
                <a16:creationId xmlns:a16="http://schemas.microsoft.com/office/drawing/2014/main" id="{49690224-20B4-490E-B7AB-545C61129CD8}"/>
              </a:ext>
            </a:extLst>
          </p:cNvPr>
          <p:cNvGrpSpPr/>
          <p:nvPr/>
        </p:nvGrpSpPr>
        <p:grpSpPr>
          <a:xfrm>
            <a:off x="6936775" y="4118371"/>
            <a:ext cx="463185" cy="435531"/>
            <a:chOff x="375029" y="3482411"/>
            <a:chExt cx="463185" cy="435531"/>
          </a:xfrm>
        </p:grpSpPr>
        <p:sp>
          <p:nvSpPr>
            <p:cNvPr id="13" name="Oval 12">
              <a:extLst>
                <a:ext uri="{FF2B5EF4-FFF2-40B4-BE49-F238E27FC236}">
                  <a16:creationId xmlns:a16="http://schemas.microsoft.com/office/drawing/2014/main" id="{6BA683CF-1603-41EF-B9E5-01E1D52EF918}"/>
                </a:ext>
              </a:extLst>
            </p:cNvPr>
            <p:cNvSpPr>
              <a:spLocks noChangeArrowheads="1"/>
            </p:cNvSpPr>
            <p:nvPr/>
          </p:nvSpPr>
          <p:spPr bwMode="auto">
            <a:xfrm>
              <a:off x="375029" y="3482411"/>
              <a:ext cx="435531" cy="435531"/>
            </a:xfrm>
            <a:prstGeom prst="ellipse">
              <a:avLst/>
            </a:prstGeom>
            <a:solidFill>
              <a:srgbClr val="FF00FF"/>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CEB41D05-AC68-4CC5-A66B-33EB75F7FD23}"/>
                </a:ext>
              </a:extLst>
            </p:cNvPr>
            <p:cNvSpPr txBox="1"/>
            <p:nvPr/>
          </p:nvSpPr>
          <p:spPr>
            <a:xfrm>
              <a:off x="424318" y="3504271"/>
              <a:ext cx="413896" cy="379591"/>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a:t>
              </a:r>
              <a:r>
                <a:rPr lang="en-US" sz="2400" b="1" baseline="-25000" dirty="0" err="1">
                  <a:solidFill>
                    <a:prstClr val="black"/>
                  </a:solidFill>
                  <a:latin typeface="Arial Rounded MT Bold" panose="020F0704030504030204" pitchFamily="34" charset="0"/>
                </a:rPr>
                <a:t>r</a:t>
              </a:r>
              <a:endParaRPr lang="en-US" b="1" baseline="-25000" dirty="0">
                <a:solidFill>
                  <a:prstClr val="black"/>
                </a:solidFill>
                <a:latin typeface="Arial Rounded MT Bold" panose="020F0704030504030204" pitchFamily="34" charset="0"/>
              </a:endParaRPr>
            </a:p>
          </p:txBody>
        </p:sp>
      </p:grpSp>
      <p:grpSp>
        <p:nvGrpSpPr>
          <p:cNvPr id="15" name="Group 14">
            <a:extLst>
              <a:ext uri="{FF2B5EF4-FFF2-40B4-BE49-F238E27FC236}">
                <a16:creationId xmlns:a16="http://schemas.microsoft.com/office/drawing/2014/main" id="{273A15B0-84B8-46D7-880D-07D75C01B93C}"/>
              </a:ext>
            </a:extLst>
          </p:cNvPr>
          <p:cNvGrpSpPr/>
          <p:nvPr/>
        </p:nvGrpSpPr>
        <p:grpSpPr>
          <a:xfrm>
            <a:off x="4156957" y="5641109"/>
            <a:ext cx="435531" cy="435531"/>
            <a:chOff x="375029" y="3482411"/>
            <a:chExt cx="435531" cy="435531"/>
          </a:xfrm>
        </p:grpSpPr>
        <p:sp>
          <p:nvSpPr>
            <p:cNvPr id="16" name="Oval 15">
              <a:extLst>
                <a:ext uri="{FF2B5EF4-FFF2-40B4-BE49-F238E27FC236}">
                  <a16:creationId xmlns:a16="http://schemas.microsoft.com/office/drawing/2014/main" id="{B830F23C-E16C-455A-9833-28C1123E3BB5}"/>
                </a:ext>
              </a:extLst>
            </p:cNvPr>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7" name="TextBox 16">
              <a:extLst>
                <a:ext uri="{FF2B5EF4-FFF2-40B4-BE49-F238E27FC236}">
                  <a16:creationId xmlns:a16="http://schemas.microsoft.com/office/drawing/2014/main" id="{67FFFFD5-D116-449E-8916-B3B096DF2492}"/>
                </a:ext>
              </a:extLst>
            </p:cNvPr>
            <p:cNvSpPr txBox="1"/>
            <p:nvPr/>
          </p:nvSpPr>
          <p:spPr>
            <a:xfrm>
              <a:off x="424318" y="3504271"/>
              <a:ext cx="365806"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a:t>
              </a:r>
              <a:r>
                <a:rPr lang="en-US" sz="2400" b="1" baseline="-25000" dirty="0">
                  <a:solidFill>
                    <a:prstClr val="black"/>
                  </a:solidFill>
                  <a:latin typeface="Arial Rounded MT Bold" panose="020F0704030504030204" pitchFamily="34" charset="0"/>
                </a:rPr>
                <a:t>i</a:t>
              </a:r>
              <a:endParaRPr lang="en-US" b="1" baseline="-25000" dirty="0">
                <a:solidFill>
                  <a:prstClr val="black"/>
                </a:solidFill>
                <a:latin typeface="Arial Rounded MT Bold" panose="020F0704030504030204" pitchFamily="34" charset="0"/>
              </a:endParaRPr>
            </a:p>
          </p:txBody>
        </p:sp>
      </p:grpSp>
      <p:grpSp>
        <p:nvGrpSpPr>
          <p:cNvPr id="18" name="Group 17">
            <a:extLst>
              <a:ext uri="{FF2B5EF4-FFF2-40B4-BE49-F238E27FC236}">
                <a16:creationId xmlns:a16="http://schemas.microsoft.com/office/drawing/2014/main" id="{10B30B37-20D5-4DA0-B601-B4B70A272D0D}"/>
              </a:ext>
            </a:extLst>
          </p:cNvPr>
          <p:cNvGrpSpPr/>
          <p:nvPr/>
        </p:nvGrpSpPr>
        <p:grpSpPr>
          <a:xfrm>
            <a:off x="5785216" y="5673104"/>
            <a:ext cx="435531" cy="435531"/>
            <a:chOff x="7753506" y="2216439"/>
            <a:chExt cx="435531" cy="435531"/>
          </a:xfrm>
        </p:grpSpPr>
        <p:sp>
          <p:nvSpPr>
            <p:cNvPr id="19" name="Oval 16">
              <a:extLst>
                <a:ext uri="{FF2B5EF4-FFF2-40B4-BE49-F238E27FC236}">
                  <a16:creationId xmlns:a16="http://schemas.microsoft.com/office/drawing/2014/main" id="{E8056B6D-08A9-47E0-BC72-72D6A770718B}"/>
                </a:ext>
              </a:extLst>
            </p:cNvPr>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0" name="TextBox 19">
              <a:extLst>
                <a:ext uri="{FF2B5EF4-FFF2-40B4-BE49-F238E27FC236}">
                  <a16:creationId xmlns:a16="http://schemas.microsoft.com/office/drawing/2014/main" id="{ED3A701D-FCF4-44DD-B580-50AC452903C6}"/>
                </a:ext>
              </a:extLst>
            </p:cNvPr>
            <p:cNvSpPr txBox="1"/>
            <p:nvPr/>
          </p:nvSpPr>
          <p:spPr>
            <a:xfrm>
              <a:off x="7798791" y="2249538"/>
              <a:ext cx="365806"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a:t>
              </a:r>
              <a:r>
                <a:rPr lang="en-US" sz="2400" b="1" baseline="-25000" dirty="0" err="1">
                  <a:solidFill>
                    <a:prstClr val="black"/>
                  </a:solidFill>
                  <a:latin typeface="Arial Rounded MT Bold" panose="020F0704030504030204" pitchFamily="34" charset="0"/>
                </a:rPr>
                <a:t>j</a:t>
              </a:r>
              <a:endParaRPr lang="en-US" b="1" baseline="-25000" dirty="0">
                <a:solidFill>
                  <a:prstClr val="black"/>
                </a:solidFill>
                <a:latin typeface="Arial Rounded MT Bold" panose="020F0704030504030204" pitchFamily="34" charset="0"/>
              </a:endParaRPr>
            </a:p>
          </p:txBody>
        </p:sp>
      </p:grpSp>
    </p:spTree>
    <p:custDataLst>
      <p:tags r:id="rId1"/>
    </p:custDataLst>
    <p:extLst>
      <p:ext uri="{BB962C8B-B14F-4D97-AF65-F5344CB8AC3E}">
        <p14:creationId xmlns:p14="http://schemas.microsoft.com/office/powerpoint/2010/main" val="232672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3" name="Slide Number Placeholder 2">
            <a:extLst>
              <a:ext uri="{FF2B5EF4-FFF2-40B4-BE49-F238E27FC236}">
                <a16:creationId xmlns:a16="http://schemas.microsoft.com/office/drawing/2014/main" id="{6AB0DD93-2810-4032-9869-E84F9E6237C6}"/>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75/89</a:t>
            </a:r>
          </a:p>
        </p:txBody>
      </p:sp>
      <p:sp>
        <p:nvSpPr>
          <p:cNvPr id="39" name="Rectangle 38"/>
          <p:cNvSpPr/>
          <p:nvPr/>
        </p:nvSpPr>
        <p:spPr>
          <a:xfrm>
            <a:off x="693889" y="2230045"/>
            <a:ext cx="7800020" cy="1301959"/>
          </a:xfrm>
          <a:prstGeom prst="rect">
            <a:avLst/>
          </a:prstGeom>
        </p:spPr>
        <p:txBody>
          <a:bodyPr wrap="none">
            <a:spAutoFit/>
          </a:bodyPr>
          <a:lstStyle/>
          <a:p>
            <a:pPr marL="633222" indent="-514350">
              <a:lnSpc>
                <a:spcPct val="150000"/>
              </a:lnSpc>
              <a:buClr>
                <a:srgbClr val="F0AD00"/>
              </a:buClr>
              <a:buSzPct val="80000"/>
              <a:buFont typeface="+mj-lt"/>
              <a:buAutoNum type="arabicPeriod"/>
            </a:pPr>
            <a:r>
              <a:rPr lang="en-US" sz="2800" dirty="0">
                <a:latin typeface="Arial Rounded MT Bold" panose="020F0704030504030204" pitchFamily="34" charset="0"/>
              </a:rPr>
              <a:t>How to calculate  path matrix, P?</a:t>
            </a:r>
          </a:p>
          <a:p>
            <a:pPr marL="633222" indent="-514350">
              <a:lnSpc>
                <a:spcPct val="150000"/>
              </a:lnSpc>
              <a:buClr>
                <a:srgbClr val="F0AD00"/>
              </a:buClr>
              <a:buSzPct val="80000"/>
              <a:buFont typeface="+mj-lt"/>
              <a:buAutoNum type="arabicPeriod"/>
            </a:pPr>
            <a:r>
              <a:rPr lang="en-US" sz="2800" dirty="0">
                <a:latin typeface="Arial Rounded MT Bold" panose="020F0704030504030204" pitchFamily="34" charset="0"/>
              </a:rPr>
              <a:t>How to use P to find the shortest paths? </a:t>
            </a:r>
          </a:p>
        </p:txBody>
      </p:sp>
    </p:spTree>
    <p:custDataLst>
      <p:tags r:id="rId1"/>
    </p:custDataLst>
    <p:extLst>
      <p:ext uri="{BB962C8B-B14F-4D97-AF65-F5344CB8AC3E}">
        <p14:creationId xmlns:p14="http://schemas.microsoft.com/office/powerpoint/2010/main" val="29551475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4" name="Slide Number Placeholder 3">
            <a:extLst>
              <a:ext uri="{FF2B5EF4-FFF2-40B4-BE49-F238E27FC236}">
                <a16:creationId xmlns:a16="http://schemas.microsoft.com/office/drawing/2014/main" id="{FDC07482-8249-4357-883E-F5D1BC0D183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76/89</a:t>
            </a:r>
          </a:p>
        </p:txBody>
      </p:sp>
      <p:sp>
        <p:nvSpPr>
          <p:cNvPr id="39" name="Rectangle 38"/>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42" name="Table 41"/>
          <p:cNvGraphicFramePr>
            <a:graphicFrameLocks noGrp="1"/>
          </p:cNvGraphicFramePr>
          <p:nvPr>
            <p:extLst>
              <p:ext uri="{D42A27DB-BD31-4B8C-83A1-F6EECF244321}">
                <p14:modId xmlns:p14="http://schemas.microsoft.com/office/powerpoint/2010/main" val="4066366123"/>
              </p:ext>
            </p:extLst>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4</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no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3" name="Rectangle 2"/>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grpSp>
        <p:nvGrpSpPr>
          <p:cNvPr id="7" name="Group 6">
            <a:extLst>
              <a:ext uri="{FF2B5EF4-FFF2-40B4-BE49-F238E27FC236}">
                <a16:creationId xmlns:a16="http://schemas.microsoft.com/office/drawing/2014/main" id="{5C754CC4-9630-1841-E628-5B442DB78995}"/>
              </a:ext>
            </a:extLst>
          </p:cNvPr>
          <p:cNvGrpSpPr/>
          <p:nvPr/>
        </p:nvGrpSpPr>
        <p:grpSpPr>
          <a:xfrm>
            <a:off x="-87084" y="2637729"/>
            <a:ext cx="6566040" cy="4568760"/>
            <a:chOff x="-87084" y="2637729"/>
            <a:chExt cx="6566040" cy="456876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F59665AD-2F0B-B7EA-8D0A-5EAEEDE1902F}"/>
                    </a:ext>
                  </a:extLst>
                </p14:cNvPr>
                <p14:cNvContentPartPr/>
                <p14:nvPr/>
              </p14:nvContentPartPr>
              <p14:xfrm>
                <a:off x="-87084" y="2637729"/>
                <a:ext cx="4855320" cy="4568760"/>
              </p14:xfrm>
            </p:contentPart>
          </mc:Choice>
          <mc:Fallback>
            <p:pic>
              <p:nvPicPr>
                <p:cNvPr id="5" name="Ink 4">
                  <a:extLst>
                    <a:ext uri="{FF2B5EF4-FFF2-40B4-BE49-F238E27FC236}">
                      <a16:creationId xmlns:a16="http://schemas.microsoft.com/office/drawing/2014/main" id="{F59665AD-2F0B-B7EA-8D0A-5EAEEDE1902F}"/>
                    </a:ext>
                  </a:extLst>
                </p:cNvPr>
                <p:cNvPicPr/>
                <p:nvPr/>
              </p:nvPicPr>
              <p:blipFill>
                <a:blip r:embed="rId5"/>
                <a:stretch>
                  <a:fillRect/>
                </a:stretch>
              </p:blipFill>
              <p:spPr>
                <a:xfrm>
                  <a:off x="-93204" y="2631609"/>
                  <a:ext cx="4867560" cy="4581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C960576-D24F-D478-D89C-38AC9C7BEEF1}"/>
                    </a:ext>
                  </a:extLst>
                </p14:cNvPr>
                <p14:cNvContentPartPr/>
                <p14:nvPr/>
              </p14:nvContentPartPr>
              <p14:xfrm>
                <a:off x="4411836" y="4440937"/>
                <a:ext cx="2067120" cy="507600"/>
              </p14:xfrm>
            </p:contentPart>
          </mc:Choice>
          <mc:Fallback>
            <p:pic>
              <p:nvPicPr>
                <p:cNvPr id="6" name="Ink 5">
                  <a:extLst>
                    <a:ext uri="{FF2B5EF4-FFF2-40B4-BE49-F238E27FC236}">
                      <a16:creationId xmlns:a16="http://schemas.microsoft.com/office/drawing/2014/main" id="{9C960576-D24F-D478-D89C-38AC9C7BEEF1}"/>
                    </a:ext>
                  </a:extLst>
                </p:cNvPr>
                <p:cNvPicPr/>
                <p:nvPr/>
              </p:nvPicPr>
              <p:blipFill>
                <a:blip r:embed="rId7"/>
                <a:stretch>
                  <a:fillRect/>
                </a:stretch>
              </p:blipFill>
              <p:spPr>
                <a:xfrm>
                  <a:off x="4405716" y="4434817"/>
                  <a:ext cx="2079360" cy="519840"/>
                </a:xfrm>
                <a:prstGeom prst="rect">
                  <a:avLst/>
                </a:prstGeom>
              </p:spPr>
            </p:pic>
          </mc:Fallback>
        </mc:AlternateContent>
      </p:grpSp>
      <p:grpSp>
        <p:nvGrpSpPr>
          <p:cNvPr id="14" name="Group 13">
            <a:extLst>
              <a:ext uri="{FF2B5EF4-FFF2-40B4-BE49-F238E27FC236}">
                <a16:creationId xmlns:a16="http://schemas.microsoft.com/office/drawing/2014/main" id="{2478575D-1713-F822-66F0-C17B189B3161}"/>
              </a:ext>
            </a:extLst>
          </p:cNvPr>
          <p:cNvGrpSpPr/>
          <p:nvPr/>
        </p:nvGrpSpPr>
        <p:grpSpPr>
          <a:xfrm>
            <a:off x="6665796" y="2882857"/>
            <a:ext cx="2274840" cy="1843560"/>
            <a:chOff x="6665796" y="2882857"/>
            <a:chExt cx="2274840" cy="1843560"/>
          </a:xfrm>
        </p:grpSpPr>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0DF9706C-6FE8-E676-04A4-92FFA3E7C7CD}"/>
                    </a:ext>
                  </a:extLst>
                </p14:cNvPr>
                <p14:cNvContentPartPr/>
                <p14:nvPr/>
              </p14:nvContentPartPr>
              <p14:xfrm>
                <a:off x="7216236" y="3721297"/>
                <a:ext cx="86400" cy="381960"/>
              </p14:xfrm>
            </p:contentPart>
          </mc:Choice>
          <mc:Fallback>
            <p:pic>
              <p:nvPicPr>
                <p:cNvPr id="8" name="Ink 7">
                  <a:extLst>
                    <a:ext uri="{FF2B5EF4-FFF2-40B4-BE49-F238E27FC236}">
                      <a16:creationId xmlns:a16="http://schemas.microsoft.com/office/drawing/2014/main" id="{0DF9706C-6FE8-E676-04A4-92FFA3E7C7CD}"/>
                    </a:ext>
                  </a:extLst>
                </p:cNvPr>
                <p:cNvPicPr/>
                <p:nvPr/>
              </p:nvPicPr>
              <p:blipFill>
                <a:blip r:embed="rId9"/>
                <a:stretch>
                  <a:fillRect/>
                </a:stretch>
              </p:blipFill>
              <p:spPr>
                <a:xfrm>
                  <a:off x="7210116" y="3715177"/>
                  <a:ext cx="9864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4C95D006-4D48-ADF5-B419-CA2D29786309}"/>
                    </a:ext>
                  </a:extLst>
                </p14:cNvPr>
                <p14:cNvContentPartPr/>
                <p14:nvPr/>
              </p14:nvContentPartPr>
              <p14:xfrm>
                <a:off x="7263396" y="3466417"/>
                <a:ext cx="31320" cy="16560"/>
              </p14:xfrm>
            </p:contentPart>
          </mc:Choice>
          <mc:Fallback>
            <p:pic>
              <p:nvPicPr>
                <p:cNvPr id="9" name="Ink 8">
                  <a:extLst>
                    <a:ext uri="{FF2B5EF4-FFF2-40B4-BE49-F238E27FC236}">
                      <a16:creationId xmlns:a16="http://schemas.microsoft.com/office/drawing/2014/main" id="{4C95D006-4D48-ADF5-B419-CA2D29786309}"/>
                    </a:ext>
                  </a:extLst>
                </p:cNvPr>
                <p:cNvPicPr/>
                <p:nvPr/>
              </p:nvPicPr>
              <p:blipFill>
                <a:blip r:embed="rId11"/>
                <a:stretch>
                  <a:fillRect/>
                </a:stretch>
              </p:blipFill>
              <p:spPr>
                <a:xfrm>
                  <a:off x="7257276" y="3460297"/>
                  <a:ext cx="435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2EC0840F-5251-8CFD-3ED5-0F7F96BF2F9F}"/>
                    </a:ext>
                  </a:extLst>
                </p14:cNvPr>
                <p14:cNvContentPartPr/>
                <p14:nvPr/>
              </p14:nvContentPartPr>
              <p14:xfrm>
                <a:off x="7475436" y="3905617"/>
                <a:ext cx="102960" cy="255240"/>
              </p14:xfrm>
            </p:contentPart>
          </mc:Choice>
          <mc:Fallback>
            <p:pic>
              <p:nvPicPr>
                <p:cNvPr id="10" name="Ink 9">
                  <a:extLst>
                    <a:ext uri="{FF2B5EF4-FFF2-40B4-BE49-F238E27FC236}">
                      <a16:creationId xmlns:a16="http://schemas.microsoft.com/office/drawing/2014/main" id="{2EC0840F-5251-8CFD-3ED5-0F7F96BF2F9F}"/>
                    </a:ext>
                  </a:extLst>
                </p:cNvPr>
                <p:cNvPicPr/>
                <p:nvPr/>
              </p:nvPicPr>
              <p:blipFill>
                <a:blip r:embed="rId13"/>
                <a:stretch>
                  <a:fillRect/>
                </a:stretch>
              </p:blipFill>
              <p:spPr>
                <a:xfrm>
                  <a:off x="7469316" y="3899497"/>
                  <a:ext cx="11520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89C4A9B6-DC9E-EEAF-1CC1-4BCBB8020DB0}"/>
                    </a:ext>
                  </a:extLst>
                </p14:cNvPr>
                <p14:cNvContentPartPr/>
                <p14:nvPr/>
              </p14:nvContentPartPr>
              <p14:xfrm>
                <a:off x="7598916" y="3692497"/>
                <a:ext cx="405000" cy="517680"/>
              </p14:xfrm>
            </p:contentPart>
          </mc:Choice>
          <mc:Fallback>
            <p:pic>
              <p:nvPicPr>
                <p:cNvPr id="11" name="Ink 10">
                  <a:extLst>
                    <a:ext uri="{FF2B5EF4-FFF2-40B4-BE49-F238E27FC236}">
                      <a16:creationId xmlns:a16="http://schemas.microsoft.com/office/drawing/2014/main" id="{89C4A9B6-DC9E-EEAF-1CC1-4BCBB8020DB0}"/>
                    </a:ext>
                  </a:extLst>
                </p:cNvPr>
                <p:cNvPicPr/>
                <p:nvPr/>
              </p:nvPicPr>
              <p:blipFill>
                <a:blip r:embed="rId15"/>
                <a:stretch>
                  <a:fillRect/>
                </a:stretch>
              </p:blipFill>
              <p:spPr>
                <a:xfrm>
                  <a:off x="7592796" y="3686377"/>
                  <a:ext cx="417240" cy="529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20ACB18F-4239-501B-C049-34B812B32403}"/>
                    </a:ext>
                  </a:extLst>
                </p14:cNvPr>
                <p14:cNvContentPartPr/>
                <p14:nvPr/>
              </p14:nvContentPartPr>
              <p14:xfrm>
                <a:off x="7760556" y="3320617"/>
                <a:ext cx="32040" cy="13680"/>
              </p14:xfrm>
            </p:contentPart>
          </mc:Choice>
          <mc:Fallback>
            <p:pic>
              <p:nvPicPr>
                <p:cNvPr id="12" name="Ink 11">
                  <a:extLst>
                    <a:ext uri="{FF2B5EF4-FFF2-40B4-BE49-F238E27FC236}">
                      <a16:creationId xmlns:a16="http://schemas.microsoft.com/office/drawing/2014/main" id="{20ACB18F-4239-501B-C049-34B812B32403}"/>
                    </a:ext>
                  </a:extLst>
                </p:cNvPr>
                <p:cNvPicPr/>
                <p:nvPr/>
              </p:nvPicPr>
              <p:blipFill>
                <a:blip r:embed="rId17"/>
                <a:stretch>
                  <a:fillRect/>
                </a:stretch>
              </p:blipFill>
              <p:spPr>
                <a:xfrm>
                  <a:off x="7754436" y="3314497"/>
                  <a:ext cx="4428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818C1B93-6B40-5BBE-1472-29AB04DB486B}"/>
                    </a:ext>
                  </a:extLst>
                </p14:cNvPr>
                <p14:cNvContentPartPr/>
                <p14:nvPr/>
              </p14:nvContentPartPr>
              <p14:xfrm>
                <a:off x="6665796" y="2882857"/>
                <a:ext cx="2274840" cy="1843560"/>
              </p14:xfrm>
            </p:contentPart>
          </mc:Choice>
          <mc:Fallback>
            <p:pic>
              <p:nvPicPr>
                <p:cNvPr id="13" name="Ink 12">
                  <a:extLst>
                    <a:ext uri="{FF2B5EF4-FFF2-40B4-BE49-F238E27FC236}">
                      <a16:creationId xmlns:a16="http://schemas.microsoft.com/office/drawing/2014/main" id="{818C1B93-6B40-5BBE-1472-29AB04DB486B}"/>
                    </a:ext>
                  </a:extLst>
                </p:cNvPr>
                <p:cNvPicPr/>
                <p:nvPr/>
              </p:nvPicPr>
              <p:blipFill>
                <a:blip r:embed="rId19"/>
                <a:stretch>
                  <a:fillRect/>
                </a:stretch>
              </p:blipFill>
              <p:spPr>
                <a:xfrm>
                  <a:off x="6659676" y="2876737"/>
                  <a:ext cx="2287080" cy="1855800"/>
                </a:xfrm>
                <a:prstGeom prst="rect">
                  <a:avLst/>
                </a:prstGeom>
              </p:spPr>
            </p:pic>
          </mc:Fallback>
        </mc:AlternateContent>
      </p:grpSp>
    </p:spTree>
    <p:custDataLst>
      <p:tags r:id="rId1"/>
    </p:custDataLst>
    <p:extLst>
      <p:ext uri="{BB962C8B-B14F-4D97-AF65-F5344CB8AC3E}">
        <p14:creationId xmlns:p14="http://schemas.microsoft.com/office/powerpoint/2010/main" val="37157275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77/89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346021"/>
            <a:ext cx="4344349" cy="1150876"/>
            <a:chOff x="7295363" y="3346021"/>
            <a:chExt cx="4344349" cy="115087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10" name="Group 9"/>
            <p:cNvGrpSpPr/>
            <p:nvPr/>
          </p:nvGrpSpPr>
          <p:grpSpPr>
            <a:xfrm>
              <a:off x="11146869" y="3346021"/>
              <a:ext cx="492843" cy="435531"/>
              <a:chOff x="7753506" y="2216439"/>
              <a:chExt cx="492843" cy="435531"/>
            </a:xfrm>
          </p:grpSpPr>
          <p:sp>
            <p:nvSpPr>
              <p:cNvPr id="15" name="Oval 16"/>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TextBox 15"/>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extLst>
              <p:ext uri="{D42A27DB-BD31-4B8C-83A1-F6EECF244321}">
                <p14:modId xmlns:p14="http://schemas.microsoft.com/office/powerpoint/2010/main" val="2970133956"/>
              </p:ext>
            </p:extLst>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4</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no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sp>
        <p:nvSpPr>
          <p:cNvPr id="23" name="Rectangle 22">
            <a:extLst>
              <a:ext uri="{FF2B5EF4-FFF2-40B4-BE49-F238E27FC236}">
                <a16:creationId xmlns:a16="http://schemas.microsoft.com/office/drawing/2014/main" id="{3042DB5D-65EB-4CFD-9FBF-4741C3476557}"/>
              </a:ext>
            </a:extLst>
          </p:cNvPr>
          <p:cNvSpPr/>
          <p:nvPr/>
        </p:nvSpPr>
        <p:spPr>
          <a:xfrm>
            <a:off x="3979878" y="3302465"/>
            <a:ext cx="2140330" cy="1569660"/>
          </a:xfrm>
          <a:prstGeom prst="rect">
            <a:avLst/>
          </a:prstGeom>
        </p:spPr>
        <p:txBody>
          <a:bodyPr wrap="none">
            <a:spAutoFit/>
          </a:bodyPr>
          <a:lstStyle/>
          <a:p>
            <a:r>
              <a:rPr lang="en-US" sz="2400" dirty="0">
                <a:latin typeface="Arial Rounded MT Bold" panose="020F0704030504030204" pitchFamily="34" charset="0"/>
              </a:rPr>
              <a:t>SP(v1,v3)=??</a:t>
            </a:r>
          </a:p>
          <a:p>
            <a:endParaRPr lang="en-US" sz="2400" dirty="0">
              <a:latin typeface="Arial Rounded MT Bold" panose="020F0704030504030204" pitchFamily="34" charset="0"/>
            </a:endParaRPr>
          </a:p>
          <a:p>
            <a:r>
              <a:rPr lang="en-US" sz="2400" dirty="0">
                <a:solidFill>
                  <a:srgbClr val="FF0000"/>
                </a:solidFill>
                <a:latin typeface="Arial Rounded MT Bold" panose="020F0704030504030204" pitchFamily="34" charset="0"/>
              </a:rPr>
              <a:t> </a:t>
            </a:r>
          </a:p>
          <a:p>
            <a:r>
              <a:rPr lang="en-US" sz="2400" dirty="0"/>
              <a:t>	</a:t>
            </a:r>
          </a:p>
        </p:txBody>
      </p:sp>
    </p:spTree>
    <p:custDataLst>
      <p:tags r:id="rId1"/>
    </p:custDataLst>
    <p:extLst>
      <p:ext uri="{BB962C8B-B14F-4D97-AF65-F5344CB8AC3E}">
        <p14:creationId xmlns:p14="http://schemas.microsoft.com/office/powerpoint/2010/main" val="5346452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78/89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346021"/>
            <a:ext cx="4344349" cy="1150876"/>
            <a:chOff x="7295363" y="3346021"/>
            <a:chExt cx="4344349" cy="115087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10" name="Group 9"/>
            <p:cNvGrpSpPr/>
            <p:nvPr/>
          </p:nvGrpSpPr>
          <p:grpSpPr>
            <a:xfrm>
              <a:off x="11146869" y="3346021"/>
              <a:ext cx="492843" cy="435531"/>
              <a:chOff x="7753506" y="2216439"/>
              <a:chExt cx="492843" cy="435531"/>
            </a:xfrm>
          </p:grpSpPr>
          <p:sp>
            <p:nvSpPr>
              <p:cNvPr id="15" name="Oval 16"/>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TextBox 15"/>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4</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no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sp>
        <p:nvSpPr>
          <p:cNvPr id="19" name="Rectangle 18">
            <a:extLst>
              <a:ext uri="{FF2B5EF4-FFF2-40B4-BE49-F238E27FC236}">
                <a16:creationId xmlns:a16="http://schemas.microsoft.com/office/drawing/2014/main" id="{23F09434-9E76-4E86-9AA9-6D4C46C9CD79}"/>
              </a:ext>
            </a:extLst>
          </p:cNvPr>
          <p:cNvSpPr/>
          <p:nvPr/>
        </p:nvSpPr>
        <p:spPr>
          <a:xfrm>
            <a:off x="3979878" y="3302465"/>
            <a:ext cx="2140330" cy="1569660"/>
          </a:xfrm>
          <a:prstGeom prst="rect">
            <a:avLst/>
          </a:prstGeom>
        </p:spPr>
        <p:txBody>
          <a:bodyPr wrap="none">
            <a:spAutoFit/>
          </a:bodyPr>
          <a:lstStyle/>
          <a:p>
            <a:r>
              <a:rPr lang="en-US" sz="2400" dirty="0">
                <a:latin typeface="Arial Rounded MT Bold" panose="020F0704030504030204" pitchFamily="34" charset="0"/>
              </a:rPr>
              <a:t>SP(v1,v3)=??</a:t>
            </a:r>
          </a:p>
          <a:p>
            <a:endParaRPr lang="en-US" sz="2400" dirty="0">
              <a:latin typeface="Arial Rounded MT Bold" panose="020F0704030504030204" pitchFamily="34" charset="0"/>
            </a:endParaRPr>
          </a:p>
          <a:p>
            <a:r>
              <a:rPr lang="en-US" sz="2400" dirty="0">
                <a:solidFill>
                  <a:srgbClr val="FF0000"/>
                </a:solidFill>
                <a:latin typeface="Arial Rounded MT Bold" panose="020F0704030504030204" pitchFamily="34" charset="0"/>
              </a:rPr>
              <a:t>P[v1][v3]=?</a:t>
            </a:r>
          </a:p>
          <a:p>
            <a:r>
              <a:rPr lang="en-US" sz="2400" dirty="0">
                <a:latin typeface="Arial Rounded MT Bold" panose="020F0704030504030204" pitchFamily="34" charset="0"/>
              </a:rPr>
              <a:t>	</a:t>
            </a:r>
          </a:p>
        </p:txBody>
      </p:sp>
    </p:spTree>
    <p:custDataLst>
      <p:tags r:id="rId1"/>
    </p:custDataLst>
    <p:extLst>
      <p:ext uri="{BB962C8B-B14F-4D97-AF65-F5344CB8AC3E}">
        <p14:creationId xmlns:p14="http://schemas.microsoft.com/office/powerpoint/2010/main" val="36460274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79/89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346021"/>
            <a:ext cx="4344349" cy="1150876"/>
            <a:chOff x="7295363" y="3346021"/>
            <a:chExt cx="4344349" cy="115087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10" name="Group 9"/>
            <p:cNvGrpSpPr/>
            <p:nvPr/>
          </p:nvGrpSpPr>
          <p:grpSpPr>
            <a:xfrm>
              <a:off x="11146869" y="3346021"/>
              <a:ext cx="492843" cy="435531"/>
              <a:chOff x="7753506" y="2216439"/>
              <a:chExt cx="492843" cy="435531"/>
            </a:xfrm>
          </p:grpSpPr>
          <p:sp>
            <p:nvSpPr>
              <p:cNvPr id="15" name="Oval 16"/>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TextBox 15"/>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extLst>
              <p:ext uri="{D42A27DB-BD31-4B8C-83A1-F6EECF244321}">
                <p14:modId xmlns:p14="http://schemas.microsoft.com/office/powerpoint/2010/main" val="733276610"/>
              </p:ext>
            </p:extLst>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no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sp>
        <p:nvSpPr>
          <p:cNvPr id="19" name="Rectangle 18">
            <a:extLst>
              <a:ext uri="{FF2B5EF4-FFF2-40B4-BE49-F238E27FC236}">
                <a16:creationId xmlns:a16="http://schemas.microsoft.com/office/drawing/2014/main" id="{23F09434-9E76-4E86-9AA9-6D4C46C9CD79}"/>
              </a:ext>
            </a:extLst>
          </p:cNvPr>
          <p:cNvSpPr/>
          <p:nvPr/>
        </p:nvSpPr>
        <p:spPr>
          <a:xfrm>
            <a:off x="3979878" y="3302465"/>
            <a:ext cx="2140330" cy="1569660"/>
          </a:xfrm>
          <a:prstGeom prst="rect">
            <a:avLst/>
          </a:prstGeom>
        </p:spPr>
        <p:txBody>
          <a:bodyPr wrap="none">
            <a:spAutoFit/>
          </a:bodyPr>
          <a:lstStyle/>
          <a:p>
            <a:r>
              <a:rPr lang="en-US" sz="2400" dirty="0">
                <a:latin typeface="Arial Rounded MT Bold" panose="020F0704030504030204" pitchFamily="34" charset="0"/>
              </a:rPr>
              <a:t>SP(v1,v3)=??</a:t>
            </a:r>
          </a:p>
          <a:p>
            <a:endParaRPr lang="en-US" sz="2400" dirty="0">
              <a:latin typeface="Arial Rounded MT Bold" panose="020F0704030504030204" pitchFamily="34" charset="0"/>
            </a:endParaRP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a:t>
            </a:r>
          </a:p>
        </p:txBody>
      </p:sp>
      <p:grpSp>
        <p:nvGrpSpPr>
          <p:cNvPr id="23" name="Group 22">
            <a:extLst>
              <a:ext uri="{FF2B5EF4-FFF2-40B4-BE49-F238E27FC236}">
                <a16:creationId xmlns:a16="http://schemas.microsoft.com/office/drawing/2014/main" id="{D1AD699C-86DD-48CE-9E51-3B383BC881D4}"/>
              </a:ext>
            </a:extLst>
          </p:cNvPr>
          <p:cNvGrpSpPr/>
          <p:nvPr/>
        </p:nvGrpSpPr>
        <p:grpSpPr>
          <a:xfrm>
            <a:off x="10015898" y="4172185"/>
            <a:ext cx="492843" cy="435531"/>
            <a:chOff x="7753506" y="2216439"/>
            <a:chExt cx="492843" cy="435531"/>
          </a:xfrm>
        </p:grpSpPr>
        <p:sp>
          <p:nvSpPr>
            <p:cNvPr id="24" name="Oval 16">
              <a:extLst>
                <a:ext uri="{FF2B5EF4-FFF2-40B4-BE49-F238E27FC236}">
                  <a16:creationId xmlns:a16="http://schemas.microsoft.com/office/drawing/2014/main" id="{16516287-B2D9-4E1F-A161-B70E8C1DD2ED}"/>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5" name="TextBox 24">
              <a:extLst>
                <a:ext uri="{FF2B5EF4-FFF2-40B4-BE49-F238E27FC236}">
                  <a16:creationId xmlns:a16="http://schemas.microsoft.com/office/drawing/2014/main" id="{9E9595C6-89F6-4CA1-B239-963F269BECB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Tree>
    <p:custDataLst>
      <p:tags r:id="rId1"/>
    </p:custDataLst>
    <p:extLst>
      <p:ext uri="{BB962C8B-B14F-4D97-AF65-F5344CB8AC3E}">
        <p14:creationId xmlns:p14="http://schemas.microsoft.com/office/powerpoint/2010/main" val="223356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80/89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346021"/>
            <a:ext cx="4344349" cy="1150876"/>
            <a:chOff x="7295363" y="3346021"/>
            <a:chExt cx="4344349" cy="115087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10" name="Group 9"/>
            <p:cNvGrpSpPr/>
            <p:nvPr/>
          </p:nvGrpSpPr>
          <p:grpSpPr>
            <a:xfrm>
              <a:off x="11146869" y="3346021"/>
              <a:ext cx="492843" cy="435531"/>
              <a:chOff x="7753506" y="2216439"/>
              <a:chExt cx="492843" cy="435531"/>
            </a:xfrm>
          </p:grpSpPr>
          <p:sp>
            <p:nvSpPr>
              <p:cNvPr id="15" name="Oval 16"/>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TextBox 15"/>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no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grpSp>
        <p:nvGrpSpPr>
          <p:cNvPr id="23" name="Group 22">
            <a:extLst>
              <a:ext uri="{FF2B5EF4-FFF2-40B4-BE49-F238E27FC236}">
                <a16:creationId xmlns:a16="http://schemas.microsoft.com/office/drawing/2014/main" id="{D1AD699C-86DD-48CE-9E51-3B383BC881D4}"/>
              </a:ext>
            </a:extLst>
          </p:cNvPr>
          <p:cNvGrpSpPr/>
          <p:nvPr/>
        </p:nvGrpSpPr>
        <p:grpSpPr>
          <a:xfrm>
            <a:off x="10015898" y="4172185"/>
            <a:ext cx="492843" cy="435531"/>
            <a:chOff x="7753506" y="2216439"/>
            <a:chExt cx="492843" cy="435531"/>
          </a:xfrm>
        </p:grpSpPr>
        <p:sp>
          <p:nvSpPr>
            <p:cNvPr id="24" name="Oval 16">
              <a:extLst>
                <a:ext uri="{FF2B5EF4-FFF2-40B4-BE49-F238E27FC236}">
                  <a16:creationId xmlns:a16="http://schemas.microsoft.com/office/drawing/2014/main" id="{16516287-B2D9-4E1F-A161-B70E8C1DD2ED}"/>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5" name="TextBox 24">
              <a:extLst>
                <a:ext uri="{FF2B5EF4-FFF2-40B4-BE49-F238E27FC236}">
                  <a16:creationId xmlns:a16="http://schemas.microsoft.com/office/drawing/2014/main" id="{9E9595C6-89F6-4CA1-B239-963F269BECB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
        <p:nvSpPr>
          <p:cNvPr id="26" name="Rectangle 25">
            <a:extLst>
              <a:ext uri="{FF2B5EF4-FFF2-40B4-BE49-F238E27FC236}">
                <a16:creationId xmlns:a16="http://schemas.microsoft.com/office/drawing/2014/main" id="{4F9C76FC-89D0-47C7-9FB6-B610DBE98BBF}"/>
              </a:ext>
            </a:extLst>
          </p:cNvPr>
          <p:cNvSpPr/>
          <p:nvPr/>
        </p:nvSpPr>
        <p:spPr>
          <a:xfrm>
            <a:off x="3979878" y="3302465"/>
            <a:ext cx="2858475"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SP(v1,v4)=?</a:t>
            </a:r>
          </a:p>
          <a:p>
            <a:r>
              <a:rPr lang="en-US" sz="2400" dirty="0">
                <a:latin typeface="Arial Rounded MT Bold" panose="020F0704030504030204" pitchFamily="34" charset="0"/>
              </a:rPr>
              <a:t>		</a:t>
            </a:r>
          </a:p>
          <a:p>
            <a:endParaRPr lang="en-US" sz="2400" dirty="0">
              <a:latin typeface="Arial Rounded MT Bold" panose="020F0704030504030204" pitchFamily="34" charset="0"/>
            </a:endParaRPr>
          </a:p>
          <a:p>
            <a:r>
              <a:rPr lang="en-US" sz="2400" dirty="0">
                <a:latin typeface="Arial Rounded MT Bold" panose="020F0704030504030204" pitchFamily="34" charset="0"/>
              </a:rPr>
              <a:t>	2. SP(v4,v3)=?</a:t>
            </a:r>
          </a:p>
        </p:txBody>
      </p:sp>
    </p:spTree>
    <p:custDataLst>
      <p:tags r:id="rId1"/>
    </p:custDataLst>
    <p:extLst>
      <p:ext uri="{BB962C8B-B14F-4D97-AF65-F5344CB8AC3E}">
        <p14:creationId xmlns:p14="http://schemas.microsoft.com/office/powerpoint/2010/main" val="7737123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81/89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346021"/>
            <a:ext cx="4344349" cy="1150876"/>
            <a:chOff x="7295363" y="3346021"/>
            <a:chExt cx="4344349" cy="115087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10" name="Group 9"/>
            <p:cNvGrpSpPr/>
            <p:nvPr/>
          </p:nvGrpSpPr>
          <p:grpSpPr>
            <a:xfrm>
              <a:off x="11146869" y="3346021"/>
              <a:ext cx="492843" cy="435531"/>
              <a:chOff x="7753506" y="2216439"/>
              <a:chExt cx="492843" cy="435531"/>
            </a:xfrm>
          </p:grpSpPr>
          <p:sp>
            <p:nvSpPr>
              <p:cNvPr id="15" name="Oval 16"/>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TextBox 15"/>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no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grpSp>
        <p:nvGrpSpPr>
          <p:cNvPr id="23" name="Group 22">
            <a:extLst>
              <a:ext uri="{FF2B5EF4-FFF2-40B4-BE49-F238E27FC236}">
                <a16:creationId xmlns:a16="http://schemas.microsoft.com/office/drawing/2014/main" id="{D1AD699C-86DD-48CE-9E51-3B383BC881D4}"/>
              </a:ext>
            </a:extLst>
          </p:cNvPr>
          <p:cNvGrpSpPr/>
          <p:nvPr/>
        </p:nvGrpSpPr>
        <p:grpSpPr>
          <a:xfrm>
            <a:off x="10015898" y="4172185"/>
            <a:ext cx="492843" cy="435531"/>
            <a:chOff x="7753506" y="2216439"/>
            <a:chExt cx="492843" cy="435531"/>
          </a:xfrm>
        </p:grpSpPr>
        <p:sp>
          <p:nvSpPr>
            <p:cNvPr id="24" name="Oval 16">
              <a:extLst>
                <a:ext uri="{FF2B5EF4-FFF2-40B4-BE49-F238E27FC236}">
                  <a16:creationId xmlns:a16="http://schemas.microsoft.com/office/drawing/2014/main" id="{16516287-B2D9-4E1F-A161-B70E8C1DD2ED}"/>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5" name="TextBox 24">
              <a:extLst>
                <a:ext uri="{FF2B5EF4-FFF2-40B4-BE49-F238E27FC236}">
                  <a16:creationId xmlns:a16="http://schemas.microsoft.com/office/drawing/2014/main" id="{9E9595C6-89F6-4CA1-B239-963F269BECB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
        <p:nvSpPr>
          <p:cNvPr id="19" name="Rectangle 18">
            <a:extLst>
              <a:ext uri="{FF2B5EF4-FFF2-40B4-BE49-F238E27FC236}">
                <a16:creationId xmlns:a16="http://schemas.microsoft.com/office/drawing/2014/main" id="{EEDA8C21-08AB-4A1B-B12E-6CA39D486055}"/>
              </a:ext>
            </a:extLst>
          </p:cNvPr>
          <p:cNvSpPr/>
          <p:nvPr/>
        </p:nvSpPr>
        <p:spPr>
          <a:xfrm>
            <a:off x="3979878" y="3302465"/>
            <a:ext cx="2698175"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P[v1][v4]=?</a:t>
            </a:r>
          </a:p>
          <a:p>
            <a:r>
              <a:rPr lang="en-US" sz="2400" dirty="0">
                <a:latin typeface="Arial Rounded MT Bold" panose="020F0704030504030204" pitchFamily="34" charset="0"/>
              </a:rPr>
              <a:t>		</a:t>
            </a:r>
          </a:p>
          <a:p>
            <a:endParaRPr lang="en-US" sz="2400" dirty="0">
              <a:latin typeface="Arial Rounded MT Bold" panose="020F0704030504030204" pitchFamily="34" charset="0"/>
            </a:endParaRPr>
          </a:p>
          <a:p>
            <a:r>
              <a:rPr lang="en-US" sz="2400" dirty="0">
                <a:latin typeface="Arial Rounded MT Bold" panose="020F0704030504030204" pitchFamily="34" charset="0"/>
              </a:rPr>
              <a:t>	2. P[v4][v3]=?</a:t>
            </a:r>
          </a:p>
        </p:txBody>
      </p:sp>
    </p:spTree>
    <p:custDataLst>
      <p:tags r:id="rId1"/>
    </p:custDataLst>
    <p:extLst>
      <p:ext uri="{BB962C8B-B14F-4D97-AF65-F5344CB8AC3E}">
        <p14:creationId xmlns:p14="http://schemas.microsoft.com/office/powerpoint/2010/main" val="791701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82/89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346021"/>
            <a:ext cx="4344349" cy="1150876"/>
            <a:chOff x="7295363" y="3346021"/>
            <a:chExt cx="4344349" cy="115087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10" name="Group 9"/>
            <p:cNvGrpSpPr/>
            <p:nvPr/>
          </p:nvGrpSpPr>
          <p:grpSpPr>
            <a:xfrm>
              <a:off x="11146869" y="3346021"/>
              <a:ext cx="492843" cy="435531"/>
              <a:chOff x="7753506" y="2216439"/>
              <a:chExt cx="492843" cy="435531"/>
            </a:xfrm>
          </p:grpSpPr>
          <p:sp>
            <p:nvSpPr>
              <p:cNvPr id="15" name="Oval 16"/>
              <p:cNvSpPr>
                <a:spLocks noChangeArrowheads="1"/>
              </p:cNvSpPr>
              <p:nvPr/>
            </p:nvSpPr>
            <p:spPr bwMode="auto">
              <a:xfrm>
                <a:off x="7753506" y="2216439"/>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6" name="TextBox 15"/>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solidFill>
                      <a:srgbClr val="00B0F0"/>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FF99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grpSp>
        <p:nvGrpSpPr>
          <p:cNvPr id="23" name="Group 22">
            <a:extLst>
              <a:ext uri="{FF2B5EF4-FFF2-40B4-BE49-F238E27FC236}">
                <a16:creationId xmlns:a16="http://schemas.microsoft.com/office/drawing/2014/main" id="{D1AD699C-86DD-48CE-9E51-3B383BC881D4}"/>
              </a:ext>
            </a:extLst>
          </p:cNvPr>
          <p:cNvGrpSpPr/>
          <p:nvPr/>
        </p:nvGrpSpPr>
        <p:grpSpPr>
          <a:xfrm>
            <a:off x="10015898" y="4172185"/>
            <a:ext cx="492843" cy="435531"/>
            <a:chOff x="7753506" y="2216439"/>
            <a:chExt cx="492843" cy="435531"/>
          </a:xfrm>
        </p:grpSpPr>
        <p:sp>
          <p:nvSpPr>
            <p:cNvPr id="24" name="Oval 16">
              <a:extLst>
                <a:ext uri="{FF2B5EF4-FFF2-40B4-BE49-F238E27FC236}">
                  <a16:creationId xmlns:a16="http://schemas.microsoft.com/office/drawing/2014/main" id="{16516287-B2D9-4E1F-A161-B70E8C1DD2ED}"/>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5" name="TextBox 24">
              <a:extLst>
                <a:ext uri="{FF2B5EF4-FFF2-40B4-BE49-F238E27FC236}">
                  <a16:creationId xmlns:a16="http://schemas.microsoft.com/office/drawing/2014/main" id="{9E9595C6-89F6-4CA1-B239-963F269BECB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
        <p:nvSpPr>
          <p:cNvPr id="19" name="Rectangle 18">
            <a:extLst>
              <a:ext uri="{FF2B5EF4-FFF2-40B4-BE49-F238E27FC236}">
                <a16:creationId xmlns:a16="http://schemas.microsoft.com/office/drawing/2014/main" id="{EEDA8C21-08AB-4A1B-B12E-6CA39D486055}"/>
              </a:ext>
            </a:extLst>
          </p:cNvPr>
          <p:cNvSpPr/>
          <p:nvPr/>
        </p:nvSpPr>
        <p:spPr>
          <a:xfrm>
            <a:off x="3979878" y="3302465"/>
            <a:ext cx="2698175"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a:t>
            </a:r>
            <a:r>
              <a:rPr lang="en-US" sz="2400" dirty="0">
                <a:solidFill>
                  <a:srgbClr val="00B0F0"/>
                </a:solidFill>
                <a:latin typeface="Arial Rounded MT Bold" panose="020F0704030504030204" pitchFamily="34" charset="0"/>
              </a:rPr>
              <a:t>P[v1][v4]=2</a:t>
            </a:r>
          </a:p>
          <a:p>
            <a:r>
              <a:rPr lang="en-US" sz="2400" dirty="0">
                <a:latin typeface="Arial Rounded MT Bold" panose="020F0704030504030204" pitchFamily="34" charset="0"/>
              </a:rPr>
              <a:t>		</a:t>
            </a:r>
          </a:p>
          <a:p>
            <a:endParaRPr lang="en-US" sz="2400" dirty="0">
              <a:latin typeface="Arial Rounded MT Bold" panose="020F0704030504030204" pitchFamily="34" charset="0"/>
            </a:endParaRPr>
          </a:p>
          <a:p>
            <a:r>
              <a:rPr lang="en-US" sz="2400" dirty="0">
                <a:latin typeface="Arial Rounded MT Bold" panose="020F0704030504030204" pitchFamily="34" charset="0"/>
              </a:rPr>
              <a:t>	2. </a:t>
            </a:r>
            <a:r>
              <a:rPr lang="en-US" sz="2400" dirty="0">
                <a:solidFill>
                  <a:srgbClr val="FF9900"/>
                </a:solidFill>
                <a:latin typeface="Arial Rounded MT Bold" panose="020F0704030504030204" pitchFamily="34" charset="0"/>
              </a:rPr>
              <a:t>P[v4][v3]=0</a:t>
            </a:r>
          </a:p>
        </p:txBody>
      </p:sp>
      <p:grpSp>
        <p:nvGrpSpPr>
          <p:cNvPr id="26" name="Group 25">
            <a:extLst>
              <a:ext uri="{FF2B5EF4-FFF2-40B4-BE49-F238E27FC236}">
                <a16:creationId xmlns:a16="http://schemas.microsoft.com/office/drawing/2014/main" id="{E1365383-1EA0-47F2-A84B-D5303176453D}"/>
              </a:ext>
            </a:extLst>
          </p:cNvPr>
          <p:cNvGrpSpPr/>
          <p:nvPr/>
        </p:nvGrpSpPr>
        <p:grpSpPr>
          <a:xfrm>
            <a:off x="8548045" y="3939577"/>
            <a:ext cx="456599" cy="435531"/>
            <a:chOff x="7753506" y="2216439"/>
            <a:chExt cx="456599" cy="435531"/>
          </a:xfrm>
        </p:grpSpPr>
        <p:sp>
          <p:nvSpPr>
            <p:cNvPr id="27" name="Oval 16">
              <a:extLst>
                <a:ext uri="{FF2B5EF4-FFF2-40B4-BE49-F238E27FC236}">
                  <a16:creationId xmlns:a16="http://schemas.microsoft.com/office/drawing/2014/main" id="{04EE8B44-9BA7-457B-A5E3-C23246596D09}"/>
                </a:ext>
              </a:extLst>
            </p:cNvPr>
            <p:cNvSpPr>
              <a:spLocks noChangeArrowheads="1"/>
            </p:cNvSpPr>
            <p:nvPr/>
          </p:nvSpPr>
          <p:spPr bwMode="auto">
            <a:xfrm>
              <a:off x="7753506" y="2216439"/>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TextBox 27">
              <a:extLst>
                <a:ext uri="{FF2B5EF4-FFF2-40B4-BE49-F238E27FC236}">
                  <a16:creationId xmlns:a16="http://schemas.microsoft.com/office/drawing/2014/main" id="{B9B4DAAF-3670-4C99-960D-39998DFD18E7}"/>
                </a:ext>
              </a:extLst>
            </p:cNvPr>
            <p:cNvSpPr txBox="1"/>
            <p:nvPr/>
          </p:nvSpPr>
          <p:spPr>
            <a:xfrm>
              <a:off x="7762547" y="224675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v2</a:t>
              </a:r>
            </a:p>
          </p:txBody>
        </p:sp>
      </p:grpSp>
    </p:spTree>
    <p:custDataLst>
      <p:tags r:id="rId1"/>
    </p:custDataLst>
    <p:extLst>
      <p:ext uri="{BB962C8B-B14F-4D97-AF65-F5344CB8AC3E}">
        <p14:creationId xmlns:p14="http://schemas.microsoft.com/office/powerpoint/2010/main" val="6546503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83/89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405491"/>
            <a:ext cx="3863143" cy="1091406"/>
            <a:chOff x="7295363" y="3405491"/>
            <a:chExt cx="3863143" cy="109140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extLst>
              <p:ext uri="{D42A27DB-BD31-4B8C-83A1-F6EECF244321}">
                <p14:modId xmlns:p14="http://schemas.microsoft.com/office/powerpoint/2010/main" val="3884723830"/>
              </p:ext>
            </p:extLst>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solidFill>
                      <a:srgbClr val="00B0F0"/>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FF99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sp>
        <p:nvSpPr>
          <p:cNvPr id="19" name="Rectangle 18">
            <a:extLst>
              <a:ext uri="{FF2B5EF4-FFF2-40B4-BE49-F238E27FC236}">
                <a16:creationId xmlns:a16="http://schemas.microsoft.com/office/drawing/2014/main" id="{EEDA8C21-08AB-4A1B-B12E-6CA39D486055}"/>
              </a:ext>
            </a:extLst>
          </p:cNvPr>
          <p:cNvSpPr/>
          <p:nvPr/>
        </p:nvSpPr>
        <p:spPr>
          <a:xfrm>
            <a:off x="3979878" y="3302465"/>
            <a:ext cx="2698175"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a:t>
            </a:r>
            <a:r>
              <a:rPr lang="en-US" sz="2400" dirty="0">
                <a:solidFill>
                  <a:srgbClr val="00B0F0"/>
                </a:solidFill>
                <a:latin typeface="Arial Rounded MT Bold" panose="020F0704030504030204" pitchFamily="34" charset="0"/>
              </a:rPr>
              <a:t>P[v1][v4]=2</a:t>
            </a:r>
          </a:p>
          <a:p>
            <a:r>
              <a:rPr lang="en-US" sz="2400" dirty="0">
                <a:latin typeface="Arial Rounded MT Bold" panose="020F0704030504030204" pitchFamily="34" charset="0"/>
              </a:rPr>
              <a:t>		</a:t>
            </a:r>
          </a:p>
          <a:p>
            <a:endParaRPr lang="en-US" sz="2400" dirty="0">
              <a:latin typeface="Arial Rounded MT Bold" panose="020F0704030504030204" pitchFamily="34" charset="0"/>
            </a:endParaRPr>
          </a:p>
          <a:p>
            <a:r>
              <a:rPr lang="en-US" sz="2400" dirty="0">
                <a:latin typeface="Arial Rounded MT Bold" panose="020F0704030504030204" pitchFamily="34" charset="0"/>
              </a:rPr>
              <a:t>	2. </a:t>
            </a:r>
            <a:r>
              <a:rPr lang="en-US" sz="2400" dirty="0">
                <a:solidFill>
                  <a:srgbClr val="FF9900"/>
                </a:solidFill>
                <a:latin typeface="Arial Rounded MT Bold" panose="020F0704030504030204" pitchFamily="34" charset="0"/>
              </a:rPr>
              <a:t>P[v4][v3]=0</a:t>
            </a:r>
          </a:p>
        </p:txBody>
      </p:sp>
      <p:grpSp>
        <p:nvGrpSpPr>
          <p:cNvPr id="26" name="Group 25">
            <a:extLst>
              <a:ext uri="{FF2B5EF4-FFF2-40B4-BE49-F238E27FC236}">
                <a16:creationId xmlns:a16="http://schemas.microsoft.com/office/drawing/2014/main" id="{E1365383-1EA0-47F2-A84B-D5303176453D}"/>
              </a:ext>
            </a:extLst>
          </p:cNvPr>
          <p:cNvGrpSpPr/>
          <p:nvPr/>
        </p:nvGrpSpPr>
        <p:grpSpPr>
          <a:xfrm>
            <a:off x="8548045" y="3939577"/>
            <a:ext cx="456599" cy="435531"/>
            <a:chOff x="7753506" y="2216439"/>
            <a:chExt cx="456599" cy="435531"/>
          </a:xfrm>
        </p:grpSpPr>
        <p:sp>
          <p:nvSpPr>
            <p:cNvPr id="27" name="Oval 16">
              <a:extLst>
                <a:ext uri="{FF2B5EF4-FFF2-40B4-BE49-F238E27FC236}">
                  <a16:creationId xmlns:a16="http://schemas.microsoft.com/office/drawing/2014/main" id="{04EE8B44-9BA7-457B-A5E3-C23246596D09}"/>
                </a:ext>
              </a:extLst>
            </p:cNvPr>
            <p:cNvSpPr>
              <a:spLocks noChangeArrowheads="1"/>
            </p:cNvSpPr>
            <p:nvPr/>
          </p:nvSpPr>
          <p:spPr bwMode="auto">
            <a:xfrm>
              <a:off x="7753506" y="2216439"/>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TextBox 27">
              <a:extLst>
                <a:ext uri="{FF2B5EF4-FFF2-40B4-BE49-F238E27FC236}">
                  <a16:creationId xmlns:a16="http://schemas.microsoft.com/office/drawing/2014/main" id="{B9B4DAAF-3670-4C99-960D-39998DFD18E7}"/>
                </a:ext>
              </a:extLst>
            </p:cNvPr>
            <p:cNvSpPr txBox="1"/>
            <p:nvPr/>
          </p:nvSpPr>
          <p:spPr>
            <a:xfrm>
              <a:off x="7762547" y="224675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v2</a:t>
              </a:r>
            </a:p>
          </p:txBody>
        </p:sp>
      </p:grpSp>
      <p:sp>
        <p:nvSpPr>
          <p:cNvPr id="3" name="Rectangle 2">
            <a:extLst>
              <a:ext uri="{FF2B5EF4-FFF2-40B4-BE49-F238E27FC236}">
                <a16:creationId xmlns:a16="http://schemas.microsoft.com/office/drawing/2014/main" id="{CD186E2D-F46A-4FCE-B81A-E6458B277E6A}"/>
              </a:ext>
            </a:extLst>
          </p:cNvPr>
          <p:cNvSpPr/>
          <p:nvPr/>
        </p:nvSpPr>
        <p:spPr>
          <a:xfrm>
            <a:off x="10329333" y="3084689"/>
            <a:ext cx="982134" cy="15776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A848A5AC-94AF-4C43-A33B-199A47DA6A8D}"/>
              </a:ext>
            </a:extLst>
          </p:cNvPr>
          <p:cNvCxnSpPr>
            <a:cxnSpLocks/>
          </p:cNvCxnSpPr>
          <p:nvPr/>
        </p:nvCxnSpPr>
        <p:spPr>
          <a:xfrm flipV="1">
            <a:off x="10310159" y="3656916"/>
            <a:ext cx="865063" cy="754205"/>
          </a:xfrm>
          <a:prstGeom prst="line">
            <a:avLst/>
          </a:prstGeom>
          <a:ln w="28575">
            <a:solidFill>
              <a:srgbClr val="FF99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Oval 16">
            <a:extLst>
              <a:ext uri="{FF2B5EF4-FFF2-40B4-BE49-F238E27FC236}">
                <a16:creationId xmlns:a16="http://schemas.microsoft.com/office/drawing/2014/main" id="{520CA93C-305C-4A3A-AEB9-B4CC55435411}"/>
              </a:ext>
            </a:extLst>
          </p:cNvPr>
          <p:cNvSpPr>
            <a:spLocks noChangeArrowheads="1"/>
          </p:cNvSpPr>
          <p:nvPr/>
        </p:nvSpPr>
        <p:spPr bwMode="auto">
          <a:xfrm>
            <a:off x="11146869" y="3346021"/>
            <a:ext cx="435531" cy="435531"/>
          </a:xfrm>
          <a:prstGeom prst="ellipse">
            <a:avLst/>
          </a:prstGeom>
          <a:solidFill>
            <a:srgbClr val="EBEBEB"/>
          </a:solidFill>
          <a:ln w="9525">
            <a:solidFill>
              <a:schemeClr val="tx1"/>
            </a:solidFill>
            <a:round/>
            <a:headEnd/>
            <a:tailEnd/>
          </a:ln>
        </p:spPr>
        <p:txBody>
          <a:bodyPr wrap="none" anchor="ctr"/>
          <a:lstStyle/>
          <a:p>
            <a:endParaRPr lang="en-US" dirty="0">
              <a:solidFill>
                <a:prstClr val="black"/>
              </a:solidFill>
              <a:latin typeface="Arial Rounded MT Bold" panose="020F0704030504030204" pitchFamily="34" charset="0"/>
            </a:endParaRPr>
          </a:p>
        </p:txBody>
      </p:sp>
      <p:sp>
        <p:nvSpPr>
          <p:cNvPr id="33" name="TextBox 32">
            <a:extLst>
              <a:ext uri="{FF2B5EF4-FFF2-40B4-BE49-F238E27FC236}">
                <a16:creationId xmlns:a16="http://schemas.microsoft.com/office/drawing/2014/main" id="{A13044EA-8027-4B03-86DF-35E8616DED07}"/>
              </a:ext>
            </a:extLst>
          </p:cNvPr>
          <p:cNvSpPr txBox="1"/>
          <p:nvPr/>
        </p:nvSpPr>
        <p:spPr>
          <a:xfrm>
            <a:off x="11192154" y="337912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nvGrpSpPr>
          <p:cNvPr id="29" name="Group 28">
            <a:extLst>
              <a:ext uri="{FF2B5EF4-FFF2-40B4-BE49-F238E27FC236}">
                <a16:creationId xmlns:a16="http://schemas.microsoft.com/office/drawing/2014/main" id="{25D736FD-C810-40DF-9375-B7046BD1C6B0}"/>
              </a:ext>
            </a:extLst>
          </p:cNvPr>
          <p:cNvGrpSpPr/>
          <p:nvPr/>
        </p:nvGrpSpPr>
        <p:grpSpPr>
          <a:xfrm>
            <a:off x="10015898" y="4172185"/>
            <a:ext cx="492843" cy="435531"/>
            <a:chOff x="7753506" y="2216439"/>
            <a:chExt cx="492843" cy="435531"/>
          </a:xfrm>
        </p:grpSpPr>
        <p:sp>
          <p:nvSpPr>
            <p:cNvPr id="30" name="Oval 16">
              <a:extLst>
                <a:ext uri="{FF2B5EF4-FFF2-40B4-BE49-F238E27FC236}">
                  <a16:creationId xmlns:a16="http://schemas.microsoft.com/office/drawing/2014/main" id="{F9D8D88B-12A6-4848-AFB2-3A76A32ABAA9}"/>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1" name="TextBox 30">
              <a:extLst>
                <a:ext uri="{FF2B5EF4-FFF2-40B4-BE49-F238E27FC236}">
                  <a16:creationId xmlns:a16="http://schemas.microsoft.com/office/drawing/2014/main" id="{99B596F2-6741-4157-9886-4D72E2330D9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Tree>
    <p:custDataLst>
      <p:tags r:id="rId1"/>
    </p:custDataLst>
    <p:extLst>
      <p:ext uri="{BB962C8B-B14F-4D97-AF65-F5344CB8AC3E}">
        <p14:creationId xmlns:p14="http://schemas.microsoft.com/office/powerpoint/2010/main" val="328803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84/89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405491"/>
            <a:ext cx="3863143" cy="1091406"/>
            <a:chOff x="7295363" y="3405491"/>
            <a:chExt cx="3863143" cy="109140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solidFill>
                      <a:srgbClr val="00B0F0"/>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0</a:t>
                      </a:r>
                      <a:endPar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a:txBody>
                  <a:tcPr>
                    <a:no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FF99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grpSp>
        <p:nvGrpSpPr>
          <p:cNvPr id="26" name="Group 25">
            <a:extLst>
              <a:ext uri="{FF2B5EF4-FFF2-40B4-BE49-F238E27FC236}">
                <a16:creationId xmlns:a16="http://schemas.microsoft.com/office/drawing/2014/main" id="{E1365383-1EA0-47F2-A84B-D5303176453D}"/>
              </a:ext>
            </a:extLst>
          </p:cNvPr>
          <p:cNvGrpSpPr/>
          <p:nvPr/>
        </p:nvGrpSpPr>
        <p:grpSpPr>
          <a:xfrm>
            <a:off x="8548045" y="3939577"/>
            <a:ext cx="456599" cy="435531"/>
            <a:chOff x="7753506" y="2216439"/>
            <a:chExt cx="456599" cy="435531"/>
          </a:xfrm>
        </p:grpSpPr>
        <p:sp>
          <p:nvSpPr>
            <p:cNvPr id="27" name="Oval 16">
              <a:extLst>
                <a:ext uri="{FF2B5EF4-FFF2-40B4-BE49-F238E27FC236}">
                  <a16:creationId xmlns:a16="http://schemas.microsoft.com/office/drawing/2014/main" id="{04EE8B44-9BA7-457B-A5E3-C23246596D09}"/>
                </a:ext>
              </a:extLst>
            </p:cNvPr>
            <p:cNvSpPr>
              <a:spLocks noChangeArrowheads="1"/>
            </p:cNvSpPr>
            <p:nvPr/>
          </p:nvSpPr>
          <p:spPr bwMode="auto">
            <a:xfrm>
              <a:off x="7753506" y="2216439"/>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TextBox 27">
              <a:extLst>
                <a:ext uri="{FF2B5EF4-FFF2-40B4-BE49-F238E27FC236}">
                  <a16:creationId xmlns:a16="http://schemas.microsoft.com/office/drawing/2014/main" id="{B9B4DAAF-3670-4C99-960D-39998DFD18E7}"/>
                </a:ext>
              </a:extLst>
            </p:cNvPr>
            <p:cNvSpPr txBox="1"/>
            <p:nvPr/>
          </p:nvSpPr>
          <p:spPr>
            <a:xfrm>
              <a:off x="7762547" y="224675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v2</a:t>
              </a:r>
            </a:p>
          </p:txBody>
        </p:sp>
      </p:grpSp>
      <p:sp>
        <p:nvSpPr>
          <p:cNvPr id="3" name="Rectangle 2">
            <a:extLst>
              <a:ext uri="{FF2B5EF4-FFF2-40B4-BE49-F238E27FC236}">
                <a16:creationId xmlns:a16="http://schemas.microsoft.com/office/drawing/2014/main" id="{CD186E2D-F46A-4FCE-B81A-E6458B277E6A}"/>
              </a:ext>
            </a:extLst>
          </p:cNvPr>
          <p:cNvSpPr/>
          <p:nvPr/>
        </p:nvSpPr>
        <p:spPr>
          <a:xfrm>
            <a:off x="10329333" y="3084689"/>
            <a:ext cx="982134" cy="15776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A848A5AC-94AF-4C43-A33B-199A47DA6A8D}"/>
              </a:ext>
            </a:extLst>
          </p:cNvPr>
          <p:cNvCxnSpPr>
            <a:cxnSpLocks/>
          </p:cNvCxnSpPr>
          <p:nvPr/>
        </p:nvCxnSpPr>
        <p:spPr>
          <a:xfrm flipV="1">
            <a:off x="10310159" y="3656916"/>
            <a:ext cx="865063" cy="754205"/>
          </a:xfrm>
          <a:prstGeom prst="line">
            <a:avLst/>
          </a:prstGeom>
          <a:ln w="28575">
            <a:solidFill>
              <a:srgbClr val="FF99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Oval 16">
            <a:extLst>
              <a:ext uri="{FF2B5EF4-FFF2-40B4-BE49-F238E27FC236}">
                <a16:creationId xmlns:a16="http://schemas.microsoft.com/office/drawing/2014/main" id="{520CA93C-305C-4A3A-AEB9-B4CC55435411}"/>
              </a:ext>
            </a:extLst>
          </p:cNvPr>
          <p:cNvSpPr>
            <a:spLocks noChangeArrowheads="1"/>
          </p:cNvSpPr>
          <p:nvPr/>
        </p:nvSpPr>
        <p:spPr bwMode="auto">
          <a:xfrm>
            <a:off x="11146869" y="3346021"/>
            <a:ext cx="435531" cy="435531"/>
          </a:xfrm>
          <a:prstGeom prst="ellipse">
            <a:avLst/>
          </a:prstGeom>
          <a:solidFill>
            <a:srgbClr val="EBEBEB"/>
          </a:solidFill>
          <a:ln w="9525">
            <a:solidFill>
              <a:schemeClr val="tx1"/>
            </a:solidFill>
            <a:round/>
            <a:headEnd/>
            <a:tailEnd/>
          </a:ln>
        </p:spPr>
        <p:txBody>
          <a:bodyPr wrap="none" anchor="ctr"/>
          <a:lstStyle/>
          <a:p>
            <a:endParaRPr lang="en-US" dirty="0">
              <a:solidFill>
                <a:prstClr val="black"/>
              </a:solidFill>
              <a:latin typeface="Arial Rounded MT Bold" panose="020F0704030504030204" pitchFamily="34" charset="0"/>
            </a:endParaRPr>
          </a:p>
        </p:txBody>
      </p:sp>
      <p:sp>
        <p:nvSpPr>
          <p:cNvPr id="33" name="TextBox 32">
            <a:extLst>
              <a:ext uri="{FF2B5EF4-FFF2-40B4-BE49-F238E27FC236}">
                <a16:creationId xmlns:a16="http://schemas.microsoft.com/office/drawing/2014/main" id="{A13044EA-8027-4B03-86DF-35E8616DED07}"/>
              </a:ext>
            </a:extLst>
          </p:cNvPr>
          <p:cNvSpPr txBox="1"/>
          <p:nvPr/>
        </p:nvSpPr>
        <p:spPr>
          <a:xfrm>
            <a:off x="11192154" y="337912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nvGrpSpPr>
          <p:cNvPr id="29" name="Group 28">
            <a:extLst>
              <a:ext uri="{FF2B5EF4-FFF2-40B4-BE49-F238E27FC236}">
                <a16:creationId xmlns:a16="http://schemas.microsoft.com/office/drawing/2014/main" id="{25D736FD-C810-40DF-9375-B7046BD1C6B0}"/>
              </a:ext>
            </a:extLst>
          </p:cNvPr>
          <p:cNvGrpSpPr/>
          <p:nvPr/>
        </p:nvGrpSpPr>
        <p:grpSpPr>
          <a:xfrm>
            <a:off x="10015898" y="4172185"/>
            <a:ext cx="492843" cy="435531"/>
            <a:chOff x="7753506" y="2216439"/>
            <a:chExt cx="492843" cy="435531"/>
          </a:xfrm>
        </p:grpSpPr>
        <p:sp>
          <p:nvSpPr>
            <p:cNvPr id="30" name="Oval 16">
              <a:extLst>
                <a:ext uri="{FF2B5EF4-FFF2-40B4-BE49-F238E27FC236}">
                  <a16:creationId xmlns:a16="http://schemas.microsoft.com/office/drawing/2014/main" id="{F9D8D88B-12A6-4848-AFB2-3A76A32ABAA9}"/>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1" name="TextBox 30">
              <a:extLst>
                <a:ext uri="{FF2B5EF4-FFF2-40B4-BE49-F238E27FC236}">
                  <a16:creationId xmlns:a16="http://schemas.microsoft.com/office/drawing/2014/main" id="{99B596F2-6741-4157-9886-4D72E2330D9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
        <p:nvSpPr>
          <p:cNvPr id="23" name="Rectangle 22">
            <a:extLst>
              <a:ext uri="{FF2B5EF4-FFF2-40B4-BE49-F238E27FC236}">
                <a16:creationId xmlns:a16="http://schemas.microsoft.com/office/drawing/2014/main" id="{96A2C6D4-4399-4E30-BF53-BD6A30D725E3}"/>
              </a:ext>
            </a:extLst>
          </p:cNvPr>
          <p:cNvSpPr/>
          <p:nvPr/>
        </p:nvSpPr>
        <p:spPr>
          <a:xfrm>
            <a:off x="3979878" y="3302465"/>
            <a:ext cx="3445174"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a:t>
            </a:r>
            <a:r>
              <a:rPr lang="en-US" sz="2400" dirty="0">
                <a:solidFill>
                  <a:srgbClr val="00B0F0"/>
                </a:solidFill>
                <a:latin typeface="Arial Rounded MT Bold" panose="020F0704030504030204" pitchFamily="34" charset="0"/>
              </a:rPr>
              <a:t>P[v1][v4]=2</a:t>
            </a:r>
          </a:p>
          <a:p>
            <a:r>
              <a:rPr lang="en-US" sz="2400" dirty="0">
                <a:latin typeface="Arial Rounded MT Bold" panose="020F0704030504030204" pitchFamily="34" charset="0"/>
              </a:rPr>
              <a:t>		</a:t>
            </a:r>
            <a:r>
              <a:rPr lang="en-US" sz="2400" dirty="0">
                <a:solidFill>
                  <a:srgbClr val="00B050"/>
                </a:solidFill>
                <a:latin typeface="Arial Rounded MT Bold" panose="020F0704030504030204" pitchFamily="34" charset="0"/>
              </a:rPr>
              <a:t>1.1. P[v1][v2]=?</a:t>
            </a:r>
          </a:p>
          <a:p>
            <a:r>
              <a:rPr lang="en-US" sz="2400" dirty="0">
                <a:solidFill>
                  <a:srgbClr val="00B050"/>
                </a:solidFill>
                <a:latin typeface="Arial Rounded MT Bold" panose="020F0704030504030204" pitchFamily="34" charset="0"/>
              </a:rPr>
              <a:t>		1.2. P[v2][v4]=?</a:t>
            </a:r>
          </a:p>
          <a:p>
            <a:r>
              <a:rPr lang="en-US" sz="2400" dirty="0">
                <a:latin typeface="Arial Rounded MT Bold" panose="020F0704030504030204" pitchFamily="34" charset="0"/>
              </a:rPr>
              <a:t>	2.</a:t>
            </a:r>
            <a:r>
              <a:rPr lang="en-US" sz="2400" dirty="0">
                <a:solidFill>
                  <a:schemeClr val="accent1"/>
                </a:solidFill>
                <a:latin typeface="Arial Rounded MT Bold" panose="020F0704030504030204" pitchFamily="34" charset="0"/>
              </a:rPr>
              <a:t> </a:t>
            </a:r>
            <a:r>
              <a:rPr lang="en-US" sz="2400" dirty="0">
                <a:solidFill>
                  <a:srgbClr val="FF9900"/>
                </a:solidFill>
                <a:latin typeface="Arial Rounded MT Bold" panose="020F0704030504030204" pitchFamily="34" charset="0"/>
              </a:rPr>
              <a:t>P[v4][v3]=0</a:t>
            </a:r>
          </a:p>
        </p:txBody>
      </p:sp>
    </p:spTree>
    <p:custDataLst>
      <p:tags r:id="rId1"/>
    </p:custDataLst>
    <p:extLst>
      <p:ext uri="{BB962C8B-B14F-4D97-AF65-F5344CB8AC3E}">
        <p14:creationId xmlns:p14="http://schemas.microsoft.com/office/powerpoint/2010/main" val="30811803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85/89</a:t>
            </a:r>
          </a:p>
        </p:txBody>
      </p:sp>
      <p:grpSp>
        <p:nvGrpSpPr>
          <p:cNvPr id="6" name="Group 5">
            <a:extLst>
              <a:ext uri="{FF2B5EF4-FFF2-40B4-BE49-F238E27FC236}">
                <a16:creationId xmlns:a16="http://schemas.microsoft.com/office/drawing/2014/main" id="{5D771289-3E76-4DA6-9BE7-2E6CBB6D4F20}"/>
              </a:ext>
            </a:extLst>
          </p:cNvPr>
          <p:cNvGrpSpPr/>
          <p:nvPr/>
        </p:nvGrpSpPr>
        <p:grpSpPr>
          <a:xfrm>
            <a:off x="7295363" y="3405491"/>
            <a:ext cx="3863143" cy="1091406"/>
            <a:chOff x="7295363" y="3405491"/>
            <a:chExt cx="3863143" cy="1091406"/>
          </a:xfrm>
        </p:grpSpPr>
        <p:grpSp>
          <p:nvGrpSpPr>
            <p:cNvPr id="9" name="Group 8"/>
            <p:cNvGrpSpPr/>
            <p:nvPr/>
          </p:nvGrpSpPr>
          <p:grpSpPr>
            <a:xfrm>
              <a:off x="7295363" y="3407301"/>
              <a:ext cx="496847" cy="435531"/>
              <a:chOff x="375029" y="3482411"/>
              <a:chExt cx="496847" cy="435531"/>
            </a:xfrm>
          </p:grpSpPr>
          <p:sp>
            <p:nvSpPr>
              <p:cNvPr id="17"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18" name="TextBox 17"/>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sp>
          <p:nvSpPr>
            <p:cNvPr id="11" name="Freeform 10"/>
            <p:cNvSpPr/>
            <p:nvPr/>
          </p:nvSpPr>
          <p:spPr>
            <a:xfrm>
              <a:off x="7733136" y="340549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extLst>
              <p:ext uri="{D42A27DB-BD31-4B8C-83A1-F6EECF244321}">
                <p14:modId xmlns:p14="http://schemas.microsoft.com/office/powerpoint/2010/main" val="4139646944"/>
              </p:ext>
            </p:extLst>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solidFill>
                      <a:srgbClr val="00B0F0"/>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00B050"/>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FF99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grpSp>
        <p:nvGrpSpPr>
          <p:cNvPr id="26" name="Group 25">
            <a:extLst>
              <a:ext uri="{FF2B5EF4-FFF2-40B4-BE49-F238E27FC236}">
                <a16:creationId xmlns:a16="http://schemas.microsoft.com/office/drawing/2014/main" id="{E1365383-1EA0-47F2-A84B-D5303176453D}"/>
              </a:ext>
            </a:extLst>
          </p:cNvPr>
          <p:cNvGrpSpPr/>
          <p:nvPr/>
        </p:nvGrpSpPr>
        <p:grpSpPr>
          <a:xfrm>
            <a:off x="8548045" y="3939577"/>
            <a:ext cx="456599" cy="435531"/>
            <a:chOff x="7753506" y="2216439"/>
            <a:chExt cx="456599" cy="435531"/>
          </a:xfrm>
        </p:grpSpPr>
        <p:sp>
          <p:nvSpPr>
            <p:cNvPr id="27" name="Oval 16">
              <a:extLst>
                <a:ext uri="{FF2B5EF4-FFF2-40B4-BE49-F238E27FC236}">
                  <a16:creationId xmlns:a16="http://schemas.microsoft.com/office/drawing/2014/main" id="{04EE8B44-9BA7-457B-A5E3-C23246596D09}"/>
                </a:ext>
              </a:extLst>
            </p:cNvPr>
            <p:cNvSpPr>
              <a:spLocks noChangeArrowheads="1"/>
            </p:cNvSpPr>
            <p:nvPr/>
          </p:nvSpPr>
          <p:spPr bwMode="auto">
            <a:xfrm>
              <a:off x="7753506" y="2216439"/>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TextBox 27">
              <a:extLst>
                <a:ext uri="{FF2B5EF4-FFF2-40B4-BE49-F238E27FC236}">
                  <a16:creationId xmlns:a16="http://schemas.microsoft.com/office/drawing/2014/main" id="{B9B4DAAF-3670-4C99-960D-39998DFD18E7}"/>
                </a:ext>
              </a:extLst>
            </p:cNvPr>
            <p:cNvSpPr txBox="1"/>
            <p:nvPr/>
          </p:nvSpPr>
          <p:spPr>
            <a:xfrm>
              <a:off x="7762547" y="224675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v2</a:t>
              </a:r>
            </a:p>
          </p:txBody>
        </p:sp>
      </p:grpSp>
      <p:sp>
        <p:nvSpPr>
          <p:cNvPr id="3" name="Rectangle 2">
            <a:extLst>
              <a:ext uri="{FF2B5EF4-FFF2-40B4-BE49-F238E27FC236}">
                <a16:creationId xmlns:a16="http://schemas.microsoft.com/office/drawing/2014/main" id="{CD186E2D-F46A-4FCE-B81A-E6458B277E6A}"/>
              </a:ext>
            </a:extLst>
          </p:cNvPr>
          <p:cNvSpPr/>
          <p:nvPr/>
        </p:nvSpPr>
        <p:spPr>
          <a:xfrm>
            <a:off x="10329333" y="3084689"/>
            <a:ext cx="982134" cy="15776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A848A5AC-94AF-4C43-A33B-199A47DA6A8D}"/>
              </a:ext>
            </a:extLst>
          </p:cNvPr>
          <p:cNvCxnSpPr>
            <a:cxnSpLocks/>
          </p:cNvCxnSpPr>
          <p:nvPr/>
        </p:nvCxnSpPr>
        <p:spPr>
          <a:xfrm flipV="1">
            <a:off x="10310159" y="3656916"/>
            <a:ext cx="865063" cy="754205"/>
          </a:xfrm>
          <a:prstGeom prst="line">
            <a:avLst/>
          </a:prstGeom>
          <a:ln w="28575">
            <a:solidFill>
              <a:srgbClr val="FF99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Oval 16">
            <a:extLst>
              <a:ext uri="{FF2B5EF4-FFF2-40B4-BE49-F238E27FC236}">
                <a16:creationId xmlns:a16="http://schemas.microsoft.com/office/drawing/2014/main" id="{520CA93C-305C-4A3A-AEB9-B4CC55435411}"/>
              </a:ext>
            </a:extLst>
          </p:cNvPr>
          <p:cNvSpPr>
            <a:spLocks noChangeArrowheads="1"/>
          </p:cNvSpPr>
          <p:nvPr/>
        </p:nvSpPr>
        <p:spPr bwMode="auto">
          <a:xfrm>
            <a:off x="11146869" y="3346021"/>
            <a:ext cx="435531" cy="435531"/>
          </a:xfrm>
          <a:prstGeom prst="ellipse">
            <a:avLst/>
          </a:prstGeom>
          <a:solidFill>
            <a:srgbClr val="EBEBEB"/>
          </a:solidFill>
          <a:ln w="9525">
            <a:solidFill>
              <a:schemeClr val="tx1"/>
            </a:solidFill>
            <a:round/>
            <a:headEnd/>
            <a:tailEnd/>
          </a:ln>
        </p:spPr>
        <p:txBody>
          <a:bodyPr wrap="none" anchor="ctr"/>
          <a:lstStyle/>
          <a:p>
            <a:endParaRPr lang="en-US" dirty="0">
              <a:solidFill>
                <a:prstClr val="black"/>
              </a:solidFill>
              <a:latin typeface="Arial Rounded MT Bold" panose="020F0704030504030204" pitchFamily="34" charset="0"/>
            </a:endParaRPr>
          </a:p>
        </p:txBody>
      </p:sp>
      <p:sp>
        <p:nvSpPr>
          <p:cNvPr id="33" name="TextBox 32">
            <a:extLst>
              <a:ext uri="{FF2B5EF4-FFF2-40B4-BE49-F238E27FC236}">
                <a16:creationId xmlns:a16="http://schemas.microsoft.com/office/drawing/2014/main" id="{A13044EA-8027-4B03-86DF-35E8616DED07}"/>
              </a:ext>
            </a:extLst>
          </p:cNvPr>
          <p:cNvSpPr txBox="1"/>
          <p:nvPr/>
        </p:nvSpPr>
        <p:spPr>
          <a:xfrm>
            <a:off x="11192154" y="337912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nvGrpSpPr>
          <p:cNvPr id="29" name="Group 28">
            <a:extLst>
              <a:ext uri="{FF2B5EF4-FFF2-40B4-BE49-F238E27FC236}">
                <a16:creationId xmlns:a16="http://schemas.microsoft.com/office/drawing/2014/main" id="{25D736FD-C810-40DF-9375-B7046BD1C6B0}"/>
              </a:ext>
            </a:extLst>
          </p:cNvPr>
          <p:cNvGrpSpPr/>
          <p:nvPr/>
        </p:nvGrpSpPr>
        <p:grpSpPr>
          <a:xfrm>
            <a:off x="10015898" y="4172185"/>
            <a:ext cx="492843" cy="435531"/>
            <a:chOff x="7753506" y="2216439"/>
            <a:chExt cx="492843" cy="435531"/>
          </a:xfrm>
        </p:grpSpPr>
        <p:sp>
          <p:nvSpPr>
            <p:cNvPr id="30" name="Oval 16">
              <a:extLst>
                <a:ext uri="{FF2B5EF4-FFF2-40B4-BE49-F238E27FC236}">
                  <a16:creationId xmlns:a16="http://schemas.microsoft.com/office/drawing/2014/main" id="{F9D8D88B-12A6-4848-AFB2-3A76A32ABAA9}"/>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1" name="TextBox 30">
              <a:extLst>
                <a:ext uri="{FF2B5EF4-FFF2-40B4-BE49-F238E27FC236}">
                  <a16:creationId xmlns:a16="http://schemas.microsoft.com/office/drawing/2014/main" id="{99B596F2-6741-4157-9886-4D72E2330D9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
        <p:nvSpPr>
          <p:cNvPr id="23" name="Rectangle 22">
            <a:extLst>
              <a:ext uri="{FF2B5EF4-FFF2-40B4-BE49-F238E27FC236}">
                <a16:creationId xmlns:a16="http://schemas.microsoft.com/office/drawing/2014/main" id="{96A2C6D4-4399-4E30-BF53-BD6A30D725E3}"/>
              </a:ext>
            </a:extLst>
          </p:cNvPr>
          <p:cNvSpPr/>
          <p:nvPr/>
        </p:nvSpPr>
        <p:spPr>
          <a:xfrm>
            <a:off x="3979878" y="3302465"/>
            <a:ext cx="3445174"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a:t>
            </a:r>
            <a:r>
              <a:rPr lang="en-US" sz="2400" dirty="0">
                <a:solidFill>
                  <a:srgbClr val="00B0F0"/>
                </a:solidFill>
                <a:latin typeface="Arial Rounded MT Bold" panose="020F0704030504030204" pitchFamily="34" charset="0"/>
              </a:rPr>
              <a:t>P[v1][v4]=2</a:t>
            </a:r>
          </a:p>
          <a:p>
            <a:r>
              <a:rPr lang="en-US" sz="2400" dirty="0">
                <a:latin typeface="Arial Rounded MT Bold" panose="020F0704030504030204" pitchFamily="34" charset="0"/>
              </a:rPr>
              <a:t>		</a:t>
            </a:r>
            <a:r>
              <a:rPr lang="en-US" sz="2400" dirty="0">
                <a:solidFill>
                  <a:srgbClr val="00B050"/>
                </a:solidFill>
                <a:latin typeface="Arial Rounded MT Bold" panose="020F0704030504030204" pitchFamily="34" charset="0"/>
              </a:rPr>
              <a:t>1.1. P[v1][v2]=0</a:t>
            </a:r>
          </a:p>
          <a:p>
            <a:r>
              <a:rPr lang="en-US" sz="2400" dirty="0">
                <a:solidFill>
                  <a:srgbClr val="00B050"/>
                </a:solidFill>
                <a:latin typeface="Arial Rounded MT Bold" panose="020F0704030504030204" pitchFamily="34" charset="0"/>
              </a:rPr>
              <a:t>		1.2. P[v2][v4]=0</a:t>
            </a:r>
          </a:p>
          <a:p>
            <a:r>
              <a:rPr lang="en-US" sz="2400" dirty="0">
                <a:latin typeface="Arial Rounded MT Bold" panose="020F0704030504030204" pitchFamily="34" charset="0"/>
              </a:rPr>
              <a:t>	2.</a:t>
            </a:r>
            <a:r>
              <a:rPr lang="en-US" sz="2400" dirty="0">
                <a:solidFill>
                  <a:schemeClr val="accent1"/>
                </a:solidFill>
                <a:latin typeface="Arial Rounded MT Bold" panose="020F0704030504030204" pitchFamily="34" charset="0"/>
              </a:rPr>
              <a:t> </a:t>
            </a:r>
            <a:r>
              <a:rPr lang="en-US" sz="2400" dirty="0">
                <a:solidFill>
                  <a:srgbClr val="FF9900"/>
                </a:solidFill>
                <a:latin typeface="Arial Rounded MT Bold" panose="020F0704030504030204" pitchFamily="34" charset="0"/>
              </a:rPr>
              <a:t>P[v4][v3]=0</a:t>
            </a:r>
          </a:p>
        </p:txBody>
      </p:sp>
    </p:spTree>
    <p:custDataLst>
      <p:tags r:id="rId1"/>
    </p:custDataLst>
    <p:extLst>
      <p:ext uri="{BB962C8B-B14F-4D97-AF65-F5344CB8AC3E}">
        <p14:creationId xmlns:p14="http://schemas.microsoft.com/office/powerpoint/2010/main" val="19544352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Shortest Paths!</a:t>
            </a:r>
          </a:p>
        </p:txBody>
      </p:sp>
      <p:sp>
        <p:nvSpPr>
          <p:cNvPr id="5" name="Slide Number Placeholder 4">
            <a:extLst>
              <a:ext uri="{FF2B5EF4-FFF2-40B4-BE49-F238E27FC236}">
                <a16:creationId xmlns:a16="http://schemas.microsoft.com/office/drawing/2014/main" id="{80C99AA4-A1C8-4999-A35C-CB498E779B2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86/89</a:t>
            </a:r>
          </a:p>
        </p:txBody>
      </p:sp>
      <p:sp>
        <p:nvSpPr>
          <p:cNvPr id="20" name="Rectangle 19">
            <a:extLst>
              <a:ext uri="{FF2B5EF4-FFF2-40B4-BE49-F238E27FC236}">
                <a16:creationId xmlns:a16="http://schemas.microsoft.com/office/drawing/2014/main" id="{9AAEBD91-0B2C-4796-AE30-B312E7F372C3}"/>
              </a:ext>
            </a:extLst>
          </p:cNvPr>
          <p:cNvSpPr/>
          <p:nvPr/>
        </p:nvSpPr>
        <p:spPr>
          <a:xfrm>
            <a:off x="484339" y="1688481"/>
            <a:ext cx="9385839" cy="1301959"/>
          </a:xfrm>
          <a:prstGeom prst="rect">
            <a:avLst/>
          </a:prstGeom>
        </p:spPr>
        <p:txBody>
          <a:bodyPr wrap="none">
            <a:spAutoFit/>
          </a:bodyPr>
          <a:lstStyle/>
          <a:p>
            <a:pPr marL="118872" lvl="0">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][j]=r: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passes through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r</a:t>
            </a:r>
            <a:r>
              <a:rPr lang="en-US" sz="2800" dirty="0">
                <a:latin typeface="Arial Rounded MT Bold" panose="020F0704030504030204" pitchFamily="34" charset="0"/>
              </a:rPr>
              <a:t> </a:t>
            </a:r>
          </a:p>
          <a:p>
            <a:pPr marL="118872">
              <a:lnSpc>
                <a:spcPct val="150000"/>
              </a:lnSpc>
              <a:buClr>
                <a:srgbClr val="F0AD00"/>
              </a:buClr>
              <a:buSzPct val="80000"/>
            </a:pPr>
            <a:r>
              <a:rPr lang="en-US" sz="2800" dirty="0">
                <a:latin typeface="Arial Rounded MT Bold" panose="020F0704030504030204" pitchFamily="34" charset="0"/>
              </a:rPr>
              <a:t>P[</a:t>
            </a:r>
            <a:r>
              <a:rPr lang="en-US" sz="2800" dirty="0" err="1">
                <a:latin typeface="Arial Rounded MT Bold" panose="020F0704030504030204" pitchFamily="34" charset="0"/>
              </a:rPr>
              <a:t>i</a:t>
            </a:r>
            <a:r>
              <a:rPr lang="en-US" sz="2800" dirty="0">
                <a:latin typeface="Arial Rounded MT Bold" panose="020F0704030504030204" pitchFamily="34" charset="0"/>
              </a:rPr>
              <a:t>][j]=0: edge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i</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is the shortest path from v</a:t>
            </a:r>
            <a:r>
              <a:rPr lang="en-US" sz="2800" baseline="-25000" dirty="0">
                <a:latin typeface="Arial Rounded MT Bold" panose="020F0704030504030204" pitchFamily="34" charset="0"/>
              </a:rPr>
              <a:t>i</a:t>
            </a:r>
            <a:r>
              <a:rPr lang="en-US" sz="2800" dirty="0">
                <a:latin typeface="Arial Rounded MT Bold" panose="020F0704030504030204" pitchFamily="34" charset="0"/>
              </a:rPr>
              <a:t> to </a:t>
            </a:r>
            <a:r>
              <a:rPr lang="en-US" sz="2800" dirty="0" err="1">
                <a:latin typeface="Arial Rounded MT Bold" panose="020F0704030504030204" pitchFamily="34" charset="0"/>
              </a:rPr>
              <a:t>v</a:t>
            </a:r>
            <a:r>
              <a:rPr lang="en-US" sz="2800" baseline="-25000" dirty="0" err="1">
                <a:latin typeface="Arial Rounded MT Bold" panose="020F0704030504030204" pitchFamily="34" charset="0"/>
              </a:rPr>
              <a:t>j</a:t>
            </a:r>
            <a:r>
              <a:rPr lang="en-US" sz="2800" dirty="0">
                <a:latin typeface="Arial Rounded MT Bold" panose="020F0704030504030204" pitchFamily="34" charset="0"/>
              </a:rPr>
              <a:t>  </a:t>
            </a:r>
          </a:p>
        </p:txBody>
      </p:sp>
      <p:graphicFrame>
        <p:nvGraphicFramePr>
          <p:cNvPr id="21" name="Table 20">
            <a:extLst>
              <a:ext uri="{FF2B5EF4-FFF2-40B4-BE49-F238E27FC236}">
                <a16:creationId xmlns:a16="http://schemas.microsoft.com/office/drawing/2014/main" id="{A32A2581-56CB-4E73-AF0B-CFB0BC8376C6}"/>
              </a:ext>
            </a:extLst>
          </p:cNvPr>
          <p:cNvGraphicFramePr>
            <a:graphicFrameLocks noGrp="1"/>
          </p:cNvGraphicFramePr>
          <p:nvPr/>
        </p:nvGraphicFramePr>
        <p:xfrm>
          <a:off x="623526" y="3365071"/>
          <a:ext cx="2940060" cy="2634100"/>
        </p:xfrm>
        <a:graphic>
          <a:graphicData uri="http://schemas.openxmlformats.org/drawingml/2006/table">
            <a:tbl>
              <a:tblPr firstRow="1" bandRow="1">
                <a:tableStyleId>{BDBED569-4797-4DF1-A0F4-6AAB3CD982D8}</a:tableStyleId>
              </a:tblPr>
              <a:tblGrid>
                <a:gridCol w="588012">
                  <a:extLst>
                    <a:ext uri="{9D8B030D-6E8A-4147-A177-3AD203B41FA5}">
                      <a16:colId xmlns:a16="http://schemas.microsoft.com/office/drawing/2014/main" val="2989644895"/>
                    </a:ext>
                  </a:extLst>
                </a:gridCol>
                <a:gridCol w="588012">
                  <a:extLst>
                    <a:ext uri="{9D8B030D-6E8A-4147-A177-3AD203B41FA5}">
                      <a16:colId xmlns:a16="http://schemas.microsoft.com/office/drawing/2014/main" val="4244960412"/>
                    </a:ext>
                  </a:extLst>
                </a:gridCol>
                <a:gridCol w="588012">
                  <a:extLst>
                    <a:ext uri="{9D8B030D-6E8A-4147-A177-3AD203B41FA5}">
                      <a16:colId xmlns:a16="http://schemas.microsoft.com/office/drawing/2014/main" val="2572560869"/>
                    </a:ext>
                  </a:extLst>
                </a:gridCol>
                <a:gridCol w="588012">
                  <a:extLst>
                    <a:ext uri="{9D8B030D-6E8A-4147-A177-3AD203B41FA5}">
                      <a16:colId xmlns:a16="http://schemas.microsoft.com/office/drawing/2014/main" val="1080161752"/>
                    </a:ext>
                  </a:extLst>
                </a:gridCol>
                <a:gridCol w="588012">
                  <a:extLst>
                    <a:ext uri="{9D8B030D-6E8A-4147-A177-3AD203B41FA5}">
                      <a16:colId xmlns:a16="http://schemas.microsoft.com/office/drawing/2014/main" val="3378961574"/>
                    </a:ext>
                  </a:extLst>
                </a:gridCol>
              </a:tblGrid>
              <a:tr h="526820">
                <a:tc>
                  <a:txBody>
                    <a:bodyPr/>
                    <a:lstStyle/>
                    <a:p>
                      <a:pPr algn="ctr"/>
                      <a:endParaRPr lang="en-US" b="1" dirty="0">
                        <a:solidFill>
                          <a:schemeClr val="bg1"/>
                        </a:solidFill>
                        <a:latin typeface="Arial Rounded MT Bold" panose="020F0704030504030204" pitchFamily="34" charset="0"/>
                      </a:endParaRPr>
                    </a:p>
                  </a:txBody>
                  <a:tcPr>
                    <a:lnL w="12700" cmpd="sng">
                      <a:noFill/>
                    </a:lnL>
                    <a:lnT w="12700" cmpd="sng">
                      <a:noFill/>
                    </a:lnT>
                    <a:noFill/>
                  </a:tcPr>
                </a:tc>
                <a:tc>
                  <a:txBody>
                    <a:bodyPr/>
                    <a:lstStyle/>
                    <a:p>
                      <a:pPr algn="ctr"/>
                      <a:r>
                        <a:rPr lang="en-US" dirty="0">
                          <a:latin typeface="Arial Rounded MT Bold" panose="020F0704030504030204" pitchFamily="34" charset="0"/>
                        </a:rPr>
                        <a:t>v1</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v2</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v3</a:t>
                      </a:r>
                      <a:endParaRPr lang="en-US" dirty="0">
                        <a:solidFill>
                          <a:schemeClr val="bg1"/>
                        </a:solidFill>
                        <a:latin typeface="Arial Rounded MT Bold" panose="020F0704030504030204" pitchFamily="34" charset="0"/>
                      </a:endParaRPr>
                    </a:p>
                  </a:txBody>
                  <a:tcPr>
                    <a:solidFill>
                      <a:srgbClr val="E9A9E1"/>
                    </a:solidFill>
                  </a:tcPr>
                </a:tc>
                <a:tc>
                  <a:txBody>
                    <a:bodyPr/>
                    <a:lstStyle/>
                    <a:p>
                      <a:pPr algn="ctr"/>
                      <a:r>
                        <a:rPr lang="en-US" dirty="0">
                          <a:latin typeface="Arial Rounded MT Bold" panose="020F0704030504030204" pitchFamily="34" charset="0"/>
                        </a:rPr>
                        <a:t>v4</a:t>
                      </a:r>
                      <a:endParaRPr lang="en-US" dirty="0">
                        <a:solidFill>
                          <a:schemeClr val="bg1"/>
                        </a:solidFill>
                        <a:latin typeface="Arial Rounded MT Bold" panose="020F0704030504030204" pitchFamily="34" charset="0"/>
                      </a:endParaRPr>
                    </a:p>
                  </a:txBody>
                  <a:tcPr>
                    <a:solidFill>
                      <a:srgbClr val="E9A9E1"/>
                    </a:solidFill>
                  </a:tcPr>
                </a:tc>
                <a:extLst>
                  <a:ext uri="{0D108BD9-81ED-4DB2-BD59-A6C34878D82A}">
                    <a16:rowId xmlns:a16="http://schemas.microsoft.com/office/drawing/2014/main" val="1978098576"/>
                  </a:ext>
                </a:extLst>
              </a:tr>
              <a:tr h="526820">
                <a:tc>
                  <a:txBody>
                    <a:bodyPr/>
                    <a:lstStyle/>
                    <a:p>
                      <a:pPr algn="ctr"/>
                      <a:r>
                        <a:rPr lang="en-US" b="1" dirty="0">
                          <a:solidFill>
                            <a:schemeClr val="tx1"/>
                          </a:solidFill>
                          <a:latin typeface="Arial Rounded MT Bold" panose="020F0704030504030204" pitchFamily="34" charset="0"/>
                        </a:rPr>
                        <a:t>v1</a:t>
                      </a:r>
                    </a:p>
                  </a:txBody>
                  <a:tcPr>
                    <a:solidFill>
                      <a:srgbClr val="E9A9E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2</a:t>
                      </a:r>
                    </a:p>
                  </a:txBody>
                  <a:tcPr>
                    <a:solidFill>
                      <a:srgbClr val="00B0F0"/>
                    </a:solidFill>
                  </a:tcPr>
                </a:tc>
                <a:extLst>
                  <a:ext uri="{0D108BD9-81ED-4DB2-BD59-A6C34878D82A}">
                    <a16:rowId xmlns:a16="http://schemas.microsoft.com/office/drawing/2014/main" val="3592035499"/>
                  </a:ext>
                </a:extLst>
              </a:tr>
              <a:tr h="526820">
                <a:tc>
                  <a:txBody>
                    <a:bodyPr/>
                    <a:lstStyle/>
                    <a:p>
                      <a:pPr algn="ctr"/>
                      <a:r>
                        <a:rPr lang="en-US" b="1" dirty="0">
                          <a:latin typeface="Arial Rounded MT Bold" panose="020F0704030504030204" pitchFamily="34" charset="0"/>
                        </a:rPr>
                        <a:t>v2</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00B050"/>
                    </a:solidFill>
                  </a:tcPr>
                </a:tc>
                <a:extLst>
                  <a:ext uri="{0D108BD9-81ED-4DB2-BD59-A6C34878D82A}">
                    <a16:rowId xmlns:a16="http://schemas.microsoft.com/office/drawing/2014/main" val="1939942222"/>
                  </a:ext>
                </a:extLst>
              </a:tr>
              <a:tr h="526820">
                <a:tc>
                  <a:txBody>
                    <a:bodyPr/>
                    <a:lstStyle/>
                    <a:p>
                      <a:pPr algn="ctr"/>
                      <a:r>
                        <a:rPr lang="en-US" b="1" dirty="0">
                          <a:latin typeface="Arial Rounded MT Bold" panose="020F0704030504030204" pitchFamily="34" charset="0"/>
                        </a:rPr>
                        <a:t>v3</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371904882"/>
                  </a:ext>
                </a:extLst>
              </a:tr>
              <a:tr h="526820">
                <a:tc>
                  <a:txBody>
                    <a:bodyPr/>
                    <a:lstStyle/>
                    <a:p>
                      <a:pPr algn="ctr"/>
                      <a:r>
                        <a:rPr lang="en-US" b="1" dirty="0">
                          <a:latin typeface="Arial Rounded MT Bold" panose="020F0704030504030204" pitchFamily="34" charset="0"/>
                        </a:rPr>
                        <a:t>v4</a:t>
                      </a:r>
                      <a:endParaRPr lang="en-US" b="1" dirty="0">
                        <a:solidFill>
                          <a:schemeClr val="bg1"/>
                        </a:solidFill>
                        <a:latin typeface="Arial Rounded MT Bold" panose="020F0704030504030204" pitchFamily="34" charset="0"/>
                      </a:endParaRPr>
                    </a:p>
                  </a:txBody>
                  <a:tcPr>
                    <a:solidFill>
                      <a:srgbClr val="E9A9E1"/>
                    </a:solidFill>
                  </a:tcPr>
                </a:tc>
                <a:tc>
                  <a:txBody>
                    <a:bodyPr/>
                    <a:lstStyle/>
                    <a:p>
                      <a:pPr algn="ctr"/>
                      <a:r>
                        <a:rPr lang="en-US" b="1" dirty="0">
                          <a:solidFill>
                            <a:schemeClr val="tx1"/>
                          </a:solidFill>
                          <a:latin typeface="Arial Rounded MT Bold" panose="020F0704030504030204" pitchFamily="34" charset="0"/>
                        </a:rPr>
                        <a:t>0</a:t>
                      </a:r>
                    </a:p>
                  </a:txBody>
                  <a:tcP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solidFill>
                      <a:srgbClr val="FF99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0</a:t>
                      </a:r>
                    </a:p>
                  </a:txBody>
                  <a:tcPr>
                    <a:noFill/>
                  </a:tcPr>
                </a:tc>
                <a:extLst>
                  <a:ext uri="{0D108BD9-81ED-4DB2-BD59-A6C34878D82A}">
                    <a16:rowId xmlns:a16="http://schemas.microsoft.com/office/drawing/2014/main" val="1084115065"/>
                  </a:ext>
                </a:extLst>
              </a:tr>
            </a:tbl>
          </a:graphicData>
        </a:graphic>
      </p:graphicFrame>
      <p:sp>
        <p:nvSpPr>
          <p:cNvPr id="22" name="Rectangle 21">
            <a:extLst>
              <a:ext uri="{FF2B5EF4-FFF2-40B4-BE49-F238E27FC236}">
                <a16:creationId xmlns:a16="http://schemas.microsoft.com/office/drawing/2014/main" id="{1E0212C2-1BAA-454E-8EB5-32765F7F0334}"/>
              </a:ext>
            </a:extLst>
          </p:cNvPr>
          <p:cNvSpPr/>
          <p:nvPr/>
        </p:nvSpPr>
        <p:spPr>
          <a:xfrm>
            <a:off x="1878420" y="6181942"/>
            <a:ext cx="389850" cy="461665"/>
          </a:xfrm>
          <a:prstGeom prst="rect">
            <a:avLst/>
          </a:prstGeom>
        </p:spPr>
        <p:txBody>
          <a:bodyPr wrap="none">
            <a:spAutoFit/>
          </a:bodyPr>
          <a:lstStyle/>
          <a:p>
            <a:r>
              <a:rPr lang="en-US" sz="2400" b="1" dirty="0">
                <a:effectLst>
                  <a:outerShdw blurRad="38100" dist="38100" dir="2700000" algn="tl">
                    <a:srgbClr val="000000">
                      <a:alpha val="43137"/>
                    </a:srgbClr>
                  </a:outerShdw>
                </a:effectLst>
                <a:latin typeface="Arial Rounded MT Bold" panose="020F0704030504030204" pitchFamily="34" charset="0"/>
              </a:rPr>
              <a:t>P</a:t>
            </a:r>
            <a:endParaRPr lang="en-US" sz="2400" dirty="0">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A848A5AC-94AF-4C43-A33B-199A47DA6A8D}"/>
              </a:ext>
            </a:extLst>
          </p:cNvPr>
          <p:cNvCxnSpPr>
            <a:cxnSpLocks/>
          </p:cNvCxnSpPr>
          <p:nvPr/>
        </p:nvCxnSpPr>
        <p:spPr>
          <a:xfrm flipV="1">
            <a:off x="10310159" y="3656916"/>
            <a:ext cx="865063" cy="754205"/>
          </a:xfrm>
          <a:prstGeom prst="line">
            <a:avLst/>
          </a:prstGeom>
          <a:ln w="28575">
            <a:solidFill>
              <a:srgbClr val="FF99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Oval 16">
            <a:extLst>
              <a:ext uri="{FF2B5EF4-FFF2-40B4-BE49-F238E27FC236}">
                <a16:creationId xmlns:a16="http://schemas.microsoft.com/office/drawing/2014/main" id="{520CA93C-305C-4A3A-AEB9-B4CC55435411}"/>
              </a:ext>
            </a:extLst>
          </p:cNvPr>
          <p:cNvSpPr>
            <a:spLocks noChangeArrowheads="1"/>
          </p:cNvSpPr>
          <p:nvPr/>
        </p:nvSpPr>
        <p:spPr bwMode="auto">
          <a:xfrm>
            <a:off x="11146869" y="3346021"/>
            <a:ext cx="435531" cy="435531"/>
          </a:xfrm>
          <a:prstGeom prst="ellipse">
            <a:avLst/>
          </a:prstGeom>
          <a:solidFill>
            <a:srgbClr val="EBEBEB"/>
          </a:solidFill>
          <a:ln w="9525">
            <a:solidFill>
              <a:schemeClr val="tx1"/>
            </a:solidFill>
            <a:round/>
            <a:headEnd/>
            <a:tailEnd/>
          </a:ln>
        </p:spPr>
        <p:txBody>
          <a:bodyPr wrap="none" anchor="ctr"/>
          <a:lstStyle/>
          <a:p>
            <a:endParaRPr lang="en-US" dirty="0">
              <a:solidFill>
                <a:prstClr val="black"/>
              </a:solidFill>
              <a:latin typeface="Arial Rounded MT Bold" panose="020F0704030504030204" pitchFamily="34" charset="0"/>
            </a:endParaRPr>
          </a:p>
        </p:txBody>
      </p:sp>
      <p:sp>
        <p:nvSpPr>
          <p:cNvPr id="33" name="TextBox 32">
            <a:extLst>
              <a:ext uri="{FF2B5EF4-FFF2-40B4-BE49-F238E27FC236}">
                <a16:creationId xmlns:a16="http://schemas.microsoft.com/office/drawing/2014/main" id="{A13044EA-8027-4B03-86DF-35E8616DED07}"/>
              </a:ext>
            </a:extLst>
          </p:cNvPr>
          <p:cNvSpPr txBox="1"/>
          <p:nvPr/>
        </p:nvSpPr>
        <p:spPr>
          <a:xfrm>
            <a:off x="11192154" y="337912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v3</a:t>
            </a:r>
          </a:p>
        </p:txBody>
      </p:sp>
      <p:grpSp>
        <p:nvGrpSpPr>
          <p:cNvPr id="29" name="Group 28">
            <a:extLst>
              <a:ext uri="{FF2B5EF4-FFF2-40B4-BE49-F238E27FC236}">
                <a16:creationId xmlns:a16="http://schemas.microsoft.com/office/drawing/2014/main" id="{25D736FD-C810-40DF-9375-B7046BD1C6B0}"/>
              </a:ext>
            </a:extLst>
          </p:cNvPr>
          <p:cNvGrpSpPr/>
          <p:nvPr/>
        </p:nvGrpSpPr>
        <p:grpSpPr>
          <a:xfrm>
            <a:off x="10015898" y="4172185"/>
            <a:ext cx="492843" cy="435531"/>
            <a:chOff x="7753506" y="2216439"/>
            <a:chExt cx="492843" cy="435531"/>
          </a:xfrm>
        </p:grpSpPr>
        <p:sp>
          <p:nvSpPr>
            <p:cNvPr id="30" name="Oval 16">
              <a:extLst>
                <a:ext uri="{FF2B5EF4-FFF2-40B4-BE49-F238E27FC236}">
                  <a16:creationId xmlns:a16="http://schemas.microsoft.com/office/drawing/2014/main" id="{F9D8D88B-12A6-4848-AFB2-3A76A32ABAA9}"/>
                </a:ext>
              </a:extLst>
            </p:cNvPr>
            <p:cNvSpPr>
              <a:spLocks noChangeArrowheads="1"/>
            </p:cNvSpPr>
            <p:nvPr/>
          </p:nvSpPr>
          <p:spPr bwMode="auto">
            <a:xfrm>
              <a:off x="7753506" y="2216439"/>
              <a:ext cx="435531" cy="435531"/>
            </a:xfrm>
            <a:prstGeom prst="ellipse">
              <a:avLst/>
            </a:prstGeom>
            <a:solidFill>
              <a:srgbClr val="FB3737"/>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1" name="TextBox 30">
              <a:extLst>
                <a:ext uri="{FF2B5EF4-FFF2-40B4-BE49-F238E27FC236}">
                  <a16:creationId xmlns:a16="http://schemas.microsoft.com/office/drawing/2014/main" id="{99B596F2-6741-4157-9886-4D72E2330D9B}"/>
                </a:ext>
              </a:extLst>
            </p:cNvPr>
            <p:cNvSpPr txBox="1"/>
            <p:nvPr/>
          </p:nvSpPr>
          <p:spPr>
            <a:xfrm>
              <a:off x="7798791" y="2249538"/>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v4</a:t>
              </a:r>
            </a:p>
          </p:txBody>
        </p:sp>
      </p:grpSp>
      <p:sp>
        <p:nvSpPr>
          <p:cNvPr id="23" name="Rectangle 22">
            <a:extLst>
              <a:ext uri="{FF2B5EF4-FFF2-40B4-BE49-F238E27FC236}">
                <a16:creationId xmlns:a16="http://schemas.microsoft.com/office/drawing/2014/main" id="{96A2C6D4-4399-4E30-BF53-BD6A30D725E3}"/>
              </a:ext>
            </a:extLst>
          </p:cNvPr>
          <p:cNvSpPr/>
          <p:nvPr/>
        </p:nvSpPr>
        <p:spPr>
          <a:xfrm>
            <a:off x="3979878" y="3302465"/>
            <a:ext cx="3445174" cy="2677656"/>
          </a:xfrm>
          <a:prstGeom prst="rect">
            <a:avLst/>
          </a:prstGeom>
        </p:spPr>
        <p:txBody>
          <a:bodyPr wrap="none">
            <a:spAutoFit/>
          </a:bodyPr>
          <a:lstStyle/>
          <a:p>
            <a:r>
              <a:rPr lang="en-US" sz="2400" dirty="0">
                <a:latin typeface="Arial Rounded MT Bold" panose="020F0704030504030204" pitchFamily="34" charset="0"/>
              </a:rPr>
              <a:t>SP(v1,v3)=??</a:t>
            </a:r>
          </a:p>
          <a:p>
            <a:r>
              <a:rPr lang="en-US" sz="2400" dirty="0">
                <a:latin typeface="Arial Rounded MT Bold" panose="020F0704030504030204" pitchFamily="34" charset="0"/>
              </a:rPr>
              <a:t> </a:t>
            </a:r>
          </a:p>
          <a:p>
            <a:r>
              <a:rPr lang="en-US" sz="2400" dirty="0">
                <a:solidFill>
                  <a:srgbClr val="FF0000"/>
                </a:solidFill>
                <a:latin typeface="Arial Rounded MT Bold" panose="020F0704030504030204" pitchFamily="34" charset="0"/>
              </a:rPr>
              <a:t>P[v1][v3]=4</a:t>
            </a:r>
          </a:p>
          <a:p>
            <a:r>
              <a:rPr lang="en-US" sz="2400" dirty="0">
                <a:latin typeface="Arial Rounded MT Bold" panose="020F0704030504030204" pitchFamily="34" charset="0"/>
              </a:rPr>
              <a:t>	1. </a:t>
            </a:r>
            <a:r>
              <a:rPr lang="en-US" sz="2400" dirty="0">
                <a:solidFill>
                  <a:srgbClr val="00B0F0"/>
                </a:solidFill>
                <a:latin typeface="Arial Rounded MT Bold" panose="020F0704030504030204" pitchFamily="34" charset="0"/>
              </a:rPr>
              <a:t>P[v1][v4]=2</a:t>
            </a:r>
          </a:p>
          <a:p>
            <a:r>
              <a:rPr lang="en-US" sz="2400" dirty="0">
                <a:latin typeface="Arial Rounded MT Bold" panose="020F0704030504030204" pitchFamily="34" charset="0"/>
              </a:rPr>
              <a:t>		</a:t>
            </a:r>
            <a:r>
              <a:rPr lang="en-US" sz="2400" dirty="0">
                <a:solidFill>
                  <a:srgbClr val="00B050"/>
                </a:solidFill>
                <a:latin typeface="Arial Rounded MT Bold" panose="020F0704030504030204" pitchFamily="34" charset="0"/>
              </a:rPr>
              <a:t>1.1. P[v1][v2]=0</a:t>
            </a:r>
          </a:p>
          <a:p>
            <a:r>
              <a:rPr lang="en-US" sz="2400" dirty="0">
                <a:solidFill>
                  <a:srgbClr val="00B050"/>
                </a:solidFill>
                <a:latin typeface="Arial Rounded MT Bold" panose="020F0704030504030204" pitchFamily="34" charset="0"/>
              </a:rPr>
              <a:t>		1.2. P[v2][v4]=0</a:t>
            </a:r>
          </a:p>
          <a:p>
            <a:r>
              <a:rPr lang="en-US" sz="2400" dirty="0">
                <a:latin typeface="Arial Rounded MT Bold" panose="020F0704030504030204" pitchFamily="34" charset="0"/>
              </a:rPr>
              <a:t>	2.</a:t>
            </a:r>
            <a:r>
              <a:rPr lang="en-US" sz="2400" dirty="0">
                <a:solidFill>
                  <a:schemeClr val="accent1"/>
                </a:solidFill>
                <a:latin typeface="Arial Rounded MT Bold" panose="020F0704030504030204" pitchFamily="34" charset="0"/>
              </a:rPr>
              <a:t> </a:t>
            </a:r>
            <a:r>
              <a:rPr lang="en-US" sz="2400" dirty="0">
                <a:solidFill>
                  <a:srgbClr val="FF9900"/>
                </a:solidFill>
                <a:latin typeface="Arial Rounded MT Bold" panose="020F0704030504030204" pitchFamily="34" charset="0"/>
              </a:rPr>
              <a:t>P[v4][v3]=0</a:t>
            </a:r>
          </a:p>
        </p:txBody>
      </p:sp>
      <p:cxnSp>
        <p:nvCxnSpPr>
          <p:cNvPr id="24" name="Straight Arrow Connector 23">
            <a:extLst>
              <a:ext uri="{FF2B5EF4-FFF2-40B4-BE49-F238E27FC236}">
                <a16:creationId xmlns:a16="http://schemas.microsoft.com/office/drawing/2014/main" id="{E05ED5AD-8401-48E7-A3B1-CBE140B1EC2E}"/>
              </a:ext>
            </a:extLst>
          </p:cNvPr>
          <p:cNvCxnSpPr>
            <a:cxnSpLocks/>
          </p:cNvCxnSpPr>
          <p:nvPr/>
        </p:nvCxnSpPr>
        <p:spPr>
          <a:xfrm>
            <a:off x="7654586" y="3760934"/>
            <a:ext cx="889482" cy="391884"/>
          </a:xfrm>
          <a:prstGeom prst="straightConnector1">
            <a:avLst/>
          </a:prstGeom>
          <a:ln w="28575" cmpd="sng">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DE038EB-D4F4-4461-BF24-1027F0778562}"/>
              </a:ext>
            </a:extLst>
          </p:cNvPr>
          <p:cNvCxnSpPr>
            <a:cxnSpLocks/>
          </p:cNvCxnSpPr>
          <p:nvPr/>
        </p:nvCxnSpPr>
        <p:spPr>
          <a:xfrm>
            <a:off x="8932116" y="4229385"/>
            <a:ext cx="1062714" cy="160565"/>
          </a:xfrm>
          <a:prstGeom prst="straightConnector1">
            <a:avLst/>
          </a:prstGeom>
          <a:ln w="28575" cmpd="sng">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0341C464-2218-4084-A56E-1A078444B201}"/>
              </a:ext>
            </a:extLst>
          </p:cNvPr>
          <p:cNvGrpSpPr/>
          <p:nvPr/>
        </p:nvGrpSpPr>
        <p:grpSpPr>
          <a:xfrm>
            <a:off x="7295363" y="3407301"/>
            <a:ext cx="496847" cy="435531"/>
            <a:chOff x="375029" y="3482411"/>
            <a:chExt cx="496847" cy="435531"/>
          </a:xfrm>
        </p:grpSpPr>
        <p:sp>
          <p:nvSpPr>
            <p:cNvPr id="37" name="Oval 36">
              <a:extLst>
                <a:ext uri="{FF2B5EF4-FFF2-40B4-BE49-F238E27FC236}">
                  <a16:creationId xmlns:a16="http://schemas.microsoft.com/office/drawing/2014/main" id="{66E1BB4A-A29E-433D-B714-9173E60DD22D}"/>
                </a:ext>
              </a:extLst>
            </p:cNvPr>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8" name="TextBox 37">
              <a:extLst>
                <a:ext uri="{FF2B5EF4-FFF2-40B4-BE49-F238E27FC236}">
                  <a16:creationId xmlns:a16="http://schemas.microsoft.com/office/drawing/2014/main" id="{E0D49761-5B02-4542-8F77-380EEBD53B0A}"/>
                </a:ext>
              </a:extLst>
            </p:cNvPr>
            <p:cNvSpPr txBox="1"/>
            <p:nvPr/>
          </p:nvSpPr>
          <p:spPr>
            <a:xfrm>
              <a:off x="424318" y="3504271"/>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v1</a:t>
              </a:r>
            </a:p>
          </p:txBody>
        </p:sp>
      </p:grpSp>
      <p:grpSp>
        <p:nvGrpSpPr>
          <p:cNvPr id="26" name="Group 25">
            <a:extLst>
              <a:ext uri="{FF2B5EF4-FFF2-40B4-BE49-F238E27FC236}">
                <a16:creationId xmlns:a16="http://schemas.microsoft.com/office/drawing/2014/main" id="{E1365383-1EA0-47F2-A84B-D5303176453D}"/>
              </a:ext>
            </a:extLst>
          </p:cNvPr>
          <p:cNvGrpSpPr/>
          <p:nvPr/>
        </p:nvGrpSpPr>
        <p:grpSpPr>
          <a:xfrm>
            <a:off x="8548045" y="3939577"/>
            <a:ext cx="456599" cy="435531"/>
            <a:chOff x="7753506" y="2216439"/>
            <a:chExt cx="456599" cy="435531"/>
          </a:xfrm>
        </p:grpSpPr>
        <p:sp>
          <p:nvSpPr>
            <p:cNvPr id="27" name="Oval 16">
              <a:extLst>
                <a:ext uri="{FF2B5EF4-FFF2-40B4-BE49-F238E27FC236}">
                  <a16:creationId xmlns:a16="http://schemas.microsoft.com/office/drawing/2014/main" id="{04EE8B44-9BA7-457B-A5E3-C23246596D09}"/>
                </a:ext>
              </a:extLst>
            </p:cNvPr>
            <p:cNvSpPr>
              <a:spLocks noChangeArrowheads="1"/>
            </p:cNvSpPr>
            <p:nvPr/>
          </p:nvSpPr>
          <p:spPr bwMode="auto">
            <a:xfrm>
              <a:off x="7753506" y="2216439"/>
              <a:ext cx="435531" cy="435531"/>
            </a:xfrm>
            <a:prstGeom prst="ellipse">
              <a:avLst/>
            </a:prstGeom>
            <a:solidFill>
              <a:srgbClr val="00B0F0"/>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8" name="TextBox 27">
              <a:extLst>
                <a:ext uri="{FF2B5EF4-FFF2-40B4-BE49-F238E27FC236}">
                  <a16:creationId xmlns:a16="http://schemas.microsoft.com/office/drawing/2014/main" id="{B9B4DAAF-3670-4C99-960D-39998DFD18E7}"/>
                </a:ext>
              </a:extLst>
            </p:cNvPr>
            <p:cNvSpPr txBox="1"/>
            <p:nvPr/>
          </p:nvSpPr>
          <p:spPr>
            <a:xfrm>
              <a:off x="7762547" y="2246750"/>
              <a:ext cx="44755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v2</a:t>
              </a:r>
            </a:p>
          </p:txBody>
        </p:sp>
      </p:grpSp>
    </p:spTree>
    <p:custDataLst>
      <p:tags r:id="rId1"/>
    </p:custDataLst>
    <p:extLst>
      <p:ext uri="{BB962C8B-B14F-4D97-AF65-F5344CB8AC3E}">
        <p14:creationId xmlns:p14="http://schemas.microsoft.com/office/powerpoint/2010/main" val="42925404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Calculating P</a:t>
            </a:r>
          </a:p>
        </p:txBody>
      </p:sp>
      <p:sp>
        <p:nvSpPr>
          <p:cNvPr id="19" name="Slide Number Placeholder 18">
            <a:extLst>
              <a:ext uri="{FF2B5EF4-FFF2-40B4-BE49-F238E27FC236}">
                <a16:creationId xmlns:a16="http://schemas.microsoft.com/office/drawing/2014/main" id="{D42F3761-78EE-4C90-B6A3-2AF82BB4534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87/89</a:t>
            </a:r>
          </a:p>
        </p:txBody>
      </p:sp>
      <p:grpSp>
        <p:nvGrpSpPr>
          <p:cNvPr id="7" name="Group 6"/>
          <p:cNvGrpSpPr/>
          <p:nvPr/>
        </p:nvGrpSpPr>
        <p:grpSpPr>
          <a:xfrm>
            <a:off x="853999" y="3950281"/>
            <a:ext cx="435531" cy="435531"/>
            <a:chOff x="375029" y="3482411"/>
            <a:chExt cx="435531" cy="435531"/>
          </a:xfrm>
        </p:grpSpPr>
        <p:sp>
          <p:nvSpPr>
            <p:cNvPr id="10"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3" name="TextBox 22"/>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5" name="Group 4"/>
          <p:cNvGrpSpPr/>
          <p:nvPr/>
        </p:nvGrpSpPr>
        <p:grpSpPr>
          <a:xfrm>
            <a:off x="4705505" y="3889001"/>
            <a:ext cx="435531" cy="435531"/>
            <a:chOff x="7753506" y="2216439"/>
            <a:chExt cx="435531" cy="435531"/>
          </a:xfrm>
        </p:grpSpPr>
        <p:sp>
          <p:nvSpPr>
            <p:cNvPr id="13"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4" name="TextBox 23"/>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 name="Freeform 3"/>
          <p:cNvSpPr/>
          <p:nvPr/>
        </p:nvSpPr>
        <p:spPr>
          <a:xfrm>
            <a:off x="1291772" y="3948471"/>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11" name="Group 10"/>
          <p:cNvGrpSpPr/>
          <p:nvPr/>
        </p:nvGrpSpPr>
        <p:grpSpPr>
          <a:xfrm>
            <a:off x="6340407" y="4986914"/>
            <a:ext cx="4287037" cy="1150876"/>
            <a:chOff x="5440520" y="4683870"/>
            <a:chExt cx="4287037" cy="1150876"/>
          </a:xfrm>
        </p:grpSpPr>
        <p:grpSp>
          <p:nvGrpSpPr>
            <p:cNvPr id="38" name="Group 37"/>
            <p:cNvGrpSpPr/>
            <p:nvPr/>
          </p:nvGrpSpPr>
          <p:grpSpPr>
            <a:xfrm>
              <a:off x="5440520" y="4745150"/>
              <a:ext cx="435531" cy="435531"/>
              <a:chOff x="375029" y="3482411"/>
              <a:chExt cx="435531" cy="435531"/>
            </a:xfrm>
          </p:grpSpPr>
          <p:sp>
            <p:nvSpPr>
              <p:cNvPr id="3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0" name="TextBox 3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41" name="Group 40"/>
            <p:cNvGrpSpPr/>
            <p:nvPr/>
          </p:nvGrpSpPr>
          <p:grpSpPr>
            <a:xfrm>
              <a:off x="9292026" y="4683870"/>
              <a:ext cx="435531" cy="435531"/>
              <a:chOff x="7753506" y="2216439"/>
              <a:chExt cx="435531" cy="435531"/>
            </a:xfrm>
          </p:grpSpPr>
          <p:sp>
            <p:nvSpPr>
              <p:cNvPr id="4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3" name="TextBox 4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45" name="Freeform 44"/>
            <p:cNvSpPr/>
            <p:nvPr/>
          </p:nvSpPr>
          <p:spPr>
            <a:xfrm>
              <a:off x="5878293" y="4743340"/>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70C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grpSp>
        <p:nvGrpSpPr>
          <p:cNvPr id="9" name="Group 8"/>
          <p:cNvGrpSpPr/>
          <p:nvPr/>
        </p:nvGrpSpPr>
        <p:grpSpPr>
          <a:xfrm>
            <a:off x="6320631" y="2093757"/>
            <a:ext cx="4287037" cy="1410579"/>
            <a:chOff x="5244575" y="2107588"/>
            <a:chExt cx="4287037" cy="1410579"/>
          </a:xfrm>
        </p:grpSpPr>
        <p:grpSp>
          <p:nvGrpSpPr>
            <p:cNvPr id="25" name="Group 24"/>
            <p:cNvGrpSpPr/>
            <p:nvPr/>
          </p:nvGrpSpPr>
          <p:grpSpPr>
            <a:xfrm>
              <a:off x="5244575" y="2168868"/>
              <a:ext cx="435531" cy="435531"/>
              <a:chOff x="375029" y="3482411"/>
              <a:chExt cx="435531" cy="435531"/>
            </a:xfrm>
          </p:grpSpPr>
          <p:sp>
            <p:nvSpPr>
              <p:cNvPr id="29" name="Oval 16"/>
              <p:cNvSpPr>
                <a:spLocks noChangeArrowheads="1"/>
              </p:cNvSpPr>
              <p:nvPr/>
            </p:nvSpPr>
            <p:spPr bwMode="auto">
              <a:xfrm>
                <a:off x="375029" y="3482411"/>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0" name="TextBox 29"/>
              <p:cNvSpPr txBox="1"/>
              <p:nvPr/>
            </p:nvSpPr>
            <p:spPr>
              <a:xfrm>
                <a:off x="424318" y="3504271"/>
                <a:ext cx="372218" cy="369332"/>
              </a:xfrm>
              <a:prstGeom prst="rect">
                <a:avLst/>
              </a:prstGeom>
              <a:noFill/>
            </p:spPr>
            <p:txBody>
              <a:bodyPr wrap="none" rtlCol="0">
                <a:spAutoFit/>
              </a:bodyPr>
              <a:lstStyle/>
              <a:p>
                <a:r>
                  <a:rPr lang="en-US" b="1" dirty="0">
                    <a:solidFill>
                      <a:prstClr val="black"/>
                    </a:solidFill>
                    <a:latin typeface="Arial Rounded MT Bold" panose="020F0704030504030204" pitchFamily="34" charset="0"/>
                  </a:rPr>
                  <a:t>vi</a:t>
                </a:r>
              </a:p>
            </p:txBody>
          </p:sp>
        </p:grpSp>
        <p:grpSp>
          <p:nvGrpSpPr>
            <p:cNvPr id="31" name="Group 30"/>
            <p:cNvGrpSpPr/>
            <p:nvPr/>
          </p:nvGrpSpPr>
          <p:grpSpPr>
            <a:xfrm>
              <a:off x="9096081" y="2107588"/>
              <a:ext cx="435531" cy="435531"/>
              <a:chOff x="7753506" y="2216439"/>
              <a:chExt cx="435531" cy="435531"/>
            </a:xfrm>
          </p:grpSpPr>
          <p:sp>
            <p:nvSpPr>
              <p:cNvPr id="32" name="Oval 16"/>
              <p:cNvSpPr>
                <a:spLocks noChangeArrowheads="1"/>
              </p:cNvSpPr>
              <p:nvPr/>
            </p:nvSpPr>
            <p:spPr bwMode="auto">
              <a:xfrm>
                <a:off x="7753506" y="2216439"/>
                <a:ext cx="435531" cy="435531"/>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33" name="TextBox 32"/>
              <p:cNvSpPr txBox="1"/>
              <p:nvPr/>
            </p:nvSpPr>
            <p:spPr>
              <a:xfrm>
                <a:off x="7798791" y="2249538"/>
                <a:ext cx="372218" cy="369332"/>
              </a:xfrm>
              <a:prstGeom prst="rect">
                <a:avLst/>
              </a:prstGeom>
              <a:noFill/>
            </p:spPr>
            <p:txBody>
              <a:bodyPr wrap="none" rtlCol="0">
                <a:spAutoFit/>
              </a:bodyPr>
              <a:lstStyle/>
              <a:p>
                <a:r>
                  <a:rPr lang="en-US" b="1" dirty="0" err="1">
                    <a:solidFill>
                      <a:prstClr val="black"/>
                    </a:solidFill>
                    <a:latin typeface="Arial Rounded MT Bold" panose="020F0704030504030204" pitchFamily="34" charset="0"/>
                  </a:rPr>
                  <a:t>vj</a:t>
                </a:r>
                <a:endParaRPr lang="en-US" b="1" dirty="0">
                  <a:solidFill>
                    <a:prstClr val="black"/>
                  </a:solidFill>
                  <a:latin typeface="Arial Rounded MT Bold" panose="020F0704030504030204" pitchFamily="34" charset="0"/>
                </a:endParaRPr>
              </a:p>
            </p:txBody>
          </p:sp>
        </p:grpSp>
        <p:sp>
          <p:nvSpPr>
            <p:cNvPr id="34" name="Freeform 33"/>
            <p:cNvSpPr/>
            <p:nvPr/>
          </p:nvSpPr>
          <p:spPr>
            <a:xfrm>
              <a:off x="5682348" y="2167058"/>
              <a:ext cx="3425370" cy="1091406"/>
            </a:xfrm>
            <a:custGeom>
              <a:avLst/>
              <a:gdLst>
                <a:gd name="connsiteX0" fmla="*/ 0 w 4688114"/>
                <a:gd name="connsiteY0" fmla="*/ 365692 h 1211483"/>
                <a:gd name="connsiteX1" fmla="*/ 3164114 w 4688114"/>
                <a:gd name="connsiteY1" fmla="*/ 1207521 h 1211483"/>
                <a:gd name="connsiteX2" fmla="*/ 4064000 w 4688114"/>
                <a:gd name="connsiteY2" fmla="*/ 60892 h 1211483"/>
                <a:gd name="connsiteX3" fmla="*/ 4688114 w 4688114"/>
                <a:gd name="connsiteY3" fmla="*/ 147978 h 1211483"/>
                <a:gd name="connsiteX4" fmla="*/ 4688114 w 4688114"/>
                <a:gd name="connsiteY4" fmla="*/ 147978 h 121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8114" h="1211483">
                  <a:moveTo>
                    <a:pt x="0" y="365692"/>
                  </a:moveTo>
                  <a:cubicBezTo>
                    <a:pt x="1243390" y="812006"/>
                    <a:pt x="2486781" y="1258321"/>
                    <a:pt x="3164114" y="1207521"/>
                  </a:cubicBezTo>
                  <a:cubicBezTo>
                    <a:pt x="3841447" y="1156721"/>
                    <a:pt x="3810000" y="237483"/>
                    <a:pt x="4064000" y="60892"/>
                  </a:cubicBezTo>
                  <a:cubicBezTo>
                    <a:pt x="4318000" y="-115699"/>
                    <a:pt x="4688114" y="147978"/>
                    <a:pt x="4688114" y="147978"/>
                  </a:cubicBezTo>
                  <a:lnTo>
                    <a:pt x="4688114" y="147978"/>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ounded MT Bold" panose="020F0704030504030204" pitchFamily="34" charset="0"/>
              </a:endParaRPr>
            </a:p>
          </p:txBody>
        </p:sp>
        <p:grpSp>
          <p:nvGrpSpPr>
            <p:cNvPr id="3" name="Group 2"/>
            <p:cNvGrpSpPr/>
            <p:nvPr/>
          </p:nvGrpSpPr>
          <p:grpSpPr>
            <a:xfrm>
              <a:off x="7598374" y="3049024"/>
              <a:ext cx="622286" cy="469143"/>
              <a:chOff x="4850198" y="4397830"/>
              <a:chExt cx="622286" cy="469143"/>
            </a:xfrm>
          </p:grpSpPr>
          <p:sp>
            <p:nvSpPr>
              <p:cNvPr id="14" name="Oval 16"/>
              <p:cNvSpPr>
                <a:spLocks noChangeArrowheads="1"/>
              </p:cNvSpPr>
              <p:nvPr/>
            </p:nvSpPr>
            <p:spPr bwMode="auto">
              <a:xfrm>
                <a:off x="4903729" y="4397830"/>
                <a:ext cx="492879" cy="469143"/>
              </a:xfrm>
              <a:prstGeom prst="ellipse">
                <a:avLst/>
              </a:prstGeom>
              <a:solidFill>
                <a:schemeClr val="tx2">
                  <a:lumMod val="20000"/>
                  <a:lumOff val="80000"/>
                </a:schemeClr>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26" name="Rectangle 25"/>
              <p:cNvSpPr/>
              <p:nvPr/>
            </p:nvSpPr>
            <p:spPr>
              <a:xfrm>
                <a:off x="4850198" y="4489604"/>
                <a:ext cx="622286" cy="307777"/>
              </a:xfrm>
              <a:prstGeom prst="rect">
                <a:avLst/>
              </a:prstGeom>
            </p:spPr>
            <p:txBody>
              <a:bodyPr wrap="none">
                <a:spAutoFit/>
              </a:bodyPr>
              <a:lstStyle/>
              <a:p>
                <a:r>
                  <a:rPr lang="en-US" sz="1400" b="1" dirty="0">
                    <a:solidFill>
                      <a:prstClr val="black"/>
                    </a:solidFill>
                    <a:latin typeface="Arial Rounded MT Bold" panose="020F0704030504030204" pitchFamily="34" charset="0"/>
                  </a:rPr>
                  <a:t>Vk+1</a:t>
                </a:r>
              </a:p>
            </p:txBody>
          </p:sp>
        </p:grpSp>
      </p:grpSp>
      <p:sp>
        <p:nvSpPr>
          <p:cNvPr id="55" name="Left Brace 54"/>
          <p:cNvSpPr/>
          <p:nvPr/>
        </p:nvSpPr>
        <p:spPr>
          <a:xfrm>
            <a:off x="5609133" y="2385108"/>
            <a:ext cx="294588" cy="3427406"/>
          </a:xfrm>
          <a:prstGeom prst="leftBrace">
            <a:avLst>
              <a:gd name="adj1" fmla="val 4112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47DB08-5B57-4F30-B368-4C6235794C2F}"/>
                  </a:ext>
                </a:extLst>
              </p:cNvPr>
              <p:cNvSpPr txBox="1"/>
              <p:nvPr/>
            </p:nvSpPr>
            <p:spPr>
              <a:xfrm>
                <a:off x="2197633" y="4102384"/>
                <a:ext cx="1752980"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FF0000"/>
                              </a:solidFill>
                              <a:latin typeface="Cambria Math" panose="02040503050406030204" pitchFamily="18" charset="0"/>
                            </a:rPr>
                          </m:ctrlPr>
                        </m:sSupPr>
                        <m:e>
                          <m:r>
                            <a:rPr lang="en-US" sz="2400" b="1" i="0" dirty="0" smtClean="0">
                              <a:solidFill>
                                <a:srgbClr val="FF0000"/>
                              </a:solidFill>
                              <a:latin typeface="Cambria Math" panose="02040503050406030204" pitchFamily="18" charset="0"/>
                            </a:rPr>
                            <m:t>𝐃</m:t>
                          </m:r>
                        </m:e>
                        <m:sup>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𝐤</m:t>
                          </m:r>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𝟏</m:t>
                          </m:r>
                          <m:r>
                            <a:rPr lang="en-US" sz="2400" b="1" i="0" dirty="0" smtClean="0">
                              <a:solidFill>
                                <a:srgbClr val="FF0000"/>
                              </a:solidFill>
                              <a:latin typeface="Cambria Math" panose="02040503050406030204" pitchFamily="18" charset="0"/>
                            </a:rPr>
                            <m:t>)</m:t>
                          </m:r>
                        </m:sup>
                      </m:sSup>
                      <m:d>
                        <m:dPr>
                          <m:begChr m:val="["/>
                          <m:endChr m:val="]"/>
                          <m:ctrlPr>
                            <a:rPr lang="en-US" sz="2400" b="1" i="1" dirty="0" smtClean="0">
                              <a:solidFill>
                                <a:srgbClr val="FF0000"/>
                              </a:solidFill>
                              <a:latin typeface="Cambria Math" panose="02040503050406030204" pitchFamily="18" charset="0"/>
                            </a:rPr>
                          </m:ctrlPr>
                        </m:dPr>
                        <m:e>
                          <m:r>
                            <a:rPr lang="en-US" sz="2400" b="1" i="0" dirty="0" smtClean="0">
                              <a:solidFill>
                                <a:srgbClr val="FF0000"/>
                              </a:solidFill>
                              <a:latin typeface="Cambria Math" panose="02040503050406030204" pitchFamily="18" charset="0"/>
                            </a:rPr>
                            <m:t>𝐢</m:t>
                          </m:r>
                        </m:e>
                      </m:d>
                      <m:r>
                        <a:rPr lang="en-US" sz="2400" b="1" i="0" dirty="0" smtClean="0">
                          <a:solidFill>
                            <a:srgbClr val="FF0000"/>
                          </a:solidFill>
                          <a:latin typeface="Cambria Math" panose="02040503050406030204" pitchFamily="18" charset="0"/>
                        </a:rPr>
                        <m:t>[</m:t>
                      </m:r>
                      <m:r>
                        <a:rPr lang="en-US" sz="2400" b="1" i="0" dirty="0" smtClean="0">
                          <a:solidFill>
                            <a:srgbClr val="FF0000"/>
                          </a:solidFill>
                          <a:latin typeface="Cambria Math" panose="02040503050406030204" pitchFamily="18" charset="0"/>
                        </a:rPr>
                        <m:t>𝐣</m:t>
                      </m:r>
                      <m:r>
                        <a:rPr lang="en-US" sz="2400" b="1" i="0" dirty="0" smtClean="0">
                          <a:solidFill>
                            <a:srgbClr val="FF0000"/>
                          </a:solidFill>
                          <a:latin typeface="Cambria Math" panose="02040503050406030204" pitchFamily="18" charset="0"/>
                        </a:rPr>
                        <m:t>]</m:t>
                      </m:r>
                    </m:oMath>
                  </m:oMathPara>
                </a14:m>
                <a:endParaRPr lang="en-US" sz="2400" b="1" dirty="0">
                  <a:latin typeface="Arial Rounded MT Bold" panose="020F0704030504030204" pitchFamily="34" charset="0"/>
                </a:endParaRPr>
              </a:p>
            </p:txBody>
          </p:sp>
        </mc:Choice>
        <mc:Fallback xmlns="">
          <p:sp>
            <p:nvSpPr>
              <p:cNvPr id="35" name="TextBox 34">
                <a:extLst>
                  <a:ext uri="{FF2B5EF4-FFF2-40B4-BE49-F238E27FC236}">
                    <a16:creationId xmlns:a16="http://schemas.microsoft.com/office/drawing/2014/main" id="{2647DB08-5B57-4F30-B368-4C6235794C2F}"/>
                  </a:ext>
                </a:extLst>
              </p:cNvPr>
              <p:cNvSpPr txBox="1">
                <a:spLocks noRot="1" noChangeAspect="1" noMove="1" noResize="1" noEditPoints="1" noAdjustHandles="1" noChangeArrowheads="1" noChangeShapeType="1" noTextEdit="1"/>
              </p:cNvSpPr>
              <p:nvPr/>
            </p:nvSpPr>
            <p:spPr>
              <a:xfrm>
                <a:off x="2197633" y="4102384"/>
                <a:ext cx="1752980" cy="47750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9C39573-8C4D-4EFA-9353-29BD339D8DF9}"/>
                  </a:ext>
                </a:extLst>
              </p:cNvPr>
              <p:cNvSpPr txBox="1"/>
              <p:nvPr/>
            </p:nvSpPr>
            <p:spPr>
              <a:xfrm>
                <a:off x="7865505" y="5306087"/>
                <a:ext cx="1446806" cy="4775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70C0"/>
                              </a:solidFill>
                              <a:latin typeface="Cambria Math" panose="02040503050406030204" pitchFamily="18" charset="0"/>
                            </a:rPr>
                          </m:ctrlPr>
                        </m:sSupPr>
                        <m:e>
                          <m:r>
                            <a:rPr lang="en-US" sz="2400" b="1" i="0" dirty="0" smtClean="0">
                              <a:solidFill>
                                <a:srgbClr val="0070C0"/>
                              </a:solidFill>
                              <a:latin typeface="Cambria Math" panose="02040503050406030204" pitchFamily="18" charset="0"/>
                            </a:rPr>
                            <m:t>𝐃</m:t>
                          </m:r>
                        </m:e>
                        <m:sup>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𝐤</m:t>
                          </m:r>
                          <m:r>
                            <a:rPr lang="en-US" sz="2400" b="1" i="0" dirty="0" smtClean="0">
                              <a:solidFill>
                                <a:srgbClr val="0070C0"/>
                              </a:solidFill>
                              <a:latin typeface="Cambria Math" panose="02040503050406030204" pitchFamily="18" charset="0"/>
                            </a:rPr>
                            <m:t>)</m:t>
                          </m:r>
                        </m:sup>
                      </m:sSup>
                      <m:d>
                        <m:dPr>
                          <m:begChr m:val="["/>
                          <m:endChr m:val="]"/>
                          <m:ctrlPr>
                            <a:rPr lang="en-US" sz="2400" b="1" i="1" dirty="0" smtClean="0">
                              <a:solidFill>
                                <a:srgbClr val="0070C0"/>
                              </a:solidFill>
                              <a:latin typeface="Cambria Math" panose="02040503050406030204" pitchFamily="18" charset="0"/>
                            </a:rPr>
                          </m:ctrlPr>
                        </m:dPr>
                        <m:e>
                          <m:r>
                            <a:rPr lang="en-US" sz="2400" b="1" i="0" dirty="0" smtClean="0">
                              <a:solidFill>
                                <a:srgbClr val="0070C0"/>
                              </a:solidFill>
                              <a:latin typeface="Cambria Math" panose="02040503050406030204" pitchFamily="18" charset="0"/>
                            </a:rPr>
                            <m:t>𝐢</m:t>
                          </m:r>
                        </m:e>
                      </m:d>
                      <m:r>
                        <a:rPr lang="en-US" sz="2400" b="1" i="0" dirty="0" smtClean="0">
                          <a:solidFill>
                            <a:srgbClr val="0070C0"/>
                          </a:solidFill>
                          <a:latin typeface="Cambria Math" panose="02040503050406030204" pitchFamily="18" charset="0"/>
                        </a:rPr>
                        <m:t>[</m:t>
                      </m:r>
                      <m:r>
                        <a:rPr lang="en-US" sz="2400" b="1" i="0" dirty="0" smtClean="0">
                          <a:solidFill>
                            <a:srgbClr val="0070C0"/>
                          </a:solidFill>
                          <a:latin typeface="Cambria Math" panose="02040503050406030204" pitchFamily="18" charset="0"/>
                        </a:rPr>
                        <m:t>𝐣</m:t>
                      </m:r>
                      <m:r>
                        <a:rPr lang="en-US" sz="2400" b="1" i="0" dirty="0" smtClean="0">
                          <a:solidFill>
                            <a:srgbClr val="0070C0"/>
                          </a:solidFill>
                          <a:latin typeface="Cambria Math" panose="02040503050406030204" pitchFamily="18" charset="0"/>
                        </a:rPr>
                        <m:t>]</m:t>
                      </m:r>
                    </m:oMath>
                  </m:oMathPara>
                </a14:m>
                <a:endParaRPr lang="en-US" sz="2400" b="1" dirty="0">
                  <a:solidFill>
                    <a:srgbClr val="0070C0"/>
                  </a:solidFill>
                  <a:latin typeface="Arial Rounded MT Bold" panose="020F0704030504030204" pitchFamily="34" charset="0"/>
                </a:endParaRPr>
              </a:p>
            </p:txBody>
          </p:sp>
        </mc:Choice>
        <mc:Fallback xmlns="">
          <p:sp>
            <p:nvSpPr>
              <p:cNvPr id="36" name="TextBox 35">
                <a:extLst>
                  <a:ext uri="{FF2B5EF4-FFF2-40B4-BE49-F238E27FC236}">
                    <a16:creationId xmlns:a16="http://schemas.microsoft.com/office/drawing/2014/main" id="{79C39573-8C4D-4EFA-9353-29BD339D8DF9}"/>
                  </a:ext>
                </a:extLst>
              </p:cNvPr>
              <p:cNvSpPr txBox="1">
                <a:spLocks noRot="1" noChangeAspect="1" noMove="1" noResize="1" noEditPoints="1" noAdjustHandles="1" noChangeArrowheads="1" noChangeShapeType="1" noTextEdit="1"/>
              </p:cNvSpPr>
              <p:nvPr/>
            </p:nvSpPr>
            <p:spPr>
              <a:xfrm>
                <a:off x="7865505" y="5306087"/>
                <a:ext cx="1446806" cy="47750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EA821A2-04BE-4843-A8FA-84434B9ECD9E}"/>
                  </a:ext>
                </a:extLst>
              </p:cNvPr>
              <p:cNvSpPr txBox="1"/>
              <p:nvPr/>
            </p:nvSpPr>
            <p:spPr>
              <a:xfrm>
                <a:off x="7278455" y="3549341"/>
                <a:ext cx="4276492" cy="4769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B050"/>
                              </a:solidFill>
                              <a:latin typeface="Cambria Math" panose="02040503050406030204" pitchFamily="18" charset="0"/>
                            </a:rPr>
                          </m:ctrlPr>
                        </m:sSupPr>
                        <m:e>
                          <m:r>
                            <a:rPr lang="en-US" sz="2400" b="1" i="0" dirty="0" smtClean="0">
                              <a:solidFill>
                                <a:srgbClr val="00B050"/>
                              </a:solidFill>
                              <a:latin typeface="Cambria Math" panose="02040503050406030204" pitchFamily="18" charset="0"/>
                            </a:rPr>
                            <m:t>𝐃</m:t>
                          </m:r>
                        </m:e>
                        <m:sup>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sup>
                      </m:sSup>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𝐢</m:t>
                          </m:r>
                        </m:e>
                      </m:d>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r>
                        <a:rPr lang="en-US" sz="2400" b="1" i="0" dirty="0" smtClean="0">
                          <a:solidFill>
                            <a:srgbClr val="00B050"/>
                          </a:solidFill>
                          <a:latin typeface="Cambria Math" panose="02040503050406030204" pitchFamily="18" charset="0"/>
                        </a:rPr>
                        <m:t>+</m:t>
                      </m:r>
                      <m:sSup>
                        <m:sSupPr>
                          <m:ctrlPr>
                            <a:rPr lang="en-US" sz="2400" b="1" i="1" dirty="0">
                              <a:solidFill>
                                <a:srgbClr val="00B050"/>
                              </a:solidFill>
                              <a:latin typeface="Cambria Math" panose="02040503050406030204" pitchFamily="18" charset="0"/>
                            </a:rPr>
                          </m:ctrlPr>
                        </m:sSupPr>
                        <m:e>
                          <m:r>
                            <a:rPr lang="en-US" sz="2400" b="1" dirty="0">
                              <a:solidFill>
                                <a:srgbClr val="00B050"/>
                              </a:solidFill>
                              <a:latin typeface="Cambria Math" panose="02040503050406030204" pitchFamily="18" charset="0"/>
                            </a:rPr>
                            <m:t>𝐃</m:t>
                          </m:r>
                        </m:e>
                        <m:sup>
                          <m:r>
                            <a:rPr lang="en-US" sz="2400" b="1" dirty="0">
                              <a:solidFill>
                                <a:srgbClr val="00B050"/>
                              </a:solidFill>
                              <a:latin typeface="Cambria Math" panose="02040503050406030204" pitchFamily="18" charset="0"/>
                            </a:rPr>
                            <m:t>(</m:t>
                          </m:r>
                          <m:r>
                            <a:rPr lang="en-US" sz="2400" b="1" dirty="0">
                              <a:solidFill>
                                <a:srgbClr val="00B050"/>
                              </a:solidFill>
                              <a:latin typeface="Cambria Math" panose="02040503050406030204" pitchFamily="18" charset="0"/>
                            </a:rPr>
                            <m:t>𝐤</m:t>
                          </m:r>
                          <m:r>
                            <a:rPr lang="en-US" sz="2400" b="1" dirty="0">
                              <a:solidFill>
                                <a:srgbClr val="00B050"/>
                              </a:solidFill>
                              <a:latin typeface="Cambria Math" panose="02040503050406030204" pitchFamily="18" charset="0"/>
                            </a:rPr>
                            <m:t>)</m:t>
                          </m:r>
                        </m:sup>
                      </m:sSup>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𝐣</m:t>
                          </m:r>
                        </m:e>
                      </m:d>
                    </m:oMath>
                  </m:oMathPara>
                </a14:m>
                <a:endParaRPr lang="en-US" sz="2400" b="1" dirty="0">
                  <a:solidFill>
                    <a:srgbClr val="00B050"/>
                  </a:solidFill>
                  <a:latin typeface="Arial Rounded MT Bold" panose="020F0704030504030204" pitchFamily="34" charset="0"/>
                </a:endParaRPr>
              </a:p>
            </p:txBody>
          </p:sp>
        </mc:Choice>
        <mc:Fallback xmlns="">
          <p:sp>
            <p:nvSpPr>
              <p:cNvPr id="37" name="TextBox 36">
                <a:extLst>
                  <a:ext uri="{FF2B5EF4-FFF2-40B4-BE49-F238E27FC236}">
                    <a16:creationId xmlns:a16="http://schemas.microsoft.com/office/drawing/2014/main" id="{CEA821A2-04BE-4843-A8FA-84434B9ECD9E}"/>
                  </a:ext>
                </a:extLst>
              </p:cNvPr>
              <p:cNvSpPr txBox="1">
                <a:spLocks noRot="1" noChangeAspect="1" noMove="1" noResize="1" noEditPoints="1" noAdjustHandles="1" noChangeArrowheads="1" noChangeShapeType="1" noTextEdit="1"/>
              </p:cNvSpPr>
              <p:nvPr/>
            </p:nvSpPr>
            <p:spPr>
              <a:xfrm>
                <a:off x="7278455" y="3549341"/>
                <a:ext cx="4276492" cy="47699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AEA8298-FCA9-40E5-A29E-7D6A1C76AFF4}"/>
                  </a:ext>
                </a:extLst>
              </p:cNvPr>
              <p:cNvSpPr txBox="1"/>
              <p:nvPr/>
            </p:nvSpPr>
            <p:spPr>
              <a:xfrm>
                <a:off x="1326261" y="6242914"/>
                <a:ext cx="7958910" cy="476990"/>
              </a:xfrm>
              <a:prstGeom prst="rect">
                <a:avLst/>
              </a:prstGeom>
              <a:solidFill>
                <a:srgbClr val="FBFEDA"/>
              </a:solid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1" i="1" dirty="0" smtClean="0">
                              <a:solidFill>
                                <a:srgbClr val="00B050"/>
                              </a:solidFill>
                              <a:latin typeface="Cambria Math" panose="02040503050406030204" pitchFamily="18" charset="0"/>
                            </a:rPr>
                          </m:ctrlPr>
                        </m:sSupPr>
                        <m:e>
                          <m:r>
                            <a:rPr lang="en-US" sz="2400" b="1" i="0" dirty="0" smtClean="0">
                              <a:solidFill>
                                <a:srgbClr val="00B050"/>
                              </a:solidFill>
                              <a:latin typeface="Cambria Math" panose="02040503050406030204" pitchFamily="18" charset="0"/>
                            </a:rPr>
                            <m:t>𝐃</m:t>
                          </m:r>
                        </m:e>
                        <m:sup>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sup>
                      </m:sSup>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𝐢</m:t>
                          </m:r>
                        </m:e>
                      </m:d>
                      <m:d>
                        <m:dPr>
                          <m:begChr m:val="["/>
                          <m:endChr m:val="]"/>
                          <m:ctrlPr>
                            <a:rPr lang="en-US" sz="2400" b="1" i="1" dirty="0" smtClean="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r>
                        <a:rPr lang="en-US" sz="2400" b="1" i="0" dirty="0" smtClean="0">
                          <a:solidFill>
                            <a:srgbClr val="00B050"/>
                          </a:solidFill>
                          <a:latin typeface="Cambria Math" panose="02040503050406030204" pitchFamily="18" charset="0"/>
                        </a:rPr>
                        <m:t>+</m:t>
                      </m:r>
                      <m:sSup>
                        <m:sSupPr>
                          <m:ctrlPr>
                            <a:rPr lang="en-US" sz="2400" b="1" i="1" dirty="0">
                              <a:solidFill>
                                <a:srgbClr val="00B050"/>
                              </a:solidFill>
                              <a:latin typeface="Cambria Math" panose="02040503050406030204" pitchFamily="18" charset="0"/>
                            </a:rPr>
                          </m:ctrlPr>
                        </m:sSupPr>
                        <m:e>
                          <m:r>
                            <a:rPr lang="en-US" sz="2400" b="1" dirty="0">
                              <a:solidFill>
                                <a:srgbClr val="00B050"/>
                              </a:solidFill>
                              <a:latin typeface="Cambria Math" panose="02040503050406030204" pitchFamily="18" charset="0"/>
                            </a:rPr>
                            <m:t>𝐃</m:t>
                          </m:r>
                        </m:e>
                        <m:sup>
                          <m:r>
                            <a:rPr lang="en-US" sz="2400" b="1" dirty="0">
                              <a:solidFill>
                                <a:srgbClr val="00B050"/>
                              </a:solidFill>
                              <a:latin typeface="Cambria Math" panose="02040503050406030204" pitchFamily="18" charset="0"/>
                            </a:rPr>
                            <m:t>(</m:t>
                          </m:r>
                          <m:r>
                            <a:rPr lang="en-US" sz="2400" b="1" dirty="0">
                              <a:solidFill>
                                <a:srgbClr val="00B050"/>
                              </a:solidFill>
                              <a:latin typeface="Cambria Math" panose="02040503050406030204" pitchFamily="18" charset="0"/>
                            </a:rPr>
                            <m:t>𝐤</m:t>
                          </m:r>
                          <m:r>
                            <a:rPr lang="en-US" sz="2400" b="1" dirty="0">
                              <a:solidFill>
                                <a:srgbClr val="00B050"/>
                              </a:solidFill>
                              <a:latin typeface="Cambria Math" panose="02040503050406030204" pitchFamily="18" charset="0"/>
                            </a:rPr>
                            <m:t>)</m:t>
                          </m:r>
                        </m:sup>
                      </m:sSup>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𝐤</m:t>
                          </m:r>
                          <m:r>
                            <a:rPr lang="en-US" sz="2400" b="1" i="0" dirty="0" smtClean="0">
                              <a:solidFill>
                                <a:srgbClr val="00B050"/>
                              </a:solidFill>
                              <a:latin typeface="Cambria Math" panose="02040503050406030204" pitchFamily="18" charset="0"/>
                            </a:rPr>
                            <m:t>+</m:t>
                          </m:r>
                          <m:r>
                            <a:rPr lang="en-US" sz="2400" b="1" i="0" dirty="0" smtClean="0">
                              <a:solidFill>
                                <a:srgbClr val="00B050"/>
                              </a:solidFill>
                              <a:latin typeface="Cambria Math" panose="02040503050406030204" pitchFamily="18" charset="0"/>
                            </a:rPr>
                            <m:t>𝟏</m:t>
                          </m:r>
                        </m:e>
                      </m:d>
                      <m:d>
                        <m:dPr>
                          <m:begChr m:val="["/>
                          <m:endChr m:val="]"/>
                          <m:ctrlPr>
                            <a:rPr lang="en-US" sz="2400" b="1" i="1" dirty="0">
                              <a:solidFill>
                                <a:srgbClr val="00B050"/>
                              </a:solidFill>
                              <a:latin typeface="Cambria Math" panose="02040503050406030204" pitchFamily="18" charset="0"/>
                            </a:rPr>
                          </m:ctrlPr>
                        </m:dPr>
                        <m:e>
                          <m:r>
                            <a:rPr lang="en-US" sz="2400" b="1" i="0" dirty="0" smtClean="0">
                              <a:solidFill>
                                <a:srgbClr val="00B050"/>
                              </a:solidFill>
                              <a:latin typeface="Cambria Math" panose="02040503050406030204" pitchFamily="18" charset="0"/>
                            </a:rPr>
                            <m:t>𝐣</m:t>
                          </m:r>
                        </m:e>
                      </m:d>
                      <m:r>
                        <a:rPr lang="en-US" sz="2400" b="1" i="1" dirty="0" smtClean="0">
                          <a:solidFill>
                            <a:schemeClr val="tx1"/>
                          </a:solidFill>
                          <a:latin typeface="Cambria Math" panose="02040503050406030204" pitchFamily="18" charset="0"/>
                        </a:rPr>
                        <m:t>&lt;</m:t>
                      </m:r>
                      <m:sSup>
                        <m:sSupPr>
                          <m:ctrlPr>
                            <a:rPr lang="en-US" sz="2400" b="1" i="1" dirty="0" smtClean="0">
                              <a:solidFill>
                                <a:srgbClr val="0070C0"/>
                              </a:solidFill>
                              <a:latin typeface="Cambria Math" panose="02040503050406030204" pitchFamily="18" charset="0"/>
                            </a:rPr>
                          </m:ctrlPr>
                        </m:sSupPr>
                        <m:e>
                          <m:r>
                            <a:rPr lang="en-US" sz="2400" b="1" dirty="0">
                              <a:solidFill>
                                <a:srgbClr val="0070C0"/>
                              </a:solidFill>
                              <a:latin typeface="Cambria Math" panose="02040503050406030204" pitchFamily="18" charset="0"/>
                            </a:rPr>
                            <m:t>𝐃</m:t>
                          </m:r>
                        </m:e>
                        <m:sup>
                          <m:r>
                            <a:rPr lang="en-US" sz="2400" b="1" dirty="0">
                              <a:solidFill>
                                <a:srgbClr val="0070C0"/>
                              </a:solidFill>
                              <a:latin typeface="Cambria Math" panose="02040503050406030204" pitchFamily="18" charset="0"/>
                            </a:rPr>
                            <m:t>(</m:t>
                          </m:r>
                          <m:r>
                            <a:rPr lang="en-US" sz="2400" b="1" dirty="0">
                              <a:solidFill>
                                <a:srgbClr val="0070C0"/>
                              </a:solidFill>
                              <a:latin typeface="Cambria Math" panose="02040503050406030204" pitchFamily="18" charset="0"/>
                            </a:rPr>
                            <m:t>𝐤</m:t>
                          </m:r>
                          <m:r>
                            <a:rPr lang="en-US" sz="2400" b="1" dirty="0">
                              <a:solidFill>
                                <a:srgbClr val="0070C0"/>
                              </a:solidFill>
                              <a:latin typeface="Cambria Math" panose="02040503050406030204" pitchFamily="18" charset="0"/>
                            </a:rPr>
                            <m:t>)</m:t>
                          </m:r>
                        </m:sup>
                      </m:sSup>
                      <m:d>
                        <m:dPr>
                          <m:begChr m:val="["/>
                          <m:endChr m:val="]"/>
                          <m:ctrlPr>
                            <a:rPr lang="en-US" sz="2400" b="1" i="1" dirty="0">
                              <a:solidFill>
                                <a:srgbClr val="0070C0"/>
                              </a:solidFill>
                              <a:latin typeface="Cambria Math" panose="02040503050406030204" pitchFamily="18" charset="0"/>
                            </a:rPr>
                          </m:ctrlPr>
                        </m:dPr>
                        <m:e>
                          <m:r>
                            <a:rPr lang="en-US" sz="2400" b="1" dirty="0">
                              <a:solidFill>
                                <a:srgbClr val="0070C0"/>
                              </a:solidFill>
                              <a:latin typeface="Cambria Math" panose="02040503050406030204" pitchFamily="18" charset="0"/>
                            </a:rPr>
                            <m:t>𝐢</m:t>
                          </m:r>
                        </m:e>
                      </m:d>
                      <m:d>
                        <m:dPr>
                          <m:begChr m:val="["/>
                          <m:endChr m:val="]"/>
                          <m:ctrlPr>
                            <a:rPr lang="en-US" sz="2400" b="1" i="1" dirty="0">
                              <a:solidFill>
                                <a:srgbClr val="0070C0"/>
                              </a:solidFill>
                              <a:latin typeface="Cambria Math" panose="02040503050406030204" pitchFamily="18" charset="0"/>
                            </a:rPr>
                          </m:ctrlPr>
                        </m:dPr>
                        <m:e>
                          <m:r>
                            <a:rPr lang="en-US" sz="2400" b="1" dirty="0">
                              <a:solidFill>
                                <a:srgbClr val="0070C0"/>
                              </a:solidFill>
                              <a:latin typeface="Cambria Math" panose="02040503050406030204" pitchFamily="18" charset="0"/>
                            </a:rPr>
                            <m:t>𝐣</m:t>
                          </m:r>
                        </m:e>
                      </m:d>
                      <m:r>
                        <a:rPr lang="en-US" sz="2400" b="1" i="0" dirty="0" smtClean="0">
                          <a:solidFill>
                            <a:schemeClr val="tx1"/>
                          </a:solidFill>
                          <a:latin typeface="Cambria Math" panose="02040503050406030204" pitchFamily="18" charset="0"/>
                        </a:rPr>
                        <m:t>:</m:t>
                      </m:r>
                      <m:r>
                        <a:rPr lang="en-US" sz="2400" b="1" i="0" dirty="0" smtClean="0">
                          <a:solidFill>
                            <a:schemeClr val="tx1"/>
                          </a:solidFill>
                          <a:latin typeface="Cambria Math" panose="02040503050406030204" pitchFamily="18" charset="0"/>
                        </a:rPr>
                        <m:t>𝐏</m:t>
                      </m:r>
                      <m:d>
                        <m:dPr>
                          <m:begChr m:val="["/>
                          <m:endChr m:val="]"/>
                          <m:ctrlPr>
                            <a:rPr lang="en-US" sz="2400" b="1" i="1" dirty="0" smtClean="0">
                              <a:solidFill>
                                <a:schemeClr val="tx1"/>
                              </a:solidFill>
                              <a:latin typeface="Cambria Math" panose="02040503050406030204" pitchFamily="18" charset="0"/>
                            </a:rPr>
                          </m:ctrlPr>
                        </m:dPr>
                        <m:e>
                          <m:r>
                            <a:rPr lang="en-US" sz="2400" b="1" i="0" dirty="0" smtClean="0">
                              <a:solidFill>
                                <a:schemeClr val="tx1"/>
                              </a:solidFill>
                              <a:latin typeface="Cambria Math" panose="02040503050406030204" pitchFamily="18" charset="0"/>
                            </a:rPr>
                            <m:t>𝐢</m:t>
                          </m:r>
                        </m:e>
                      </m:d>
                      <m:d>
                        <m:dPr>
                          <m:begChr m:val="["/>
                          <m:endChr m:val="]"/>
                          <m:ctrlPr>
                            <a:rPr lang="en-US" sz="2400" b="1" i="1" dirty="0" smtClean="0">
                              <a:solidFill>
                                <a:schemeClr val="tx1"/>
                              </a:solidFill>
                              <a:latin typeface="Cambria Math" panose="02040503050406030204" pitchFamily="18" charset="0"/>
                            </a:rPr>
                          </m:ctrlPr>
                        </m:dPr>
                        <m:e>
                          <m:r>
                            <a:rPr lang="en-US" sz="2400" b="1" i="0" dirty="0" smtClean="0">
                              <a:solidFill>
                                <a:schemeClr val="tx1"/>
                              </a:solidFill>
                              <a:latin typeface="Cambria Math" panose="02040503050406030204" pitchFamily="18" charset="0"/>
                            </a:rPr>
                            <m:t>𝐣</m:t>
                          </m:r>
                        </m:e>
                      </m:d>
                      <m:r>
                        <a:rPr lang="en-US" sz="2400" b="1" i="0" dirty="0" smtClean="0">
                          <a:solidFill>
                            <a:schemeClr val="tx1"/>
                          </a:solidFill>
                          <a:latin typeface="Cambria Math" panose="02040503050406030204" pitchFamily="18" charset="0"/>
                        </a:rPr>
                        <m:t>=</m:t>
                      </m:r>
                      <m:r>
                        <a:rPr lang="en-US" sz="2400" b="1" i="0" dirty="0" smtClean="0">
                          <a:solidFill>
                            <a:schemeClr val="tx1"/>
                          </a:solidFill>
                          <a:latin typeface="Cambria Math" panose="02040503050406030204" pitchFamily="18" charset="0"/>
                        </a:rPr>
                        <m:t>𝐤</m:t>
                      </m:r>
                      <m:r>
                        <a:rPr lang="en-US" sz="2400" b="1" i="0" dirty="0" smtClean="0">
                          <a:solidFill>
                            <a:schemeClr val="tx1"/>
                          </a:solidFill>
                          <a:latin typeface="Cambria Math" panose="02040503050406030204" pitchFamily="18" charset="0"/>
                        </a:rPr>
                        <m:t>+</m:t>
                      </m:r>
                      <m:r>
                        <a:rPr lang="en-US" sz="2400" b="1" i="0" dirty="0" smtClean="0">
                          <a:solidFill>
                            <a:schemeClr val="tx1"/>
                          </a:solidFill>
                          <a:latin typeface="Cambria Math" panose="02040503050406030204" pitchFamily="18" charset="0"/>
                        </a:rPr>
                        <m:t>𝟏</m:t>
                      </m:r>
                    </m:oMath>
                  </m:oMathPara>
                </a14:m>
                <a:endParaRPr lang="en-US" sz="2400" b="1" dirty="0">
                  <a:solidFill>
                    <a:schemeClr val="tx1"/>
                  </a:solidFill>
                  <a:latin typeface="Arial Rounded MT Bold" panose="020F0704030504030204" pitchFamily="34" charset="0"/>
                </a:endParaRPr>
              </a:p>
            </p:txBody>
          </p:sp>
        </mc:Choice>
        <mc:Fallback xmlns="">
          <p:sp>
            <p:nvSpPr>
              <p:cNvPr id="44" name="TextBox 43">
                <a:extLst>
                  <a:ext uri="{FF2B5EF4-FFF2-40B4-BE49-F238E27FC236}">
                    <a16:creationId xmlns:a16="http://schemas.microsoft.com/office/drawing/2014/main" id="{9AEA8298-FCA9-40E5-A29E-7D6A1C76AFF4}"/>
                  </a:ext>
                </a:extLst>
              </p:cNvPr>
              <p:cNvSpPr txBox="1">
                <a:spLocks noRot="1" noChangeAspect="1" noMove="1" noResize="1" noEditPoints="1" noAdjustHandles="1" noChangeArrowheads="1" noChangeShapeType="1" noTextEdit="1"/>
              </p:cNvSpPr>
              <p:nvPr/>
            </p:nvSpPr>
            <p:spPr>
              <a:xfrm>
                <a:off x="1326261" y="6242914"/>
                <a:ext cx="7958910" cy="476990"/>
              </a:xfrm>
              <a:prstGeom prst="rect">
                <a:avLst/>
              </a:prstGeom>
              <a:blipFill>
                <a:blip r:embed="rId7"/>
                <a:stretch>
                  <a:fillRect/>
                </a:stretch>
              </a:blipFill>
              <a:ln>
                <a:solidFill>
                  <a:schemeClr val="tx1"/>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1184137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Floyd’s  Algorithm</a:t>
            </a:r>
          </a:p>
        </p:txBody>
      </p:sp>
      <p:sp>
        <p:nvSpPr>
          <p:cNvPr id="3" name="Slide Number Placeholder 2">
            <a:extLst>
              <a:ext uri="{FF2B5EF4-FFF2-40B4-BE49-F238E27FC236}">
                <a16:creationId xmlns:a16="http://schemas.microsoft.com/office/drawing/2014/main" id="{DD394BC3-1573-4181-9424-B7134022802B}"/>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88/89</a:t>
            </a:r>
          </a:p>
        </p:txBody>
      </p:sp>
      <p:sp>
        <p:nvSpPr>
          <p:cNvPr id="5" name="Text Box 17">
            <a:extLst>
              <a:ext uri="{FF2B5EF4-FFF2-40B4-BE49-F238E27FC236}">
                <a16:creationId xmlns:a16="http://schemas.microsoft.com/office/drawing/2014/main" id="{A3934F9F-9B45-4707-88F4-56D3D52640FD}"/>
              </a:ext>
            </a:extLst>
          </p:cNvPr>
          <p:cNvSpPr txBox="1">
            <a:spLocks noChangeArrowheads="1"/>
          </p:cNvSpPr>
          <p:nvPr/>
        </p:nvSpPr>
        <p:spPr bwMode="auto">
          <a:xfrm>
            <a:off x="963567" y="2202321"/>
            <a:ext cx="9340721" cy="3785652"/>
          </a:xfrm>
          <a:prstGeom prst="rect">
            <a:avLst/>
          </a:prstGeom>
          <a:solidFill>
            <a:srgbClr val="FBFEDA"/>
          </a:solidFill>
          <a:ln w="9525">
            <a:solidFill>
              <a:schemeClr val="tx1"/>
            </a:solidFill>
            <a:miter lim="800000"/>
            <a:headEnd/>
            <a:tailEnd/>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dirty="0" err="1">
                <a:latin typeface="Consolas" panose="020B0609020204030204" pitchFamily="49" charset="0"/>
              </a:rPr>
              <a:t>FloydWarshall</a:t>
            </a:r>
            <a:r>
              <a:rPr lang="en-US" dirty="0">
                <a:latin typeface="Consolas" panose="020B0609020204030204" pitchFamily="49" charset="0"/>
              </a:rPr>
              <a:t>(W[][],n)</a:t>
            </a:r>
          </a:p>
          <a:p>
            <a:pPr marL="0" indent="0"/>
            <a:r>
              <a:rPr lang="en-US" altLang="en-US" dirty="0">
                <a:latin typeface="Consolas" panose="020B0609020204030204" pitchFamily="49" charset="0"/>
                <a:cs typeface="Courier New" panose="02070309020205020404" pitchFamily="49" charset="0"/>
              </a:rPr>
              <a:t>   D=W</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FF0000"/>
                </a:solidFill>
                <a:latin typeface="Consolas" panose="020B0609020204030204" pitchFamily="49" charset="0"/>
                <a:cs typeface="Courier New" panose="02070309020205020404" pitchFamily="49" charset="0"/>
              </a:rPr>
              <a:t>P=0 </a:t>
            </a:r>
            <a:r>
              <a:rPr lang="en-US" altLang="en-US" dirty="0">
                <a:solidFill>
                  <a:srgbClr val="00B050"/>
                </a:solidFill>
                <a:latin typeface="Consolas" panose="020B0609020204030204" pitchFamily="49" charset="0"/>
                <a:cs typeface="Courier New" panose="02070309020205020404" pitchFamily="49" charset="0"/>
              </a:rPr>
              <a:t>//initializing matrix P</a:t>
            </a:r>
            <a:endParaRPr lang="en-US" altLang="en-US" baseline="30000" dirty="0">
              <a:solidFill>
                <a:srgbClr val="FF0000"/>
              </a:solidFill>
              <a:latin typeface="Consolas" panose="020B0609020204030204" pitchFamily="49" charset="0"/>
              <a:cs typeface="Courier New" panose="02070309020205020404" pitchFamily="49" charset="0"/>
            </a:endParaRPr>
          </a:p>
          <a:p>
            <a:pPr marL="0" indent="0"/>
            <a:r>
              <a:rPr lang="en-US" altLang="en-US" dirty="0">
                <a:latin typeface="Consolas" panose="020B0609020204030204" pitchFamily="49" charset="0"/>
                <a:cs typeface="Courier New" panose="02070309020205020404" pitchFamily="49" charset="0"/>
              </a:rPr>
              <a:t>      for k=1 to n do</a:t>
            </a:r>
            <a:endParaRPr lang="en-US" altLang="en-US" baseline="30000" dirty="0">
              <a:latin typeface="Consolas" panose="020B0609020204030204" pitchFamily="49" charset="0"/>
              <a:cs typeface="Courier New" panose="02070309020205020404" pitchFamily="49" charset="0"/>
            </a:endParaRPr>
          </a:p>
          <a:p>
            <a:pPr marL="0" indent="0"/>
            <a:r>
              <a:rPr lang="en-US" altLang="en-US" dirty="0">
                <a:latin typeface="Consolas" panose="020B0609020204030204" pitchFamily="49" charset="0"/>
                <a:cs typeface="Courier New" panose="02070309020205020404" pitchFamily="49" charset="0"/>
              </a:rPr>
              <a:t> 	       for </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=1 to n do</a:t>
            </a:r>
          </a:p>
          <a:p>
            <a:pPr marL="0" indent="0"/>
            <a:r>
              <a:rPr lang="en-US" altLang="en-US" dirty="0">
                <a:latin typeface="Consolas" panose="020B0609020204030204" pitchFamily="49" charset="0"/>
                <a:cs typeface="Courier New" panose="02070309020205020404" pitchFamily="49" charset="0"/>
              </a:rPr>
              <a:t>             for j=1 to n do</a:t>
            </a:r>
          </a:p>
          <a:p>
            <a:pPr marL="0" indent="0"/>
            <a:r>
              <a:rPr lang="en-US" altLang="en-US" dirty="0">
                <a:latin typeface="Consolas" panose="020B0609020204030204" pitchFamily="49" charset="0"/>
                <a:cs typeface="Courier New" panose="02070309020205020404" pitchFamily="49" charset="0"/>
              </a:rPr>
              <a:t>     		          if D[</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][k]+D[k][j]&lt;D[</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][j] then</a:t>
            </a:r>
          </a:p>
          <a:p>
            <a:pPr marL="0" indent="0"/>
            <a:r>
              <a:rPr lang="en-US" altLang="en-US" dirty="0">
                <a:latin typeface="Consolas" panose="020B0609020204030204" pitchFamily="49" charset="0"/>
                <a:cs typeface="Courier New" panose="02070309020205020404" pitchFamily="49" charset="0"/>
              </a:rPr>
              <a:t>			                 D[</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][j]=D[</a:t>
            </a:r>
            <a:r>
              <a:rPr lang="en-US" altLang="en-US" dirty="0" err="1">
                <a:latin typeface="Consolas" panose="020B0609020204030204" pitchFamily="49" charset="0"/>
                <a:cs typeface="Courier New" panose="02070309020205020404" pitchFamily="49" charset="0"/>
              </a:rPr>
              <a:t>i</a:t>
            </a:r>
            <a:r>
              <a:rPr lang="en-US" altLang="en-US" dirty="0">
                <a:latin typeface="Consolas" panose="020B0609020204030204" pitchFamily="49" charset="0"/>
                <a:cs typeface="Courier New" panose="02070309020205020404" pitchFamily="49" charset="0"/>
              </a:rPr>
              <a:t>][k]+D[k][j]</a:t>
            </a:r>
          </a:p>
          <a:p>
            <a:pPr marL="0" indent="0"/>
            <a:r>
              <a:rPr lang="en-US" altLang="en-US" dirty="0">
                <a:latin typeface="Consolas" panose="020B0609020204030204" pitchFamily="49" charset="0"/>
                <a:cs typeface="Courier New" panose="02070309020205020404" pitchFamily="49" charset="0"/>
              </a:rPr>
              <a:t>									 </a:t>
            </a:r>
            <a:r>
              <a:rPr lang="en-US" altLang="en-US" dirty="0">
                <a:solidFill>
                  <a:srgbClr val="FF0000"/>
                </a:solidFill>
                <a:latin typeface="Consolas" panose="020B0609020204030204" pitchFamily="49" charset="0"/>
                <a:cs typeface="Courier New" panose="02070309020205020404" pitchFamily="49" charset="0"/>
              </a:rPr>
              <a:t>P[</a:t>
            </a:r>
            <a:r>
              <a:rPr lang="en-US" altLang="en-US" dirty="0" err="1">
                <a:solidFill>
                  <a:srgbClr val="FF0000"/>
                </a:solidFill>
                <a:latin typeface="Consolas" panose="020B0609020204030204" pitchFamily="49" charset="0"/>
                <a:cs typeface="Courier New" panose="02070309020205020404" pitchFamily="49" charset="0"/>
              </a:rPr>
              <a:t>i</a:t>
            </a:r>
            <a:r>
              <a:rPr lang="en-US" altLang="en-US" dirty="0">
                <a:solidFill>
                  <a:srgbClr val="FF0000"/>
                </a:solidFill>
                <a:latin typeface="Consolas" panose="020B0609020204030204" pitchFamily="49" charset="0"/>
                <a:cs typeface="Courier New" panose="02070309020205020404" pitchFamily="49" charset="0"/>
              </a:rPr>
              <a:t>][j]=k</a:t>
            </a:r>
          </a:p>
          <a:p>
            <a:pPr marL="0" indent="0"/>
            <a:r>
              <a:rPr lang="en-US" altLang="en-US" dirty="0">
                <a:latin typeface="Consolas" panose="020B0609020204030204" pitchFamily="49" charset="0"/>
                <a:cs typeface="Courier New" panose="02070309020205020404" pitchFamily="49" charset="0"/>
              </a:rPr>
              <a:t>   return D</a:t>
            </a:r>
            <a:endParaRPr lang="en-US" altLang="en-US" sz="2800"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33434722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glow rad="228600">
              <a:schemeClr val="accent1">
                <a:satMod val="175000"/>
                <a:alpha val="40000"/>
              </a:schemeClr>
            </a:glow>
          </a:effectLst>
        </p:spPr>
        <p:txBody>
          <a:bodyPr>
            <a:normAutofit/>
          </a:bodyPr>
          <a:lstStyle/>
          <a:p>
            <a:r>
              <a:rPr lang="en-US" dirty="0"/>
              <a:t>Any Question??</a:t>
            </a:r>
          </a:p>
        </p:txBody>
      </p:sp>
      <p:sp>
        <p:nvSpPr>
          <p:cNvPr id="3" name="Subtitle 2"/>
          <p:cNvSpPr>
            <a:spLocks noGrp="1"/>
          </p:cNvSpPr>
          <p:nvPr>
            <p:ph type="subTitle" idx="1"/>
          </p:nvPr>
        </p:nvSpPr>
        <p:spPr>
          <a:xfrm>
            <a:off x="1524000" y="5257800"/>
            <a:ext cx="9144000" cy="533400"/>
          </a:xfrm>
        </p:spPr>
        <p:txBody>
          <a:bodyPr>
            <a:noAutofit/>
          </a:bodyPr>
          <a:lstStyle/>
          <a:p>
            <a:pPr algn="ctr"/>
            <a:r>
              <a:rPr lang="en-US" sz="3600" dirty="0">
                <a:effectLst>
                  <a:outerShdw blurRad="38100" dist="38100" dir="2700000" algn="tl">
                    <a:srgbClr val="000000">
                      <a:alpha val="43137"/>
                    </a:srgbClr>
                  </a:outerShdw>
                </a:effectLst>
              </a:rPr>
              <a:t>Have a nice day!</a:t>
            </a:r>
          </a:p>
        </p:txBody>
      </p:sp>
      <p:sp>
        <p:nvSpPr>
          <p:cNvPr id="4" name="Slide Number Placeholder 3">
            <a:extLst>
              <a:ext uri="{FF2B5EF4-FFF2-40B4-BE49-F238E27FC236}">
                <a16:creationId xmlns:a16="http://schemas.microsoft.com/office/drawing/2014/main" id="{B80479C0-F485-4A01-A84E-55DFFE1F615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95000"/>
                  </a:prstClr>
                </a:solidFill>
                <a:effectLst/>
                <a:uLnTx/>
                <a:uFillTx/>
                <a:latin typeface="Corbel"/>
                <a:ea typeface="+mn-ea"/>
                <a:cs typeface="+mn-cs"/>
              </a:rPr>
              <a:t>89/89</a:t>
            </a:r>
          </a:p>
        </p:txBody>
      </p:sp>
    </p:spTree>
    <p:custDataLst>
      <p:tags r:id="rId1"/>
    </p:custDataLst>
    <p:extLst>
      <p:ext uri="{BB962C8B-B14F-4D97-AF65-F5344CB8AC3E}">
        <p14:creationId xmlns:p14="http://schemas.microsoft.com/office/powerpoint/2010/main" val="32661941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PRODUCTIVITY_SLIDE_NUMBERS_AUTOUPDATE" val="True"/>
  <p:tag name="PPTPRODUCTIVITY_SLIDE_NUMBERS_FORMAT" val="#/##"/>
  <p:tag name="PPTPRODUCTIVITY_SLIDE_NUMBERS_SKIP_HIDDEN" val="True"/>
  <p:tag name="PPTPRODUCTIVITY_SLIDE_NUMBERS_AUTOUPDATE_APPLY_ALL" val="True"/>
</p:tagLst>
</file>

<file path=ppt/tags/tag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15365</TotalTime>
  <Words>6099</Words>
  <Application>Microsoft Office PowerPoint</Application>
  <PresentationFormat>Widescreen</PresentationFormat>
  <Paragraphs>1870</Paragraphs>
  <Slides>74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74</vt:i4>
      </vt:variant>
    </vt:vector>
  </HeadingPairs>
  <TitlesOfParts>
    <vt:vector size="84" baseType="lpstr">
      <vt:lpstr>Arial Rounded MT Bold</vt:lpstr>
      <vt:lpstr>Calibri</vt:lpstr>
      <vt:lpstr>Cambria Math</vt:lpstr>
      <vt:lpstr>Consolas</vt:lpstr>
      <vt:lpstr>Corbel</vt:lpstr>
      <vt:lpstr>Courier New</vt:lpstr>
      <vt:lpstr>Gill Sans MT</vt:lpstr>
      <vt:lpstr>Wingdings</vt:lpstr>
      <vt:lpstr>Wingdings 2</vt:lpstr>
      <vt:lpstr>Dividend</vt:lpstr>
      <vt:lpstr>Dynamic Programming</vt:lpstr>
      <vt:lpstr>Dynamic programming</vt:lpstr>
      <vt:lpstr>Definition</vt:lpstr>
      <vt:lpstr>Dynamic Programing: Approaches</vt:lpstr>
      <vt:lpstr>Dynamic Programing: Tabulation</vt:lpstr>
      <vt:lpstr>DP vs. DC</vt:lpstr>
      <vt:lpstr>Example 1: Fibonacci’s series</vt:lpstr>
      <vt:lpstr>Fibonacci’s series: DP Approach</vt:lpstr>
      <vt:lpstr>Fibonacci’s series: DP-Tabulation</vt:lpstr>
      <vt:lpstr>Example 3: Floyd’s Method</vt:lpstr>
      <vt:lpstr>Example 3: Floyd’s Method</vt:lpstr>
      <vt:lpstr>Example 3: Floyd’s Method</vt:lpstr>
      <vt:lpstr>Example 3: Floyd’s Method</vt:lpstr>
      <vt:lpstr>Example 3: Floyd’s Method</vt:lpstr>
      <vt:lpstr>Example 3: Floyd’s Method</vt:lpstr>
      <vt:lpstr>Example 3: Floyd’s Method</vt:lpstr>
      <vt:lpstr>Example 3: Floyd’s Method</vt:lpstr>
      <vt:lpstr>Graph: Representation</vt:lpstr>
      <vt:lpstr>Shortest paths: Representation</vt:lpstr>
      <vt:lpstr>Optimal Substructure </vt:lpstr>
      <vt:lpstr>Original Problem</vt:lpstr>
      <vt:lpstr>Defining subproblems</vt:lpstr>
      <vt:lpstr>Defining subproblems</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Example</vt:lpstr>
      <vt:lpstr>Subproblems: Representation</vt:lpstr>
      <vt:lpstr>Notations</vt:lpstr>
      <vt:lpstr>Notations</vt:lpstr>
      <vt:lpstr>Calculating Ds</vt:lpstr>
      <vt:lpstr>Calculating Ds</vt:lpstr>
      <vt:lpstr>Calculating Ds</vt:lpstr>
      <vt:lpstr>Calculating Ds</vt:lpstr>
      <vt:lpstr>Calculating Ds</vt:lpstr>
      <vt:lpstr>Shortest Path: Example</vt:lpstr>
      <vt:lpstr>Shortest Path: Example</vt:lpstr>
      <vt:lpstr>Shortest Path: Example</vt:lpstr>
      <vt:lpstr>Shortest Path: Example</vt:lpstr>
      <vt:lpstr>Floyd-Warshall Algorithm</vt:lpstr>
      <vt:lpstr>Floyd-Warshall Algorithm</vt:lpstr>
      <vt:lpstr>Shortest Paths! Path Matrix</vt:lpstr>
      <vt:lpstr>Shortest Paths!</vt:lpstr>
      <vt:lpstr>Shortest Paths!</vt:lpstr>
      <vt:lpstr>Shortest Paths!</vt:lpstr>
      <vt:lpstr>Shortest Paths!</vt:lpstr>
      <vt:lpstr>Shortest Paths!</vt:lpstr>
      <vt:lpstr>Shortest Paths!</vt:lpstr>
      <vt:lpstr>Shortest Paths!</vt:lpstr>
      <vt:lpstr>Shortest Paths!</vt:lpstr>
      <vt:lpstr>Shortest Paths!</vt:lpstr>
      <vt:lpstr>Shortest Paths!</vt:lpstr>
      <vt:lpstr>Shortest Paths!</vt:lpstr>
      <vt:lpstr>Shortest Paths!</vt:lpstr>
      <vt:lpstr>Calculating P</vt:lpstr>
      <vt:lpstr>Floyd’s  Algorithm</vt:lpstr>
      <vt:lpstr>Any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Models</dc:title>
  <dc:creator>Windows User</dc:creator>
  <cp:lastModifiedBy>Eskandari, Marzieh</cp:lastModifiedBy>
  <cp:revision>705</cp:revision>
  <dcterms:created xsi:type="dcterms:W3CDTF">2020-09-14T20:12:04Z</dcterms:created>
  <dcterms:modified xsi:type="dcterms:W3CDTF">2026-05-06T16:46:45Z</dcterms:modified>
</cp:coreProperties>
</file>